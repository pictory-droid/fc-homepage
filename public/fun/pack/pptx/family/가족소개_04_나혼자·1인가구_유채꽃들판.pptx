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473039" y="1299213"/>
            <a:ext cx="482319" cy="48231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594265" y="857271"/>
            <a:ext cx="286788" cy="286788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647048" y="390456"/>
            <a:ext cx="223673" cy="22367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78303" y="307216"/>
            <a:ext cx="174751" cy="17475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199434" y="2224597"/>
            <a:ext cx="380667" cy="38066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26947" y="1556591"/>
            <a:ext cx="392544" cy="392544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48734" y="2432493"/>
            <a:ext cx="426223" cy="42622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095376" y="730194"/>
            <a:ext cx="219896" cy="219896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97160" y="2332720"/>
            <a:ext cx="237649" cy="237649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784437" y="2350999"/>
            <a:ext cx="185613" cy="18561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554966" y="2286417"/>
            <a:ext cx="199980" cy="199980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우리 가족을 소개합니다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605610"/>
                </a:solidFill>
              </a:rPr>
              <a:t>노란 유채꽃밭에서 찍은 가족사진처럼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나 혼자 · 1인 가구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212733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33654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56423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4416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094708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37948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719896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049820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568237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15689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16702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가족 구성원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1193749" y="1645920"/>
            <a:ext cx="2377440" cy="2377440"/>
          </a:xfrm>
          <a:prstGeom prst="ellipse">
            <a:avLst/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05610"/>
                </a:solidFill>
              </a:rPr>
              <a:t>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" y="4572000"/>
            <a:ext cx="3301898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요즘 관심사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4907127" y="1645920"/>
            <a:ext cx="2377440" cy="2377440"/>
          </a:xfrm>
          <a:prstGeom prst="ellipse">
            <a:avLst/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3458" y="411480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05610"/>
                </a:solidFill>
              </a:rPr>
              <a:t>내 공간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4898" y="4572000"/>
            <a:ext cx="3301898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자리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아끼는 물건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나만의 규칙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8620505" y="1645920"/>
            <a:ext cx="2377440" cy="2377440"/>
          </a:xfrm>
          <a:prstGeom prst="ellipse">
            <a:avLst/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6836" y="411480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05610"/>
                </a:solidFill>
              </a:rPr>
              <a:t>내 하루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8276" y="4572000"/>
            <a:ext cx="3301898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아침 습관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음식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잠들기 전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212733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33654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56423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4416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094708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37948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719896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049820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568237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15689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16702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가족 이야기</a:t>
            </a:r>
          </a:p>
        </p:txBody>
      </p:sp>
      <p:sp>
        <p:nvSpPr>
          <p:cNvPr id="15" name="타임라인 선"/>
          <p:cNvSpPr/>
          <p:nvPr/>
        </p:nvSpPr>
        <p:spPr>
          <a:xfrm>
            <a:off x="640080" y="3383280"/>
            <a:ext cx="10911535" cy="54864"/>
          </a:xfrm>
          <a:prstGeom prst="rect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때 1"/>
          <p:cNvSpPr/>
          <p:nvPr/>
        </p:nvSpPr>
        <p:spPr>
          <a:xfrm>
            <a:off x="1802853" y="3200400"/>
            <a:ext cx="402336" cy="402336"/>
          </a:xfrm>
          <a:prstGeom prst="ellipse">
            <a:avLst/>
          </a:prstGeom>
          <a:solidFill>
            <a:srgbClr val="B8A41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8A41E"/>
                </a:solidFill>
              </a:rPr>
              <a:t>태어난 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나의 뿌리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고향의 기억을 적어요</a:t>
            </a:r>
          </a:p>
        </p:txBody>
      </p:sp>
      <p:sp>
        <p:nvSpPr>
          <p:cNvPr id="20" name="때 2"/>
          <p:cNvSpPr/>
          <p:nvPr/>
        </p:nvSpPr>
        <p:spPr>
          <a:xfrm>
            <a:off x="4530737" y="3200400"/>
            <a:ext cx="402336" cy="402336"/>
          </a:xfrm>
          <a:prstGeom prst="ellipse">
            <a:avLst/>
          </a:prstGeom>
          <a:solidFill>
            <a:srgbClr val="B8A41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3683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8A41E"/>
                </a:solidFill>
              </a:rPr>
              <a:t>학창 시절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9403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자라던 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9403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좋았던 기억</a:t>
            </a:r>
          </a:p>
        </p:txBody>
      </p:sp>
      <p:sp>
        <p:nvSpPr>
          <p:cNvPr id="24" name="때 3"/>
          <p:cNvSpPr/>
          <p:nvPr/>
        </p:nvSpPr>
        <p:spPr>
          <a:xfrm>
            <a:off x="7258621" y="3200400"/>
            <a:ext cx="402336" cy="402336"/>
          </a:xfrm>
          <a:prstGeom prst="ellipse">
            <a:avLst/>
          </a:prstGeom>
          <a:solidFill>
            <a:srgbClr val="B8A41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1567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8A41E"/>
                </a:solidFill>
              </a:rPr>
              <a:t>혼자 시작한 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287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나의 첫 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287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독립하던 날</a:t>
            </a:r>
          </a:p>
        </p:txBody>
      </p:sp>
      <p:sp>
        <p:nvSpPr>
          <p:cNvPr id="28" name="때 4"/>
          <p:cNvSpPr/>
          <p:nvPr/>
        </p:nvSpPr>
        <p:spPr>
          <a:xfrm>
            <a:off x="9986505" y="3200400"/>
            <a:ext cx="402336" cy="402336"/>
          </a:xfrm>
          <a:prstGeom prst="ellipse">
            <a:avLst/>
          </a:prstGeom>
          <a:solidFill>
            <a:srgbClr val="B8A41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451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8A41E"/>
                </a:solidFill>
              </a:rPr>
              <a:t>지금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171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오늘의 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171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내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212733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33654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56423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4416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094708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37948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719896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049820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568237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15689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16702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가족의 약속</a:t>
            </a:r>
          </a:p>
        </p:txBody>
      </p:sp>
      <p:sp>
        <p:nvSpPr>
          <p:cNvPr id="15" name="줄 1"/>
          <p:cNvSpPr/>
          <p:nvPr/>
        </p:nvSpPr>
        <p:spPr>
          <a:xfrm>
            <a:off x="640080" y="164592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2700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1"/>
          <p:cNvSpPr/>
          <p:nvPr/>
        </p:nvSpPr>
        <p:spPr>
          <a:xfrm>
            <a:off x="822959" y="192024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169164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약속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69164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나를 위한 밥상 차리기</a:t>
            </a:r>
          </a:p>
        </p:txBody>
      </p:sp>
      <p:sp>
        <p:nvSpPr>
          <p:cNvPr id="19" name="줄 2"/>
          <p:cNvSpPr/>
          <p:nvPr/>
        </p:nvSpPr>
        <p:spPr>
          <a:xfrm>
            <a:off x="640080" y="278892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2700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834639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약속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834639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 십 분 나에게 쓰는 시간</a:t>
            </a:r>
          </a:p>
        </p:txBody>
      </p:sp>
      <p:sp>
        <p:nvSpPr>
          <p:cNvPr id="23" name="줄 3"/>
          <p:cNvSpPr/>
          <p:nvPr/>
        </p:nvSpPr>
        <p:spPr>
          <a:xfrm>
            <a:off x="640080" y="393192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2700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3"/>
          <p:cNvSpPr/>
          <p:nvPr/>
        </p:nvSpPr>
        <p:spPr>
          <a:xfrm>
            <a:off x="822959" y="420624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977639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약속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977639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안부를 전할 사람 한 명 챙기기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212733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33654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56423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4416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094708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37948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719896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049820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568237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15689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16702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가족 사진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40080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1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4338218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2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036356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3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640080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4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4338218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5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8036356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8F2C9"/>
          </a:solidFill>
          <a:ln w="19050">
            <a:solidFill>
              <a:srgbClr val="B8A41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0561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473039" y="1299213"/>
            <a:ext cx="482319" cy="48231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594265" y="857271"/>
            <a:ext cx="286788" cy="286788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647048" y="390456"/>
            <a:ext cx="223673" cy="22367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78303" y="307216"/>
            <a:ext cx="174751" cy="17475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199434" y="2224597"/>
            <a:ext cx="380667" cy="38066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26947" y="1556591"/>
            <a:ext cx="392544" cy="392544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48734" y="2432493"/>
            <a:ext cx="426223" cy="42622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095376" y="730194"/>
            <a:ext cx="219896" cy="219896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97160" y="2332720"/>
            <a:ext cx="237649" cy="237649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784437" y="2350999"/>
            <a:ext cx="185613" cy="18561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554966" y="2286417"/>
            <a:ext cx="199980" cy="199980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우리 가족을 소개했어요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605610"/>
                </a:solidFill>
              </a:rPr>
              <a:t>함께여서 늘 든든합니다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나 혼자 · 1인 가구 가족 소개">
  <a:themeElements>
    <a:clrScheme name="Office">
      <a:dk1>
        <a:sysClr val="windowText" lastClr="000000"/>
      </a:dk1>
      <a:lt1>
        <a:sysClr val="window" lastClr="FFFFFF"/>
      </a:lt1>
      <a:dk2>
        <a:srgbClr val="605610"/>
      </a:dk2>
      <a:lt2>
        <a:srgbClr val="FCFAED"/>
      </a:lt2>
      <a:accent1>
        <a:srgbClr val="B8A41E"/>
      </a:accent1>
      <a:accent2>
        <a:srgbClr val="3B7191"/>
      </a:accent2>
      <a:accent3>
        <a:srgbClr val="605610"/>
      </a:accent3>
      <a:accent4>
        <a:srgbClr val="F8F2C9"/>
      </a:accent4>
      <a:accent5>
        <a:srgbClr val="7A8A58"/>
      </a:accent5>
      <a:accent6>
        <a:srgbClr val="A09A70"/>
      </a:accent6>
      <a:hlink>
        <a:srgbClr val="B8A41E"/>
      </a:hlink>
      <a:folHlink>
        <a:srgbClr val="60561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