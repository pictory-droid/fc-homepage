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285F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285F"/>
                </a:solidFill>
              </a:rPr>
              <a:t>퇴근길 장마에 우산 하나 사 들고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나 혼자 · 1인 가구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65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285F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410919" y="1600200"/>
            <a:ext cx="2400300" cy="2400300"/>
          </a:xfrm>
          <a:prstGeom prst="ellipse">
            <a:avLst/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1939"/>
            <a:ext cx="339333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285F"/>
                </a:solidFill>
              </a:rPr>
              <a:t>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49140"/>
            <a:ext cx="321045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8" name="사진 자리"/>
          <p:cNvSpPr/>
          <p:nvPr/>
        </p:nvSpPr>
        <p:spPr>
          <a:xfrm>
            <a:off x="5032857" y="1600200"/>
            <a:ext cx="2400300" cy="2400300"/>
          </a:xfrm>
          <a:prstGeom prst="ellipse">
            <a:avLst/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6338" y="4091939"/>
            <a:ext cx="339333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285F"/>
                </a:solidFill>
              </a:rPr>
              <a:t>내 공간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4549140"/>
            <a:ext cx="321045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654796" y="1600200"/>
            <a:ext cx="2400300" cy="2400300"/>
          </a:xfrm>
          <a:prstGeom prst="ellipse">
            <a:avLst/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8276" y="4091939"/>
            <a:ext cx="339333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285F"/>
                </a:solidFill>
              </a:rPr>
              <a:t>내 하루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9716" y="4549140"/>
            <a:ext cx="321045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65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285F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914400" y="3337560"/>
            <a:ext cx="10637215" cy="54864"/>
          </a:xfrm>
          <a:prstGeom prst="rect">
            <a:avLst/>
          </a:prstGeom>
          <a:solidFill>
            <a:srgbClr val="D1D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2042883" y="3154680"/>
            <a:ext cx="402336" cy="402336"/>
          </a:xfrm>
          <a:prstGeom prst="ellipse">
            <a:avLst/>
          </a:prstGeom>
          <a:solidFill>
            <a:srgbClr val="2655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55C5"/>
                </a:solidFill>
              </a:rPr>
              <a:t>태어난 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285F"/>
                </a:solidFill>
              </a:rPr>
              <a:t>나의 뿌리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고향의 기억을 적어요</a:t>
            </a:r>
          </a:p>
        </p:txBody>
      </p:sp>
      <p:sp>
        <p:nvSpPr>
          <p:cNvPr id="10" name="때 2"/>
          <p:cNvSpPr/>
          <p:nvPr/>
        </p:nvSpPr>
        <p:spPr>
          <a:xfrm>
            <a:off x="4702187" y="3154680"/>
            <a:ext cx="402336" cy="402336"/>
          </a:xfrm>
          <a:prstGeom prst="ellipse">
            <a:avLst/>
          </a:prstGeom>
          <a:solidFill>
            <a:srgbClr val="2655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9423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55C5"/>
                </a:solidFill>
              </a:rPr>
              <a:t>학창 시절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5143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285F"/>
                </a:solidFill>
              </a:rPr>
              <a:t>자라던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5143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좋았던 기억</a:t>
            </a:r>
          </a:p>
        </p:txBody>
      </p:sp>
      <p:sp>
        <p:nvSpPr>
          <p:cNvPr id="14" name="때 3"/>
          <p:cNvSpPr/>
          <p:nvPr/>
        </p:nvSpPr>
        <p:spPr>
          <a:xfrm>
            <a:off x="7361491" y="3154680"/>
            <a:ext cx="402336" cy="402336"/>
          </a:xfrm>
          <a:prstGeom prst="ellipse">
            <a:avLst/>
          </a:prstGeom>
          <a:solidFill>
            <a:srgbClr val="2655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8727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55C5"/>
                </a:solidFill>
              </a:rPr>
              <a:t>혼자 시작한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285F"/>
                </a:solidFill>
              </a:rPr>
              <a:t>나의 첫 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447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독립하던 날</a:t>
            </a:r>
          </a:p>
        </p:txBody>
      </p:sp>
      <p:sp>
        <p:nvSpPr>
          <p:cNvPr id="18" name="때 4"/>
          <p:cNvSpPr/>
          <p:nvPr/>
        </p:nvSpPr>
        <p:spPr>
          <a:xfrm>
            <a:off x="10020795" y="3154680"/>
            <a:ext cx="402336" cy="402336"/>
          </a:xfrm>
          <a:prstGeom prst="ellipse">
            <a:avLst/>
          </a:prstGeom>
          <a:solidFill>
            <a:srgbClr val="2655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8031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55C5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3751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285F"/>
                </a:solidFill>
              </a:rPr>
              <a:t>오늘의 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3751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65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285F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914400" y="160020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EEF2FC"/>
          </a:solidFill>
          <a:ln w="12700">
            <a:solidFill>
              <a:srgbClr val="D1DD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874519"/>
            <a:ext cx="457200" cy="457200"/>
          </a:xfrm>
          <a:prstGeom prst="ellipse">
            <a:avLst/>
          </a:prstGeom>
          <a:solidFill>
            <a:srgbClr val="265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285F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나를 위한 밥상 차리기</a:t>
            </a:r>
          </a:p>
        </p:txBody>
      </p:sp>
      <p:sp>
        <p:nvSpPr>
          <p:cNvPr id="9" name="줄 2"/>
          <p:cNvSpPr/>
          <p:nvPr/>
        </p:nvSpPr>
        <p:spPr>
          <a:xfrm>
            <a:off x="914400" y="274320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EEF2FC"/>
          </a:solidFill>
          <a:ln w="12700">
            <a:solidFill>
              <a:srgbClr val="D1DD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265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285F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8892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 십 분 나에게 쓰는 시간</a:t>
            </a:r>
          </a:p>
        </p:txBody>
      </p:sp>
      <p:sp>
        <p:nvSpPr>
          <p:cNvPr id="13" name="줄 3"/>
          <p:cNvSpPr/>
          <p:nvPr/>
        </p:nvSpPr>
        <p:spPr>
          <a:xfrm>
            <a:off x="914400" y="388620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EEF2FC"/>
          </a:solidFill>
          <a:ln w="12700">
            <a:solidFill>
              <a:srgbClr val="D1DD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97280" y="4160520"/>
            <a:ext cx="457200" cy="457200"/>
          </a:xfrm>
          <a:prstGeom prst="ellipse">
            <a:avLst/>
          </a:prstGeom>
          <a:solidFill>
            <a:srgbClr val="265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285F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65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285F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521098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127796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14400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521098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127796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285F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285F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11285F"/>
      </a:dk2>
      <a:lt2>
        <a:srgbClr val="EEF2FC"/>
      </a:lt2>
      <a:accent1>
        <a:srgbClr val="2655C5"/>
      </a:accent1>
      <a:accent2>
        <a:srgbClr val="209DB6"/>
      </a:accent2>
      <a:accent3>
        <a:srgbClr val="11285F"/>
      </a:accent3>
      <a:accent4>
        <a:srgbClr val="D1DDFA"/>
      </a:accent4>
      <a:accent5>
        <a:srgbClr val="2379BE"/>
      </a:accent5>
      <a:accent6>
        <a:srgbClr val="707E9F"/>
      </a:accent6>
      <a:hlink>
        <a:srgbClr val="2655C5"/>
      </a:hlink>
      <a:folHlink>
        <a:srgbClr val="1128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