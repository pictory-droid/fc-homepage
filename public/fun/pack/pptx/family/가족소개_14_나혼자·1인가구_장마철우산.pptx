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퇴근길 장마에 우산 하나 사 들고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나 혼자 · 1인 가구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410919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요즘 관심사</a:t>
            </a:r>
          </a:p>
        </p:txBody>
      </p:sp>
      <p:sp>
        <p:nvSpPr>
          <p:cNvPr id="8" name="사진 자리"/>
          <p:cNvSpPr/>
          <p:nvPr/>
        </p:nvSpPr>
        <p:spPr>
          <a:xfrm>
            <a:off x="5032857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6338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내 공간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7778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자리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아끼는 물건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나만의 규칙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654796" y="1600200"/>
            <a:ext cx="2400300" cy="2400300"/>
          </a:xfrm>
          <a:prstGeom prst="ellipse">
            <a:avLst/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40919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294D"/>
                </a:solidFill>
              </a:rPr>
              <a:t>내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9716" y="4549140"/>
            <a:ext cx="3210458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아침 습관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음식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잠들기 전 루틴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914400" y="3337560"/>
            <a:ext cx="10637215" cy="54864"/>
          </a:xfrm>
          <a:prstGeom prst="rect">
            <a:avLst/>
          </a:prstGeom>
          <a:solidFill>
            <a:srgbClr val="D0DA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2042883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태어난 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나의 뿌리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고향의 기억을 적어요</a:t>
            </a:r>
          </a:p>
        </p:txBody>
      </p:sp>
      <p:sp>
        <p:nvSpPr>
          <p:cNvPr id="10" name="때 2"/>
          <p:cNvSpPr/>
          <p:nvPr/>
        </p:nvSpPr>
        <p:spPr>
          <a:xfrm>
            <a:off x="4702187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9423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학창 시절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5143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자라던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5143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좋았던 기억</a:t>
            </a:r>
          </a:p>
        </p:txBody>
      </p:sp>
      <p:sp>
        <p:nvSpPr>
          <p:cNvPr id="14" name="때 3"/>
          <p:cNvSpPr/>
          <p:nvPr/>
        </p:nvSpPr>
        <p:spPr>
          <a:xfrm>
            <a:off x="7361491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8727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혼자 시작한 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4447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나의 첫 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독립하던 날</a:t>
            </a:r>
          </a:p>
        </p:txBody>
      </p:sp>
      <p:sp>
        <p:nvSpPr>
          <p:cNvPr id="18" name="때 4"/>
          <p:cNvSpPr/>
          <p:nvPr/>
        </p:nvSpPr>
        <p:spPr>
          <a:xfrm>
            <a:off x="10020795" y="3154680"/>
            <a:ext cx="402336" cy="402336"/>
          </a:xfrm>
          <a:prstGeom prst="ellipse">
            <a:avLst/>
          </a:prstGeom>
          <a:solidFill>
            <a:srgbClr val="33529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38031" y="251460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35299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3751" y="370332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오늘의 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3751" y="420624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내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914400" y="1600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1097280" y="1874519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45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나를 위한 밥상 차리기</a:t>
            </a:r>
          </a:p>
        </p:txBody>
      </p:sp>
      <p:sp>
        <p:nvSpPr>
          <p:cNvPr id="9" name="줄 2"/>
          <p:cNvSpPr/>
          <p:nvPr/>
        </p:nvSpPr>
        <p:spPr>
          <a:xfrm>
            <a:off x="914400" y="2743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1097280" y="30175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88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 십 분 나에게 쓰는 시간</a:t>
            </a:r>
          </a:p>
        </p:txBody>
      </p:sp>
      <p:sp>
        <p:nvSpPr>
          <p:cNvPr id="13" name="줄 3"/>
          <p:cNvSpPr/>
          <p:nvPr/>
        </p:nvSpPr>
        <p:spPr>
          <a:xfrm>
            <a:off x="914400" y="388620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0F3FA"/>
          </a:solidFill>
          <a:ln w="12700">
            <a:solidFill>
              <a:srgbClr val="D0DAF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1097280" y="4160520"/>
            <a:ext cx="457200" cy="457200"/>
          </a:xfrm>
          <a:prstGeom prst="ellipse">
            <a:avLst/>
          </a:prstGeom>
          <a:solidFill>
            <a:srgbClr val="335299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294D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3192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안부를 전할 사람 한 명 챙기기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3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3352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11480" y="0"/>
            <a:ext cx="64008" cy="68580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294D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914400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521098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127796" y="1600200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914400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521098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127796" y="4091939"/>
            <a:ext cx="3423818" cy="2308860"/>
          </a:xfrm>
          <a:prstGeom prst="roundRect">
            <a:avLst>
              <a:gd name="adj" fmla="val 6000"/>
            </a:avLst>
          </a:prstGeom>
          <a:solidFill>
            <a:srgbClr val="D0DAF1"/>
          </a:solidFill>
          <a:ln w="19050">
            <a:solidFill>
              <a:srgbClr val="33529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294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294D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294D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나 혼자 · 1인 가구 가족 소개">
  <a:themeElements>
    <a:clrScheme name="Office">
      <a:dk1>
        <a:sysClr val="windowText" lastClr="000000"/>
      </a:dk1>
      <a:lt1>
        <a:sysClr val="window" lastClr="FFFFFF"/>
      </a:lt1>
      <a:dk2>
        <a:srgbClr val="19294D"/>
      </a:dk2>
      <a:lt2>
        <a:srgbClr val="F0F3FA"/>
      </a:lt2>
      <a:accent1>
        <a:srgbClr val="335299"/>
      </a:accent1>
      <a:accent2>
        <a:srgbClr val="914C3B"/>
      </a:accent2>
      <a:accent3>
        <a:srgbClr val="19294D"/>
      </a:accent3>
      <a:accent4>
        <a:srgbClr val="D0DAF1"/>
      </a:accent4>
      <a:accent5>
        <a:srgbClr val="624F6A"/>
      </a:accent5>
      <a:accent6>
        <a:srgbClr val="757F94"/>
      </a:accent6>
      <a:hlink>
        <a:srgbClr val="335299"/>
      </a:hlink>
      <a:folHlink>
        <a:srgbClr val="19294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