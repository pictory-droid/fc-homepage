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성탄 트리 아래 나란히 앉은 우리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아빠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엄마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첫째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둘째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가족이 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우리의 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아이가 태어난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새 식구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첫 가족 여행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함께 떠난 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오늘의 우리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