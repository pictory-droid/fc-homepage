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53A41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새벽 시장에 장 보러 나선 아침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122093" y="1645920"/>
            <a:ext cx="2377440" cy="2377440"/>
          </a:xfrm>
          <a:prstGeom prst="ellipse">
            <a:avLst/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남편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51585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692161" y="1645920"/>
            <a:ext cx="2377440" cy="2377440"/>
          </a:xfrm>
          <a:prstGeom prst="ellipse">
            <a:avLst/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7" y="411480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아내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4572000"/>
            <a:ext cx="51585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483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483"/>
                </a:solidFill>
              </a:rPr>
              <a:t>결혼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함께 시작한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483"/>
                </a:solidFill>
              </a:rPr>
              <a:t>첫 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우리의 보금자리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49748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7483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92024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88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834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931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20624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77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53A41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253A41"/>
      </a:dk2>
      <a:lt2>
        <a:srgbClr val="F2F6F8"/>
      </a:lt2>
      <a:accent1>
        <a:srgbClr val="497483"/>
      </a:accent1>
      <a:accent2>
        <a:srgbClr val="834958"/>
      </a:accent2>
      <a:accent3>
        <a:srgbClr val="253A41"/>
      </a:accent3>
      <a:accent4>
        <a:srgbClr val="D6E5EA"/>
      </a:accent4>
      <a:accent5>
        <a:srgbClr val="665E6E"/>
      </a:accent5>
      <a:accent6>
        <a:srgbClr val="7C898D"/>
      </a:accent6>
      <a:hlink>
        <a:srgbClr val="497483"/>
      </a:hlink>
      <a:folHlink>
        <a:srgbClr val="253A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