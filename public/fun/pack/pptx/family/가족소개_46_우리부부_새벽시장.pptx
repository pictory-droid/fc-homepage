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E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1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새벽 시장에 장 보러 나선 아침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우리 부부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98CF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8CF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7" name="사진 자리"/>
          <p:cNvSpPr/>
          <p:nvPr/>
        </p:nvSpPr>
        <p:spPr>
          <a:xfrm>
            <a:off x="2213533" y="1783080"/>
            <a:ext cx="2194560" cy="2194560"/>
          </a:xfrm>
          <a:prstGeom prst="ellipse">
            <a:avLst/>
          </a:prstGeom>
          <a:solidFill>
            <a:srgbClr val="D5EEF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7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149"/>
                </a:solidFill>
              </a:rPr>
              <a:t>남편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526279"/>
            <a:ext cx="51585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783601" y="1783080"/>
            <a:ext cx="2194560" cy="2194560"/>
          </a:xfrm>
          <a:prstGeom prst="ellipse">
            <a:avLst/>
          </a:prstGeom>
          <a:solidFill>
            <a:srgbClr val="D5EEF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406907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149"/>
                </a:solidFill>
              </a:rPr>
              <a:t>아내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1587" y="4526279"/>
            <a:ext cx="51585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98CF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8CF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7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D5E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98CFE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8CFE1"/>
                </a:solidFill>
              </a:rPr>
              <a:t>처음 만난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149"/>
                </a:solidFill>
              </a:rPr>
              <a:t>첫 만남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어디에서 어떻게 만났나요?</a:t>
            </a:r>
          </a:p>
        </p:txBody>
      </p:sp>
      <p:sp>
        <p:nvSpPr>
          <p:cNvPr id="12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98CFE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8CFE1"/>
                </a:solidFill>
              </a:rPr>
              <a:t>결혼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149"/>
                </a:solidFill>
              </a:rPr>
              <a:t>함께 시작한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6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98CFE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8CFE1"/>
                </a:solidFill>
              </a:rPr>
              <a:t>첫 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149"/>
                </a:solidFill>
              </a:rPr>
              <a:t>우리의 보금자리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처음 이사한 날</a:t>
            </a:r>
          </a:p>
        </p:txBody>
      </p:sp>
      <p:sp>
        <p:nvSpPr>
          <p:cNvPr id="20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98CFE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8CFE1"/>
                </a:solidFill>
              </a:rPr>
              <a:t>지금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149"/>
                </a:solidFill>
              </a:rPr>
              <a:t>오늘의 우리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98CF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8CF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7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DB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2011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CFE1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149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하루에 한 번 서로 안아 주기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DB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731519" y="3154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CFE1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149"/>
                </a:solidFill>
              </a:rPr>
              <a:t>약속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화가 나도 잠자리 전엔 풀기</a:t>
            </a:r>
          </a:p>
        </p:txBody>
      </p:sp>
      <p:sp>
        <p:nvSpPr>
          <p:cNvPr id="15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DDB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731519" y="4297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8CFE1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149"/>
                </a:solidFill>
              </a:rPr>
              <a:t>약속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98CF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8CF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5EEF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5EEF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5EEF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5EEF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5EEF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036356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5EEF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E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1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274149"/>
      </a:dk2>
      <a:lt2>
        <a:srgbClr val="ECF7FB"/>
      </a:lt2>
      <a:accent1>
        <a:srgbClr val="98CFE1"/>
      </a:accent1>
      <a:accent2>
        <a:srgbClr val="B8C6EA"/>
      </a:accent2>
      <a:accent3>
        <a:srgbClr val="274149"/>
      </a:accent3>
      <a:accent4>
        <a:srgbClr val="D5EEF6"/>
      </a:accent4>
      <a:accent5>
        <a:srgbClr val="A8CAE6"/>
      </a:accent5>
      <a:accent6>
        <a:srgbClr val="7D8D92"/>
      </a:accent6>
      <a:hlink>
        <a:srgbClr val="98CFE1"/>
      </a:hlink>
      <a:folHlink>
        <a:srgbClr val="2741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