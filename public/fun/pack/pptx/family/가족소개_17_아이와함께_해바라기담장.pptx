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6E570C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6E570C"/>
                </a:solidFill>
              </a:rPr>
              <a:t>해바라기보다 키가 큰 아이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아이와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570C"/>
                </a:solidFill>
              </a:rPr>
              <a:t>가족 구성원</a:t>
            </a:r>
          </a:p>
        </p:txBody>
      </p:sp>
      <p:sp>
        <p:nvSpPr>
          <p:cNvPr id="4" name="사진 자리"/>
          <p:cNvSpPr/>
          <p:nvPr/>
        </p:nvSpPr>
        <p:spPr>
          <a:xfrm>
            <a:off x="868680" y="1600200"/>
            <a:ext cx="2236393" cy="2236393"/>
          </a:xfrm>
          <a:prstGeom prst="ellipse">
            <a:avLst/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28033"/>
            <a:ext cx="251071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E570C"/>
                </a:solidFill>
              </a:rPr>
              <a:t>아빠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85233"/>
            <a:ext cx="2327833" cy="183268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607993" y="1600200"/>
            <a:ext cx="2236393" cy="2236393"/>
          </a:xfrm>
          <a:prstGeom prst="ellipse">
            <a:avLst/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0833" y="3928033"/>
            <a:ext cx="251071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E570C"/>
                </a:solidFill>
              </a:rPr>
              <a:t>엄마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2273" y="4385233"/>
            <a:ext cx="2327833" cy="183268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347307" y="1600200"/>
            <a:ext cx="2236393" cy="2236393"/>
          </a:xfrm>
          <a:prstGeom prst="ellipse">
            <a:avLst/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3928033"/>
            <a:ext cx="251071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E570C"/>
                </a:solidFill>
              </a:rPr>
              <a:t>첫째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1587" y="4385233"/>
            <a:ext cx="2327833" cy="183268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9086621" y="1600200"/>
            <a:ext cx="2236393" cy="2236393"/>
          </a:xfrm>
          <a:prstGeom prst="ellipse">
            <a:avLst/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49461" y="3928033"/>
            <a:ext cx="251071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E570C"/>
                </a:solidFill>
              </a:rPr>
              <a:t>둘째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40901" y="4385233"/>
            <a:ext cx="2327833" cy="183268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570C"/>
                </a:solidFill>
              </a:rPr>
              <a:t>우리 가족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731520" y="3337560"/>
            <a:ext cx="10728655" cy="54864"/>
          </a:xfrm>
          <a:prstGeom prst="rect">
            <a:avLst/>
          </a:prstGeom>
          <a:solidFill>
            <a:srgbClr val="FAEE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71433" y="3154680"/>
            <a:ext cx="402336" cy="402336"/>
          </a:xfrm>
          <a:prstGeom prst="ellipse">
            <a:avLst/>
          </a:prstGeom>
          <a:solidFill>
            <a:srgbClr val="CAA016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AA016"/>
                </a:solidFill>
              </a:rPr>
              <a:t>가족이 된 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우리의 시작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만난 날의 이야기</a:t>
            </a:r>
          </a:p>
        </p:txBody>
      </p:sp>
      <p:sp>
        <p:nvSpPr>
          <p:cNvPr id="9" name="때 2"/>
          <p:cNvSpPr/>
          <p:nvPr/>
        </p:nvSpPr>
        <p:spPr>
          <a:xfrm>
            <a:off x="4553597" y="3154680"/>
            <a:ext cx="402336" cy="402336"/>
          </a:xfrm>
          <a:prstGeom prst="ellipse">
            <a:avLst/>
          </a:prstGeom>
          <a:solidFill>
            <a:srgbClr val="CAA016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9403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AA016"/>
                </a:solidFill>
              </a:rPr>
              <a:t>아이가 태어난 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5123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새 식구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5123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3" name="때 3"/>
          <p:cNvSpPr/>
          <p:nvPr/>
        </p:nvSpPr>
        <p:spPr>
          <a:xfrm>
            <a:off x="7235761" y="3154680"/>
            <a:ext cx="402336" cy="402336"/>
          </a:xfrm>
          <a:prstGeom prst="ellipse">
            <a:avLst/>
          </a:prstGeom>
          <a:solidFill>
            <a:srgbClr val="CAA016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AA016"/>
                </a:solidFill>
              </a:rPr>
              <a:t>첫 가족 여행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함께 떠난 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웃었던 순간</a:t>
            </a:r>
          </a:p>
        </p:txBody>
      </p:sp>
      <p:sp>
        <p:nvSpPr>
          <p:cNvPr id="17" name="때 4"/>
          <p:cNvSpPr/>
          <p:nvPr/>
        </p:nvSpPr>
        <p:spPr>
          <a:xfrm>
            <a:off x="9917925" y="3154680"/>
            <a:ext cx="402336" cy="402336"/>
          </a:xfrm>
          <a:prstGeom prst="ellipse">
            <a:avLst/>
          </a:prstGeom>
          <a:solidFill>
            <a:srgbClr val="CAA016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731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AA016"/>
                </a:solidFill>
              </a:rPr>
              <a:t>지금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451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451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570C"/>
                </a:solidFill>
              </a:rPr>
              <a:t>우리 가족의 약속</a:t>
            </a:r>
          </a:p>
        </p:txBody>
      </p:sp>
      <p:sp>
        <p:nvSpPr>
          <p:cNvPr id="4" name="줄 1"/>
          <p:cNvSpPr/>
          <p:nvPr/>
        </p:nvSpPr>
        <p:spPr>
          <a:xfrm>
            <a:off x="731520" y="1600200"/>
            <a:ext cx="10728655" cy="100584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2700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874519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약속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645920"/>
            <a:ext cx="688817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밥은 꼭 함께 먹기</a:t>
            </a:r>
          </a:p>
        </p:txBody>
      </p:sp>
      <p:sp>
        <p:nvSpPr>
          <p:cNvPr id="8" name="줄 2"/>
          <p:cNvSpPr/>
          <p:nvPr/>
        </p:nvSpPr>
        <p:spPr>
          <a:xfrm>
            <a:off x="731520" y="2743200"/>
            <a:ext cx="10728655" cy="100584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2700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914400" y="3017520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약속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788920"/>
            <a:ext cx="688817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잠들기 전에 사랑한다고 말하기</a:t>
            </a:r>
          </a:p>
        </p:txBody>
      </p:sp>
      <p:sp>
        <p:nvSpPr>
          <p:cNvPr id="12" name="줄 3"/>
          <p:cNvSpPr/>
          <p:nvPr/>
        </p:nvSpPr>
        <p:spPr>
          <a:xfrm>
            <a:off x="731520" y="3886200"/>
            <a:ext cx="10728655" cy="100584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2700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914400" y="4160520"/>
            <a:ext cx="457200" cy="457200"/>
          </a:xfrm>
          <a:prstGeom prst="ellipse">
            <a:avLst/>
          </a:prstGeom>
          <a:solidFill>
            <a:srgbClr val="CAA01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E570C"/>
                </a:solidFill>
              </a:rPr>
              <a:t>약속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931920"/>
            <a:ext cx="688817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주말에는 함께 산책하기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570C"/>
                </a:solidFill>
              </a:rPr>
              <a:t>가족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68698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05876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31520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68698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05876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AEEC6"/>
          </a:solidFill>
          <a:ln w="19050">
            <a:solidFill>
              <a:srgbClr val="CAA016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6E570C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6E570C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6E570C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아이와 함께 가족 소개">
  <a:themeElements>
    <a:clrScheme name="Office">
      <a:dk1>
        <a:sysClr val="windowText" lastClr="000000"/>
      </a:dk1>
      <a:lt1>
        <a:sysClr val="window" lastClr="FFFFFF"/>
      </a:lt1>
      <a:dk2>
        <a:srgbClr val="6E570C"/>
      </a:dk2>
      <a:lt2>
        <a:srgbClr val="FDF9ED"/>
      </a:lt2>
      <a:accent1>
        <a:srgbClr val="CAA016"/>
      </a:accent1>
      <a:accent2>
        <a:srgbClr val="3B7A91"/>
      </a:accent2>
      <a:accent3>
        <a:srgbClr val="6E570C"/>
      </a:accent3>
      <a:accent4>
        <a:srgbClr val="FAEEC6"/>
      </a:accent4>
      <a:accent5>
        <a:srgbClr val="828D54"/>
      </a:accent5>
      <a:accent6>
        <a:srgbClr val="A89A6D"/>
      </a:accent6>
      <a:hlink>
        <a:srgbClr val="CAA016"/>
      </a:hlink>
      <a:folHlink>
        <a:srgbClr val="6E570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