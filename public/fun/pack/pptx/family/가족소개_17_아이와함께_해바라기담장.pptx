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15F25"/>
                </a:solidFill>
              </a:rPr>
              <a:t>우리 가족을 소개합니다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5F25"/>
                </a:solidFill>
              </a:rPr>
              <a:t>해바라기보다 키가 큰 아이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아이와 함께 · 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C5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F25"/>
                </a:solidFill>
              </a:rPr>
              <a:t>가족 구성원</a:t>
            </a:r>
          </a:p>
        </p:txBody>
      </p:sp>
      <p:sp>
        <p:nvSpPr>
          <p:cNvPr id="4" name="사진 자리"/>
          <p:cNvSpPr/>
          <p:nvPr/>
        </p:nvSpPr>
        <p:spPr>
          <a:xfrm>
            <a:off x="868680" y="1600200"/>
            <a:ext cx="2236393" cy="2236393"/>
          </a:xfrm>
          <a:prstGeom prst="ellipse">
            <a:avLst/>
          </a:prstGeom>
          <a:solidFill>
            <a:srgbClr val="D1FADC"/>
          </a:solidFill>
          <a:ln w="19050">
            <a:solidFill>
              <a:srgbClr val="26C5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25"/>
                </a:solidFill>
              </a:rPr>
              <a:t>사진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28033"/>
            <a:ext cx="251071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15F25"/>
                </a:solidFill>
              </a:rPr>
              <a:t>아빠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85233"/>
            <a:ext cx="2327833" cy="183268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7" name="사진 자리"/>
          <p:cNvSpPr/>
          <p:nvPr/>
        </p:nvSpPr>
        <p:spPr>
          <a:xfrm>
            <a:off x="3607993" y="1600200"/>
            <a:ext cx="2236393" cy="2236393"/>
          </a:xfrm>
          <a:prstGeom prst="ellipse">
            <a:avLst/>
          </a:prstGeom>
          <a:solidFill>
            <a:srgbClr val="D1FADC"/>
          </a:solidFill>
          <a:ln w="19050">
            <a:solidFill>
              <a:srgbClr val="26C5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25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0833" y="3928033"/>
            <a:ext cx="251071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15F25"/>
                </a:solidFill>
              </a:rPr>
              <a:t>엄마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2273" y="4385233"/>
            <a:ext cx="2327833" cy="183268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347307" y="1600200"/>
            <a:ext cx="2236393" cy="2236393"/>
          </a:xfrm>
          <a:prstGeom prst="ellipse">
            <a:avLst/>
          </a:prstGeom>
          <a:solidFill>
            <a:srgbClr val="D1FADC"/>
          </a:solidFill>
          <a:ln w="19050">
            <a:solidFill>
              <a:srgbClr val="26C5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25"/>
                </a:solidFill>
              </a:rPr>
              <a:t>사진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3928033"/>
            <a:ext cx="251071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15F25"/>
                </a:solidFill>
              </a:rPr>
              <a:t>첫째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1587" y="4385233"/>
            <a:ext cx="2327833" cy="183268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9086621" y="1600200"/>
            <a:ext cx="2236393" cy="2236393"/>
          </a:xfrm>
          <a:prstGeom prst="ellipse">
            <a:avLst/>
          </a:prstGeom>
          <a:solidFill>
            <a:srgbClr val="D1FADC"/>
          </a:solidFill>
          <a:ln w="19050">
            <a:solidFill>
              <a:srgbClr val="26C5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25"/>
                </a:solidFill>
              </a:rPr>
              <a:t>사진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49461" y="3928033"/>
            <a:ext cx="251071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15F25"/>
                </a:solidFill>
              </a:rPr>
              <a:t>둘째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0901" y="4385233"/>
            <a:ext cx="2327833" cy="183268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C5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F25"/>
                </a:solidFill>
              </a:rPr>
              <a:t>우리 가족 이야기</a:t>
            </a:r>
          </a:p>
        </p:txBody>
      </p:sp>
      <p:sp>
        <p:nvSpPr>
          <p:cNvPr id="4" name="타임라인 선"/>
          <p:cNvSpPr/>
          <p:nvPr/>
        </p:nvSpPr>
        <p:spPr>
          <a:xfrm>
            <a:off x="731520" y="3337560"/>
            <a:ext cx="10728655" cy="54864"/>
          </a:xfrm>
          <a:prstGeom prst="rect">
            <a:avLst/>
          </a:prstGeom>
          <a:solidFill>
            <a:srgbClr val="D1FA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때 1"/>
          <p:cNvSpPr/>
          <p:nvPr/>
        </p:nvSpPr>
        <p:spPr>
          <a:xfrm>
            <a:off x="1871433" y="3154680"/>
            <a:ext cx="402336" cy="402336"/>
          </a:xfrm>
          <a:prstGeom prst="ellipse">
            <a:avLst/>
          </a:prstGeom>
          <a:solidFill>
            <a:srgbClr val="26C54E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6C54E"/>
                </a:solidFill>
              </a:rPr>
              <a:t>가족이 된 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15F25"/>
                </a:solidFill>
              </a:rPr>
              <a:t>우리의 시작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처음 만난 날의 이야기</a:t>
            </a:r>
          </a:p>
        </p:txBody>
      </p:sp>
      <p:sp>
        <p:nvSpPr>
          <p:cNvPr id="9" name="때 2"/>
          <p:cNvSpPr/>
          <p:nvPr/>
        </p:nvSpPr>
        <p:spPr>
          <a:xfrm>
            <a:off x="4553597" y="3154680"/>
            <a:ext cx="402336" cy="402336"/>
          </a:xfrm>
          <a:prstGeom prst="ellipse">
            <a:avLst/>
          </a:prstGeom>
          <a:solidFill>
            <a:srgbClr val="26C54E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9403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6C54E"/>
                </a:solidFill>
              </a:rPr>
              <a:t>아이가 태어난 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5123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15F25"/>
                </a:solidFill>
              </a:rPr>
              <a:t>새 식구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5123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13" name="때 3"/>
          <p:cNvSpPr/>
          <p:nvPr/>
        </p:nvSpPr>
        <p:spPr>
          <a:xfrm>
            <a:off x="7235761" y="3154680"/>
            <a:ext cx="402336" cy="402336"/>
          </a:xfrm>
          <a:prstGeom prst="ellipse">
            <a:avLst/>
          </a:prstGeom>
          <a:solidFill>
            <a:srgbClr val="26C54E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1567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6C54E"/>
                </a:solidFill>
              </a:rPr>
              <a:t>첫 가족 여행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7287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15F25"/>
                </a:solidFill>
              </a:rPr>
              <a:t>함께 떠난 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웃었던 순간</a:t>
            </a:r>
          </a:p>
        </p:txBody>
      </p:sp>
      <p:sp>
        <p:nvSpPr>
          <p:cNvPr id="17" name="때 4"/>
          <p:cNvSpPr/>
          <p:nvPr/>
        </p:nvSpPr>
        <p:spPr>
          <a:xfrm>
            <a:off x="9917925" y="3154680"/>
            <a:ext cx="402336" cy="402336"/>
          </a:xfrm>
          <a:prstGeom prst="ellipse">
            <a:avLst/>
          </a:prstGeom>
          <a:solidFill>
            <a:srgbClr val="26C54E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731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6C54E"/>
                </a:solidFill>
              </a:rPr>
              <a:t>지금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451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15F25"/>
                </a:solidFill>
              </a:rPr>
              <a:t>오늘의 우리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451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C5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F25"/>
                </a:solidFill>
              </a:rPr>
              <a:t>우리 가족의 약속</a:t>
            </a:r>
          </a:p>
        </p:txBody>
      </p:sp>
      <p:sp>
        <p:nvSpPr>
          <p:cNvPr id="4" name="줄 1"/>
          <p:cNvSpPr/>
          <p:nvPr/>
        </p:nvSpPr>
        <p:spPr>
          <a:xfrm>
            <a:off x="731520" y="1600200"/>
            <a:ext cx="10728655" cy="1005840"/>
          </a:xfrm>
          <a:prstGeom prst="roundRect">
            <a:avLst>
              <a:gd name="adj" fmla="val 8000"/>
            </a:avLst>
          </a:prstGeom>
          <a:solidFill>
            <a:srgbClr val="EEFCF1"/>
          </a:solidFill>
          <a:ln w="12700">
            <a:solidFill>
              <a:srgbClr val="D1FA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914400" y="1874519"/>
            <a:ext cx="457200" cy="457200"/>
          </a:xfrm>
          <a:prstGeom prst="ellipse">
            <a:avLst/>
          </a:prstGeom>
          <a:solidFill>
            <a:srgbClr val="26C54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5F25"/>
                </a:solidFill>
              </a:rPr>
              <a:t>약속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645920"/>
            <a:ext cx="688817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밥은 꼭 함께 먹기</a:t>
            </a:r>
          </a:p>
        </p:txBody>
      </p:sp>
      <p:sp>
        <p:nvSpPr>
          <p:cNvPr id="8" name="줄 2"/>
          <p:cNvSpPr/>
          <p:nvPr/>
        </p:nvSpPr>
        <p:spPr>
          <a:xfrm>
            <a:off x="731520" y="2743200"/>
            <a:ext cx="10728655" cy="1005840"/>
          </a:xfrm>
          <a:prstGeom prst="roundRect">
            <a:avLst>
              <a:gd name="adj" fmla="val 8000"/>
            </a:avLst>
          </a:prstGeom>
          <a:solidFill>
            <a:srgbClr val="EEFCF1"/>
          </a:solidFill>
          <a:ln w="12700">
            <a:solidFill>
              <a:srgbClr val="D1FA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914400" y="3017520"/>
            <a:ext cx="457200" cy="457200"/>
          </a:xfrm>
          <a:prstGeom prst="ellipse">
            <a:avLst/>
          </a:prstGeom>
          <a:solidFill>
            <a:srgbClr val="26C54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5F25"/>
                </a:solidFill>
              </a:rPr>
              <a:t>약속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788920"/>
            <a:ext cx="688817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잠들기 전에 사랑한다고 말하기</a:t>
            </a:r>
          </a:p>
        </p:txBody>
      </p:sp>
      <p:sp>
        <p:nvSpPr>
          <p:cNvPr id="12" name="줄 3"/>
          <p:cNvSpPr/>
          <p:nvPr/>
        </p:nvSpPr>
        <p:spPr>
          <a:xfrm>
            <a:off x="731520" y="3886200"/>
            <a:ext cx="10728655" cy="1005840"/>
          </a:xfrm>
          <a:prstGeom prst="roundRect">
            <a:avLst>
              <a:gd name="adj" fmla="val 8000"/>
            </a:avLst>
          </a:prstGeom>
          <a:solidFill>
            <a:srgbClr val="EEFCF1"/>
          </a:solidFill>
          <a:ln w="12700">
            <a:solidFill>
              <a:srgbClr val="D1FA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914400" y="4160520"/>
            <a:ext cx="457200" cy="457200"/>
          </a:xfrm>
          <a:prstGeom prst="ellipse">
            <a:avLst/>
          </a:prstGeom>
          <a:solidFill>
            <a:srgbClr val="26C54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5F25"/>
                </a:solidFill>
              </a:rPr>
              <a:t>약속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931920"/>
            <a:ext cx="688817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주말에는 함께 산책하기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C5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F25"/>
                </a:solidFill>
              </a:rPr>
              <a:t>가족 사진</a:t>
            </a:r>
          </a:p>
        </p:txBody>
      </p:sp>
      <p:sp>
        <p:nvSpPr>
          <p:cNvPr id="4" name="사진 자리"/>
          <p:cNvSpPr/>
          <p:nvPr/>
        </p:nvSpPr>
        <p:spPr>
          <a:xfrm>
            <a:off x="731520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D1FADC"/>
          </a:solidFill>
          <a:ln w="19050">
            <a:solidFill>
              <a:srgbClr val="26C5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25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4368698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D1FADC"/>
          </a:solidFill>
          <a:ln w="19050">
            <a:solidFill>
              <a:srgbClr val="26C5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25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8005876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D1FADC"/>
          </a:solidFill>
          <a:ln w="19050">
            <a:solidFill>
              <a:srgbClr val="26C5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25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31520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D1FADC"/>
          </a:solidFill>
          <a:ln w="19050">
            <a:solidFill>
              <a:srgbClr val="26C5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25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68698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D1FADC"/>
          </a:solidFill>
          <a:ln w="19050">
            <a:solidFill>
              <a:srgbClr val="26C5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25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005876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D1FADC"/>
          </a:solidFill>
          <a:ln w="19050">
            <a:solidFill>
              <a:srgbClr val="26C5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25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15F25"/>
                </a:solidFill>
              </a:rPr>
              <a:t>우리 가족 소개를 마칩니다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5F25"/>
                </a:solidFill>
              </a:rPr>
              <a:t>읽어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아이와 함께 가족 소개">
  <a:themeElements>
    <a:clrScheme name="Office">
      <a:dk1>
        <a:sysClr val="windowText" lastClr="000000"/>
      </a:dk1>
      <a:lt1>
        <a:sysClr val="window" lastClr="FFFFFF"/>
      </a:lt1>
      <a:dk2>
        <a:srgbClr val="115F25"/>
      </a:dk2>
      <a:lt2>
        <a:srgbClr val="EEFCF1"/>
      </a:lt2>
      <a:accent1>
        <a:srgbClr val="26C54E"/>
      </a:accent1>
      <a:accent2>
        <a:srgbClr val="209DB6"/>
      </a:accent2>
      <a:accent3>
        <a:srgbClr val="115F25"/>
      </a:accent3>
      <a:accent4>
        <a:srgbClr val="D1FADC"/>
      </a:accent4>
      <a:accent5>
        <a:srgbClr val="23B182"/>
      </a:accent5>
      <a:accent6>
        <a:srgbClr val="709F7C"/>
      </a:accent6>
      <a:hlink>
        <a:srgbClr val="26C54E"/>
      </a:hlink>
      <a:folHlink>
        <a:srgbClr val="115F25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아이와 함께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