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F3E1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해바라기보다 키가 큰 아이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아이와 함께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3E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77239" y="1783080"/>
            <a:ext cx="2282113" cy="2282113"/>
          </a:xfrm>
          <a:prstGeom prst="ellipse">
            <a:avLst/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5663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127"/>
                </a:solidFill>
              </a:rPr>
              <a:t>아빠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383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562273" y="1783080"/>
            <a:ext cx="2282113" cy="2282113"/>
          </a:xfrm>
          <a:prstGeom prst="ellipse">
            <a:avLst/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5113" y="415663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127"/>
                </a:solidFill>
              </a:rPr>
              <a:t>엄마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6553" y="461383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347307" y="1783080"/>
            <a:ext cx="2282113" cy="2282113"/>
          </a:xfrm>
          <a:prstGeom prst="ellipse">
            <a:avLst/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7" y="415663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127"/>
                </a:solidFill>
              </a:rPr>
              <a:t>첫째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461383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5" name="사진 자리"/>
          <p:cNvSpPr/>
          <p:nvPr/>
        </p:nvSpPr>
        <p:spPr>
          <a:xfrm>
            <a:off x="9132341" y="1783080"/>
            <a:ext cx="2282113" cy="2282113"/>
          </a:xfrm>
          <a:prstGeom prst="ellipse">
            <a:avLst/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5181" y="415663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127"/>
                </a:solidFill>
              </a:rPr>
              <a:t>둘째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6621" y="461383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3E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AF1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EAD07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D07B"/>
                </a:solidFill>
              </a:rPr>
              <a:t>가족이 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우리의 시작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처음 만난 날의 이야기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EAD07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D07B"/>
                </a:solidFill>
              </a:rPr>
              <a:t>아이가 태어난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새 식구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EAD07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D07B"/>
                </a:solidFill>
              </a:rPr>
              <a:t>첫 가족 여행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함께 떠난 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가장 웃었던 순간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EAD07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D07B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3E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F1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10893247" cy="82296"/>
          </a:xfrm>
          <a:prstGeom prst="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2057400"/>
            <a:ext cx="457200" cy="457200"/>
          </a:xfrm>
          <a:prstGeom prst="ellipse">
            <a:avLst/>
          </a:prstGeom>
          <a:solidFill>
            <a:srgbClr val="DCEF9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약속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밥은 꼭 함께 먹기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F1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49224" y="2935224"/>
            <a:ext cx="10893247" cy="82296"/>
          </a:xfrm>
          <a:prstGeom prst="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DCEF9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약속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잠들기 전에 사랑한다고 말하기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F1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649224" y="4078224"/>
            <a:ext cx="10893247" cy="82296"/>
          </a:xfrm>
          <a:prstGeom prst="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4343400"/>
            <a:ext cx="457200" cy="457200"/>
          </a:xfrm>
          <a:prstGeom prst="ellipse">
            <a:avLst/>
          </a:prstGeom>
          <a:solidFill>
            <a:srgbClr val="DCEF9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약속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3E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F3E1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494127"/>
      </a:dk2>
      <a:lt2>
        <a:srgbClr val="FDF8EA"/>
      </a:lt2>
      <a:accent1>
        <a:srgbClr val="EAD07B"/>
      </a:accent1>
      <a:accent2>
        <a:srgbClr val="DCEF9F"/>
      </a:accent2>
      <a:accent3>
        <a:srgbClr val="494127"/>
      </a:accent3>
      <a:accent4>
        <a:srgbClr val="FAF1D1"/>
      </a:accent4>
      <a:accent5>
        <a:srgbClr val="E3E08D"/>
      </a:accent5>
      <a:accent6>
        <a:srgbClr val="928D7D"/>
      </a:accent6>
      <a:hlink>
        <a:srgbClr val="EAD07B"/>
      </a:hlink>
      <a:folHlink>
        <a:srgbClr val="4941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