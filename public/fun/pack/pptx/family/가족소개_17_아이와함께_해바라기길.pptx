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5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416905" y="692658"/>
            <a:ext cx="1357884" cy="1357884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512260" y="2220833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410602" y="2350169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342165" y="2338935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6E570C"/>
                </a:solidFill>
              </a:rPr>
              <a:t>우리 가족을 소개합니다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6E570C"/>
                </a:solidFill>
              </a:rPr>
              <a:t>해바라기처럼 서로를 바라보는 가족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아이와 함께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591495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55346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87675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52258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가족 구성원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68680" y="1600200"/>
            <a:ext cx="2236393" cy="2236393"/>
          </a:xfrm>
          <a:prstGeom prst="ellipse">
            <a:avLst/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28033"/>
            <a:ext cx="251071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E570C"/>
                </a:solidFill>
              </a:rPr>
              <a:t>아빠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85233"/>
            <a:ext cx="2327833" cy="183268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607993" y="1600200"/>
            <a:ext cx="2236393" cy="2236393"/>
          </a:xfrm>
          <a:prstGeom prst="ellipse">
            <a:avLst/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3928033"/>
            <a:ext cx="251071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E570C"/>
                </a:solidFill>
              </a:rPr>
              <a:t>엄마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2273" y="4385233"/>
            <a:ext cx="2327833" cy="183268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347307" y="1600200"/>
            <a:ext cx="2236393" cy="2236393"/>
          </a:xfrm>
          <a:prstGeom prst="ellipse">
            <a:avLst/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147" y="3928033"/>
            <a:ext cx="251071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E570C"/>
                </a:solidFill>
              </a:rPr>
              <a:t>첫째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1587" y="4385233"/>
            <a:ext cx="2327833" cy="183268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9086621" y="1600200"/>
            <a:ext cx="2236393" cy="2236393"/>
          </a:xfrm>
          <a:prstGeom prst="ellipse">
            <a:avLst/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9461" y="3928033"/>
            <a:ext cx="251071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E570C"/>
                </a:solidFill>
              </a:rPr>
              <a:t>둘째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0901" y="4385233"/>
            <a:ext cx="2327833" cy="183268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591495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55346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87675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52258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우리 가족 이야기</a:t>
            </a:r>
          </a:p>
        </p:txBody>
      </p:sp>
      <p:sp>
        <p:nvSpPr>
          <p:cNvPr id="8" name="타임라인 선"/>
          <p:cNvSpPr/>
          <p:nvPr/>
        </p:nvSpPr>
        <p:spPr>
          <a:xfrm>
            <a:off x="731520" y="3337560"/>
            <a:ext cx="10728655" cy="54864"/>
          </a:xfrm>
          <a:prstGeom prst="rect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때 1"/>
          <p:cNvSpPr/>
          <p:nvPr/>
        </p:nvSpPr>
        <p:spPr>
          <a:xfrm>
            <a:off x="1871433" y="3154680"/>
            <a:ext cx="402336" cy="402336"/>
          </a:xfrm>
          <a:prstGeom prst="ellipse">
            <a:avLst/>
          </a:prstGeom>
          <a:solidFill>
            <a:srgbClr val="CAA01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AA016"/>
                </a:solidFill>
              </a:rPr>
              <a:t>가족이 된 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우리의 시작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만난 날의 이야기</a:t>
            </a:r>
          </a:p>
        </p:txBody>
      </p:sp>
      <p:sp>
        <p:nvSpPr>
          <p:cNvPr id="13" name="때 2"/>
          <p:cNvSpPr/>
          <p:nvPr/>
        </p:nvSpPr>
        <p:spPr>
          <a:xfrm>
            <a:off x="4553597" y="3154680"/>
            <a:ext cx="402336" cy="402336"/>
          </a:xfrm>
          <a:prstGeom prst="ellipse">
            <a:avLst/>
          </a:prstGeom>
          <a:solidFill>
            <a:srgbClr val="CAA01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9403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AA016"/>
                </a:solidFill>
              </a:rPr>
              <a:t>아이가 태어난 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5123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새 식구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5123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7" name="때 3"/>
          <p:cNvSpPr/>
          <p:nvPr/>
        </p:nvSpPr>
        <p:spPr>
          <a:xfrm>
            <a:off x="7235761" y="3154680"/>
            <a:ext cx="402336" cy="402336"/>
          </a:xfrm>
          <a:prstGeom prst="ellipse">
            <a:avLst/>
          </a:prstGeom>
          <a:solidFill>
            <a:srgbClr val="CAA01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1567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AA016"/>
                </a:solidFill>
              </a:rPr>
              <a:t>첫 가족 여행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함께 떠난 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287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웃었던 순간</a:t>
            </a:r>
          </a:p>
        </p:txBody>
      </p:sp>
      <p:sp>
        <p:nvSpPr>
          <p:cNvPr id="21" name="때 4"/>
          <p:cNvSpPr/>
          <p:nvPr/>
        </p:nvSpPr>
        <p:spPr>
          <a:xfrm>
            <a:off x="9917925" y="3154680"/>
            <a:ext cx="402336" cy="402336"/>
          </a:xfrm>
          <a:prstGeom prst="ellipse">
            <a:avLst/>
          </a:prstGeom>
          <a:solidFill>
            <a:srgbClr val="CAA01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731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AA016"/>
                </a:solidFill>
              </a:rPr>
              <a:t>지금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451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오늘의 우리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451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591495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55346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87675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52258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우리 가족의 약속</a:t>
            </a:r>
          </a:p>
        </p:txBody>
      </p:sp>
      <p:sp>
        <p:nvSpPr>
          <p:cNvPr id="8" name="줄 1"/>
          <p:cNvSpPr/>
          <p:nvPr/>
        </p:nvSpPr>
        <p:spPr>
          <a:xfrm>
            <a:off x="731520" y="1600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914400" y="1874519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약속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45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밥은 꼭 함께 먹기</a:t>
            </a:r>
          </a:p>
        </p:txBody>
      </p:sp>
      <p:sp>
        <p:nvSpPr>
          <p:cNvPr id="12" name="줄 2"/>
          <p:cNvSpPr/>
          <p:nvPr/>
        </p:nvSpPr>
        <p:spPr>
          <a:xfrm>
            <a:off x="731520" y="2743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약속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88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잠들기 전에 사랑한다고 말하기</a:t>
            </a:r>
          </a:p>
        </p:txBody>
      </p:sp>
      <p:sp>
        <p:nvSpPr>
          <p:cNvPr id="16" name="줄 3"/>
          <p:cNvSpPr/>
          <p:nvPr/>
        </p:nvSpPr>
        <p:spPr>
          <a:xfrm>
            <a:off x="731520" y="3886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914400" y="416052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570C"/>
                </a:solidFill>
              </a:rPr>
              <a:t>약속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931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591495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55346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87675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52258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가족 사진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31520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 1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68698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 2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05876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 3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731520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 4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68698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 5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005876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5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416905" y="692658"/>
            <a:ext cx="1357884" cy="1357884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512260" y="2220833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410602" y="2350169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342165" y="2338935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6E570C"/>
                </a:solidFill>
              </a:rPr>
              <a:t>우리 가족을 소개했어요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6E570C"/>
                </a:solidFill>
              </a:rPr>
              <a:t>함께여서 늘 든든합니다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6E570C"/>
      </a:dk2>
      <a:lt2>
        <a:srgbClr val="FDF9ED"/>
      </a:lt2>
      <a:accent1>
        <a:srgbClr val="CAA016"/>
      </a:accent1>
      <a:accent2>
        <a:srgbClr val="3B7A91"/>
      </a:accent2>
      <a:accent3>
        <a:srgbClr val="6E570C"/>
      </a:accent3>
      <a:accent4>
        <a:srgbClr val="FAEEC6"/>
      </a:accent4>
      <a:accent5>
        <a:srgbClr val="828D54"/>
      </a:accent5>
      <a:accent6>
        <a:srgbClr val="A89A6D"/>
      </a:accent6>
      <a:hlink>
        <a:srgbClr val="CAA016"/>
      </a:hlink>
      <a:folHlink>
        <a:srgbClr val="6E570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