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4591B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4591B"/>
                </a:solidFill>
              </a:rPr>
              <a:t>입춘날 마루에 앉아 아이와 한 장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아이와 함께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C6992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5E9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4591B"/>
                </a:solidFill>
              </a:rPr>
              <a:t>가족 구성원</a:t>
            </a:r>
          </a:p>
        </p:txBody>
      </p:sp>
      <p:sp>
        <p:nvSpPr>
          <p:cNvPr id="5" name="사진 자리"/>
          <p:cNvSpPr/>
          <p:nvPr/>
        </p:nvSpPr>
        <p:spPr>
          <a:xfrm>
            <a:off x="960119" y="1554480"/>
            <a:ext cx="2190673" cy="2190673"/>
          </a:xfrm>
          <a:prstGeom prst="ellipse">
            <a:avLst/>
          </a:prstGeom>
          <a:solidFill>
            <a:srgbClr val="F5E9CC"/>
          </a:solidFill>
          <a:ln w="19050">
            <a:solidFill>
              <a:srgbClr val="C6992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4591B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36593"/>
            <a:ext cx="246499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4591B"/>
                </a:solidFill>
              </a:rPr>
              <a:t>아빠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3793"/>
            <a:ext cx="2282113" cy="187840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3653713" y="1554480"/>
            <a:ext cx="2190673" cy="2190673"/>
          </a:xfrm>
          <a:prstGeom prst="ellipse">
            <a:avLst/>
          </a:prstGeom>
          <a:solidFill>
            <a:srgbClr val="F5E9CC"/>
          </a:solidFill>
          <a:ln w="19050">
            <a:solidFill>
              <a:srgbClr val="C6992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4591B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16553" y="3836593"/>
            <a:ext cx="246499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4591B"/>
                </a:solidFill>
              </a:rPr>
              <a:t>엄마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7993" y="4293793"/>
            <a:ext cx="2282113" cy="187840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347307" y="1554480"/>
            <a:ext cx="2190673" cy="2190673"/>
          </a:xfrm>
          <a:prstGeom prst="ellipse">
            <a:avLst/>
          </a:prstGeom>
          <a:solidFill>
            <a:srgbClr val="F5E9CC"/>
          </a:solidFill>
          <a:ln w="19050">
            <a:solidFill>
              <a:srgbClr val="C6992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4591B"/>
                </a:solidFill>
              </a:rPr>
              <a:t>사진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0147" y="3836593"/>
            <a:ext cx="246499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4591B"/>
                </a:solidFill>
              </a:rPr>
              <a:t>첫째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1587" y="4293793"/>
            <a:ext cx="2282113" cy="187840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자라서 되고 싶은 것</a:t>
            </a:r>
          </a:p>
        </p:txBody>
      </p:sp>
      <p:sp>
        <p:nvSpPr>
          <p:cNvPr id="14" name="사진 자리"/>
          <p:cNvSpPr/>
          <p:nvPr/>
        </p:nvSpPr>
        <p:spPr>
          <a:xfrm>
            <a:off x="9040901" y="1554480"/>
            <a:ext cx="2190673" cy="2190673"/>
          </a:xfrm>
          <a:prstGeom prst="ellipse">
            <a:avLst/>
          </a:prstGeom>
          <a:solidFill>
            <a:srgbClr val="F5E9CC"/>
          </a:solidFill>
          <a:ln w="19050">
            <a:solidFill>
              <a:srgbClr val="C6992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4591B"/>
                </a:solidFill>
              </a:rPr>
              <a:t>사진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3741" y="3836593"/>
            <a:ext cx="246499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4591B"/>
                </a:solidFill>
              </a:rPr>
              <a:t>둘째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5181" y="4293793"/>
            <a:ext cx="2282113" cy="187840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자라서 되고 싶은 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C6992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5E9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4591B"/>
                </a:solidFill>
              </a:rPr>
              <a:t>우리 가족 이야기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822960" y="3291840"/>
            <a:ext cx="10545775" cy="54864"/>
          </a:xfrm>
          <a:prstGeom prst="rect">
            <a:avLst/>
          </a:prstGeom>
          <a:solidFill>
            <a:srgbClr val="F5E9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1940013" y="3108960"/>
            <a:ext cx="402336" cy="402336"/>
          </a:xfrm>
          <a:prstGeom prst="ellipse">
            <a:avLst/>
          </a:prstGeom>
          <a:solidFill>
            <a:srgbClr val="C6992F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6992F"/>
                </a:solidFill>
              </a:rPr>
              <a:t>가족이 된 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24535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4591B"/>
                </a:solidFill>
              </a:rPr>
              <a:t>우리의 시작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60520"/>
            <a:ext cx="245356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처음 만난 날의 이야기</a:t>
            </a:r>
          </a:p>
        </p:txBody>
      </p:sp>
      <p:sp>
        <p:nvSpPr>
          <p:cNvPr id="10" name="때 2"/>
          <p:cNvSpPr/>
          <p:nvPr/>
        </p:nvSpPr>
        <p:spPr>
          <a:xfrm>
            <a:off x="4576457" y="3108960"/>
            <a:ext cx="402336" cy="402336"/>
          </a:xfrm>
          <a:prstGeom prst="ellipse">
            <a:avLst/>
          </a:prstGeom>
          <a:solidFill>
            <a:srgbClr val="C6992F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05123" y="246888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6992F"/>
                </a:solidFill>
              </a:rPr>
              <a:t>아이가 태어난 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0843" y="3657600"/>
            <a:ext cx="24535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4591B"/>
                </a:solidFill>
              </a:rPr>
              <a:t>새 식구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0843" y="4160520"/>
            <a:ext cx="245356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기억을 적어요</a:t>
            </a:r>
          </a:p>
        </p:txBody>
      </p:sp>
      <p:sp>
        <p:nvSpPr>
          <p:cNvPr id="14" name="때 3"/>
          <p:cNvSpPr/>
          <p:nvPr/>
        </p:nvSpPr>
        <p:spPr>
          <a:xfrm>
            <a:off x="7212901" y="3108960"/>
            <a:ext cx="402336" cy="402336"/>
          </a:xfrm>
          <a:prstGeom prst="ellipse">
            <a:avLst/>
          </a:prstGeom>
          <a:solidFill>
            <a:srgbClr val="C6992F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1567" y="246888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6992F"/>
                </a:solidFill>
              </a:rPr>
              <a:t>첫 가족 여행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3657600"/>
            <a:ext cx="24535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4591B"/>
                </a:solidFill>
              </a:rPr>
              <a:t>함께 떠난 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4160520"/>
            <a:ext cx="245356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가장 웃었던 순간</a:t>
            </a:r>
          </a:p>
        </p:txBody>
      </p:sp>
      <p:sp>
        <p:nvSpPr>
          <p:cNvPr id="18" name="때 4"/>
          <p:cNvSpPr/>
          <p:nvPr/>
        </p:nvSpPr>
        <p:spPr>
          <a:xfrm>
            <a:off x="9849345" y="3108960"/>
            <a:ext cx="402336" cy="402336"/>
          </a:xfrm>
          <a:prstGeom prst="ellipse">
            <a:avLst/>
          </a:prstGeom>
          <a:solidFill>
            <a:srgbClr val="C6992F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011" y="246888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6992F"/>
                </a:solidFill>
              </a:rPr>
              <a:t>지금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731" y="3657600"/>
            <a:ext cx="24535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4591B"/>
                </a:solidFill>
              </a:rPr>
              <a:t>오늘의 우리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731" y="4160520"/>
            <a:ext cx="245356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C6992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5E9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4591B"/>
                </a:solidFill>
              </a:rPr>
              <a:t>우리 가족의 약속</a:t>
            </a:r>
          </a:p>
        </p:txBody>
      </p:sp>
      <p:sp>
        <p:nvSpPr>
          <p:cNvPr id="5" name="줄 1"/>
          <p:cNvSpPr/>
          <p:nvPr/>
        </p:nvSpPr>
        <p:spPr>
          <a:xfrm>
            <a:off x="822960" y="1554480"/>
            <a:ext cx="10545775" cy="1005840"/>
          </a:xfrm>
          <a:prstGeom prst="roundRect">
            <a:avLst>
              <a:gd name="adj" fmla="val 8000"/>
            </a:avLst>
          </a:prstGeom>
          <a:solidFill>
            <a:srgbClr val="FBF7EE"/>
          </a:solidFill>
          <a:ln w="12700">
            <a:solidFill>
              <a:srgbClr val="F5E9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05840" y="1828800"/>
            <a:ext cx="457200" cy="457200"/>
          </a:xfrm>
          <a:prstGeom prst="ellipse">
            <a:avLst/>
          </a:prstGeom>
          <a:solidFill>
            <a:srgbClr val="C6992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600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4591B"/>
                </a:solidFill>
              </a:rPr>
              <a:t>약속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1600200"/>
            <a:ext cx="670529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밥은 꼭 함께 먹기</a:t>
            </a:r>
          </a:p>
        </p:txBody>
      </p:sp>
      <p:sp>
        <p:nvSpPr>
          <p:cNvPr id="9" name="줄 2"/>
          <p:cNvSpPr/>
          <p:nvPr/>
        </p:nvSpPr>
        <p:spPr>
          <a:xfrm>
            <a:off x="822960" y="2697480"/>
            <a:ext cx="10545775" cy="1005840"/>
          </a:xfrm>
          <a:prstGeom prst="roundRect">
            <a:avLst>
              <a:gd name="adj" fmla="val 8000"/>
            </a:avLst>
          </a:prstGeom>
          <a:solidFill>
            <a:srgbClr val="FBF7EE"/>
          </a:solidFill>
          <a:ln w="12700">
            <a:solidFill>
              <a:srgbClr val="F5E9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1005840" y="2971800"/>
            <a:ext cx="457200" cy="457200"/>
          </a:xfrm>
          <a:prstGeom prst="ellipse">
            <a:avLst/>
          </a:prstGeom>
          <a:solidFill>
            <a:srgbClr val="C6992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743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4591B"/>
                </a:solidFill>
              </a:rPr>
              <a:t>약속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743200"/>
            <a:ext cx="670529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잠들기 전에 사랑한다고 말하기</a:t>
            </a:r>
          </a:p>
        </p:txBody>
      </p:sp>
      <p:sp>
        <p:nvSpPr>
          <p:cNvPr id="13" name="줄 3"/>
          <p:cNvSpPr/>
          <p:nvPr/>
        </p:nvSpPr>
        <p:spPr>
          <a:xfrm>
            <a:off x="822960" y="3840480"/>
            <a:ext cx="10545775" cy="1005840"/>
          </a:xfrm>
          <a:prstGeom prst="roundRect">
            <a:avLst>
              <a:gd name="adj" fmla="val 8000"/>
            </a:avLst>
          </a:prstGeom>
          <a:solidFill>
            <a:srgbClr val="FBF7EE"/>
          </a:solidFill>
          <a:ln w="12700">
            <a:solidFill>
              <a:srgbClr val="F5E9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1005840" y="4114800"/>
            <a:ext cx="457200" cy="457200"/>
          </a:xfrm>
          <a:prstGeom prst="ellipse">
            <a:avLst/>
          </a:prstGeom>
          <a:solidFill>
            <a:srgbClr val="C6992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886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4591B"/>
                </a:solidFill>
              </a:rPr>
              <a:t>약속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886200"/>
            <a:ext cx="670529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주말에는 함께 산책하기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C6992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5E9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4591B"/>
                </a:solidFill>
              </a:rPr>
              <a:t>가족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822960" y="15544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5E9CC"/>
          </a:solidFill>
          <a:ln w="19050">
            <a:solidFill>
              <a:srgbClr val="C6992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4591B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99178" y="15544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5E9CC"/>
          </a:solidFill>
          <a:ln w="19050">
            <a:solidFill>
              <a:srgbClr val="C6992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4591B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975396" y="15544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5E9CC"/>
          </a:solidFill>
          <a:ln w="19050">
            <a:solidFill>
              <a:srgbClr val="C6992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4591B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22960" y="39547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5E9CC"/>
          </a:solidFill>
          <a:ln w="19050">
            <a:solidFill>
              <a:srgbClr val="C6992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4591B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99178" y="39547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5E9CC"/>
          </a:solidFill>
          <a:ln w="19050">
            <a:solidFill>
              <a:srgbClr val="C6992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4591B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7975396" y="39547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5E9CC"/>
          </a:solidFill>
          <a:ln w="19050">
            <a:solidFill>
              <a:srgbClr val="C6992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4591B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4591B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4591B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아이와 함께 가족 소개">
  <a:themeElements>
    <a:clrScheme name="Office">
      <a:dk1>
        <a:sysClr val="windowText" lastClr="000000"/>
      </a:dk1>
      <a:lt1>
        <a:sysClr val="window" lastClr="FFFFFF"/>
      </a:lt1>
      <a:dk2>
        <a:srgbClr val="74591B"/>
      </a:dk2>
      <a:lt2>
        <a:srgbClr val="FBF7EE"/>
      </a:lt2>
      <a:accent1>
        <a:srgbClr val="C6992F"/>
      </a:accent1>
      <a:accent2>
        <a:srgbClr val="3B8091"/>
      </a:accent2>
      <a:accent3>
        <a:srgbClr val="74591B"/>
      </a:accent3>
      <a:accent4>
        <a:srgbClr val="F5E9CC"/>
      </a:accent4>
      <a:accent5>
        <a:srgbClr val="808C60"/>
      </a:accent5>
      <a:accent6>
        <a:srgbClr val="AC9B76"/>
      </a:accent6>
      <a:hlink>
        <a:srgbClr val="C6992F"/>
      </a:hlink>
      <a:folHlink>
        <a:srgbClr val="74591B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아이와 함께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