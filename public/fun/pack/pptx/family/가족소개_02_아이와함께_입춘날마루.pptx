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591D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591D"/>
                </a:solidFill>
              </a:rPr>
              <a:t>입춘날 마루에 앉아 아이와 한 장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60119" y="1554480"/>
            <a:ext cx="2190673" cy="2190673"/>
          </a:xfrm>
          <a:prstGeom prst="ellipse">
            <a:avLst/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36593"/>
            <a:ext cx="246499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591D"/>
                </a:solidFill>
              </a:rPr>
              <a:t>아빠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3793"/>
            <a:ext cx="2282113" cy="187840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653713" y="1554480"/>
            <a:ext cx="2190673" cy="2190673"/>
          </a:xfrm>
          <a:prstGeom prst="ellipse">
            <a:avLst/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6553" y="3836593"/>
            <a:ext cx="246499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591D"/>
                </a:solidFill>
              </a:rPr>
              <a:t>엄마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7993" y="4293793"/>
            <a:ext cx="2282113" cy="187840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347307" y="1554480"/>
            <a:ext cx="2190673" cy="2190673"/>
          </a:xfrm>
          <a:prstGeom prst="ellipse">
            <a:avLst/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147" y="3836593"/>
            <a:ext cx="246499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591D"/>
                </a:solidFill>
              </a:rPr>
              <a:t>첫째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4293793"/>
            <a:ext cx="2282113" cy="187840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9040901" y="1554480"/>
            <a:ext cx="2190673" cy="2190673"/>
          </a:xfrm>
          <a:prstGeom prst="ellipse">
            <a:avLst/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3741" y="3836593"/>
            <a:ext cx="246499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2591D"/>
                </a:solidFill>
              </a:rPr>
              <a:t>둘째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5181" y="4293793"/>
            <a:ext cx="2282113" cy="187840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F7ED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940013" y="3108960"/>
            <a:ext cx="402336" cy="402336"/>
          </a:xfrm>
          <a:prstGeom prst="ellipse">
            <a:avLst/>
          </a:prstGeom>
          <a:solidFill>
            <a:srgbClr val="DFAD3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FAD3A"/>
                </a:solidFill>
              </a:rPr>
              <a:t>가족이 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우리의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0" name="때 2"/>
          <p:cNvSpPr/>
          <p:nvPr/>
        </p:nvSpPr>
        <p:spPr>
          <a:xfrm>
            <a:off x="4576457" y="3108960"/>
            <a:ext cx="402336" cy="402336"/>
          </a:xfrm>
          <a:prstGeom prst="ellipse">
            <a:avLst/>
          </a:prstGeom>
          <a:solidFill>
            <a:srgbClr val="DFAD3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5123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FAD3A"/>
                </a:solidFill>
              </a:rPr>
              <a:t>아이가 태어난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0843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새 식구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12901" y="3108960"/>
            <a:ext cx="402336" cy="402336"/>
          </a:xfrm>
          <a:prstGeom prst="ellipse">
            <a:avLst/>
          </a:prstGeom>
          <a:solidFill>
            <a:srgbClr val="DFAD3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FAD3A"/>
                </a:solidFill>
              </a:rPr>
              <a:t>첫 가족 여행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함께 떠난 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18" name="때 4"/>
          <p:cNvSpPr/>
          <p:nvPr/>
        </p:nvSpPr>
        <p:spPr>
          <a:xfrm>
            <a:off x="9849345" y="3108960"/>
            <a:ext cx="402336" cy="402336"/>
          </a:xfrm>
          <a:prstGeom prst="ellipse">
            <a:avLst/>
          </a:prstGeom>
          <a:solidFill>
            <a:srgbClr val="DFAD3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011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FAD3A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731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731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822960" y="1554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2700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82880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9" name="줄 2"/>
          <p:cNvSpPr/>
          <p:nvPr/>
        </p:nvSpPr>
        <p:spPr>
          <a:xfrm>
            <a:off x="822960" y="2697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2700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05840" y="297180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3" name="줄 3"/>
          <p:cNvSpPr/>
          <p:nvPr/>
        </p:nvSpPr>
        <p:spPr>
          <a:xfrm>
            <a:off x="822960" y="3840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CF9F3"/>
          </a:solidFill>
          <a:ln w="12700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DFAD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2591D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886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DFAD3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7E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7EDD4"/>
          </a:solidFill>
          <a:ln w="19050">
            <a:solidFill>
              <a:srgbClr val="DFAD3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2591D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2591D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2591D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72591D"/>
      </a:dk2>
      <a:lt2>
        <a:srgbClr val="FCF9F3"/>
      </a:lt2>
      <a:accent1>
        <a:srgbClr val="DFAD3A"/>
      </a:accent1>
      <a:accent2>
        <a:srgbClr val="339941"/>
      </a:accent2>
      <a:accent3>
        <a:srgbClr val="72591D"/>
      </a:accent3>
      <a:accent4>
        <a:srgbClr val="F7EDD4"/>
      </a:accent4>
      <a:accent5>
        <a:srgbClr val="89A33E"/>
      </a:accent5>
      <a:accent6>
        <a:srgbClr val="AA9B77"/>
      </a:accent6>
      <a:hlink>
        <a:srgbClr val="DFAD3A"/>
      </a:hlink>
      <a:folHlink>
        <a:srgbClr val="72591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