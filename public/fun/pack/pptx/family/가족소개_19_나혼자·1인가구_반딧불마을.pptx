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F45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45"/>
                </a:solidFill>
              </a:rPr>
              <a:t>혼자 찾아간 반딧불 마을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나 혼자 · 1인 가구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1FA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5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182319" y="1600200"/>
            <a:ext cx="2400300" cy="2400300"/>
          </a:xfrm>
          <a:prstGeom prst="ellipse">
            <a:avLst/>
          </a:prstGeom>
          <a:solidFill>
            <a:srgbClr val="D1FAEC"/>
          </a:solidFill>
          <a:ln w="19050">
            <a:solidFill>
              <a:srgbClr val="26C59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5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5F45"/>
                </a:solidFill>
              </a:rPr>
              <a:t>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요즘 관심사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895697" y="1600200"/>
            <a:ext cx="2400300" cy="2400300"/>
          </a:xfrm>
          <a:prstGeom prst="ellipse">
            <a:avLst/>
          </a:prstGeom>
          <a:solidFill>
            <a:srgbClr val="D1FAEC"/>
          </a:solidFill>
          <a:ln w="19050">
            <a:solidFill>
              <a:srgbClr val="26C59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5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3458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5F45"/>
                </a:solidFill>
              </a:rPr>
              <a:t>내 공간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4898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자리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아끼는 물건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나만의 규칙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609076" y="1600200"/>
            <a:ext cx="2400300" cy="2400300"/>
          </a:xfrm>
          <a:prstGeom prst="ellipse">
            <a:avLst/>
          </a:prstGeom>
          <a:solidFill>
            <a:srgbClr val="D1FAEC"/>
          </a:solidFill>
          <a:ln w="19050">
            <a:solidFill>
              <a:srgbClr val="26C59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5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6836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5F45"/>
                </a:solidFill>
              </a:rPr>
              <a:t>내 하루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8276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아침 습관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음식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잠들기 전 루틴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1FA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5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D1FA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26C590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C590"/>
                </a:solidFill>
              </a:rPr>
              <a:t>태어난 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5F45"/>
                </a:solidFill>
              </a:rPr>
              <a:t>나의 뿌리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고향의 기억을 적어요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26C590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C590"/>
                </a:solidFill>
              </a:rPr>
              <a:t>학창 시절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5F45"/>
                </a:solidFill>
              </a:rPr>
              <a:t>자라던 시간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좋았던 기억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26C590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C590"/>
                </a:solidFill>
              </a:rPr>
              <a:t>혼자 시작한 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5F45"/>
                </a:solidFill>
              </a:rPr>
              <a:t>나의 첫 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독립하던 날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26C590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C590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5F45"/>
                </a:solidFill>
              </a:rPr>
              <a:t>오늘의 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내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1FA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5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EEFCF7"/>
          </a:solidFill>
          <a:ln w="12700">
            <a:solidFill>
              <a:srgbClr val="D1FA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45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나를 위한 밥상 차리기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EEFCF7"/>
          </a:solidFill>
          <a:ln w="12700">
            <a:solidFill>
              <a:srgbClr val="D1FA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3017520"/>
            <a:ext cx="457200" cy="45720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45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하루 십 분 나에게 쓰는 시간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EEFCF7"/>
          </a:solidFill>
          <a:ln w="12700">
            <a:solidFill>
              <a:srgbClr val="D1FA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4160520"/>
            <a:ext cx="457200" cy="45720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45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안부를 전할 사람 한 명 챙기기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1FA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5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solidFill>
              <a:srgbClr val="26C59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5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solidFill>
              <a:srgbClr val="26C59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5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solidFill>
              <a:srgbClr val="26C59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5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solidFill>
              <a:srgbClr val="26C59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5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solidFill>
              <a:srgbClr val="26C59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5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solidFill>
              <a:srgbClr val="26C59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5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F45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45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나 혼자 · 1인 가구 가족 소개">
  <a:themeElements>
    <a:clrScheme name="Office">
      <a:dk1>
        <a:sysClr val="windowText" lastClr="000000"/>
      </a:dk1>
      <a:lt1>
        <a:sysClr val="window" lastClr="FFFFFF"/>
      </a:lt1>
      <a:dk2>
        <a:srgbClr val="115F45"/>
      </a:dk2>
      <a:lt2>
        <a:srgbClr val="EEFCF7"/>
      </a:lt2>
      <a:accent1>
        <a:srgbClr val="26C590"/>
      </a:accent1>
      <a:accent2>
        <a:srgbClr val="209DB6"/>
      </a:accent2>
      <a:accent3>
        <a:srgbClr val="115F45"/>
      </a:accent3>
      <a:accent4>
        <a:srgbClr val="D1FAEC"/>
      </a:accent4>
      <a:accent5>
        <a:srgbClr val="23B1A3"/>
      </a:accent5>
      <a:accent6>
        <a:srgbClr val="709F8F"/>
      </a:accent6>
      <a:hlink>
        <a:srgbClr val="26C590"/>
      </a:hlink>
      <a:folHlink>
        <a:srgbClr val="115F4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