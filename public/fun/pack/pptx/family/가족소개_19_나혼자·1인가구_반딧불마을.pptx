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혼자 찾아간 반딧불 마을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내 공간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43D30"/>
                </a:solidFill>
              </a:rPr>
              <a:t>내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46B5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6B53"/>
                </a:solidFill>
              </a:rPr>
              <a:t>태어난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나의 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46B5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6B53"/>
                </a:solidFill>
              </a:rPr>
              <a:t>학창 시절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자라던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46B5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6B53"/>
                </a:solidFill>
              </a:rPr>
              <a:t>혼자 시작한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나의 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46B5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46B53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오늘의 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0F1E6"/>
          </a:solidFill>
          <a:ln w="19050">
            <a:solidFill>
              <a:srgbClr val="246B5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3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