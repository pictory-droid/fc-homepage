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5F3D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E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혼자 찾아간 반딧불 마을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나 혼자 · 1인 가구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239469" y="1783080"/>
            <a:ext cx="2286000" cy="2286000"/>
          </a:xfrm>
          <a:prstGeom prst="ellipse">
            <a:avLst/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E"/>
                </a:solidFill>
              </a:rPr>
              <a:t>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952847" y="1783080"/>
            <a:ext cx="2286000" cy="2286000"/>
          </a:xfrm>
          <a:prstGeom prst="ellipse">
            <a:avLst/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3458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E"/>
                </a:solidFill>
              </a:rPr>
              <a:t>내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4898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666226" y="1783080"/>
            <a:ext cx="2286000" cy="2286000"/>
          </a:xfrm>
          <a:prstGeom prst="ellipse">
            <a:avLst/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6836" y="416052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E"/>
                </a:solidFill>
              </a:rPr>
              <a:t>내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4617720"/>
            <a:ext cx="3301898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1FA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7BEA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C5"/>
                </a:solidFill>
              </a:rPr>
              <a:t>태어난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나의 뿌리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고향의 기억을 적어요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7BEA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C5"/>
                </a:solidFill>
              </a:rPr>
              <a:t>학창 시절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자라던 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좋았던 기억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7BEA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C5"/>
                </a:solidFill>
              </a:rPr>
              <a:t>혼자 시작한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나의 첫 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독립하던 날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7BEAC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EAC5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오늘의 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786384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7BE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나를 위한 밥상 차리기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3035808"/>
            <a:ext cx="54864" cy="786384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solidFill>
            <a:srgbClr val="7BE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하루 십 분 나에게 쓰는 시간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4000"/>
            </a:avLst>
          </a:prstGeom>
          <a:solidFill>
            <a:srgbClr val="EAF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4178808"/>
            <a:ext cx="54864" cy="786384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solidFill>
            <a:srgbClr val="7BEA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FAEC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5F3D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E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27493E"/>
      </a:dk2>
      <a:lt2>
        <a:srgbClr val="EAFDF7"/>
      </a:lt2>
      <a:accent1>
        <a:srgbClr val="7BEAC5"/>
      </a:accent1>
      <a:accent2>
        <a:srgbClr val="9FE5EF"/>
      </a:accent2>
      <a:accent3>
        <a:srgbClr val="27493E"/>
      </a:accent3>
      <a:accent4>
        <a:srgbClr val="D1FAEC"/>
      </a:accent4>
      <a:accent5>
        <a:srgbClr val="8DE8DA"/>
      </a:accent5>
      <a:accent6>
        <a:srgbClr val="7D928B"/>
      </a:accent6>
      <a:hlink>
        <a:srgbClr val="7BEAC5"/>
      </a:hlink>
      <a:folHlink>
        <a:srgbClr val="27493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