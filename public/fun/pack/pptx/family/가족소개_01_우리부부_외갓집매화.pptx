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A6C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5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F2A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신혼 때 매화 보러 간 날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우리 부부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un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2167813" y="1600200"/>
            <a:ext cx="2286000" cy="2286000"/>
          </a:xfrm>
          <a:prstGeom prst="ellipse">
            <a:avLst/>
          </a:prstGeom>
          <a:solidFill>
            <a:srgbClr val="FAD1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5"/>
                </a:solidFill>
              </a:rPr>
              <a:t>남편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434840"/>
            <a:ext cx="51585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737881" y="1600200"/>
            <a:ext cx="2286000" cy="2286000"/>
          </a:xfrm>
          <a:prstGeom prst="ellipse">
            <a:avLst/>
          </a:prstGeom>
          <a:solidFill>
            <a:srgbClr val="FAD1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0147" y="39776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5"/>
                </a:solidFill>
              </a:rPr>
              <a:t>아내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1587" y="4434840"/>
            <a:ext cx="51585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un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AD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ED97B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BB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첫 만남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어디에서 어떻게 만났나요?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ED97B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BB"/>
                </a:solidFill>
              </a:rPr>
              <a:t>결혼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함께 시작한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ED97B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BB"/>
                </a:solidFill>
              </a:rPr>
              <a:t>첫 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우리의 보금자리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처음 이사한 날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ED97B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BB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un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A6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87451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97B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하루에 한 번 서로 안아 주기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A6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017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97B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화가 나도 잠자리 전엔 풀기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A6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160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97B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un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A6C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5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F2A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492735"/>
      </a:dk2>
      <a:lt2>
        <a:srgbClr val="FDEAF2"/>
      </a:lt2>
      <a:accent1>
        <a:srgbClr val="ED97BB"/>
      </a:accent1>
      <a:accent2>
        <a:srgbClr val="F3BCBA"/>
      </a:accent2>
      <a:accent3>
        <a:srgbClr val="492735"/>
      </a:accent3>
      <a:accent4>
        <a:srgbClr val="FAD1E2"/>
      </a:accent4>
      <a:accent5>
        <a:srgbClr val="F0AABA"/>
      </a:accent5>
      <a:accent6>
        <a:srgbClr val="927D86"/>
      </a:accent6>
      <a:hlink>
        <a:srgbClr val="ED97BB"/>
      </a:hlink>
      <a:folHlink>
        <a:srgbClr val="49273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