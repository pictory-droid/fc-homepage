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42F4C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42F4C"/>
                </a:solidFill>
              </a:rPr>
              <a:t>신혼 때 매화 보러 간 날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우리 부부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110663" y="1600200"/>
            <a:ext cx="2400300" cy="2400300"/>
          </a:xfrm>
          <a:prstGeom prst="ellipse">
            <a:avLst/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2F4C"/>
                </a:solidFill>
              </a:rPr>
              <a:t>남편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51585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680731" y="1600200"/>
            <a:ext cx="2400300" cy="2400300"/>
          </a:xfrm>
          <a:prstGeom prst="ellipse">
            <a:avLst/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147" y="4091939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2F4C"/>
                </a:solidFill>
              </a:rPr>
              <a:t>아내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549140"/>
            <a:ext cx="51585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EFD2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B8517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8517C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첫 만남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 만났나요?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B8517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8517C"/>
                </a:solidFill>
              </a:rPr>
              <a:t>결혼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함께 시작한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B8517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8517C"/>
                </a:solidFill>
              </a:rPr>
              <a:t>첫 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우리의 보금자리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이사한 날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B8517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8517C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2700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하루에 한 번 서로 안아 주기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2700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화가 나도 잠자리 전엔 풀기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2700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42F4C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42F4C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742F4C"/>
      </a:dk2>
      <a:lt2>
        <a:srgbClr val="F9F1F4"/>
      </a:lt2>
      <a:accent1>
        <a:srgbClr val="B8517C"/>
      </a:accent1>
      <a:accent2>
        <a:srgbClr val="3B9142"/>
      </a:accent2>
      <a:accent3>
        <a:srgbClr val="742F4C"/>
      </a:accent3>
      <a:accent4>
        <a:srgbClr val="EFD2DE"/>
      </a:accent4>
      <a:accent5>
        <a:srgbClr val="7A715F"/>
      </a:accent5>
      <a:accent6>
        <a:srgbClr val="AC8294"/>
      </a:accent6>
      <a:hlink>
        <a:srgbClr val="B8517C"/>
      </a:hlink>
      <a:folHlink>
        <a:srgbClr val="742F4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