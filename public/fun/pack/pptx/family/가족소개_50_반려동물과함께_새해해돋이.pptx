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8411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새해 해돋이 보러 같이 올라간 산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410919" y="1600200"/>
            <a:ext cx="2400300" cy="2400300"/>
          </a:xfrm>
          <a:prstGeom prst="ellipse">
            <a:avLst/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84111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321045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5032857" y="1600200"/>
            <a:ext cx="2400300" cy="2400300"/>
          </a:xfrm>
          <a:prstGeom prst="ellipse">
            <a:avLst/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6338" y="40919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84111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4549140"/>
            <a:ext cx="321045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54796" y="1600200"/>
            <a:ext cx="2400300" cy="2400300"/>
          </a:xfrm>
          <a:prstGeom prst="ellipse">
            <a:avLst/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276" y="40919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84111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9716" y="4549140"/>
            <a:ext cx="321045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74519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743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886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416052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8411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884111"/>
      </a:dk2>
      <a:lt2>
        <a:srgbClr val="FDF3ED"/>
      </a:lt2>
      <a:accent1>
        <a:srgbClr val="E36C1C"/>
      </a:accent1>
      <a:accent2>
        <a:srgbClr val="3B9188"/>
      </a:accent2>
      <a:accent3>
        <a:srgbClr val="884111"/>
      </a:accent3>
      <a:accent4>
        <a:srgbClr val="FADBC7"/>
      </a:accent4>
      <a:accent5>
        <a:srgbClr val="8F7E52"/>
      </a:accent5>
      <a:accent6>
        <a:srgbClr val="B88D70"/>
      </a:accent6>
      <a:hlink>
        <a:srgbClr val="E36C1C"/>
      </a:hlink>
      <a:folHlink>
        <a:srgbClr val="88411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