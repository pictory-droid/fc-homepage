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해돋이 보러 같이 올라간 산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410919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보호자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5032857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338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보호자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54796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우리 반려동물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우리의 인연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첫 산책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함께한 첫 걸음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가장 웃었던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잊지 못할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18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