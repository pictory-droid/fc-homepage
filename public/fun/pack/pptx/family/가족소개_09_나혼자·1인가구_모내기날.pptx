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1463003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A6F2A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749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4358505" y="4251960"/>
            <a:ext cx="1005840" cy="1005840"/>
          </a:xfrm>
          <a:prstGeom prst="ellipse">
            <a:avLst/>
          </a:prstGeom>
          <a:solidFill>
            <a:srgbClr val="A6F2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우리 가족을 소개합니다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모내기 거들러 내려간 날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나 혼자 · 1인 가구 · 날짜 입력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 rot="18900000">
            <a:off x="11213287" y="6473952"/>
            <a:ext cx="219456" cy="219456"/>
          </a:xfrm>
          <a:prstGeom prst="teardrop">
            <a:avLst/>
          </a:prstGeom>
          <a:solidFill>
            <a:srgbClr val="97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가족 구성원</a:t>
            </a:r>
          </a:p>
        </p:txBody>
      </p:sp>
      <p:sp>
        <p:nvSpPr>
          <p:cNvPr id="6" name="사진 자리"/>
          <p:cNvSpPr/>
          <p:nvPr/>
        </p:nvSpPr>
        <p:spPr>
          <a:xfrm>
            <a:off x="1239469" y="1600200"/>
            <a:ext cx="2286000" cy="2286000"/>
          </a:xfrm>
          <a:prstGeom prst="ellipse">
            <a:avLst/>
          </a:prstGeom>
          <a:solidFill>
            <a:srgbClr val="D1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97763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4927"/>
                </a:solidFill>
              </a:rPr>
              <a:t>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434840"/>
            <a:ext cx="3301898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요즘 관심사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952847" y="1600200"/>
            <a:ext cx="2286000" cy="2286000"/>
          </a:xfrm>
          <a:prstGeom prst="ellipse">
            <a:avLst/>
          </a:prstGeom>
          <a:solidFill>
            <a:srgbClr val="D1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53458" y="397763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4927"/>
                </a:solidFill>
              </a:rPr>
              <a:t>내 공간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4898" y="4434840"/>
            <a:ext cx="3301898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자리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아끼는 물건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나만의 규칙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8666226" y="1600200"/>
            <a:ext cx="2286000" cy="2286000"/>
          </a:xfrm>
          <a:prstGeom prst="ellipse">
            <a:avLst/>
          </a:prstGeom>
          <a:solidFill>
            <a:srgbClr val="D1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6836" y="397763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4927"/>
                </a:solidFill>
              </a:rPr>
              <a:t>내 하루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8276" y="4434840"/>
            <a:ext cx="3301898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아침 습관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음식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잠들기 전 루틴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 rot="18900000">
            <a:off x="11213287" y="6473952"/>
            <a:ext cx="219456" cy="219456"/>
          </a:xfrm>
          <a:prstGeom prst="teardrop">
            <a:avLst/>
          </a:prstGeom>
          <a:solidFill>
            <a:srgbClr val="97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가족 이야기</a:t>
            </a:r>
          </a:p>
        </p:txBody>
      </p:sp>
      <p:sp>
        <p:nvSpPr>
          <p:cNvPr id="6" name="타임라인 선"/>
          <p:cNvSpPr/>
          <p:nvPr/>
        </p:nvSpPr>
        <p:spPr>
          <a:xfrm>
            <a:off x="640080" y="3337560"/>
            <a:ext cx="10911535" cy="54864"/>
          </a:xfrm>
          <a:prstGeom prst="rect">
            <a:avLst/>
          </a:prstGeom>
          <a:solidFill>
            <a:srgbClr val="D1FAD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때 1"/>
          <p:cNvSpPr/>
          <p:nvPr/>
        </p:nvSpPr>
        <p:spPr>
          <a:xfrm>
            <a:off x="1802853" y="3154680"/>
            <a:ext cx="402336" cy="402336"/>
          </a:xfrm>
          <a:prstGeom prst="ellipse">
            <a:avLst/>
          </a:prstGeom>
          <a:solidFill>
            <a:srgbClr val="97ED97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97ED97"/>
                </a:solidFill>
              </a:rPr>
              <a:t>태어난 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74927"/>
                </a:solidFill>
              </a:rPr>
              <a:t>나의 뿌리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고향의 기억을 적어요</a:t>
            </a:r>
          </a:p>
        </p:txBody>
      </p:sp>
      <p:sp>
        <p:nvSpPr>
          <p:cNvPr id="11" name="때 2"/>
          <p:cNvSpPr/>
          <p:nvPr/>
        </p:nvSpPr>
        <p:spPr>
          <a:xfrm>
            <a:off x="4530737" y="3154680"/>
            <a:ext cx="402336" cy="402336"/>
          </a:xfrm>
          <a:prstGeom prst="ellipse">
            <a:avLst/>
          </a:prstGeom>
          <a:solidFill>
            <a:srgbClr val="97ED97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3683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97ED97"/>
                </a:solidFill>
              </a:rPr>
              <a:t>학창 시절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74927"/>
                </a:solidFill>
              </a:rPr>
              <a:t>자라던 시간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03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가장 좋았던 기억</a:t>
            </a:r>
          </a:p>
        </p:txBody>
      </p:sp>
      <p:sp>
        <p:nvSpPr>
          <p:cNvPr id="15" name="때 3"/>
          <p:cNvSpPr/>
          <p:nvPr/>
        </p:nvSpPr>
        <p:spPr>
          <a:xfrm>
            <a:off x="7258621" y="3154680"/>
            <a:ext cx="402336" cy="402336"/>
          </a:xfrm>
          <a:prstGeom prst="ellipse">
            <a:avLst/>
          </a:prstGeom>
          <a:solidFill>
            <a:srgbClr val="97ED97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41567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97ED97"/>
                </a:solidFill>
              </a:rPr>
              <a:t>혼자 시작한 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74927"/>
                </a:solidFill>
              </a:rPr>
              <a:t>나의 첫 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독립하던 날</a:t>
            </a:r>
          </a:p>
        </p:txBody>
      </p:sp>
      <p:sp>
        <p:nvSpPr>
          <p:cNvPr id="19" name="때 4"/>
          <p:cNvSpPr/>
          <p:nvPr/>
        </p:nvSpPr>
        <p:spPr>
          <a:xfrm>
            <a:off x="9986505" y="3154680"/>
            <a:ext cx="402336" cy="402336"/>
          </a:xfrm>
          <a:prstGeom prst="ellipse">
            <a:avLst/>
          </a:prstGeom>
          <a:solidFill>
            <a:srgbClr val="97ED97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451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97ED97"/>
                </a:solidFill>
              </a:rPr>
              <a:t>지금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74927"/>
                </a:solidFill>
              </a:rPr>
              <a:t>오늘의 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171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요즘 내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 rot="18900000">
            <a:off x="11213287" y="6473952"/>
            <a:ext cx="219456" cy="219456"/>
          </a:xfrm>
          <a:prstGeom prst="teardrop">
            <a:avLst/>
          </a:prstGeom>
          <a:solidFill>
            <a:srgbClr val="97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가족의 약속</a:t>
            </a:r>
          </a:p>
        </p:txBody>
      </p:sp>
      <p:sp>
        <p:nvSpPr>
          <p:cNvPr id="6" name="줄 1"/>
          <p:cNvSpPr/>
          <p:nvPr/>
        </p:nvSpPr>
        <p:spPr>
          <a:xfrm>
            <a:off x="640080" y="1600200"/>
            <a:ext cx="10911535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A6F2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1874519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97ED9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645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927"/>
                </a:solidFill>
              </a:rPr>
              <a:t>약속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645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나를 위한 밥상 차리기</a:t>
            </a:r>
          </a:p>
        </p:txBody>
      </p:sp>
      <p:sp>
        <p:nvSpPr>
          <p:cNvPr id="10" name="줄 2"/>
          <p:cNvSpPr/>
          <p:nvPr/>
        </p:nvSpPr>
        <p:spPr>
          <a:xfrm>
            <a:off x="640080" y="2743200"/>
            <a:ext cx="10911535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A6F2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822959" y="301752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97ED9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788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927"/>
                </a:solidFill>
              </a:rPr>
              <a:t>약속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788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하루 십 분 나에게 쓰는 시간</a:t>
            </a:r>
          </a:p>
        </p:txBody>
      </p:sp>
      <p:sp>
        <p:nvSpPr>
          <p:cNvPr id="14" name="줄 3"/>
          <p:cNvSpPr/>
          <p:nvPr/>
        </p:nvSpPr>
        <p:spPr>
          <a:xfrm>
            <a:off x="640080" y="3886200"/>
            <a:ext cx="10911535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A6F2A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2959" y="416052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97ED9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931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927"/>
                </a:solidFill>
              </a:rPr>
              <a:t>약속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931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안부를 전할 사람 한 명 챙기기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6400800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하단 라벨"/>
          <p:cNvSpPr txBox="1"/>
          <p:nvPr/>
        </p:nvSpPr>
        <p:spPr>
          <a:xfrm>
            <a:off x="640080" y="6437376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5" name="포인트"/>
          <p:cNvSpPr/>
          <p:nvPr/>
        </p:nvSpPr>
        <p:spPr>
          <a:xfrm rot="18900000">
            <a:off x="11213287" y="6473952"/>
            <a:ext cx="219456" cy="219456"/>
          </a:xfrm>
          <a:prstGeom prst="teardrop">
            <a:avLst/>
          </a:prstGeom>
          <a:solidFill>
            <a:srgbClr val="97ED9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502920"/>
            <a:ext cx="10911535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가족 사진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60020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338218" y="160020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036356" y="160020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3977639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338218" y="3977639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036356" y="3977639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1FAD1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D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1463003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A6F2A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2749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4358505" y="4251960"/>
            <a:ext cx="1005840" cy="1005840"/>
          </a:xfrm>
          <a:prstGeom prst="ellipse">
            <a:avLst/>
          </a:prstGeom>
          <a:solidFill>
            <a:srgbClr val="A6F2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우리 가족 소개를 마칩니다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읽어 주셔서 고맙습니다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나 혼자 · 1인 가구 가족 소개">
  <a:themeElements>
    <a:clrScheme name="Office">
      <a:dk1>
        <a:sysClr val="windowText" lastClr="000000"/>
      </a:dk1>
      <a:lt1>
        <a:sysClr val="window" lastClr="FFFFFF"/>
      </a:lt1>
      <a:dk2>
        <a:srgbClr val="274927"/>
      </a:dk2>
      <a:lt2>
        <a:srgbClr val="EAFDEA"/>
      </a:lt2>
      <a:accent1>
        <a:srgbClr val="97ED97"/>
      </a:accent1>
      <a:accent2>
        <a:srgbClr val="BAF3D4"/>
      </a:accent2>
      <a:accent3>
        <a:srgbClr val="274927"/>
      </a:accent3>
      <a:accent4>
        <a:srgbClr val="D1FAD1"/>
      </a:accent4>
      <a:accent5>
        <a:srgbClr val="A8F0B6"/>
      </a:accent5>
      <a:accent6>
        <a:srgbClr val="7D927D"/>
      </a:accent6>
      <a:hlink>
        <a:srgbClr val="97ED97"/>
      </a:hlink>
      <a:folHlink>
        <a:srgbClr val="2749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나 혼자 · 1인 가구 가족 소개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