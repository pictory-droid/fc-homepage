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6E21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16E21"/>
                </a:solidFill>
              </a:rPr>
              <a:t>모내기 거들러 내려간 날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A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6E21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16E21"/>
                </a:solidFill>
              </a:rPr>
              <a:t>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16E21"/>
                </a:solidFill>
              </a:rPr>
              <a:t>내 공간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16E21"/>
                </a:solidFill>
              </a:rPr>
              <a:t>내 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A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6E21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4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4ECA4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ECA4E"/>
                </a:solidFill>
              </a:rPr>
              <a:t>태어난 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16E21"/>
                </a:solidFill>
              </a:rPr>
              <a:t>나의 뿌리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4ECA4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ECA4E"/>
                </a:solidFill>
              </a:rPr>
              <a:t>학창 시절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16E21"/>
                </a:solidFill>
              </a:rPr>
              <a:t>자라던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4ECA4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ECA4E"/>
                </a:solidFill>
              </a:rPr>
              <a:t>혼자 시작한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16E21"/>
                </a:solidFill>
              </a:rPr>
              <a:t>나의 첫 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4ECA4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ECA4E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16E21"/>
                </a:solidFill>
              </a:rPr>
              <a:t>오늘의 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A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6E21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CF3"/>
          </a:solidFill>
          <a:ln w="12700">
            <a:solidFill>
              <a:srgbClr val="D4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4ECA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6E21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CF3"/>
          </a:solidFill>
          <a:ln w="12700">
            <a:solidFill>
              <a:srgbClr val="D4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4ECA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6E21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CF3"/>
          </a:solidFill>
          <a:ln w="12700">
            <a:solidFill>
              <a:srgbClr val="D4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4ECA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6E21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A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6E21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6E21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16E21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216E21"/>
      </a:dk2>
      <a:lt2>
        <a:srgbClr val="F3FCF3"/>
      </a:lt2>
      <a:accent1>
        <a:srgbClr val="4ECA4E"/>
      </a:accent1>
      <a:accent2>
        <a:srgbClr val="339941"/>
      </a:accent2>
      <a:accent3>
        <a:srgbClr val="216E21"/>
      </a:accent3>
      <a:accent4>
        <a:srgbClr val="D4F7D4"/>
      </a:accent4>
      <a:accent5>
        <a:srgbClr val="40B248"/>
      </a:accent5>
      <a:accent6>
        <a:srgbClr val="7AA87A"/>
      </a:accent6>
      <a:hlink>
        <a:srgbClr val="4ECA4E"/>
      </a:hlink>
      <a:folHlink>
        <a:srgbClr val="216E2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