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5326A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코스모스 신작로를 걷던 오후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10663" y="1600200"/>
            <a:ext cx="2400300" cy="2400300"/>
          </a:xfrm>
          <a:prstGeom prst="ellipse">
            <a:avLst/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680731" y="1600200"/>
            <a:ext cx="2400300" cy="2400300"/>
          </a:xfrm>
          <a:prstGeom prst="ellipse">
            <a:avLst/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15CA0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15CA0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15CA0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15CA0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5326A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85326A"/>
      </a:dk2>
      <a:lt2>
        <a:srgbClr val="F9F0F6"/>
      </a:lt2>
      <a:accent1>
        <a:srgbClr val="C15CA0"/>
      </a:accent1>
      <a:accent2>
        <a:srgbClr val="49913B"/>
      </a:accent2>
      <a:accent3>
        <a:srgbClr val="85326A"/>
      </a:accent3>
      <a:accent4>
        <a:srgbClr val="F0D1E5"/>
      </a:accent4>
      <a:accent5>
        <a:srgbClr val="85766E"/>
      </a:accent5>
      <a:accent6>
        <a:srgbClr val="B684A6"/>
      </a:accent6>
      <a:hlink>
        <a:srgbClr val="C15CA0"/>
      </a:hlink>
      <a:folHlink>
        <a:srgbClr val="85326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