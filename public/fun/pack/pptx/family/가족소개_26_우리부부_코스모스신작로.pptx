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BADD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3E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EBAD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코스모스 신작로를 걷던 오후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우리 부부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donut">
            <a:avLst/>
          </a:prstGeom>
          <a:solidFill>
            <a:srgbClr val="D87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6" name="사진 자리"/>
          <p:cNvSpPr/>
          <p:nvPr/>
        </p:nvSpPr>
        <p:spPr>
          <a:xfrm>
            <a:off x="2167813" y="1600200"/>
            <a:ext cx="2286000" cy="2286000"/>
          </a:xfrm>
          <a:prstGeom prst="ellipse">
            <a:avLst/>
          </a:prstGeom>
          <a:solidFill>
            <a:srgbClr val="F6D5E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3E"/>
                </a:solidFill>
              </a:rPr>
              <a:t>남편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434840"/>
            <a:ext cx="51585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737881" y="1600200"/>
            <a:ext cx="2286000" cy="2286000"/>
          </a:xfrm>
          <a:prstGeom prst="ellipse">
            <a:avLst/>
          </a:prstGeom>
          <a:solidFill>
            <a:srgbClr val="F6D5E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0147" y="3977639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3E"/>
                </a:solidFill>
              </a:rPr>
              <a:t>아내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1587" y="4434840"/>
            <a:ext cx="51585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donut">
            <a:avLst/>
          </a:prstGeom>
          <a:solidFill>
            <a:srgbClr val="D87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F6D5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D879B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879B8"/>
                </a:solidFill>
              </a:rPr>
              <a:t>처음 만난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3E"/>
                </a:solidFill>
              </a:rPr>
              <a:t>첫 만남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어디에서 어떻게 만났나요?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D879B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879B8"/>
                </a:solidFill>
              </a:rPr>
              <a:t>결혼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3E"/>
                </a:solidFill>
              </a:rPr>
              <a:t>함께 시작한 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기억을 적어요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D879B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879B8"/>
                </a:solidFill>
              </a:rPr>
              <a:t>첫 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3E"/>
                </a:solidFill>
              </a:rPr>
              <a:t>우리의 보금자리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처음 이사한 날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D879B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879B8"/>
                </a:solidFill>
              </a:rPr>
              <a:t>지금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3E"/>
                </a:solidFill>
              </a:rPr>
              <a:t>오늘의 우리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donut">
            <a:avLst/>
          </a:prstGeom>
          <a:solidFill>
            <a:srgbClr val="D87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D5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쪽 띠"/>
          <p:cNvSpPr/>
          <p:nvPr/>
        </p:nvSpPr>
        <p:spPr>
          <a:xfrm>
            <a:off x="649224" y="1609344"/>
            <a:ext cx="10893247" cy="82296"/>
          </a:xfrm>
          <a:prstGeom prst="rect">
            <a:avLst/>
          </a:prstGeom>
          <a:solidFill>
            <a:srgbClr val="D87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874519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D879B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E"/>
                </a:solidFill>
              </a:rPr>
              <a:t>약속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하루에 한 번 서로 안아 주기</a:t>
            </a:r>
          </a:p>
        </p:txBody>
      </p:sp>
      <p:sp>
        <p:nvSpPr>
          <p:cNvPr id="11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D5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위쪽 띠"/>
          <p:cNvSpPr/>
          <p:nvPr/>
        </p:nvSpPr>
        <p:spPr>
          <a:xfrm>
            <a:off x="649224" y="2752344"/>
            <a:ext cx="10893247" cy="82296"/>
          </a:xfrm>
          <a:prstGeom prst="rect">
            <a:avLst/>
          </a:prstGeom>
          <a:solidFill>
            <a:srgbClr val="D87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822959" y="30175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D879B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E"/>
                </a:solidFill>
              </a:rPr>
              <a:t>약속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화가 나도 잠자리 전엔 풀기</a:t>
            </a:r>
          </a:p>
        </p:txBody>
      </p:sp>
      <p:sp>
        <p:nvSpPr>
          <p:cNvPr id="16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D5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위쪽 띠"/>
          <p:cNvSpPr/>
          <p:nvPr/>
        </p:nvSpPr>
        <p:spPr>
          <a:xfrm>
            <a:off x="649224" y="3895344"/>
            <a:ext cx="10893247" cy="82296"/>
          </a:xfrm>
          <a:prstGeom prst="rect">
            <a:avLst/>
          </a:prstGeom>
          <a:solidFill>
            <a:srgbClr val="D87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2959" y="41605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D879B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E"/>
                </a:solidFill>
              </a:rPr>
              <a:t>약속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한 달에 한 번 데이트하기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donut">
            <a:avLst/>
          </a:prstGeom>
          <a:solidFill>
            <a:srgbClr val="D87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5E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5E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5E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5E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5E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5E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BADD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3E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EBAD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우리 부부 가족 소개">
  <a:themeElements>
    <a:clrScheme name="Office">
      <a:dk1>
        <a:sysClr val="windowText" lastClr="000000"/>
      </a:dk1>
      <a:lt1>
        <a:sysClr val="window" lastClr="FFFFFF"/>
      </a:lt1>
      <a:dk2>
        <a:srgbClr val="49273E"/>
      </a:dk2>
      <a:lt2>
        <a:srgbClr val="FBECF6"/>
      </a:lt2>
      <a:accent1>
        <a:srgbClr val="D879B8"/>
      </a:accent1>
      <a:accent2>
        <a:srgbClr val="E198A7"/>
      </a:accent2>
      <a:accent3>
        <a:srgbClr val="49273E"/>
      </a:accent3>
      <a:accent4>
        <a:srgbClr val="F6D5EB"/>
      </a:accent4>
      <a:accent5>
        <a:srgbClr val="DC88B0"/>
      </a:accent5>
      <a:accent6>
        <a:srgbClr val="927D8B"/>
      </a:accent6>
      <a:hlink>
        <a:srgbClr val="D879B8"/>
      </a:hlink>
      <a:folHlink>
        <a:srgbClr val="49273E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