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우리 가족을 소개합니다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대보름 달 아래 함께 빌던 소원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가족 구성원</a:t>
            </a:r>
          </a:p>
        </p:txBody>
      </p:sp>
      <p:sp>
        <p:nvSpPr>
          <p:cNvPr id="8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내 공간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44212"/>
                </a:solidFill>
              </a:rPr>
              <a:t>내 하루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우리 가족 이야기</a:t>
            </a:r>
          </a:p>
        </p:txBody>
      </p:sp>
      <p:sp>
        <p:nvSpPr>
          <p:cNvPr id="8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태어난 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나의 뿌리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3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학창 시절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자라던 시간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7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혼자 시작한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나의 첫 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1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A7842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78425"/>
                </a:solidFill>
              </a:rPr>
              <a:t>지금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오늘의 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우리 가족의 약속</a:t>
            </a:r>
          </a:p>
        </p:txBody>
      </p:sp>
      <p:sp>
        <p:nvSpPr>
          <p:cNvPr id="8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약속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2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약속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약속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가족 사진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우리 가족을 소개했어요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함께여서 늘 든든합니다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