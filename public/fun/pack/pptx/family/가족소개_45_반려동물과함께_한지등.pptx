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C5D27"/>
                </a:solidFill>
              </a:rPr>
              <a:t>우리 가족을 소개합니다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C5D27"/>
                </a:solidFill>
              </a:rPr>
              <a:t>한지 등 아래서 졸던 모습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반려동물과 함께 · 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C5D27"/>
                </a:solidFill>
              </a:rPr>
              <a:t>가족 구성원</a:t>
            </a:r>
          </a:p>
        </p:txBody>
      </p:sp>
      <p:sp>
        <p:nvSpPr>
          <p:cNvPr id="5" name="사진 자리"/>
          <p:cNvSpPr/>
          <p:nvPr/>
        </p:nvSpPr>
        <p:spPr>
          <a:xfrm>
            <a:off x="1182319" y="1600200"/>
            <a:ext cx="2400300" cy="2400300"/>
          </a:xfrm>
          <a:prstGeom prst="ellipse">
            <a:avLst/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C5D27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919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C5D27"/>
                </a:solidFill>
              </a:rPr>
              <a:t>보호자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4549140"/>
            <a:ext cx="330189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반려동물에게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895697" y="1600200"/>
            <a:ext cx="2400300" cy="2400300"/>
          </a:xfrm>
          <a:prstGeom prst="ellipse">
            <a:avLst/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C5D27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3458" y="40919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C5D27"/>
                </a:solidFill>
              </a:rPr>
              <a:t>보호자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4898" y="4549140"/>
            <a:ext cx="330189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반려동물에게 한마디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609076" y="1600200"/>
            <a:ext cx="2400300" cy="2400300"/>
          </a:xfrm>
          <a:prstGeom prst="ellipse">
            <a:avLst/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C5D27"/>
                </a:solidFill>
              </a:rPr>
              <a:t>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6836" y="40919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C5D27"/>
                </a:solidFill>
              </a:rPr>
              <a:t>우리 반려동물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8276" y="4549140"/>
            <a:ext cx="330189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특징 · 성격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C5D27"/>
                </a:solidFill>
              </a:rPr>
              <a:t>우리 가족 이야기</a:t>
            </a:r>
          </a:p>
        </p:txBody>
      </p:sp>
      <p:sp>
        <p:nvSpPr>
          <p:cNvPr id="5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F2E5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C4964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49645"/>
                </a:solidFill>
              </a:rPr>
              <a:t>처음 만난 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C5D27"/>
                </a:solidFill>
              </a:rPr>
              <a:t>우리의 인연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입양하던 날의 이야기</a:t>
            </a:r>
          </a:p>
        </p:txBody>
      </p:sp>
      <p:sp>
        <p:nvSpPr>
          <p:cNvPr id="10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C4964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49645"/>
                </a:solidFill>
              </a:rPr>
              <a:t>첫 산책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C5D27"/>
                </a:solidFill>
              </a:rPr>
              <a:t>함께한 첫 걸음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14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C4964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49645"/>
                </a:solidFill>
              </a:rPr>
              <a:t>가장 웃었던 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C5D27"/>
                </a:solidFill>
              </a:rPr>
              <a:t>잊지 못할 순간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사진으로 남겨 두세요</a:t>
            </a:r>
          </a:p>
        </p:txBody>
      </p:sp>
      <p:sp>
        <p:nvSpPr>
          <p:cNvPr id="18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C4964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49645"/>
                </a:solidFill>
              </a:rPr>
              <a:t>지금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C5D27"/>
                </a:solidFill>
              </a:rPr>
              <a:t>오늘의 우리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C5D27"/>
                </a:solidFill>
              </a:rPr>
              <a:t>우리 가족의 약속</a:t>
            </a:r>
          </a:p>
        </p:txBody>
      </p:sp>
      <p:sp>
        <p:nvSpPr>
          <p:cNvPr id="5" name="줄 1"/>
          <p:cNvSpPr/>
          <p:nvPr/>
        </p:nvSpPr>
        <p:spPr>
          <a:xfrm>
            <a:off x="640080" y="1600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 w="12700">
            <a:solidFill>
              <a:srgbClr val="F2E5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C496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C5D27"/>
                </a:solidFill>
              </a:rPr>
              <a:t>약속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645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산책은 하루도 거르지 않기</a:t>
            </a:r>
          </a:p>
        </p:txBody>
      </p:sp>
      <p:sp>
        <p:nvSpPr>
          <p:cNvPr id="9" name="줄 2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 w="12700">
            <a:solidFill>
              <a:srgbClr val="F2E5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822959" y="3017520"/>
            <a:ext cx="457200" cy="457200"/>
          </a:xfrm>
          <a:prstGeom prst="ellipse">
            <a:avLst/>
          </a:prstGeom>
          <a:solidFill>
            <a:srgbClr val="C496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C5D27"/>
                </a:solidFill>
              </a:rPr>
              <a:t>약속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788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건강 검진 날짜 챙기기</a:t>
            </a:r>
          </a:p>
        </p:txBody>
      </p:sp>
      <p:sp>
        <p:nvSpPr>
          <p:cNvPr id="13" name="줄 3"/>
          <p:cNvSpPr/>
          <p:nvPr/>
        </p:nvSpPr>
        <p:spPr>
          <a:xfrm>
            <a:off x="640080" y="3886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 w="12700">
            <a:solidFill>
              <a:srgbClr val="F2E5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2959" y="4160520"/>
            <a:ext cx="457200" cy="457200"/>
          </a:xfrm>
          <a:prstGeom prst="ellipse">
            <a:avLst/>
          </a:prstGeom>
          <a:solidFill>
            <a:srgbClr val="C496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C5D27"/>
                </a:solidFill>
              </a:rPr>
              <a:t>약속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931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많이 안아 주고 많이 칭찬하기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C5D27"/>
                </a:solidFill>
              </a:rPr>
              <a:t>가족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C5D27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C5D27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C5D27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C5D27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C5D27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C5D27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C5D27"/>
                </a:solidFill>
              </a:rPr>
              <a:t>우리 가족 소개를 마칩니다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C5D27"/>
                </a:solidFill>
              </a:rPr>
              <a:t>읽어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반려동물과 함께 가족 소개">
  <a:themeElements>
    <a:clrScheme name="Office">
      <a:dk1>
        <a:sysClr val="windowText" lastClr="000000"/>
      </a:dk1>
      <a:lt1>
        <a:sysClr val="window" lastClr="FFFFFF"/>
      </a:lt1>
      <a:dk2>
        <a:srgbClr val="7C5D27"/>
      </a:dk2>
      <a:lt2>
        <a:srgbClr val="FAF6EF"/>
      </a:lt2>
      <a:accent1>
        <a:srgbClr val="C49645"/>
      </a:accent1>
      <a:accent2>
        <a:srgbClr val="3B8591"/>
      </a:accent2>
      <a:accent3>
        <a:srgbClr val="7C5D27"/>
      </a:accent3>
      <a:accent4>
        <a:srgbClr val="F2E5CF"/>
      </a:accent4>
      <a:accent5>
        <a:srgbClr val="808E6B"/>
      </a:accent5>
      <a:accent6>
        <a:srgbClr val="B09E7D"/>
      </a:accent6>
      <a:hlink>
        <a:srgbClr val="C49645"/>
      </a:hlink>
      <a:folHlink>
        <a:srgbClr val="7C5D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반려동물과 함께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