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C5D27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C5D27"/>
                </a:solidFill>
              </a:rPr>
              <a:t>한지 등 아래서 졸던 모습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반려동물과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182319" y="1600200"/>
            <a:ext cx="2400300" cy="2400300"/>
          </a:xfrm>
          <a:prstGeom prst="ellipse">
            <a:avLst/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C5D27"/>
                </a:solidFill>
              </a:rPr>
              <a:t>보호자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895697" y="1600200"/>
            <a:ext cx="2400300" cy="2400300"/>
          </a:xfrm>
          <a:prstGeom prst="ellipse">
            <a:avLst/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3458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C5D27"/>
                </a:solidFill>
              </a:rPr>
              <a:t>보호자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4898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609076" y="1600200"/>
            <a:ext cx="2400300" cy="2400300"/>
          </a:xfrm>
          <a:prstGeom prst="ellipse">
            <a:avLst/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6836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C5D27"/>
                </a:solidFill>
              </a:rPr>
              <a:t>우리 반려동물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8276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F2E5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C4964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49645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우리의 인연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입양하던 날의 이야기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C4964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49645"/>
                </a:solidFill>
              </a:rPr>
              <a:t>첫 산책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함께한 첫 걸음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C4964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49645"/>
                </a:solidFill>
              </a:rPr>
              <a:t>가장 웃었던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잊지 못할 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사진으로 남겨 두세요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C4964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49645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2700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산책은 하루도 거르지 않기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2700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건강 검진 날짜 챙기기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2700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C5D27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C5D27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7C5D27"/>
      </a:dk2>
      <a:lt2>
        <a:srgbClr val="FAF6EF"/>
      </a:lt2>
      <a:accent1>
        <a:srgbClr val="C49645"/>
      </a:accent1>
      <a:accent2>
        <a:srgbClr val="3B8591"/>
      </a:accent2>
      <a:accent3>
        <a:srgbClr val="7C5D27"/>
      </a:accent3>
      <a:accent4>
        <a:srgbClr val="F2E5CF"/>
      </a:accent4>
      <a:accent5>
        <a:srgbClr val="808E6B"/>
      </a:accent5>
      <a:accent6>
        <a:srgbClr val="B09E7D"/>
      </a:accent6>
      <a:hlink>
        <a:srgbClr val="C49645"/>
      </a:hlink>
      <a:folHlink>
        <a:srgbClr val="7C5D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