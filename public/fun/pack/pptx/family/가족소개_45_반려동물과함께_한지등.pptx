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D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한지 등 아래서 졸던 모습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반려동물과 함께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7" name="사진 자리"/>
          <p:cNvSpPr/>
          <p:nvPr/>
        </p:nvSpPr>
        <p:spPr>
          <a:xfrm>
            <a:off x="1239469" y="1600200"/>
            <a:ext cx="2286000" cy="2286000"/>
          </a:xfrm>
          <a:prstGeom prst="ellipse">
            <a:avLst/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D27"/>
                </a:solidFill>
              </a:rPr>
              <a:t>보호자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952847" y="1600200"/>
            <a:ext cx="2286000" cy="2286000"/>
          </a:xfrm>
          <a:prstGeom prst="ellipse">
            <a:avLst/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D27"/>
                </a:solidFill>
              </a:rPr>
              <a:t>보호자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4898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666226" y="1600200"/>
            <a:ext cx="2286000" cy="2286000"/>
          </a:xfrm>
          <a:prstGeom prst="ellipse">
            <a:avLst/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3D27"/>
                </a:solidFill>
              </a:rPr>
              <a:t>우리 반려동물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7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6EA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E1C6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698"/>
                </a:solidFill>
              </a:rPr>
              <a:t>처음 만난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우리의 인연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입양하던 날의 이야기</a:t>
            </a:r>
          </a:p>
        </p:txBody>
      </p:sp>
      <p:sp>
        <p:nvSpPr>
          <p:cNvPr id="12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E1C6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698"/>
                </a:solidFill>
              </a:rPr>
              <a:t>첫 산책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함께한 첫 걸음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6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E1C6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698"/>
                </a:solidFill>
              </a:rPr>
              <a:t>가장 웃었던 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잊지 못할 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사진으로 남겨 두세요</a:t>
            </a:r>
          </a:p>
        </p:txBody>
      </p:sp>
      <p:sp>
        <p:nvSpPr>
          <p:cNvPr id="20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E1C69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1C698"/>
                </a:solidFill>
              </a:rPr>
              <a:t>지금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오늘의 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7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7451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C6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산책은 하루도 거르지 않기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822959" y="3017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C6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약속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건강 검진 날짜 챙기기</a:t>
            </a:r>
          </a:p>
        </p:txBody>
      </p:sp>
      <p:sp>
        <p:nvSpPr>
          <p:cNvPr id="15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D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2959" y="4160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1C6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D27"/>
                </a:solidFill>
              </a:rPr>
              <a:t>약속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6" name="포인트"/>
          <p:cNvSpPr/>
          <p:nvPr/>
        </p:nvSpPr>
        <p:spPr>
          <a:xfrm>
            <a:off x="11213287" y="6473952"/>
            <a:ext cx="219456" cy="219456"/>
          </a:xfrm>
          <a:prstGeom prst="star4">
            <a:avLst/>
          </a:prstGeom>
          <a:solidFill>
            <a:srgbClr val="E1C69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EA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A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D4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D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EBD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493D27"/>
      </a:dk2>
      <a:lt2>
        <a:srgbClr val="FBF6EC"/>
      </a:lt2>
      <a:accent1>
        <a:srgbClr val="E1C698"/>
      </a:accent1>
      <a:accent2>
        <a:srgbClr val="E5EAB8"/>
      </a:accent2>
      <a:accent3>
        <a:srgbClr val="493D27"/>
      </a:accent3>
      <a:accent4>
        <a:srgbClr val="F6EAD5"/>
      </a:accent4>
      <a:accent5>
        <a:srgbClr val="E3D8A8"/>
      </a:accent5>
      <a:accent6>
        <a:srgbClr val="928B7D"/>
      </a:accent6>
      <a:hlink>
        <a:srgbClr val="E1C698"/>
      </a:hlink>
      <a:folHlink>
        <a:srgbClr val="493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