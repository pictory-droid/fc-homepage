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446245" y="555497"/>
            <a:ext cx="2215134" cy="1282446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495519" y="1138428"/>
            <a:ext cx="1399032" cy="886053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0029175" y="2117750"/>
            <a:ext cx="279806" cy="279806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728691" y="2117750"/>
            <a:ext cx="279806" cy="279806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28207" y="2117750"/>
            <a:ext cx="279806" cy="279806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우리 가족을 소개합니다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53A41"/>
                </a:solidFill>
              </a:rPr>
              <a:t>새벽 시장을 함께 다니던 부모님의 손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우리 부부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가족 구성원</a:t>
            </a:r>
          </a:p>
        </p:txBody>
      </p:sp>
      <p:sp>
        <p:nvSpPr>
          <p:cNvPr id="9" name="사진 자리"/>
          <p:cNvSpPr/>
          <p:nvPr/>
        </p:nvSpPr>
        <p:spPr>
          <a:xfrm>
            <a:off x="2122093" y="1645920"/>
            <a:ext cx="2377440" cy="2377440"/>
          </a:xfrm>
          <a:prstGeom prst="ellipse">
            <a:avLst/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53A41"/>
                </a:solidFill>
              </a:rPr>
              <a:t>남편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4572000"/>
            <a:ext cx="5158587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7692161" y="1645920"/>
            <a:ext cx="2377440" cy="2377440"/>
          </a:xfrm>
          <a:prstGeom prst="ellipse">
            <a:avLst/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7" y="4114800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53A41"/>
                </a:solidFill>
              </a:rPr>
              <a:t>아내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1587" y="4572000"/>
            <a:ext cx="5158587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 가족 이야기</a:t>
            </a:r>
          </a:p>
        </p:txBody>
      </p:sp>
      <p:sp>
        <p:nvSpPr>
          <p:cNvPr id="9" name="타임라인 선"/>
          <p:cNvSpPr/>
          <p:nvPr/>
        </p:nvSpPr>
        <p:spPr>
          <a:xfrm>
            <a:off x="640080" y="3383280"/>
            <a:ext cx="10911535" cy="54864"/>
          </a:xfrm>
          <a:prstGeom prst="rect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때 1"/>
          <p:cNvSpPr/>
          <p:nvPr/>
        </p:nvSpPr>
        <p:spPr>
          <a:xfrm>
            <a:off x="1802853" y="3200400"/>
            <a:ext cx="402336" cy="402336"/>
          </a:xfrm>
          <a:prstGeom prst="ellipse">
            <a:avLst/>
          </a:prstGeom>
          <a:solidFill>
            <a:srgbClr val="49748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7483"/>
                </a:solidFill>
              </a:rPr>
              <a:t>처음 만난 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53A41"/>
                </a:solidFill>
              </a:rPr>
              <a:t>첫 만남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 만났나요?</a:t>
            </a:r>
          </a:p>
        </p:txBody>
      </p:sp>
      <p:sp>
        <p:nvSpPr>
          <p:cNvPr id="14" name="때 2"/>
          <p:cNvSpPr/>
          <p:nvPr/>
        </p:nvSpPr>
        <p:spPr>
          <a:xfrm>
            <a:off x="4530737" y="3200400"/>
            <a:ext cx="402336" cy="402336"/>
          </a:xfrm>
          <a:prstGeom prst="ellipse">
            <a:avLst/>
          </a:prstGeom>
          <a:solidFill>
            <a:srgbClr val="49748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3683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7483"/>
                </a:solidFill>
              </a:rPr>
              <a:t>결혼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9403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53A41"/>
                </a:solidFill>
              </a:rPr>
              <a:t>함께 시작한 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9403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8" name="때 3"/>
          <p:cNvSpPr/>
          <p:nvPr/>
        </p:nvSpPr>
        <p:spPr>
          <a:xfrm>
            <a:off x="7258621" y="3200400"/>
            <a:ext cx="402336" cy="402336"/>
          </a:xfrm>
          <a:prstGeom prst="ellipse">
            <a:avLst/>
          </a:prstGeom>
          <a:solidFill>
            <a:srgbClr val="49748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1567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7483"/>
                </a:solidFill>
              </a:rPr>
              <a:t>첫 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287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53A41"/>
                </a:solidFill>
              </a:rPr>
              <a:t>우리의 보금자리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7287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이사한 날</a:t>
            </a:r>
          </a:p>
        </p:txBody>
      </p:sp>
      <p:sp>
        <p:nvSpPr>
          <p:cNvPr id="22" name="때 4"/>
          <p:cNvSpPr/>
          <p:nvPr/>
        </p:nvSpPr>
        <p:spPr>
          <a:xfrm>
            <a:off x="9986505" y="3200400"/>
            <a:ext cx="402336" cy="402336"/>
          </a:xfrm>
          <a:prstGeom prst="ellipse">
            <a:avLst/>
          </a:prstGeom>
          <a:solidFill>
            <a:srgbClr val="49748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451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7483"/>
                </a:solidFill>
              </a:rPr>
              <a:t>지금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171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53A41"/>
                </a:solidFill>
              </a:rPr>
              <a:t>오늘의 우리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171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 가족의 약속</a:t>
            </a:r>
          </a:p>
        </p:txBody>
      </p:sp>
      <p:sp>
        <p:nvSpPr>
          <p:cNvPr id="9" name="줄 1"/>
          <p:cNvSpPr/>
          <p:nvPr/>
        </p:nvSpPr>
        <p:spPr>
          <a:xfrm>
            <a:off x="640080" y="164592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2700">
            <a:solidFill>
              <a:srgbClr val="D6E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822959" y="1920240"/>
            <a:ext cx="457200" cy="457200"/>
          </a:xfrm>
          <a:prstGeom prst="ellipse">
            <a:avLst/>
          </a:prstGeom>
          <a:solidFill>
            <a:srgbClr val="49748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69164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3A41"/>
                </a:solidFill>
              </a:rPr>
              <a:t>약속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69164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하루에 한 번 서로 안아 주기</a:t>
            </a:r>
          </a:p>
        </p:txBody>
      </p:sp>
      <p:sp>
        <p:nvSpPr>
          <p:cNvPr id="13" name="줄 2"/>
          <p:cNvSpPr/>
          <p:nvPr/>
        </p:nvSpPr>
        <p:spPr>
          <a:xfrm>
            <a:off x="640080" y="278892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2700">
            <a:solidFill>
              <a:srgbClr val="D6E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solidFill>
            <a:srgbClr val="49748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834639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3A41"/>
                </a:solidFill>
              </a:rPr>
              <a:t>약속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834639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화가 나도 잠자리 전엔 풀기</a:t>
            </a:r>
          </a:p>
        </p:txBody>
      </p:sp>
      <p:sp>
        <p:nvSpPr>
          <p:cNvPr id="17" name="줄 3"/>
          <p:cNvSpPr/>
          <p:nvPr/>
        </p:nvSpPr>
        <p:spPr>
          <a:xfrm>
            <a:off x="640080" y="393192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2700">
            <a:solidFill>
              <a:srgbClr val="D6E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2959" y="4206240"/>
            <a:ext cx="457200" cy="457200"/>
          </a:xfrm>
          <a:prstGeom prst="ellipse">
            <a:avLst/>
          </a:prstGeom>
          <a:solidFill>
            <a:srgbClr val="49748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977639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3A41"/>
                </a:solidFill>
              </a:rPr>
              <a:t>약속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977639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데이트하기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가족 사진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 1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 2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 3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40080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 4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4338218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 5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036356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446245" y="555497"/>
            <a:ext cx="2215134" cy="1282446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495519" y="1138428"/>
            <a:ext cx="1399032" cy="886053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0029175" y="2117750"/>
            <a:ext cx="279806" cy="279806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728691" y="2117750"/>
            <a:ext cx="279806" cy="279806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28207" y="2117750"/>
            <a:ext cx="279806" cy="279806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우리 가족을 소개했어요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53A41"/>
                </a:solidFill>
              </a:rPr>
              <a:t>함께여서 늘 든든합니다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우리 부부 가족 소개">
  <a:themeElements>
    <a:clrScheme name="Office">
      <a:dk1>
        <a:sysClr val="windowText" lastClr="000000"/>
      </a:dk1>
      <a:lt1>
        <a:sysClr val="window" lastClr="FFFFFF"/>
      </a:lt1>
      <a:dk2>
        <a:srgbClr val="253A41"/>
      </a:dk2>
      <a:lt2>
        <a:srgbClr val="F2F6F8"/>
      </a:lt2>
      <a:accent1>
        <a:srgbClr val="497483"/>
      </a:accent1>
      <a:accent2>
        <a:srgbClr val="834958"/>
      </a:accent2>
      <a:accent3>
        <a:srgbClr val="253A41"/>
      </a:accent3>
      <a:accent4>
        <a:srgbClr val="D6E5EA"/>
      </a:accent4>
      <a:accent5>
        <a:srgbClr val="665E6E"/>
      </a:accent5>
      <a:accent6>
        <a:srgbClr val="7C898D"/>
      </a:accent6>
      <a:hlink>
        <a:srgbClr val="497483"/>
      </a:hlink>
      <a:folHlink>
        <a:srgbClr val="253A4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