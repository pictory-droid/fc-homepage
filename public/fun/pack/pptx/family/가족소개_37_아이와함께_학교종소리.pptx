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우리 가족을 소개합니다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학교 종소리처럼 정다운 우리 집 아침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가족 구성원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아빠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엄마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첫째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둘째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가족 이야기</a:t>
            </a:r>
          </a:p>
        </p:txBody>
      </p:sp>
      <p:sp>
        <p:nvSpPr>
          <p:cNvPr id="1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가족이 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우리의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아이가 태어난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새 식구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첫 가족 여행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함께 떠난 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지금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오늘의 우리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가족의 약속</a:t>
            </a:r>
          </a:p>
        </p:txBody>
      </p:sp>
      <p:sp>
        <p:nvSpPr>
          <p:cNvPr id="1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약속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약속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2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약속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가족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우리 가족을 소개했어요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함께여서 늘 든든합니다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