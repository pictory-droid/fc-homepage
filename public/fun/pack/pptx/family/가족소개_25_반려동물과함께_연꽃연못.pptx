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B3759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B3759"/>
                </a:solidFill>
              </a:rPr>
              <a:t>연꽃 연못 앞에서 멈춰 선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288999" y="1600200"/>
            <a:ext cx="2308860" cy="2308860"/>
          </a:xfrm>
          <a:prstGeom prst="ellipse">
            <a:avLst/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3759"/>
                </a:solidFill>
              </a:rPr>
              <a:t>보호자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41417" y="1600200"/>
            <a:ext cx="2308860" cy="2308860"/>
          </a:xfrm>
          <a:prstGeom prst="ellipse">
            <a:avLst/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3938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3759"/>
                </a:solidFill>
              </a:rPr>
              <a:t>보호자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593836" y="1600200"/>
            <a:ext cx="2308860" cy="2308860"/>
          </a:xfrm>
          <a:prstGeom prst="ellipse">
            <a:avLst/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6356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3759"/>
                </a:solidFill>
              </a:rPr>
              <a:t>우리 반려동물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우리의 인연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첫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함께한 첫 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가장 웃었던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잊지 못할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B3759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B3759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7B3759"/>
      </a:dk2>
      <a:lt2>
        <a:srgbClr val="F9F1F5"/>
      </a:lt2>
      <a:accent1>
        <a:srgbClr val="B8618C"/>
      </a:accent1>
      <a:accent2>
        <a:srgbClr val="3F8D3F"/>
      </a:accent2>
      <a:accent3>
        <a:srgbClr val="7B3759"/>
      </a:accent3>
      <a:accent4>
        <a:srgbClr val="EED3E0"/>
      </a:accent4>
      <a:accent5>
        <a:srgbClr val="7C7766"/>
      </a:accent5>
      <a:accent6>
        <a:srgbClr val="B0879B"/>
      </a:accent6>
      <a:hlink>
        <a:srgbClr val="B8618C"/>
      </a:hlink>
      <a:folHlink>
        <a:srgbClr val="7B37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