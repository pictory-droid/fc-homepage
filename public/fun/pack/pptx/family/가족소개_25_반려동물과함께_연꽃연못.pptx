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3A5C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8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연꽃 연못 앞에서 멈춰 선 모습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반려동물과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783080"/>
            <a:ext cx="2286000" cy="2286000"/>
          </a:xfrm>
          <a:prstGeom prst="ellipse">
            <a:avLst/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8"/>
                </a:solidFill>
              </a:rPr>
              <a:t>보호자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783080"/>
            <a:ext cx="2286000" cy="2286000"/>
          </a:xfrm>
          <a:prstGeom prst="ellipse">
            <a:avLst/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8"/>
                </a:solidFill>
              </a:rPr>
              <a:t>보호자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783080"/>
            <a:ext cx="2286000" cy="2286000"/>
          </a:xfrm>
          <a:prstGeom prst="ellipse">
            <a:avLst/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38"/>
                </a:solidFill>
              </a:rPr>
              <a:t>우리 반려동물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AD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A7B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A7BB3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8"/>
                </a:solidFill>
              </a:rPr>
              <a:t>우리의 인연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입양하던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A7B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A7BB3"/>
                </a:solidFill>
              </a:rPr>
              <a:t>첫 산책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8"/>
                </a:solidFill>
              </a:rPr>
              <a:t>함께한 첫 걸음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A7B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A7BB3"/>
                </a:solidFill>
              </a:rPr>
              <a:t>가장 웃었던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8"/>
                </a:solidFill>
              </a:rPr>
              <a:t>잊지 못할 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사진으로 남겨 두세요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A7B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A7BB3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38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10893247" cy="82296"/>
          </a:xfrm>
          <a:prstGeom prst="rect">
            <a:avLst/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EF9F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8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산책은 하루도 거르지 않기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935224"/>
            <a:ext cx="10893247" cy="82296"/>
          </a:xfrm>
          <a:prstGeom prst="rect">
            <a:avLst/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EF9F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8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건강 검진 날짜 챙기기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D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4078224"/>
            <a:ext cx="10893247" cy="82296"/>
          </a:xfrm>
          <a:prstGeom prst="rect">
            <a:avLst/>
          </a:prstGeom>
          <a:solidFill>
            <a:srgbClr val="EA7B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EF9F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8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3A5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AD1E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F3A5C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38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492738"/>
      </a:dk2>
      <a:lt2>
        <a:srgbClr val="FDEAF4"/>
      </a:lt2>
      <a:accent1>
        <a:srgbClr val="EA7BB3"/>
      </a:accent1>
      <a:accent2>
        <a:srgbClr val="EF9FA1"/>
      </a:accent2>
      <a:accent3>
        <a:srgbClr val="492738"/>
      </a:accent3>
      <a:accent4>
        <a:srgbClr val="FAD1E6"/>
      </a:accent4>
      <a:accent5>
        <a:srgbClr val="EC8DAA"/>
      </a:accent5>
      <a:accent6>
        <a:srgbClr val="927D88"/>
      </a:accent6>
      <a:hlink>
        <a:srgbClr val="EA7BB3"/>
      </a:hlink>
      <a:folHlink>
        <a:srgbClr val="4927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