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37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892165" y="662482"/>
            <a:ext cx="407365" cy="63367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320000">
            <a:off x="6265243" y="933539"/>
            <a:ext cx="407365" cy="63367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8640000">
            <a:off x="6122739" y="1372119"/>
            <a:ext cx="407365" cy="63367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2960000">
            <a:off x="5661590" y="1372119"/>
            <a:ext cx="407365" cy="63367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7280000">
            <a:off x="5519086" y="933539"/>
            <a:ext cx="407365" cy="63367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960059" y="1235811"/>
            <a:ext cx="271576" cy="271576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200000">
            <a:off x="5231271" y="1707812"/>
            <a:ext cx="203682" cy="31683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5520000">
            <a:off x="5360207" y="1898967"/>
            <a:ext cx="203682" cy="31683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 rot="9840000">
            <a:off x="5218251" y="2080662"/>
            <a:ext cx="203682" cy="31683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 rot="14160000">
            <a:off x="5001581" y="2001801"/>
            <a:ext cx="203682" cy="31683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 rot="18480000">
            <a:off x="5009628" y="1771367"/>
            <a:ext cx="203682" cy="31683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198135" y="1982647"/>
            <a:ext cx="135788" cy="135788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장식"/>
          <p:cNvSpPr/>
          <p:nvPr/>
        </p:nvSpPr>
        <p:spPr>
          <a:xfrm rot="2400000">
            <a:off x="6946022" y="1866696"/>
            <a:ext cx="171093" cy="266145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장식"/>
          <p:cNvSpPr/>
          <p:nvPr/>
        </p:nvSpPr>
        <p:spPr>
          <a:xfrm rot="6720000">
            <a:off x="6992878" y="2054626"/>
            <a:ext cx="171093" cy="266145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장식"/>
          <p:cNvSpPr/>
          <p:nvPr/>
        </p:nvSpPr>
        <p:spPr>
          <a:xfrm rot="11040000">
            <a:off x="6828626" y="2157262"/>
            <a:ext cx="171093" cy="266145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장식"/>
          <p:cNvSpPr/>
          <p:nvPr/>
        </p:nvSpPr>
        <p:spPr>
          <a:xfrm rot="15360000">
            <a:off x="6680256" y="2032765"/>
            <a:ext cx="171093" cy="266145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장식"/>
          <p:cNvSpPr/>
          <p:nvPr/>
        </p:nvSpPr>
        <p:spPr>
          <a:xfrm rot="19680000">
            <a:off x="6752811" y="1853185"/>
            <a:ext cx="171093" cy="266145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장식"/>
          <p:cNvSpPr/>
          <p:nvPr/>
        </p:nvSpPr>
        <p:spPr>
          <a:xfrm>
            <a:off x="6868634" y="2068948"/>
            <a:ext cx="114062" cy="114062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003" y="2263140"/>
            <a:ext cx="9265688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7B3759"/>
                </a:solidFill>
              </a:rPr>
              <a:t>우리 가족을 소개합니다</a:t>
            </a:r>
          </a:p>
        </p:txBody>
      </p:sp>
      <p:sp>
        <p:nvSpPr>
          <p:cNvPr id="22" name="한 줄 문구"/>
          <p:cNvSpPr txBox="1"/>
          <p:nvPr/>
        </p:nvSpPr>
        <p:spPr>
          <a:xfrm>
            <a:off x="1463003" y="3726180"/>
            <a:ext cx="9265688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700" b="0" i="1">
                <a:solidFill>
                  <a:srgbClr val="7B3759"/>
                </a:solidFill>
              </a:rPr>
              <a:t>연못 위에 핀 연꽃 같은 우리 가족</a:t>
            </a:r>
          </a:p>
        </p:txBody>
      </p:sp>
      <p:sp>
        <p:nvSpPr>
          <p:cNvPr id="23" name="안내 문구"/>
          <p:cNvSpPr txBox="1"/>
          <p:nvPr/>
        </p:nvSpPr>
        <p:spPr>
          <a:xfrm>
            <a:off x="1463003" y="4594860"/>
            <a:ext cx="9265688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반려동물과 함께 · 2026.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879531" y="530352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320000">
            <a:off x="11105639" y="694629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8640000">
            <a:off x="11019273" y="960434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2960000">
            <a:off x="10739788" y="960434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7280000">
            <a:off x="10653423" y="694629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0920679" y="877824"/>
            <a:ext cx="164592" cy="164592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200000">
            <a:off x="10478989" y="1163884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5520000">
            <a:off x="10557132" y="1279736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 rot="9840000">
            <a:off x="10471098" y="1389855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 rot="14160000">
            <a:off x="10339783" y="1342060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 rot="18480000">
            <a:off x="10344660" y="1202403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0458907" y="1330452"/>
            <a:ext cx="82296" cy="82296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장식"/>
          <p:cNvSpPr/>
          <p:nvPr/>
        </p:nvSpPr>
        <p:spPr>
          <a:xfrm rot="2400000">
            <a:off x="11518232" y="1260178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장식"/>
          <p:cNvSpPr/>
          <p:nvPr/>
        </p:nvSpPr>
        <p:spPr>
          <a:xfrm rot="6720000">
            <a:off x="11546630" y="1374075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장식"/>
          <p:cNvSpPr/>
          <p:nvPr/>
        </p:nvSpPr>
        <p:spPr>
          <a:xfrm rot="11040000">
            <a:off x="11447083" y="1436279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장식"/>
          <p:cNvSpPr/>
          <p:nvPr/>
        </p:nvSpPr>
        <p:spPr>
          <a:xfrm rot="15360000">
            <a:off x="11357162" y="1360826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장식"/>
          <p:cNvSpPr/>
          <p:nvPr/>
        </p:nvSpPr>
        <p:spPr>
          <a:xfrm rot="19680000">
            <a:off x="11401134" y="1251990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장식"/>
          <p:cNvSpPr/>
          <p:nvPr/>
        </p:nvSpPr>
        <p:spPr>
          <a:xfrm>
            <a:off x="11471330" y="1382755"/>
            <a:ext cx="69128" cy="69128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가족 구성원</a:t>
            </a:r>
          </a:p>
        </p:txBody>
      </p:sp>
      <p:sp>
        <p:nvSpPr>
          <p:cNvPr id="22" name="사진 자리"/>
          <p:cNvSpPr/>
          <p:nvPr/>
        </p:nvSpPr>
        <p:spPr>
          <a:xfrm>
            <a:off x="1288999" y="1600200"/>
            <a:ext cx="2308860" cy="2308860"/>
          </a:xfrm>
          <a:prstGeom prst="ellipse">
            <a:avLst/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00500"/>
            <a:ext cx="342381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3759"/>
                </a:solidFill>
              </a:rPr>
              <a:t>보호자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57700"/>
            <a:ext cx="324093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25" name="사진 자리"/>
          <p:cNvSpPr/>
          <p:nvPr/>
        </p:nvSpPr>
        <p:spPr>
          <a:xfrm>
            <a:off x="4941417" y="1600200"/>
            <a:ext cx="2308860" cy="2308860"/>
          </a:xfrm>
          <a:prstGeom prst="ellipse">
            <a:avLst/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938" y="4000500"/>
            <a:ext cx="342381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3759"/>
                </a:solidFill>
              </a:rPr>
              <a:t>보호자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5378" y="4457700"/>
            <a:ext cx="324093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28" name="사진 자리"/>
          <p:cNvSpPr/>
          <p:nvPr/>
        </p:nvSpPr>
        <p:spPr>
          <a:xfrm>
            <a:off x="8593836" y="1600200"/>
            <a:ext cx="2308860" cy="2308860"/>
          </a:xfrm>
          <a:prstGeom prst="ellipse">
            <a:avLst/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36356" y="4000500"/>
            <a:ext cx="342381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3759"/>
                </a:solidFill>
              </a:rPr>
              <a:t>우리 반려동물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796" y="4457700"/>
            <a:ext cx="324093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879531" y="530352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320000">
            <a:off x="11105639" y="694629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8640000">
            <a:off x="11019273" y="960434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2960000">
            <a:off x="10739788" y="960434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7280000">
            <a:off x="10653423" y="694629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0920679" y="877824"/>
            <a:ext cx="164592" cy="164592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200000">
            <a:off x="10478989" y="1163884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5520000">
            <a:off x="10557132" y="1279736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 rot="9840000">
            <a:off x="10471098" y="1389855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 rot="14160000">
            <a:off x="10339783" y="1342060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 rot="18480000">
            <a:off x="10344660" y="1202403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0458907" y="1330452"/>
            <a:ext cx="82296" cy="82296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장식"/>
          <p:cNvSpPr/>
          <p:nvPr/>
        </p:nvSpPr>
        <p:spPr>
          <a:xfrm rot="2400000">
            <a:off x="11518232" y="1260178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장식"/>
          <p:cNvSpPr/>
          <p:nvPr/>
        </p:nvSpPr>
        <p:spPr>
          <a:xfrm rot="6720000">
            <a:off x="11546630" y="1374075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장식"/>
          <p:cNvSpPr/>
          <p:nvPr/>
        </p:nvSpPr>
        <p:spPr>
          <a:xfrm rot="11040000">
            <a:off x="11447083" y="1436279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장식"/>
          <p:cNvSpPr/>
          <p:nvPr/>
        </p:nvSpPr>
        <p:spPr>
          <a:xfrm rot="15360000">
            <a:off x="11357162" y="1360826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장식"/>
          <p:cNvSpPr/>
          <p:nvPr/>
        </p:nvSpPr>
        <p:spPr>
          <a:xfrm rot="19680000">
            <a:off x="11401134" y="1251990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장식"/>
          <p:cNvSpPr/>
          <p:nvPr/>
        </p:nvSpPr>
        <p:spPr>
          <a:xfrm>
            <a:off x="11471330" y="1382755"/>
            <a:ext cx="69128" cy="69128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우리 가족 이야기</a:t>
            </a:r>
          </a:p>
        </p:txBody>
      </p:sp>
      <p:sp>
        <p:nvSpPr>
          <p:cNvPr id="22" name="타임라인 선"/>
          <p:cNvSpPr/>
          <p:nvPr/>
        </p:nvSpPr>
        <p:spPr>
          <a:xfrm>
            <a:off x="731520" y="3337560"/>
            <a:ext cx="10728655" cy="54864"/>
          </a:xfrm>
          <a:prstGeom prst="rect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때 1"/>
          <p:cNvSpPr/>
          <p:nvPr/>
        </p:nvSpPr>
        <p:spPr>
          <a:xfrm>
            <a:off x="1871433" y="3154680"/>
            <a:ext cx="402336" cy="402336"/>
          </a:xfrm>
          <a:prstGeom prst="ellipse">
            <a:avLst/>
          </a:prstGeom>
          <a:solidFill>
            <a:srgbClr val="B8618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8618C"/>
                </a:solidFill>
              </a:rPr>
              <a:t>처음 만난 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우리의 인연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입양하던 날의 이야기</a:t>
            </a:r>
          </a:p>
        </p:txBody>
      </p:sp>
      <p:sp>
        <p:nvSpPr>
          <p:cNvPr id="27" name="때 2"/>
          <p:cNvSpPr/>
          <p:nvPr/>
        </p:nvSpPr>
        <p:spPr>
          <a:xfrm>
            <a:off x="4553597" y="3154680"/>
            <a:ext cx="402336" cy="402336"/>
          </a:xfrm>
          <a:prstGeom prst="ellipse">
            <a:avLst/>
          </a:prstGeom>
          <a:solidFill>
            <a:srgbClr val="B8618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03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8618C"/>
                </a:solidFill>
              </a:rPr>
              <a:t>첫 산책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5123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함께한 첫 걸음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5123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31" name="때 3"/>
          <p:cNvSpPr/>
          <p:nvPr/>
        </p:nvSpPr>
        <p:spPr>
          <a:xfrm>
            <a:off x="7235761" y="3154680"/>
            <a:ext cx="402336" cy="402336"/>
          </a:xfrm>
          <a:prstGeom prst="ellipse">
            <a:avLst/>
          </a:prstGeom>
          <a:solidFill>
            <a:srgbClr val="B8618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41567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8618C"/>
                </a:solidFill>
              </a:rPr>
              <a:t>가장 웃었던 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7287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잊지 못할 순간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7287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사진으로 남겨 두세요</a:t>
            </a:r>
          </a:p>
        </p:txBody>
      </p:sp>
      <p:sp>
        <p:nvSpPr>
          <p:cNvPr id="35" name="때 4"/>
          <p:cNvSpPr/>
          <p:nvPr/>
        </p:nvSpPr>
        <p:spPr>
          <a:xfrm>
            <a:off x="9917925" y="3154680"/>
            <a:ext cx="402336" cy="402336"/>
          </a:xfrm>
          <a:prstGeom prst="ellipse">
            <a:avLst/>
          </a:prstGeom>
          <a:solidFill>
            <a:srgbClr val="B8618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23731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8618C"/>
                </a:solidFill>
              </a:rPr>
              <a:t>지금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451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오늘의 우리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451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879531" y="530352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320000">
            <a:off x="11105639" y="694629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8640000">
            <a:off x="11019273" y="960434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2960000">
            <a:off x="10739788" y="960434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7280000">
            <a:off x="10653423" y="694629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0920679" y="877824"/>
            <a:ext cx="164592" cy="164592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200000">
            <a:off x="10478989" y="1163884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5520000">
            <a:off x="10557132" y="1279736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 rot="9840000">
            <a:off x="10471098" y="1389855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 rot="14160000">
            <a:off x="10339783" y="1342060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 rot="18480000">
            <a:off x="10344660" y="1202403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0458907" y="1330452"/>
            <a:ext cx="82296" cy="82296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장식"/>
          <p:cNvSpPr/>
          <p:nvPr/>
        </p:nvSpPr>
        <p:spPr>
          <a:xfrm rot="2400000">
            <a:off x="11518232" y="1260178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장식"/>
          <p:cNvSpPr/>
          <p:nvPr/>
        </p:nvSpPr>
        <p:spPr>
          <a:xfrm rot="6720000">
            <a:off x="11546630" y="1374075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장식"/>
          <p:cNvSpPr/>
          <p:nvPr/>
        </p:nvSpPr>
        <p:spPr>
          <a:xfrm rot="11040000">
            <a:off x="11447083" y="1436279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장식"/>
          <p:cNvSpPr/>
          <p:nvPr/>
        </p:nvSpPr>
        <p:spPr>
          <a:xfrm rot="15360000">
            <a:off x="11357162" y="1360826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장식"/>
          <p:cNvSpPr/>
          <p:nvPr/>
        </p:nvSpPr>
        <p:spPr>
          <a:xfrm rot="19680000">
            <a:off x="11401134" y="1251990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장식"/>
          <p:cNvSpPr/>
          <p:nvPr/>
        </p:nvSpPr>
        <p:spPr>
          <a:xfrm>
            <a:off x="11471330" y="1382755"/>
            <a:ext cx="69128" cy="69128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우리 가족의 약속</a:t>
            </a:r>
          </a:p>
        </p:txBody>
      </p:sp>
      <p:sp>
        <p:nvSpPr>
          <p:cNvPr id="22" name="줄 1"/>
          <p:cNvSpPr/>
          <p:nvPr/>
        </p:nvSpPr>
        <p:spPr>
          <a:xfrm>
            <a:off x="731520" y="1600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2700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1"/>
          <p:cNvSpPr/>
          <p:nvPr/>
        </p:nvSpPr>
        <p:spPr>
          <a:xfrm>
            <a:off x="914400" y="1874519"/>
            <a:ext cx="457200" cy="4572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약속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1645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산책은 하루도 거르지 않기</a:t>
            </a:r>
          </a:p>
        </p:txBody>
      </p:sp>
      <p:sp>
        <p:nvSpPr>
          <p:cNvPr id="26" name="줄 2"/>
          <p:cNvSpPr/>
          <p:nvPr/>
        </p:nvSpPr>
        <p:spPr>
          <a:xfrm>
            <a:off x="731520" y="2743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2700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번호 2"/>
          <p:cNvSpPr/>
          <p:nvPr/>
        </p:nvSpPr>
        <p:spPr>
          <a:xfrm>
            <a:off x="914400" y="3017520"/>
            <a:ext cx="457200" cy="4572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약속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788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건강 검진 날짜 챙기기</a:t>
            </a:r>
          </a:p>
        </p:txBody>
      </p:sp>
      <p:sp>
        <p:nvSpPr>
          <p:cNvPr id="30" name="줄 3"/>
          <p:cNvSpPr/>
          <p:nvPr/>
        </p:nvSpPr>
        <p:spPr>
          <a:xfrm>
            <a:off x="731520" y="3886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2700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번호 3"/>
          <p:cNvSpPr/>
          <p:nvPr/>
        </p:nvSpPr>
        <p:spPr>
          <a:xfrm>
            <a:off x="914400" y="4160520"/>
            <a:ext cx="457200" cy="4572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약속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3931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879531" y="530352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320000">
            <a:off x="11105639" y="694629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8640000">
            <a:off x="11019273" y="960434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2960000">
            <a:off x="10739788" y="960434"/>
            <a:ext cx="246888" cy="384048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7280000">
            <a:off x="10653423" y="694629"/>
            <a:ext cx="246888" cy="384048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0920679" y="877824"/>
            <a:ext cx="164592" cy="164592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200000">
            <a:off x="10478989" y="1163884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5520000">
            <a:off x="10557132" y="1279736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 rot="9840000">
            <a:off x="10471098" y="1389855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 rot="14160000">
            <a:off x="10339783" y="1342060"/>
            <a:ext cx="123444" cy="192024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 rot="18480000">
            <a:off x="10344660" y="1202403"/>
            <a:ext cx="123444" cy="192024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0458907" y="1330452"/>
            <a:ext cx="82296" cy="82296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장식"/>
          <p:cNvSpPr/>
          <p:nvPr/>
        </p:nvSpPr>
        <p:spPr>
          <a:xfrm rot="2400000">
            <a:off x="11518232" y="1260178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장식"/>
          <p:cNvSpPr/>
          <p:nvPr/>
        </p:nvSpPr>
        <p:spPr>
          <a:xfrm rot="6720000">
            <a:off x="11546630" y="1374075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장식"/>
          <p:cNvSpPr/>
          <p:nvPr/>
        </p:nvSpPr>
        <p:spPr>
          <a:xfrm rot="11040000">
            <a:off x="11447083" y="1436279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장식"/>
          <p:cNvSpPr/>
          <p:nvPr/>
        </p:nvSpPr>
        <p:spPr>
          <a:xfrm rot="15360000">
            <a:off x="11357162" y="1360826"/>
            <a:ext cx="103692" cy="1613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장식"/>
          <p:cNvSpPr/>
          <p:nvPr/>
        </p:nvSpPr>
        <p:spPr>
          <a:xfrm rot="19680000">
            <a:off x="11401134" y="1251990"/>
            <a:ext cx="103692" cy="1613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장식"/>
          <p:cNvSpPr/>
          <p:nvPr/>
        </p:nvSpPr>
        <p:spPr>
          <a:xfrm>
            <a:off x="11471330" y="1382755"/>
            <a:ext cx="69128" cy="69128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가족 사진</a:t>
            </a:r>
          </a:p>
        </p:txBody>
      </p:sp>
      <p:sp>
        <p:nvSpPr>
          <p:cNvPr id="22" name="사진 자리"/>
          <p:cNvSpPr/>
          <p:nvPr/>
        </p:nvSpPr>
        <p:spPr>
          <a:xfrm>
            <a:off x="731520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 1</a:t>
            </a:r>
          </a:p>
        </p:txBody>
      </p:sp>
      <p:sp>
        <p:nvSpPr>
          <p:cNvPr id="23" name="사진 자리"/>
          <p:cNvSpPr/>
          <p:nvPr/>
        </p:nvSpPr>
        <p:spPr>
          <a:xfrm>
            <a:off x="4368698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 2</a:t>
            </a:r>
          </a:p>
        </p:txBody>
      </p:sp>
      <p:sp>
        <p:nvSpPr>
          <p:cNvPr id="24" name="사진 자리"/>
          <p:cNvSpPr/>
          <p:nvPr/>
        </p:nvSpPr>
        <p:spPr>
          <a:xfrm>
            <a:off x="8005876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 3</a:t>
            </a:r>
          </a:p>
        </p:txBody>
      </p:sp>
      <p:sp>
        <p:nvSpPr>
          <p:cNvPr id="25" name="사진 자리"/>
          <p:cNvSpPr/>
          <p:nvPr/>
        </p:nvSpPr>
        <p:spPr>
          <a:xfrm>
            <a:off x="731520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 4</a:t>
            </a:r>
          </a:p>
        </p:txBody>
      </p:sp>
      <p:sp>
        <p:nvSpPr>
          <p:cNvPr id="26" name="사진 자리"/>
          <p:cNvSpPr/>
          <p:nvPr/>
        </p:nvSpPr>
        <p:spPr>
          <a:xfrm>
            <a:off x="4368698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 5</a:t>
            </a:r>
          </a:p>
        </p:txBody>
      </p:sp>
      <p:sp>
        <p:nvSpPr>
          <p:cNvPr id="27" name="사진 자리"/>
          <p:cNvSpPr/>
          <p:nvPr/>
        </p:nvSpPr>
        <p:spPr>
          <a:xfrm>
            <a:off x="8005876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EED3E0"/>
          </a:solidFill>
          <a:ln w="19050">
            <a:solidFill>
              <a:srgbClr val="B8618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B3759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37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892165" y="662482"/>
            <a:ext cx="407365" cy="63367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320000">
            <a:off x="6265243" y="933539"/>
            <a:ext cx="407365" cy="63367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8640000">
            <a:off x="6122739" y="1372119"/>
            <a:ext cx="407365" cy="63367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2960000">
            <a:off x="5661590" y="1372119"/>
            <a:ext cx="407365" cy="63367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17280000">
            <a:off x="5519086" y="933539"/>
            <a:ext cx="407365" cy="63367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960059" y="1235811"/>
            <a:ext cx="271576" cy="271576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1200000">
            <a:off x="5231271" y="1707812"/>
            <a:ext cx="203682" cy="31683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 rot="5520000">
            <a:off x="5360207" y="1898967"/>
            <a:ext cx="203682" cy="31683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 rot="9840000">
            <a:off x="5218251" y="2080662"/>
            <a:ext cx="203682" cy="31683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 rot="14160000">
            <a:off x="5001581" y="2001801"/>
            <a:ext cx="203682" cy="316839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 rot="18480000">
            <a:off x="5009628" y="1771367"/>
            <a:ext cx="203682" cy="316839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5198135" y="1982647"/>
            <a:ext cx="135788" cy="135788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장식"/>
          <p:cNvSpPr/>
          <p:nvPr/>
        </p:nvSpPr>
        <p:spPr>
          <a:xfrm rot="2400000">
            <a:off x="6946022" y="1866696"/>
            <a:ext cx="171093" cy="266145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장식"/>
          <p:cNvSpPr/>
          <p:nvPr/>
        </p:nvSpPr>
        <p:spPr>
          <a:xfrm rot="6720000">
            <a:off x="6992878" y="2054626"/>
            <a:ext cx="171093" cy="266145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장식"/>
          <p:cNvSpPr/>
          <p:nvPr/>
        </p:nvSpPr>
        <p:spPr>
          <a:xfrm rot="11040000">
            <a:off x="6828626" y="2157262"/>
            <a:ext cx="171093" cy="266145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장식"/>
          <p:cNvSpPr/>
          <p:nvPr/>
        </p:nvSpPr>
        <p:spPr>
          <a:xfrm rot="15360000">
            <a:off x="6680256" y="2032765"/>
            <a:ext cx="171093" cy="266145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장식"/>
          <p:cNvSpPr/>
          <p:nvPr/>
        </p:nvSpPr>
        <p:spPr>
          <a:xfrm rot="19680000">
            <a:off x="6752811" y="1853185"/>
            <a:ext cx="171093" cy="266145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장식"/>
          <p:cNvSpPr/>
          <p:nvPr/>
        </p:nvSpPr>
        <p:spPr>
          <a:xfrm>
            <a:off x="6868634" y="2068948"/>
            <a:ext cx="114062" cy="114062"/>
          </a:xfrm>
          <a:prstGeom prst="ellipse">
            <a:avLst/>
          </a:prstGeom>
          <a:solidFill>
            <a:srgbClr val="3F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003" y="2263140"/>
            <a:ext cx="9265688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7B3759"/>
                </a:solidFill>
              </a:rPr>
              <a:t>우리 가족을 소개했어요</a:t>
            </a:r>
          </a:p>
        </p:txBody>
      </p:sp>
      <p:sp>
        <p:nvSpPr>
          <p:cNvPr id="22" name="한 줄 문구"/>
          <p:cNvSpPr txBox="1"/>
          <p:nvPr/>
        </p:nvSpPr>
        <p:spPr>
          <a:xfrm>
            <a:off x="1463003" y="3726180"/>
            <a:ext cx="9265688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700" b="0" i="1">
                <a:solidFill>
                  <a:srgbClr val="7B3759"/>
                </a:solidFill>
              </a:rPr>
              <a:t>함께여서 늘 든든합니다</a:t>
            </a:r>
          </a:p>
        </p:txBody>
      </p:sp>
      <p:sp>
        <p:nvSpPr>
          <p:cNvPr id="23" name="안내 문구"/>
          <p:cNvSpPr txBox="1"/>
          <p:nvPr/>
        </p:nvSpPr>
        <p:spPr>
          <a:xfrm>
            <a:off x="1463003" y="4594860"/>
            <a:ext cx="9265688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7B3759"/>
      </a:dk2>
      <a:lt2>
        <a:srgbClr val="F9F1F5"/>
      </a:lt2>
      <a:accent1>
        <a:srgbClr val="B8618C"/>
      </a:accent1>
      <a:accent2>
        <a:srgbClr val="3F8D3F"/>
      </a:accent2>
      <a:accent3>
        <a:srgbClr val="7B3759"/>
      </a:accent3>
      <a:accent4>
        <a:srgbClr val="EED3E0"/>
      </a:accent4>
      <a:accent5>
        <a:srgbClr val="7C7766"/>
      </a:accent5>
      <a:accent6>
        <a:srgbClr val="B0879B"/>
      </a:accent6>
      <a:hlink>
        <a:srgbClr val="B8618C"/>
      </a:hlink>
      <a:folHlink>
        <a:srgbClr val="7B37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