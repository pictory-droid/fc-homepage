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우리 가족을 소개합니다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눈사람을 함께 만들던 겨울 마당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가족 구성원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할아버지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할머니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820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아빠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엄마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큰아이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8276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작은아이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4965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우리 가족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E74A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E74A1"/>
                </a:solidFill>
              </a:rPr>
              <a:t>할아버지 할머니의 이야기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뿌리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E74A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E74A1"/>
                </a:solidFill>
              </a:rPr>
              <a:t>부모가 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새로운 가지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E74A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E74A1"/>
                </a:solidFill>
              </a:rPr>
              <a:t>온 가족 모임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한자리에 모인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E74A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E74A1"/>
                </a:solidFill>
              </a:rPr>
              <a:t>지금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오늘의 우리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우리 가족의 약속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약속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약속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약속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가족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우리 가족을 소개했어요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함께여서 늘 든든합니다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