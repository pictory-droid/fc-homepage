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137956" y="2926096"/>
            <a:ext cx="1737316" cy="1005814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60895" y="3383284"/>
            <a:ext cx="1097252" cy="69492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8595145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143771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9692397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우리 가족을 소개합니다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제비 가족처럼 정답게 한 지붕 아래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가족 구성원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할아버지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할머니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820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아빠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4898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엄마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1587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큰아이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8276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작은아이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4965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우리 가족 이야기</a:t>
            </a:r>
          </a:p>
        </p:txBody>
      </p:sp>
      <p:sp>
        <p:nvSpPr>
          <p:cNvPr id="9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2A47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476F"/>
                </a:solidFill>
              </a:rPr>
              <a:t>할아버지 할머니의 이야기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뿌리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14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2A47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476F"/>
                </a:solidFill>
              </a:rPr>
              <a:t>부모가 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새로운 가지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8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2A47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476F"/>
                </a:solidFill>
              </a:rPr>
              <a:t>온 가족 모임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한자리에 모인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22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2A47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476F"/>
                </a:solidFill>
              </a:rPr>
              <a:t>지금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오늘의 우리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우리 가족의 약속</a:t>
            </a:r>
          </a:p>
        </p:txBody>
      </p:sp>
      <p:sp>
        <p:nvSpPr>
          <p:cNvPr id="9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약속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13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약속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7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약속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가족 사진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137956" y="2926096"/>
            <a:ext cx="1737316" cy="1005814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60895" y="3383284"/>
            <a:ext cx="1097252" cy="69492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8595145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143771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9692397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우리 가족을 소개했어요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함께여서 늘 든든합니다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