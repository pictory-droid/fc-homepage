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물웅덩이로 달려가던 모습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600200"/>
            <a:ext cx="2286000" cy="2286000"/>
          </a:xfrm>
          <a:prstGeom prst="ellipse">
            <a:avLst/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349"/>
                </a:solidFill>
              </a:rPr>
              <a:t>보호자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600200"/>
            <a:ext cx="2286000" cy="2286000"/>
          </a:xfrm>
          <a:prstGeom prst="ellipse">
            <a:avLst/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39776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349"/>
                </a:solidFill>
              </a:rPr>
              <a:t>보호자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43484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600200"/>
            <a:ext cx="2286000" cy="2286000"/>
          </a:xfrm>
          <a:prstGeom prst="ellipse">
            <a:avLst/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39776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349"/>
                </a:solidFill>
              </a:rPr>
              <a:t>우리 반려동물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43484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우리의 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첫 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함께한 첫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가장 웃었던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잊지 못할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7BD7E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D7EA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752344"/>
            <a:ext cx="10893247" cy="82296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3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5E6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3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