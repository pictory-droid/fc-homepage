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소나기 뒤 무지개를 함께 본 날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가족 구성원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3535C"/>
                </a:solidFill>
              </a:rPr>
              <a:t>보호자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3535C"/>
                </a:solidFill>
              </a:rPr>
              <a:t>보호자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3535C"/>
                </a:solidFill>
              </a:rPr>
              <a:t>우리 반려동물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우리 가족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처음 만난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우리의 인연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5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첫 산책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함께한 첫 걸음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9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가장 웃었던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잊지 못할 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3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지금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오늘의 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우리 가족의 약속</a:t>
            </a:r>
          </a:p>
        </p:txBody>
      </p:sp>
      <p:sp>
        <p:nvSpPr>
          <p:cNvPr id="10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약속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14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약속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8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2700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가족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