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377" y="2130425"/>
            <a:ext cx="1036294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754" y="3886200"/>
            <a:ext cx="8534186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59" y="4406900"/>
            <a:ext cx="1036294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59" y="2906713"/>
            <a:ext cx="1036294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58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44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535113"/>
            <a:ext cx="5386782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84" y="2174875"/>
            <a:ext cx="5386782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211" y="1535113"/>
            <a:ext cx="538889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211" y="2174875"/>
            <a:ext cx="538889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84" y="273050"/>
            <a:ext cx="401098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614" y="273050"/>
            <a:ext cx="6815496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84" y="1435100"/>
            <a:ext cx="401098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657" y="4800600"/>
            <a:ext cx="7315016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657" y="612775"/>
            <a:ext cx="7315016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657" y="5367338"/>
            <a:ext cx="7315016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2758" y="0"/>
            <a:ext cx="14629667" cy="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8978" y="274638"/>
            <a:ext cx="2743131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84" y="274638"/>
            <a:ext cx="8026199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0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2880360"/>
            <a:ext cx="5486262" cy="3977639"/>
          </a:xfrm>
          <a:prstGeom prst="rtTriangle">
            <a:avLst/>
          </a:prstGeom>
          <a:solidFill>
            <a:srgbClr val="F0D1E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0" y="4526280"/>
            <a:ext cx="3169840" cy="2331720"/>
          </a:xfrm>
          <a:prstGeom prst="rtTriangle">
            <a:avLst/>
          </a:prstGeom>
          <a:solidFill>
            <a:srgbClr val="C15CA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 rot="10800000">
            <a:off x="7802684" y="0"/>
            <a:ext cx="4389010" cy="2743200"/>
          </a:xfrm>
          <a:prstGeom prst="rtTriangle">
            <a:avLst/>
          </a:prstGeom>
          <a:solidFill>
            <a:srgbClr val="F0D1E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>
            <a:off x="9870691" y="3511296"/>
            <a:ext cx="740664" cy="1152143"/>
          </a:xfrm>
          <a:prstGeom prst="ellipse">
            <a:avLst/>
          </a:prstGeom>
          <a:solidFill>
            <a:srgbClr val="C15CA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 rot="4320000">
            <a:off x="10549015" y="4004127"/>
            <a:ext cx="740664" cy="1152143"/>
          </a:xfrm>
          <a:prstGeom prst="ellipse">
            <a:avLst/>
          </a:prstGeom>
          <a:solidFill>
            <a:srgbClr val="F0D1E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 rot="8640000">
            <a:off x="10289919" y="4801544"/>
            <a:ext cx="740664" cy="1152143"/>
          </a:xfrm>
          <a:prstGeom prst="ellipse">
            <a:avLst/>
          </a:prstGeom>
          <a:solidFill>
            <a:srgbClr val="C15CA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 rot="12960000">
            <a:off x="9451464" y="4801544"/>
            <a:ext cx="740664" cy="1152143"/>
          </a:xfrm>
          <a:prstGeom prst="ellipse">
            <a:avLst/>
          </a:prstGeom>
          <a:solidFill>
            <a:srgbClr val="F0D1E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 rot="17280000">
            <a:off x="9192368" y="4004127"/>
            <a:ext cx="740664" cy="1152143"/>
          </a:xfrm>
          <a:prstGeom prst="ellipse">
            <a:avLst/>
          </a:prstGeom>
          <a:solidFill>
            <a:srgbClr val="C15CA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장식"/>
          <p:cNvSpPr/>
          <p:nvPr/>
        </p:nvSpPr>
        <p:spPr>
          <a:xfrm>
            <a:off x="9994135" y="4553712"/>
            <a:ext cx="493775" cy="493775"/>
          </a:xfrm>
          <a:prstGeom prst="ellipse">
            <a:avLst/>
          </a:prstGeom>
          <a:solidFill>
            <a:srgbClr val="4991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장식"/>
          <p:cNvSpPr/>
          <p:nvPr/>
        </p:nvSpPr>
        <p:spPr>
          <a:xfrm rot="1200000">
            <a:off x="8669067" y="5411894"/>
            <a:ext cx="370332" cy="576071"/>
          </a:xfrm>
          <a:prstGeom prst="ellipse">
            <a:avLst/>
          </a:prstGeom>
          <a:solidFill>
            <a:srgbClr val="C15CA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장식"/>
          <p:cNvSpPr/>
          <p:nvPr/>
        </p:nvSpPr>
        <p:spPr>
          <a:xfrm rot="5520000">
            <a:off x="8903496" y="5759449"/>
            <a:ext cx="370332" cy="576071"/>
          </a:xfrm>
          <a:prstGeom prst="ellipse">
            <a:avLst/>
          </a:prstGeom>
          <a:solidFill>
            <a:srgbClr val="F0D1E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장식"/>
          <p:cNvSpPr/>
          <p:nvPr/>
        </p:nvSpPr>
        <p:spPr>
          <a:xfrm rot="9840000">
            <a:off x="8645394" y="6089805"/>
            <a:ext cx="370332" cy="576071"/>
          </a:xfrm>
          <a:prstGeom prst="ellipse">
            <a:avLst/>
          </a:prstGeom>
          <a:solidFill>
            <a:srgbClr val="C15CA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장식"/>
          <p:cNvSpPr/>
          <p:nvPr/>
        </p:nvSpPr>
        <p:spPr>
          <a:xfrm rot="14160000">
            <a:off x="8251449" y="5946421"/>
            <a:ext cx="370332" cy="576071"/>
          </a:xfrm>
          <a:prstGeom prst="ellipse">
            <a:avLst/>
          </a:prstGeom>
          <a:solidFill>
            <a:srgbClr val="F0D1E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장식"/>
          <p:cNvSpPr/>
          <p:nvPr/>
        </p:nvSpPr>
        <p:spPr>
          <a:xfrm rot="18480000">
            <a:off x="8266080" y="5527449"/>
            <a:ext cx="370332" cy="576071"/>
          </a:xfrm>
          <a:prstGeom prst="ellipse">
            <a:avLst/>
          </a:prstGeom>
          <a:solidFill>
            <a:srgbClr val="C15CA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장식"/>
          <p:cNvSpPr/>
          <p:nvPr/>
        </p:nvSpPr>
        <p:spPr>
          <a:xfrm>
            <a:off x="8608819" y="5911596"/>
            <a:ext cx="246887" cy="246887"/>
          </a:xfrm>
          <a:prstGeom prst="ellipse">
            <a:avLst/>
          </a:prstGeom>
          <a:solidFill>
            <a:srgbClr val="4991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장식"/>
          <p:cNvSpPr/>
          <p:nvPr/>
        </p:nvSpPr>
        <p:spPr>
          <a:xfrm rot="2400000">
            <a:off x="11786796" y="5700775"/>
            <a:ext cx="311078" cy="483900"/>
          </a:xfrm>
          <a:prstGeom prst="ellipse">
            <a:avLst/>
          </a:prstGeom>
          <a:solidFill>
            <a:srgbClr val="C15CA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장식"/>
          <p:cNvSpPr/>
          <p:nvPr/>
        </p:nvSpPr>
        <p:spPr>
          <a:xfrm rot="6720000">
            <a:off x="11871989" y="6042465"/>
            <a:ext cx="311078" cy="483900"/>
          </a:xfrm>
          <a:prstGeom prst="ellipse">
            <a:avLst/>
          </a:prstGeom>
          <a:solidFill>
            <a:srgbClr val="F0D1E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장식"/>
          <p:cNvSpPr/>
          <p:nvPr/>
        </p:nvSpPr>
        <p:spPr>
          <a:xfrm rot="11040000">
            <a:off x="11573348" y="6229077"/>
            <a:ext cx="311078" cy="483900"/>
          </a:xfrm>
          <a:prstGeom prst="ellipse">
            <a:avLst/>
          </a:prstGeom>
          <a:solidFill>
            <a:srgbClr val="C15CA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장식"/>
          <p:cNvSpPr/>
          <p:nvPr/>
        </p:nvSpPr>
        <p:spPr>
          <a:xfrm rot="15360000">
            <a:off x="11303585" y="6002719"/>
            <a:ext cx="311078" cy="483900"/>
          </a:xfrm>
          <a:prstGeom prst="ellipse">
            <a:avLst/>
          </a:prstGeom>
          <a:solidFill>
            <a:srgbClr val="F0D1E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장식"/>
          <p:cNvSpPr/>
          <p:nvPr/>
        </p:nvSpPr>
        <p:spPr>
          <a:xfrm rot="19680000">
            <a:off x="11435503" y="5676210"/>
            <a:ext cx="311078" cy="483900"/>
          </a:xfrm>
          <a:prstGeom prst="ellipse">
            <a:avLst/>
          </a:prstGeom>
          <a:solidFill>
            <a:srgbClr val="C15CA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장식"/>
          <p:cNvSpPr/>
          <p:nvPr/>
        </p:nvSpPr>
        <p:spPr>
          <a:xfrm>
            <a:off x="11646091" y="6068507"/>
            <a:ext cx="207385" cy="207385"/>
          </a:xfrm>
          <a:prstGeom prst="ellipse">
            <a:avLst/>
          </a:prstGeom>
          <a:solidFill>
            <a:srgbClr val="4991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75335" y="1097280"/>
            <a:ext cx="7558851" cy="146304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600" b="1" i="0">
                <a:solidFill>
                  <a:srgbClr val="85326A"/>
                </a:solidFill>
              </a:rPr>
              <a:t>우리 가족을 소개합니다</a:t>
            </a:r>
          </a:p>
        </p:txBody>
      </p:sp>
      <p:sp>
        <p:nvSpPr>
          <p:cNvPr id="24" name="한 줄 문구"/>
          <p:cNvSpPr txBox="1"/>
          <p:nvPr/>
        </p:nvSpPr>
        <p:spPr>
          <a:xfrm>
            <a:off x="975335" y="2651760"/>
            <a:ext cx="7315017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1">
                <a:solidFill>
                  <a:srgbClr val="85326A"/>
                </a:solidFill>
              </a:rPr>
              <a:t>코스모스 길 위에서 손잡고 걷던 날</a:t>
            </a:r>
          </a:p>
        </p:txBody>
      </p:sp>
      <p:sp>
        <p:nvSpPr>
          <p:cNvPr id="25" name="안내 문구"/>
          <p:cNvSpPr txBox="1"/>
          <p:nvPr/>
        </p:nvSpPr>
        <p:spPr>
          <a:xfrm>
            <a:off x="975335" y="3520439"/>
            <a:ext cx="7315017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우리 부부 · 2026. 00. 00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0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6035040"/>
            <a:ext cx="1737360" cy="822960"/>
          </a:xfrm>
          <a:prstGeom prst="rtTriangle">
            <a:avLst/>
          </a:prstGeom>
          <a:solidFill>
            <a:srgbClr val="F0D1E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0" y="6400800"/>
            <a:ext cx="914400" cy="457200"/>
          </a:xfrm>
          <a:prstGeom prst="rtTriangle">
            <a:avLst/>
          </a:prstGeom>
          <a:solidFill>
            <a:srgbClr val="C15CA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11187226" y="304495"/>
            <a:ext cx="271576" cy="422452"/>
          </a:xfrm>
          <a:prstGeom prst="ellipse">
            <a:avLst/>
          </a:prstGeom>
          <a:solidFill>
            <a:srgbClr val="C15CA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 rot="4320000">
            <a:off x="11435945" y="485199"/>
            <a:ext cx="271576" cy="422452"/>
          </a:xfrm>
          <a:prstGeom prst="ellipse">
            <a:avLst/>
          </a:prstGeom>
          <a:solidFill>
            <a:srgbClr val="F0D1E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 rot="8640000">
            <a:off x="11340943" y="777586"/>
            <a:ext cx="271576" cy="422452"/>
          </a:xfrm>
          <a:prstGeom prst="ellipse">
            <a:avLst/>
          </a:prstGeom>
          <a:solidFill>
            <a:srgbClr val="C15CA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 rot="12960000">
            <a:off x="11033510" y="777586"/>
            <a:ext cx="271576" cy="422452"/>
          </a:xfrm>
          <a:prstGeom prst="ellipse">
            <a:avLst/>
          </a:prstGeom>
          <a:solidFill>
            <a:srgbClr val="F0D1E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 rot="17280000">
            <a:off x="10938508" y="485199"/>
            <a:ext cx="271576" cy="422452"/>
          </a:xfrm>
          <a:prstGeom prst="ellipse">
            <a:avLst/>
          </a:prstGeom>
          <a:solidFill>
            <a:srgbClr val="C15CA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>
            <a:off x="11232489" y="686714"/>
            <a:ext cx="181051" cy="181051"/>
          </a:xfrm>
          <a:prstGeom prst="ellipse">
            <a:avLst/>
          </a:prstGeom>
          <a:solidFill>
            <a:srgbClr val="4991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장식"/>
          <p:cNvSpPr/>
          <p:nvPr/>
        </p:nvSpPr>
        <p:spPr>
          <a:xfrm rot="1200000">
            <a:off x="10746631" y="1001381"/>
            <a:ext cx="135788" cy="211226"/>
          </a:xfrm>
          <a:prstGeom prst="ellipse">
            <a:avLst/>
          </a:prstGeom>
          <a:solidFill>
            <a:srgbClr val="C15CA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장식"/>
          <p:cNvSpPr/>
          <p:nvPr/>
        </p:nvSpPr>
        <p:spPr>
          <a:xfrm rot="5520000">
            <a:off x="10832588" y="1128818"/>
            <a:ext cx="135788" cy="211226"/>
          </a:xfrm>
          <a:prstGeom prst="ellipse">
            <a:avLst/>
          </a:prstGeom>
          <a:solidFill>
            <a:srgbClr val="F0D1E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장식"/>
          <p:cNvSpPr/>
          <p:nvPr/>
        </p:nvSpPr>
        <p:spPr>
          <a:xfrm rot="9840000">
            <a:off x="10737951" y="1249948"/>
            <a:ext cx="135788" cy="211226"/>
          </a:xfrm>
          <a:prstGeom prst="ellipse">
            <a:avLst/>
          </a:prstGeom>
          <a:solidFill>
            <a:srgbClr val="C15CA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장식"/>
          <p:cNvSpPr/>
          <p:nvPr/>
        </p:nvSpPr>
        <p:spPr>
          <a:xfrm rot="14160000">
            <a:off x="10593504" y="1197374"/>
            <a:ext cx="135788" cy="211226"/>
          </a:xfrm>
          <a:prstGeom prst="ellipse">
            <a:avLst/>
          </a:prstGeom>
          <a:solidFill>
            <a:srgbClr val="F0D1E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장식"/>
          <p:cNvSpPr/>
          <p:nvPr/>
        </p:nvSpPr>
        <p:spPr>
          <a:xfrm rot="18480000">
            <a:off x="10598869" y="1043751"/>
            <a:ext cx="135788" cy="211226"/>
          </a:xfrm>
          <a:prstGeom prst="ellipse">
            <a:avLst/>
          </a:prstGeom>
          <a:solidFill>
            <a:srgbClr val="C15CA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장식"/>
          <p:cNvSpPr/>
          <p:nvPr/>
        </p:nvSpPr>
        <p:spPr>
          <a:xfrm>
            <a:off x="10724540" y="1184605"/>
            <a:ext cx="90525" cy="90525"/>
          </a:xfrm>
          <a:prstGeom prst="ellipse">
            <a:avLst/>
          </a:prstGeom>
          <a:solidFill>
            <a:srgbClr val="4991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장식"/>
          <p:cNvSpPr/>
          <p:nvPr/>
        </p:nvSpPr>
        <p:spPr>
          <a:xfrm rot="2400000">
            <a:off x="11889798" y="1107304"/>
            <a:ext cx="114062" cy="177430"/>
          </a:xfrm>
          <a:prstGeom prst="ellipse">
            <a:avLst/>
          </a:prstGeom>
          <a:solidFill>
            <a:srgbClr val="C15CA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장식"/>
          <p:cNvSpPr/>
          <p:nvPr/>
        </p:nvSpPr>
        <p:spPr>
          <a:xfrm rot="6720000">
            <a:off x="11921035" y="1232590"/>
            <a:ext cx="114062" cy="177430"/>
          </a:xfrm>
          <a:prstGeom prst="ellipse">
            <a:avLst/>
          </a:prstGeom>
          <a:solidFill>
            <a:srgbClr val="F0D1E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장식"/>
          <p:cNvSpPr/>
          <p:nvPr/>
        </p:nvSpPr>
        <p:spPr>
          <a:xfrm rot="11040000">
            <a:off x="11811534" y="1301015"/>
            <a:ext cx="114062" cy="177430"/>
          </a:xfrm>
          <a:prstGeom prst="ellipse">
            <a:avLst/>
          </a:prstGeom>
          <a:solidFill>
            <a:srgbClr val="C15CA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장식"/>
          <p:cNvSpPr/>
          <p:nvPr/>
        </p:nvSpPr>
        <p:spPr>
          <a:xfrm rot="15360000">
            <a:off x="11712620" y="1218017"/>
            <a:ext cx="114062" cy="177430"/>
          </a:xfrm>
          <a:prstGeom prst="ellipse">
            <a:avLst/>
          </a:prstGeom>
          <a:solidFill>
            <a:srgbClr val="F0D1E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장식"/>
          <p:cNvSpPr/>
          <p:nvPr/>
        </p:nvSpPr>
        <p:spPr>
          <a:xfrm rot="19680000">
            <a:off x="11760990" y="1098297"/>
            <a:ext cx="114062" cy="177430"/>
          </a:xfrm>
          <a:prstGeom prst="ellipse">
            <a:avLst/>
          </a:prstGeom>
          <a:solidFill>
            <a:srgbClr val="C15CA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장식"/>
          <p:cNvSpPr/>
          <p:nvPr/>
        </p:nvSpPr>
        <p:spPr>
          <a:xfrm>
            <a:off x="11838206" y="1242139"/>
            <a:ext cx="76041" cy="76041"/>
          </a:xfrm>
          <a:prstGeom prst="ellipse">
            <a:avLst/>
          </a:prstGeom>
          <a:solidFill>
            <a:srgbClr val="4991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972281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85326A"/>
                </a:solidFill>
              </a:rPr>
              <a:t>가족 구성원</a:t>
            </a:r>
          </a:p>
        </p:txBody>
      </p:sp>
      <p:sp>
        <p:nvSpPr>
          <p:cNvPr id="23" name="사진 자리"/>
          <p:cNvSpPr/>
          <p:nvPr/>
        </p:nvSpPr>
        <p:spPr>
          <a:xfrm>
            <a:off x="2110663" y="1600200"/>
            <a:ext cx="2400300" cy="2400300"/>
          </a:xfrm>
          <a:prstGeom prst="ellipse">
            <a:avLst/>
          </a:prstGeom>
          <a:solidFill>
            <a:srgbClr val="F0D1E5"/>
          </a:solidFill>
          <a:ln w="19050">
            <a:solidFill>
              <a:srgbClr val="C15CA0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85326A"/>
                </a:solidFill>
              </a:rPr>
              <a:t>사진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4091939"/>
            <a:ext cx="5341467" cy="4114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85326A"/>
                </a:solidFill>
              </a:rPr>
              <a:t>남편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19" y="4549140"/>
            <a:ext cx="5158587" cy="18516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이름 · 나이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직업 · 취미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나의 한마디</a:t>
            </a:r>
          </a:p>
        </p:txBody>
      </p:sp>
      <p:sp>
        <p:nvSpPr>
          <p:cNvPr id="26" name="사진 자리"/>
          <p:cNvSpPr/>
          <p:nvPr/>
        </p:nvSpPr>
        <p:spPr>
          <a:xfrm>
            <a:off x="7680731" y="1600200"/>
            <a:ext cx="2400300" cy="2400300"/>
          </a:xfrm>
          <a:prstGeom prst="ellipse">
            <a:avLst/>
          </a:prstGeom>
          <a:solidFill>
            <a:srgbClr val="F0D1E5"/>
          </a:solidFill>
          <a:ln w="19050">
            <a:solidFill>
              <a:srgbClr val="C15CA0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85326A"/>
                </a:solidFill>
              </a:rPr>
              <a:t>사진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10147" y="4091939"/>
            <a:ext cx="5341467" cy="4114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85326A"/>
                </a:solidFill>
              </a:rPr>
              <a:t>아내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01587" y="4549140"/>
            <a:ext cx="5158587" cy="18516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이름 · 나이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직업 · 취미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나의 한마디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0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6035040"/>
            <a:ext cx="1737360" cy="822960"/>
          </a:xfrm>
          <a:prstGeom prst="rtTriangle">
            <a:avLst/>
          </a:prstGeom>
          <a:solidFill>
            <a:srgbClr val="F0D1E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0" y="6400800"/>
            <a:ext cx="914400" cy="457200"/>
          </a:xfrm>
          <a:prstGeom prst="rtTriangle">
            <a:avLst/>
          </a:prstGeom>
          <a:solidFill>
            <a:srgbClr val="C15CA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11187226" y="304495"/>
            <a:ext cx="271576" cy="422452"/>
          </a:xfrm>
          <a:prstGeom prst="ellipse">
            <a:avLst/>
          </a:prstGeom>
          <a:solidFill>
            <a:srgbClr val="C15CA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 rot="4320000">
            <a:off x="11435945" y="485199"/>
            <a:ext cx="271576" cy="422452"/>
          </a:xfrm>
          <a:prstGeom prst="ellipse">
            <a:avLst/>
          </a:prstGeom>
          <a:solidFill>
            <a:srgbClr val="F0D1E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 rot="8640000">
            <a:off x="11340943" y="777586"/>
            <a:ext cx="271576" cy="422452"/>
          </a:xfrm>
          <a:prstGeom prst="ellipse">
            <a:avLst/>
          </a:prstGeom>
          <a:solidFill>
            <a:srgbClr val="C15CA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 rot="12960000">
            <a:off x="11033510" y="777586"/>
            <a:ext cx="271576" cy="422452"/>
          </a:xfrm>
          <a:prstGeom prst="ellipse">
            <a:avLst/>
          </a:prstGeom>
          <a:solidFill>
            <a:srgbClr val="F0D1E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 rot="17280000">
            <a:off x="10938508" y="485199"/>
            <a:ext cx="271576" cy="422452"/>
          </a:xfrm>
          <a:prstGeom prst="ellipse">
            <a:avLst/>
          </a:prstGeom>
          <a:solidFill>
            <a:srgbClr val="C15CA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>
            <a:off x="11232489" y="686714"/>
            <a:ext cx="181051" cy="181051"/>
          </a:xfrm>
          <a:prstGeom prst="ellipse">
            <a:avLst/>
          </a:prstGeom>
          <a:solidFill>
            <a:srgbClr val="4991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장식"/>
          <p:cNvSpPr/>
          <p:nvPr/>
        </p:nvSpPr>
        <p:spPr>
          <a:xfrm rot="1200000">
            <a:off x="10746631" y="1001381"/>
            <a:ext cx="135788" cy="211226"/>
          </a:xfrm>
          <a:prstGeom prst="ellipse">
            <a:avLst/>
          </a:prstGeom>
          <a:solidFill>
            <a:srgbClr val="C15CA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장식"/>
          <p:cNvSpPr/>
          <p:nvPr/>
        </p:nvSpPr>
        <p:spPr>
          <a:xfrm rot="5520000">
            <a:off x="10832588" y="1128818"/>
            <a:ext cx="135788" cy="211226"/>
          </a:xfrm>
          <a:prstGeom prst="ellipse">
            <a:avLst/>
          </a:prstGeom>
          <a:solidFill>
            <a:srgbClr val="F0D1E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장식"/>
          <p:cNvSpPr/>
          <p:nvPr/>
        </p:nvSpPr>
        <p:spPr>
          <a:xfrm rot="9840000">
            <a:off x="10737951" y="1249948"/>
            <a:ext cx="135788" cy="211226"/>
          </a:xfrm>
          <a:prstGeom prst="ellipse">
            <a:avLst/>
          </a:prstGeom>
          <a:solidFill>
            <a:srgbClr val="C15CA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장식"/>
          <p:cNvSpPr/>
          <p:nvPr/>
        </p:nvSpPr>
        <p:spPr>
          <a:xfrm rot="14160000">
            <a:off x="10593504" y="1197374"/>
            <a:ext cx="135788" cy="211226"/>
          </a:xfrm>
          <a:prstGeom prst="ellipse">
            <a:avLst/>
          </a:prstGeom>
          <a:solidFill>
            <a:srgbClr val="F0D1E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장식"/>
          <p:cNvSpPr/>
          <p:nvPr/>
        </p:nvSpPr>
        <p:spPr>
          <a:xfrm rot="18480000">
            <a:off x="10598869" y="1043751"/>
            <a:ext cx="135788" cy="211226"/>
          </a:xfrm>
          <a:prstGeom prst="ellipse">
            <a:avLst/>
          </a:prstGeom>
          <a:solidFill>
            <a:srgbClr val="C15CA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장식"/>
          <p:cNvSpPr/>
          <p:nvPr/>
        </p:nvSpPr>
        <p:spPr>
          <a:xfrm>
            <a:off x="10724540" y="1184605"/>
            <a:ext cx="90525" cy="90525"/>
          </a:xfrm>
          <a:prstGeom prst="ellipse">
            <a:avLst/>
          </a:prstGeom>
          <a:solidFill>
            <a:srgbClr val="4991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장식"/>
          <p:cNvSpPr/>
          <p:nvPr/>
        </p:nvSpPr>
        <p:spPr>
          <a:xfrm rot="2400000">
            <a:off x="11889798" y="1107304"/>
            <a:ext cx="114062" cy="177430"/>
          </a:xfrm>
          <a:prstGeom prst="ellipse">
            <a:avLst/>
          </a:prstGeom>
          <a:solidFill>
            <a:srgbClr val="C15CA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장식"/>
          <p:cNvSpPr/>
          <p:nvPr/>
        </p:nvSpPr>
        <p:spPr>
          <a:xfrm rot="6720000">
            <a:off x="11921035" y="1232590"/>
            <a:ext cx="114062" cy="177430"/>
          </a:xfrm>
          <a:prstGeom prst="ellipse">
            <a:avLst/>
          </a:prstGeom>
          <a:solidFill>
            <a:srgbClr val="F0D1E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장식"/>
          <p:cNvSpPr/>
          <p:nvPr/>
        </p:nvSpPr>
        <p:spPr>
          <a:xfrm rot="11040000">
            <a:off x="11811534" y="1301015"/>
            <a:ext cx="114062" cy="177430"/>
          </a:xfrm>
          <a:prstGeom prst="ellipse">
            <a:avLst/>
          </a:prstGeom>
          <a:solidFill>
            <a:srgbClr val="C15CA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장식"/>
          <p:cNvSpPr/>
          <p:nvPr/>
        </p:nvSpPr>
        <p:spPr>
          <a:xfrm rot="15360000">
            <a:off x="11712620" y="1218017"/>
            <a:ext cx="114062" cy="177430"/>
          </a:xfrm>
          <a:prstGeom prst="ellipse">
            <a:avLst/>
          </a:prstGeom>
          <a:solidFill>
            <a:srgbClr val="F0D1E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장식"/>
          <p:cNvSpPr/>
          <p:nvPr/>
        </p:nvSpPr>
        <p:spPr>
          <a:xfrm rot="19680000">
            <a:off x="11760990" y="1098297"/>
            <a:ext cx="114062" cy="177430"/>
          </a:xfrm>
          <a:prstGeom prst="ellipse">
            <a:avLst/>
          </a:prstGeom>
          <a:solidFill>
            <a:srgbClr val="C15CA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장식"/>
          <p:cNvSpPr/>
          <p:nvPr/>
        </p:nvSpPr>
        <p:spPr>
          <a:xfrm>
            <a:off x="11838206" y="1242139"/>
            <a:ext cx="76041" cy="76041"/>
          </a:xfrm>
          <a:prstGeom prst="ellipse">
            <a:avLst/>
          </a:prstGeom>
          <a:solidFill>
            <a:srgbClr val="4991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972281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85326A"/>
                </a:solidFill>
              </a:rPr>
              <a:t>우리 가족 이야기</a:t>
            </a:r>
          </a:p>
        </p:txBody>
      </p:sp>
      <p:sp>
        <p:nvSpPr>
          <p:cNvPr id="23" name="타임라인 선"/>
          <p:cNvSpPr/>
          <p:nvPr/>
        </p:nvSpPr>
        <p:spPr>
          <a:xfrm>
            <a:off x="640080" y="3337560"/>
            <a:ext cx="10911535" cy="54864"/>
          </a:xfrm>
          <a:prstGeom prst="rect">
            <a:avLst/>
          </a:prstGeom>
          <a:solidFill>
            <a:srgbClr val="F0D1E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때 1"/>
          <p:cNvSpPr/>
          <p:nvPr/>
        </p:nvSpPr>
        <p:spPr>
          <a:xfrm>
            <a:off x="1802853" y="3154680"/>
            <a:ext cx="402336" cy="402336"/>
          </a:xfrm>
          <a:prstGeom prst="ellipse">
            <a:avLst/>
          </a:prstGeom>
          <a:solidFill>
            <a:srgbClr val="C15CA0"/>
          </a:solidFill>
          <a:ln w="381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85800" y="2514600"/>
            <a:ext cx="2636443" cy="457200"/>
          </a:xfrm>
          <a:prstGeom prst="rect">
            <a:avLst/>
          </a:prstGeom>
          <a:noFill/>
        </p:spPr>
        <p:txBody>
          <a:bodyPr wrap="square" lIns="54864" rIns="54864" tIns="27432" bIns="27432" anchor="b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C15CA0"/>
                </a:solidFill>
              </a:rPr>
              <a:t>처음 만난 날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19" y="3703320"/>
            <a:ext cx="2545003" cy="4572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85326A"/>
                </a:solidFill>
              </a:rPr>
              <a:t>첫 만남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1519" y="4206240"/>
            <a:ext cx="2545003" cy="1645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어디에서 어떻게 만났나요?</a:t>
            </a:r>
          </a:p>
        </p:txBody>
      </p:sp>
      <p:sp>
        <p:nvSpPr>
          <p:cNvPr id="28" name="때 2"/>
          <p:cNvSpPr/>
          <p:nvPr/>
        </p:nvSpPr>
        <p:spPr>
          <a:xfrm>
            <a:off x="4530737" y="3154680"/>
            <a:ext cx="402336" cy="402336"/>
          </a:xfrm>
          <a:prstGeom prst="ellipse">
            <a:avLst/>
          </a:prstGeom>
          <a:solidFill>
            <a:srgbClr val="C15CA0"/>
          </a:solidFill>
          <a:ln w="381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413683" y="2514600"/>
            <a:ext cx="2636443" cy="457200"/>
          </a:xfrm>
          <a:prstGeom prst="rect">
            <a:avLst/>
          </a:prstGeom>
          <a:noFill/>
        </p:spPr>
        <p:txBody>
          <a:bodyPr wrap="square" lIns="54864" rIns="54864" tIns="27432" bIns="27432" anchor="b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C15CA0"/>
                </a:solidFill>
              </a:rPr>
              <a:t>결혼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459403" y="3703320"/>
            <a:ext cx="2545003" cy="4572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85326A"/>
                </a:solidFill>
              </a:rPr>
              <a:t>함께 시작한 날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459403" y="4206240"/>
            <a:ext cx="2545003" cy="1645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그날의 기억을 적어요</a:t>
            </a:r>
          </a:p>
        </p:txBody>
      </p:sp>
      <p:sp>
        <p:nvSpPr>
          <p:cNvPr id="32" name="때 3"/>
          <p:cNvSpPr/>
          <p:nvPr/>
        </p:nvSpPr>
        <p:spPr>
          <a:xfrm>
            <a:off x="7258621" y="3154680"/>
            <a:ext cx="402336" cy="402336"/>
          </a:xfrm>
          <a:prstGeom prst="ellipse">
            <a:avLst/>
          </a:prstGeom>
          <a:solidFill>
            <a:srgbClr val="C15CA0"/>
          </a:solidFill>
          <a:ln w="381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141567" y="2514600"/>
            <a:ext cx="2636443" cy="457200"/>
          </a:xfrm>
          <a:prstGeom prst="rect">
            <a:avLst/>
          </a:prstGeom>
          <a:noFill/>
        </p:spPr>
        <p:txBody>
          <a:bodyPr wrap="square" lIns="54864" rIns="54864" tIns="27432" bIns="27432" anchor="b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C15CA0"/>
                </a:solidFill>
              </a:rPr>
              <a:t>첫 집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187287" y="3703320"/>
            <a:ext cx="2545003" cy="4572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85326A"/>
                </a:solidFill>
              </a:rPr>
              <a:t>우리의 보금자리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187287" y="4206240"/>
            <a:ext cx="2545003" cy="1645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처음 이사한 날</a:t>
            </a:r>
          </a:p>
        </p:txBody>
      </p:sp>
      <p:sp>
        <p:nvSpPr>
          <p:cNvPr id="36" name="때 4"/>
          <p:cNvSpPr/>
          <p:nvPr/>
        </p:nvSpPr>
        <p:spPr>
          <a:xfrm>
            <a:off x="9986505" y="3154680"/>
            <a:ext cx="402336" cy="402336"/>
          </a:xfrm>
          <a:prstGeom prst="ellipse">
            <a:avLst/>
          </a:prstGeom>
          <a:solidFill>
            <a:srgbClr val="C15CA0"/>
          </a:solidFill>
          <a:ln w="381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869451" y="2514600"/>
            <a:ext cx="2636443" cy="457200"/>
          </a:xfrm>
          <a:prstGeom prst="rect">
            <a:avLst/>
          </a:prstGeom>
          <a:noFill/>
        </p:spPr>
        <p:txBody>
          <a:bodyPr wrap="square" lIns="54864" rIns="54864" tIns="27432" bIns="27432" anchor="b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C15CA0"/>
                </a:solidFill>
              </a:rPr>
              <a:t>지금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915171" y="3703320"/>
            <a:ext cx="2545003" cy="4572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85326A"/>
                </a:solidFill>
              </a:rPr>
              <a:t>오늘의 우리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915171" y="4206240"/>
            <a:ext cx="2545003" cy="1645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요즘 우리 이야기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0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6035040"/>
            <a:ext cx="1737360" cy="822960"/>
          </a:xfrm>
          <a:prstGeom prst="rtTriangle">
            <a:avLst/>
          </a:prstGeom>
          <a:solidFill>
            <a:srgbClr val="F0D1E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0" y="6400800"/>
            <a:ext cx="914400" cy="457200"/>
          </a:xfrm>
          <a:prstGeom prst="rtTriangle">
            <a:avLst/>
          </a:prstGeom>
          <a:solidFill>
            <a:srgbClr val="C15CA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11187226" y="304495"/>
            <a:ext cx="271576" cy="422452"/>
          </a:xfrm>
          <a:prstGeom prst="ellipse">
            <a:avLst/>
          </a:prstGeom>
          <a:solidFill>
            <a:srgbClr val="C15CA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 rot="4320000">
            <a:off x="11435945" y="485199"/>
            <a:ext cx="271576" cy="422452"/>
          </a:xfrm>
          <a:prstGeom prst="ellipse">
            <a:avLst/>
          </a:prstGeom>
          <a:solidFill>
            <a:srgbClr val="F0D1E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 rot="8640000">
            <a:off x="11340943" y="777586"/>
            <a:ext cx="271576" cy="422452"/>
          </a:xfrm>
          <a:prstGeom prst="ellipse">
            <a:avLst/>
          </a:prstGeom>
          <a:solidFill>
            <a:srgbClr val="C15CA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 rot="12960000">
            <a:off x="11033510" y="777586"/>
            <a:ext cx="271576" cy="422452"/>
          </a:xfrm>
          <a:prstGeom prst="ellipse">
            <a:avLst/>
          </a:prstGeom>
          <a:solidFill>
            <a:srgbClr val="F0D1E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 rot="17280000">
            <a:off x="10938508" y="485199"/>
            <a:ext cx="271576" cy="422452"/>
          </a:xfrm>
          <a:prstGeom prst="ellipse">
            <a:avLst/>
          </a:prstGeom>
          <a:solidFill>
            <a:srgbClr val="C15CA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>
            <a:off x="11232489" y="686714"/>
            <a:ext cx="181051" cy="181051"/>
          </a:xfrm>
          <a:prstGeom prst="ellipse">
            <a:avLst/>
          </a:prstGeom>
          <a:solidFill>
            <a:srgbClr val="4991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장식"/>
          <p:cNvSpPr/>
          <p:nvPr/>
        </p:nvSpPr>
        <p:spPr>
          <a:xfrm rot="1200000">
            <a:off x="10746631" y="1001381"/>
            <a:ext cx="135788" cy="211226"/>
          </a:xfrm>
          <a:prstGeom prst="ellipse">
            <a:avLst/>
          </a:prstGeom>
          <a:solidFill>
            <a:srgbClr val="C15CA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장식"/>
          <p:cNvSpPr/>
          <p:nvPr/>
        </p:nvSpPr>
        <p:spPr>
          <a:xfrm rot="5520000">
            <a:off x="10832588" y="1128818"/>
            <a:ext cx="135788" cy="211226"/>
          </a:xfrm>
          <a:prstGeom prst="ellipse">
            <a:avLst/>
          </a:prstGeom>
          <a:solidFill>
            <a:srgbClr val="F0D1E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장식"/>
          <p:cNvSpPr/>
          <p:nvPr/>
        </p:nvSpPr>
        <p:spPr>
          <a:xfrm rot="9840000">
            <a:off x="10737951" y="1249948"/>
            <a:ext cx="135788" cy="211226"/>
          </a:xfrm>
          <a:prstGeom prst="ellipse">
            <a:avLst/>
          </a:prstGeom>
          <a:solidFill>
            <a:srgbClr val="C15CA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장식"/>
          <p:cNvSpPr/>
          <p:nvPr/>
        </p:nvSpPr>
        <p:spPr>
          <a:xfrm rot="14160000">
            <a:off x="10593504" y="1197374"/>
            <a:ext cx="135788" cy="211226"/>
          </a:xfrm>
          <a:prstGeom prst="ellipse">
            <a:avLst/>
          </a:prstGeom>
          <a:solidFill>
            <a:srgbClr val="F0D1E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장식"/>
          <p:cNvSpPr/>
          <p:nvPr/>
        </p:nvSpPr>
        <p:spPr>
          <a:xfrm rot="18480000">
            <a:off x="10598869" y="1043751"/>
            <a:ext cx="135788" cy="211226"/>
          </a:xfrm>
          <a:prstGeom prst="ellipse">
            <a:avLst/>
          </a:prstGeom>
          <a:solidFill>
            <a:srgbClr val="C15CA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장식"/>
          <p:cNvSpPr/>
          <p:nvPr/>
        </p:nvSpPr>
        <p:spPr>
          <a:xfrm>
            <a:off x="10724540" y="1184605"/>
            <a:ext cx="90525" cy="90525"/>
          </a:xfrm>
          <a:prstGeom prst="ellipse">
            <a:avLst/>
          </a:prstGeom>
          <a:solidFill>
            <a:srgbClr val="4991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장식"/>
          <p:cNvSpPr/>
          <p:nvPr/>
        </p:nvSpPr>
        <p:spPr>
          <a:xfrm rot="2400000">
            <a:off x="11889798" y="1107304"/>
            <a:ext cx="114062" cy="177430"/>
          </a:xfrm>
          <a:prstGeom prst="ellipse">
            <a:avLst/>
          </a:prstGeom>
          <a:solidFill>
            <a:srgbClr val="C15CA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장식"/>
          <p:cNvSpPr/>
          <p:nvPr/>
        </p:nvSpPr>
        <p:spPr>
          <a:xfrm rot="6720000">
            <a:off x="11921035" y="1232590"/>
            <a:ext cx="114062" cy="177430"/>
          </a:xfrm>
          <a:prstGeom prst="ellipse">
            <a:avLst/>
          </a:prstGeom>
          <a:solidFill>
            <a:srgbClr val="F0D1E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장식"/>
          <p:cNvSpPr/>
          <p:nvPr/>
        </p:nvSpPr>
        <p:spPr>
          <a:xfrm rot="11040000">
            <a:off x="11811534" y="1301015"/>
            <a:ext cx="114062" cy="177430"/>
          </a:xfrm>
          <a:prstGeom prst="ellipse">
            <a:avLst/>
          </a:prstGeom>
          <a:solidFill>
            <a:srgbClr val="C15CA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장식"/>
          <p:cNvSpPr/>
          <p:nvPr/>
        </p:nvSpPr>
        <p:spPr>
          <a:xfrm rot="15360000">
            <a:off x="11712620" y="1218017"/>
            <a:ext cx="114062" cy="177430"/>
          </a:xfrm>
          <a:prstGeom prst="ellipse">
            <a:avLst/>
          </a:prstGeom>
          <a:solidFill>
            <a:srgbClr val="F0D1E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장식"/>
          <p:cNvSpPr/>
          <p:nvPr/>
        </p:nvSpPr>
        <p:spPr>
          <a:xfrm rot="19680000">
            <a:off x="11760990" y="1098297"/>
            <a:ext cx="114062" cy="177430"/>
          </a:xfrm>
          <a:prstGeom prst="ellipse">
            <a:avLst/>
          </a:prstGeom>
          <a:solidFill>
            <a:srgbClr val="C15CA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장식"/>
          <p:cNvSpPr/>
          <p:nvPr/>
        </p:nvSpPr>
        <p:spPr>
          <a:xfrm>
            <a:off x="11838206" y="1242139"/>
            <a:ext cx="76041" cy="76041"/>
          </a:xfrm>
          <a:prstGeom prst="ellipse">
            <a:avLst/>
          </a:prstGeom>
          <a:solidFill>
            <a:srgbClr val="4991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972281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85326A"/>
                </a:solidFill>
              </a:rPr>
              <a:t>우리 가족의 약속</a:t>
            </a:r>
          </a:p>
        </p:txBody>
      </p:sp>
      <p:sp>
        <p:nvSpPr>
          <p:cNvPr id="23" name="줄 1"/>
          <p:cNvSpPr/>
          <p:nvPr/>
        </p:nvSpPr>
        <p:spPr>
          <a:xfrm>
            <a:off x="640080" y="1600200"/>
            <a:ext cx="10911535" cy="1005840"/>
          </a:xfrm>
          <a:prstGeom prst="roundRect">
            <a:avLst>
              <a:gd name="adj" fmla="val 8000"/>
            </a:avLst>
          </a:prstGeom>
          <a:solidFill>
            <a:srgbClr val="F9F0F6"/>
          </a:solidFill>
          <a:ln w="12700">
            <a:solidFill>
              <a:srgbClr val="F0D1E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번호 1"/>
          <p:cNvSpPr/>
          <p:nvPr/>
        </p:nvSpPr>
        <p:spPr>
          <a:xfrm>
            <a:off x="822959" y="1874519"/>
            <a:ext cx="457200" cy="457200"/>
          </a:xfrm>
          <a:prstGeom prst="ellipse">
            <a:avLst/>
          </a:prstGeom>
          <a:solidFill>
            <a:srgbClr val="C15CA0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08760" y="1645920"/>
            <a:ext cx="2743200" cy="9144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85326A"/>
                </a:solidFill>
              </a:rPr>
              <a:t>약속 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297680" y="1645920"/>
            <a:ext cx="7071055" cy="9144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2B2B2B"/>
                </a:solidFill>
              </a:rPr>
              <a:t>하루에 한 번 서로 안아 주기</a:t>
            </a:r>
          </a:p>
        </p:txBody>
      </p:sp>
      <p:sp>
        <p:nvSpPr>
          <p:cNvPr id="27" name="줄 2"/>
          <p:cNvSpPr/>
          <p:nvPr/>
        </p:nvSpPr>
        <p:spPr>
          <a:xfrm>
            <a:off x="640080" y="2743200"/>
            <a:ext cx="10911535" cy="1005840"/>
          </a:xfrm>
          <a:prstGeom prst="roundRect">
            <a:avLst>
              <a:gd name="adj" fmla="val 8000"/>
            </a:avLst>
          </a:prstGeom>
          <a:solidFill>
            <a:srgbClr val="F9F0F6"/>
          </a:solidFill>
          <a:ln w="12700">
            <a:solidFill>
              <a:srgbClr val="F0D1E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번호 2"/>
          <p:cNvSpPr/>
          <p:nvPr/>
        </p:nvSpPr>
        <p:spPr>
          <a:xfrm>
            <a:off x="822959" y="3017520"/>
            <a:ext cx="457200" cy="457200"/>
          </a:xfrm>
          <a:prstGeom prst="ellipse">
            <a:avLst/>
          </a:prstGeom>
          <a:solidFill>
            <a:srgbClr val="C15CA0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508760" y="2788920"/>
            <a:ext cx="2743200" cy="9144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85326A"/>
                </a:solidFill>
              </a:rPr>
              <a:t>약속 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297680" y="2788920"/>
            <a:ext cx="7071055" cy="9144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2B2B2B"/>
                </a:solidFill>
              </a:rPr>
              <a:t>화가 나도 잠자리 전엔 풀기</a:t>
            </a:r>
          </a:p>
        </p:txBody>
      </p:sp>
      <p:sp>
        <p:nvSpPr>
          <p:cNvPr id="31" name="줄 3"/>
          <p:cNvSpPr/>
          <p:nvPr/>
        </p:nvSpPr>
        <p:spPr>
          <a:xfrm>
            <a:off x="640080" y="3886200"/>
            <a:ext cx="10911535" cy="1005840"/>
          </a:xfrm>
          <a:prstGeom prst="roundRect">
            <a:avLst>
              <a:gd name="adj" fmla="val 8000"/>
            </a:avLst>
          </a:prstGeom>
          <a:solidFill>
            <a:srgbClr val="F9F0F6"/>
          </a:solidFill>
          <a:ln w="12700">
            <a:solidFill>
              <a:srgbClr val="F0D1E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번호 3"/>
          <p:cNvSpPr/>
          <p:nvPr/>
        </p:nvSpPr>
        <p:spPr>
          <a:xfrm>
            <a:off x="822959" y="4160520"/>
            <a:ext cx="457200" cy="457200"/>
          </a:xfrm>
          <a:prstGeom prst="ellipse">
            <a:avLst/>
          </a:prstGeom>
          <a:solidFill>
            <a:srgbClr val="C15CA0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508760" y="3931920"/>
            <a:ext cx="2743200" cy="9144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85326A"/>
                </a:solidFill>
              </a:rPr>
              <a:t>약속 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297680" y="3931920"/>
            <a:ext cx="7071055" cy="9144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2B2B2B"/>
                </a:solidFill>
              </a:rPr>
              <a:t>한 달에 한 번 데이트하기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0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6035040"/>
            <a:ext cx="1737360" cy="822960"/>
          </a:xfrm>
          <a:prstGeom prst="rtTriangle">
            <a:avLst/>
          </a:prstGeom>
          <a:solidFill>
            <a:srgbClr val="F0D1E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0" y="6400800"/>
            <a:ext cx="914400" cy="457200"/>
          </a:xfrm>
          <a:prstGeom prst="rtTriangle">
            <a:avLst/>
          </a:prstGeom>
          <a:solidFill>
            <a:srgbClr val="C15CA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11187226" y="304495"/>
            <a:ext cx="271576" cy="422452"/>
          </a:xfrm>
          <a:prstGeom prst="ellipse">
            <a:avLst/>
          </a:prstGeom>
          <a:solidFill>
            <a:srgbClr val="C15CA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 rot="4320000">
            <a:off x="11435945" y="485199"/>
            <a:ext cx="271576" cy="422452"/>
          </a:xfrm>
          <a:prstGeom prst="ellipse">
            <a:avLst/>
          </a:prstGeom>
          <a:solidFill>
            <a:srgbClr val="F0D1E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 rot="8640000">
            <a:off x="11340943" y="777586"/>
            <a:ext cx="271576" cy="422452"/>
          </a:xfrm>
          <a:prstGeom prst="ellipse">
            <a:avLst/>
          </a:prstGeom>
          <a:solidFill>
            <a:srgbClr val="C15CA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 rot="12960000">
            <a:off x="11033510" y="777586"/>
            <a:ext cx="271576" cy="422452"/>
          </a:xfrm>
          <a:prstGeom prst="ellipse">
            <a:avLst/>
          </a:prstGeom>
          <a:solidFill>
            <a:srgbClr val="F0D1E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 rot="17280000">
            <a:off x="10938508" y="485199"/>
            <a:ext cx="271576" cy="422452"/>
          </a:xfrm>
          <a:prstGeom prst="ellipse">
            <a:avLst/>
          </a:prstGeom>
          <a:solidFill>
            <a:srgbClr val="C15CA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>
            <a:off x="11232489" y="686714"/>
            <a:ext cx="181051" cy="181051"/>
          </a:xfrm>
          <a:prstGeom prst="ellipse">
            <a:avLst/>
          </a:prstGeom>
          <a:solidFill>
            <a:srgbClr val="4991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장식"/>
          <p:cNvSpPr/>
          <p:nvPr/>
        </p:nvSpPr>
        <p:spPr>
          <a:xfrm rot="1200000">
            <a:off x="10746631" y="1001381"/>
            <a:ext cx="135788" cy="211226"/>
          </a:xfrm>
          <a:prstGeom prst="ellipse">
            <a:avLst/>
          </a:prstGeom>
          <a:solidFill>
            <a:srgbClr val="C15CA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장식"/>
          <p:cNvSpPr/>
          <p:nvPr/>
        </p:nvSpPr>
        <p:spPr>
          <a:xfrm rot="5520000">
            <a:off x="10832588" y="1128818"/>
            <a:ext cx="135788" cy="211226"/>
          </a:xfrm>
          <a:prstGeom prst="ellipse">
            <a:avLst/>
          </a:prstGeom>
          <a:solidFill>
            <a:srgbClr val="F0D1E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장식"/>
          <p:cNvSpPr/>
          <p:nvPr/>
        </p:nvSpPr>
        <p:spPr>
          <a:xfrm rot="9840000">
            <a:off x="10737951" y="1249948"/>
            <a:ext cx="135788" cy="211226"/>
          </a:xfrm>
          <a:prstGeom prst="ellipse">
            <a:avLst/>
          </a:prstGeom>
          <a:solidFill>
            <a:srgbClr val="C15CA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장식"/>
          <p:cNvSpPr/>
          <p:nvPr/>
        </p:nvSpPr>
        <p:spPr>
          <a:xfrm rot="14160000">
            <a:off x="10593504" y="1197374"/>
            <a:ext cx="135788" cy="211226"/>
          </a:xfrm>
          <a:prstGeom prst="ellipse">
            <a:avLst/>
          </a:prstGeom>
          <a:solidFill>
            <a:srgbClr val="F0D1E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장식"/>
          <p:cNvSpPr/>
          <p:nvPr/>
        </p:nvSpPr>
        <p:spPr>
          <a:xfrm rot="18480000">
            <a:off x="10598869" y="1043751"/>
            <a:ext cx="135788" cy="211226"/>
          </a:xfrm>
          <a:prstGeom prst="ellipse">
            <a:avLst/>
          </a:prstGeom>
          <a:solidFill>
            <a:srgbClr val="C15CA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장식"/>
          <p:cNvSpPr/>
          <p:nvPr/>
        </p:nvSpPr>
        <p:spPr>
          <a:xfrm>
            <a:off x="10724540" y="1184605"/>
            <a:ext cx="90525" cy="90525"/>
          </a:xfrm>
          <a:prstGeom prst="ellipse">
            <a:avLst/>
          </a:prstGeom>
          <a:solidFill>
            <a:srgbClr val="4991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장식"/>
          <p:cNvSpPr/>
          <p:nvPr/>
        </p:nvSpPr>
        <p:spPr>
          <a:xfrm rot="2400000">
            <a:off x="11889798" y="1107304"/>
            <a:ext cx="114062" cy="177430"/>
          </a:xfrm>
          <a:prstGeom prst="ellipse">
            <a:avLst/>
          </a:prstGeom>
          <a:solidFill>
            <a:srgbClr val="C15CA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장식"/>
          <p:cNvSpPr/>
          <p:nvPr/>
        </p:nvSpPr>
        <p:spPr>
          <a:xfrm rot="6720000">
            <a:off x="11921035" y="1232590"/>
            <a:ext cx="114062" cy="177430"/>
          </a:xfrm>
          <a:prstGeom prst="ellipse">
            <a:avLst/>
          </a:prstGeom>
          <a:solidFill>
            <a:srgbClr val="F0D1E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장식"/>
          <p:cNvSpPr/>
          <p:nvPr/>
        </p:nvSpPr>
        <p:spPr>
          <a:xfrm rot="11040000">
            <a:off x="11811534" y="1301015"/>
            <a:ext cx="114062" cy="177430"/>
          </a:xfrm>
          <a:prstGeom prst="ellipse">
            <a:avLst/>
          </a:prstGeom>
          <a:solidFill>
            <a:srgbClr val="C15CA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장식"/>
          <p:cNvSpPr/>
          <p:nvPr/>
        </p:nvSpPr>
        <p:spPr>
          <a:xfrm rot="15360000">
            <a:off x="11712620" y="1218017"/>
            <a:ext cx="114062" cy="177430"/>
          </a:xfrm>
          <a:prstGeom prst="ellipse">
            <a:avLst/>
          </a:prstGeom>
          <a:solidFill>
            <a:srgbClr val="F0D1E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장식"/>
          <p:cNvSpPr/>
          <p:nvPr/>
        </p:nvSpPr>
        <p:spPr>
          <a:xfrm rot="19680000">
            <a:off x="11760990" y="1098297"/>
            <a:ext cx="114062" cy="177430"/>
          </a:xfrm>
          <a:prstGeom prst="ellipse">
            <a:avLst/>
          </a:prstGeom>
          <a:solidFill>
            <a:srgbClr val="C15CA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장식"/>
          <p:cNvSpPr/>
          <p:nvPr/>
        </p:nvSpPr>
        <p:spPr>
          <a:xfrm>
            <a:off x="11838206" y="1242139"/>
            <a:ext cx="76041" cy="76041"/>
          </a:xfrm>
          <a:prstGeom prst="ellipse">
            <a:avLst/>
          </a:prstGeom>
          <a:solidFill>
            <a:srgbClr val="4991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972281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85326A"/>
                </a:solidFill>
              </a:rPr>
              <a:t>가족 사진</a:t>
            </a:r>
          </a:p>
        </p:txBody>
      </p:sp>
      <p:sp>
        <p:nvSpPr>
          <p:cNvPr id="23" name="사진 자리"/>
          <p:cNvSpPr/>
          <p:nvPr/>
        </p:nvSpPr>
        <p:spPr>
          <a:xfrm>
            <a:off x="640080" y="1600200"/>
            <a:ext cx="3515258" cy="2308860"/>
          </a:xfrm>
          <a:prstGeom prst="roundRect">
            <a:avLst>
              <a:gd name="adj" fmla="val 6000"/>
            </a:avLst>
          </a:prstGeom>
          <a:solidFill>
            <a:srgbClr val="F0D1E5"/>
          </a:solidFill>
          <a:ln w="19050">
            <a:solidFill>
              <a:srgbClr val="C15CA0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85326A"/>
                </a:solidFill>
              </a:rPr>
              <a:t>사진 1</a:t>
            </a:r>
          </a:p>
        </p:txBody>
      </p:sp>
      <p:sp>
        <p:nvSpPr>
          <p:cNvPr id="24" name="사진 자리"/>
          <p:cNvSpPr/>
          <p:nvPr/>
        </p:nvSpPr>
        <p:spPr>
          <a:xfrm>
            <a:off x="4338218" y="1600200"/>
            <a:ext cx="3515258" cy="2308860"/>
          </a:xfrm>
          <a:prstGeom prst="roundRect">
            <a:avLst>
              <a:gd name="adj" fmla="val 6000"/>
            </a:avLst>
          </a:prstGeom>
          <a:solidFill>
            <a:srgbClr val="F0D1E5"/>
          </a:solidFill>
          <a:ln w="19050">
            <a:solidFill>
              <a:srgbClr val="C15CA0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85326A"/>
                </a:solidFill>
              </a:rPr>
              <a:t>사진 2</a:t>
            </a:r>
          </a:p>
        </p:txBody>
      </p:sp>
      <p:sp>
        <p:nvSpPr>
          <p:cNvPr id="25" name="사진 자리"/>
          <p:cNvSpPr/>
          <p:nvPr/>
        </p:nvSpPr>
        <p:spPr>
          <a:xfrm>
            <a:off x="8036356" y="1600200"/>
            <a:ext cx="3515258" cy="2308860"/>
          </a:xfrm>
          <a:prstGeom prst="roundRect">
            <a:avLst>
              <a:gd name="adj" fmla="val 6000"/>
            </a:avLst>
          </a:prstGeom>
          <a:solidFill>
            <a:srgbClr val="F0D1E5"/>
          </a:solidFill>
          <a:ln w="19050">
            <a:solidFill>
              <a:srgbClr val="C15CA0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85326A"/>
                </a:solidFill>
              </a:rPr>
              <a:t>사진 3</a:t>
            </a:r>
          </a:p>
        </p:txBody>
      </p:sp>
      <p:sp>
        <p:nvSpPr>
          <p:cNvPr id="26" name="사진 자리"/>
          <p:cNvSpPr/>
          <p:nvPr/>
        </p:nvSpPr>
        <p:spPr>
          <a:xfrm>
            <a:off x="640080" y="4091939"/>
            <a:ext cx="3515258" cy="2308860"/>
          </a:xfrm>
          <a:prstGeom prst="roundRect">
            <a:avLst>
              <a:gd name="adj" fmla="val 6000"/>
            </a:avLst>
          </a:prstGeom>
          <a:solidFill>
            <a:srgbClr val="F0D1E5"/>
          </a:solidFill>
          <a:ln w="19050">
            <a:solidFill>
              <a:srgbClr val="C15CA0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85326A"/>
                </a:solidFill>
              </a:rPr>
              <a:t>사진 4</a:t>
            </a:r>
          </a:p>
        </p:txBody>
      </p:sp>
      <p:sp>
        <p:nvSpPr>
          <p:cNvPr id="27" name="사진 자리"/>
          <p:cNvSpPr/>
          <p:nvPr/>
        </p:nvSpPr>
        <p:spPr>
          <a:xfrm>
            <a:off x="4338218" y="4091939"/>
            <a:ext cx="3515258" cy="2308860"/>
          </a:xfrm>
          <a:prstGeom prst="roundRect">
            <a:avLst>
              <a:gd name="adj" fmla="val 6000"/>
            </a:avLst>
          </a:prstGeom>
          <a:solidFill>
            <a:srgbClr val="F0D1E5"/>
          </a:solidFill>
          <a:ln w="19050">
            <a:solidFill>
              <a:srgbClr val="C15CA0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85326A"/>
                </a:solidFill>
              </a:rPr>
              <a:t>사진 5</a:t>
            </a:r>
          </a:p>
        </p:txBody>
      </p:sp>
      <p:sp>
        <p:nvSpPr>
          <p:cNvPr id="28" name="사진 자리"/>
          <p:cNvSpPr/>
          <p:nvPr/>
        </p:nvSpPr>
        <p:spPr>
          <a:xfrm>
            <a:off x="8036356" y="4091939"/>
            <a:ext cx="3515258" cy="2308860"/>
          </a:xfrm>
          <a:prstGeom prst="roundRect">
            <a:avLst>
              <a:gd name="adj" fmla="val 6000"/>
            </a:avLst>
          </a:prstGeom>
          <a:solidFill>
            <a:srgbClr val="F0D1E5"/>
          </a:solidFill>
          <a:ln w="19050">
            <a:solidFill>
              <a:srgbClr val="C15CA0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85326A"/>
                </a:solidFill>
              </a:rPr>
              <a:t>사진 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0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2880360"/>
            <a:ext cx="5486262" cy="3977639"/>
          </a:xfrm>
          <a:prstGeom prst="rtTriangle">
            <a:avLst/>
          </a:prstGeom>
          <a:solidFill>
            <a:srgbClr val="F0D1E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0" y="4526280"/>
            <a:ext cx="3169840" cy="2331720"/>
          </a:xfrm>
          <a:prstGeom prst="rtTriangle">
            <a:avLst/>
          </a:prstGeom>
          <a:solidFill>
            <a:srgbClr val="C15CA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 rot="10800000">
            <a:off x="7802684" y="0"/>
            <a:ext cx="4389010" cy="2743200"/>
          </a:xfrm>
          <a:prstGeom prst="rtTriangle">
            <a:avLst/>
          </a:prstGeom>
          <a:solidFill>
            <a:srgbClr val="F0D1E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>
            <a:off x="9870691" y="3511296"/>
            <a:ext cx="740664" cy="1152143"/>
          </a:xfrm>
          <a:prstGeom prst="ellipse">
            <a:avLst/>
          </a:prstGeom>
          <a:solidFill>
            <a:srgbClr val="C15CA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 rot="4320000">
            <a:off x="10549015" y="4004127"/>
            <a:ext cx="740664" cy="1152143"/>
          </a:xfrm>
          <a:prstGeom prst="ellipse">
            <a:avLst/>
          </a:prstGeom>
          <a:solidFill>
            <a:srgbClr val="F0D1E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 rot="8640000">
            <a:off x="10289919" y="4801544"/>
            <a:ext cx="740664" cy="1152143"/>
          </a:xfrm>
          <a:prstGeom prst="ellipse">
            <a:avLst/>
          </a:prstGeom>
          <a:solidFill>
            <a:srgbClr val="C15CA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 rot="12960000">
            <a:off x="9451464" y="4801544"/>
            <a:ext cx="740664" cy="1152143"/>
          </a:xfrm>
          <a:prstGeom prst="ellipse">
            <a:avLst/>
          </a:prstGeom>
          <a:solidFill>
            <a:srgbClr val="F0D1E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 rot="17280000">
            <a:off x="9192368" y="4004127"/>
            <a:ext cx="740664" cy="1152143"/>
          </a:xfrm>
          <a:prstGeom prst="ellipse">
            <a:avLst/>
          </a:prstGeom>
          <a:solidFill>
            <a:srgbClr val="C15CA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장식"/>
          <p:cNvSpPr/>
          <p:nvPr/>
        </p:nvSpPr>
        <p:spPr>
          <a:xfrm>
            <a:off x="9994135" y="4553712"/>
            <a:ext cx="493775" cy="493775"/>
          </a:xfrm>
          <a:prstGeom prst="ellipse">
            <a:avLst/>
          </a:prstGeom>
          <a:solidFill>
            <a:srgbClr val="4991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장식"/>
          <p:cNvSpPr/>
          <p:nvPr/>
        </p:nvSpPr>
        <p:spPr>
          <a:xfrm rot="1200000">
            <a:off x="8669067" y="5411894"/>
            <a:ext cx="370332" cy="576071"/>
          </a:xfrm>
          <a:prstGeom prst="ellipse">
            <a:avLst/>
          </a:prstGeom>
          <a:solidFill>
            <a:srgbClr val="C15CA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장식"/>
          <p:cNvSpPr/>
          <p:nvPr/>
        </p:nvSpPr>
        <p:spPr>
          <a:xfrm rot="5520000">
            <a:off x="8903496" y="5759449"/>
            <a:ext cx="370332" cy="576071"/>
          </a:xfrm>
          <a:prstGeom prst="ellipse">
            <a:avLst/>
          </a:prstGeom>
          <a:solidFill>
            <a:srgbClr val="F0D1E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장식"/>
          <p:cNvSpPr/>
          <p:nvPr/>
        </p:nvSpPr>
        <p:spPr>
          <a:xfrm rot="9840000">
            <a:off x="8645394" y="6089805"/>
            <a:ext cx="370332" cy="576071"/>
          </a:xfrm>
          <a:prstGeom prst="ellipse">
            <a:avLst/>
          </a:prstGeom>
          <a:solidFill>
            <a:srgbClr val="C15CA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장식"/>
          <p:cNvSpPr/>
          <p:nvPr/>
        </p:nvSpPr>
        <p:spPr>
          <a:xfrm rot="14160000">
            <a:off x="8251449" y="5946421"/>
            <a:ext cx="370332" cy="576071"/>
          </a:xfrm>
          <a:prstGeom prst="ellipse">
            <a:avLst/>
          </a:prstGeom>
          <a:solidFill>
            <a:srgbClr val="F0D1E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장식"/>
          <p:cNvSpPr/>
          <p:nvPr/>
        </p:nvSpPr>
        <p:spPr>
          <a:xfrm rot="18480000">
            <a:off x="8266080" y="5527449"/>
            <a:ext cx="370332" cy="576071"/>
          </a:xfrm>
          <a:prstGeom prst="ellipse">
            <a:avLst/>
          </a:prstGeom>
          <a:solidFill>
            <a:srgbClr val="C15CA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장식"/>
          <p:cNvSpPr/>
          <p:nvPr/>
        </p:nvSpPr>
        <p:spPr>
          <a:xfrm>
            <a:off x="8608819" y="5911596"/>
            <a:ext cx="246887" cy="246887"/>
          </a:xfrm>
          <a:prstGeom prst="ellipse">
            <a:avLst/>
          </a:prstGeom>
          <a:solidFill>
            <a:srgbClr val="4991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장식"/>
          <p:cNvSpPr/>
          <p:nvPr/>
        </p:nvSpPr>
        <p:spPr>
          <a:xfrm rot="2400000">
            <a:off x="11786796" y="5700775"/>
            <a:ext cx="311078" cy="483900"/>
          </a:xfrm>
          <a:prstGeom prst="ellipse">
            <a:avLst/>
          </a:prstGeom>
          <a:solidFill>
            <a:srgbClr val="C15CA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장식"/>
          <p:cNvSpPr/>
          <p:nvPr/>
        </p:nvSpPr>
        <p:spPr>
          <a:xfrm rot="6720000">
            <a:off x="11871989" y="6042465"/>
            <a:ext cx="311078" cy="483900"/>
          </a:xfrm>
          <a:prstGeom prst="ellipse">
            <a:avLst/>
          </a:prstGeom>
          <a:solidFill>
            <a:srgbClr val="F0D1E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장식"/>
          <p:cNvSpPr/>
          <p:nvPr/>
        </p:nvSpPr>
        <p:spPr>
          <a:xfrm rot="11040000">
            <a:off x="11573348" y="6229077"/>
            <a:ext cx="311078" cy="483900"/>
          </a:xfrm>
          <a:prstGeom prst="ellipse">
            <a:avLst/>
          </a:prstGeom>
          <a:solidFill>
            <a:srgbClr val="C15CA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장식"/>
          <p:cNvSpPr/>
          <p:nvPr/>
        </p:nvSpPr>
        <p:spPr>
          <a:xfrm rot="15360000">
            <a:off x="11303585" y="6002719"/>
            <a:ext cx="311078" cy="483900"/>
          </a:xfrm>
          <a:prstGeom prst="ellipse">
            <a:avLst/>
          </a:prstGeom>
          <a:solidFill>
            <a:srgbClr val="F0D1E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장식"/>
          <p:cNvSpPr/>
          <p:nvPr/>
        </p:nvSpPr>
        <p:spPr>
          <a:xfrm rot="19680000">
            <a:off x="11435503" y="5676210"/>
            <a:ext cx="311078" cy="483900"/>
          </a:xfrm>
          <a:prstGeom prst="ellipse">
            <a:avLst/>
          </a:prstGeom>
          <a:solidFill>
            <a:srgbClr val="C15CA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장식"/>
          <p:cNvSpPr/>
          <p:nvPr/>
        </p:nvSpPr>
        <p:spPr>
          <a:xfrm>
            <a:off x="11646091" y="6068507"/>
            <a:ext cx="207385" cy="207385"/>
          </a:xfrm>
          <a:prstGeom prst="ellipse">
            <a:avLst/>
          </a:prstGeom>
          <a:solidFill>
            <a:srgbClr val="4991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75335" y="1097280"/>
            <a:ext cx="7558851" cy="146304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600" b="1" i="0">
                <a:solidFill>
                  <a:srgbClr val="85326A"/>
                </a:solidFill>
              </a:rPr>
              <a:t>우리 가족을 소개했어요</a:t>
            </a:r>
          </a:p>
        </p:txBody>
      </p:sp>
      <p:sp>
        <p:nvSpPr>
          <p:cNvPr id="24" name="한 줄 문구"/>
          <p:cNvSpPr txBox="1"/>
          <p:nvPr/>
        </p:nvSpPr>
        <p:spPr>
          <a:xfrm>
            <a:off x="975335" y="2651760"/>
            <a:ext cx="7315017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1">
                <a:solidFill>
                  <a:srgbClr val="85326A"/>
                </a:solidFill>
              </a:rPr>
              <a:t>함께여서 늘 든든합니다</a:t>
            </a:r>
          </a:p>
        </p:txBody>
      </p:sp>
      <p:sp>
        <p:nvSpPr>
          <p:cNvPr id="25" name="안내 문구"/>
          <p:cNvSpPr txBox="1"/>
          <p:nvPr/>
        </p:nvSpPr>
        <p:spPr>
          <a:xfrm>
            <a:off x="975335" y="3520439"/>
            <a:ext cx="7315017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고맙습니다 · 가족 이름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우리 부부 가족 소개">
  <a:themeElements>
    <a:clrScheme name="Office">
      <a:dk1>
        <a:sysClr val="windowText" lastClr="000000"/>
      </a:dk1>
      <a:lt1>
        <a:sysClr val="window" lastClr="FFFFFF"/>
      </a:lt1>
      <a:dk2>
        <a:srgbClr val="85326A"/>
      </a:dk2>
      <a:lt2>
        <a:srgbClr val="F9F0F6"/>
      </a:lt2>
      <a:accent1>
        <a:srgbClr val="C15CA0"/>
      </a:accent1>
      <a:accent2>
        <a:srgbClr val="49913B"/>
      </a:accent2>
      <a:accent3>
        <a:srgbClr val="85326A"/>
      </a:accent3>
      <a:accent4>
        <a:srgbClr val="F0D1E5"/>
      </a:accent4>
      <a:accent5>
        <a:srgbClr val="85766E"/>
      </a:accent5>
      <a:accent6>
        <a:srgbClr val="B684A6"/>
      </a:accent6>
      <a:hlink>
        <a:srgbClr val="C15CA0"/>
      </a:hlink>
      <a:folHlink>
        <a:srgbClr val="85326A"/>
      </a:folHlink>
    </a:clrScheme>
    <a:fontScheme name="Office">
      <a:maj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우리 부부 가족 소개</dc:title>
  <dc:subject/>
  <dc:creator>우체국보험 상담 안내</dc:creator>
  <cp:keywords/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