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도시락 싸 들고 연둣빛 숲길로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할아버지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할머니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20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아빠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엄마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큰아이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작은아이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4965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FA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7ED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EDB1"/>
                </a:solidFill>
              </a:rPr>
              <a:t>할아버지 할머니의 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7ED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EDB1"/>
                </a:solidFill>
              </a:rPr>
              <a:t>부모가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새로운 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7ED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EDB1"/>
                </a:solidFill>
              </a:rPr>
              <a:t>온 가족 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한자리에 모인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7ED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EDB1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97ED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97ED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97ED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1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