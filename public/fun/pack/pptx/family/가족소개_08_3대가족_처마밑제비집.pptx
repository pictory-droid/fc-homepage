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family-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16263B"/>
                </a:solidFill>
              </a:rPr>
              <a:t>우리 가족을 소개합니다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16263B"/>
                </a:solidFill>
              </a:rPr>
              <a:t>처마 밑 제비집을 올려다보던 삼대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3대 가족 · 2027. 00. 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10637215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1DE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6263B"/>
                </a:solidFill>
              </a:rPr>
              <a:t>가족 구성원</a:t>
            </a:r>
          </a:p>
        </p:txBody>
      </p:sp>
      <p:sp>
        <p:nvSpPr>
          <p:cNvPr id="4" name="사진 자리"/>
          <p:cNvSpPr/>
          <p:nvPr/>
        </p:nvSpPr>
        <p:spPr>
          <a:xfrm>
            <a:off x="777240" y="1600200"/>
            <a:ext cx="1353769" cy="1353769"/>
          </a:xfrm>
          <a:prstGeom prst="ellipse">
            <a:avLst/>
          </a:prstGeom>
          <a:solidFill>
            <a:srgbClr val="D1DEF0"/>
          </a:solidFill>
          <a:ln w="19050">
            <a:solidFill>
              <a:srgbClr val="2A476F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6263B"/>
                </a:solidFill>
              </a:rPr>
              <a:t>사진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45409"/>
            <a:ext cx="162808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6263B"/>
                </a:solidFill>
              </a:rPr>
              <a:t>할아버지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19" y="3502609"/>
            <a:ext cx="1445209" cy="289819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성함 · 연세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좋아하시는 것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손주에게 한마디</a:t>
            </a:r>
          </a:p>
        </p:txBody>
      </p:sp>
      <p:sp>
        <p:nvSpPr>
          <p:cNvPr id="7" name="사진 자리"/>
          <p:cNvSpPr/>
          <p:nvPr/>
        </p:nvSpPr>
        <p:spPr>
          <a:xfrm>
            <a:off x="2633929" y="1600200"/>
            <a:ext cx="1353769" cy="1353769"/>
          </a:xfrm>
          <a:prstGeom prst="ellipse">
            <a:avLst/>
          </a:prstGeom>
          <a:solidFill>
            <a:srgbClr val="D1DEF0"/>
          </a:solidFill>
          <a:ln w="19050">
            <a:solidFill>
              <a:srgbClr val="2A476F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6263B"/>
                </a:solidFill>
              </a:rPr>
              <a:t>사진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96769" y="3045409"/>
            <a:ext cx="162808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6263B"/>
                </a:solidFill>
              </a:rPr>
              <a:t>할머니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88209" y="3502609"/>
            <a:ext cx="1445209" cy="289819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성함 · 연세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좋아하시는 것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손주에게 한마디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4490618" y="1600200"/>
            <a:ext cx="1353769" cy="1353769"/>
          </a:xfrm>
          <a:prstGeom prst="ellipse">
            <a:avLst/>
          </a:prstGeom>
          <a:solidFill>
            <a:srgbClr val="D1DEF0"/>
          </a:solidFill>
          <a:ln w="19050">
            <a:solidFill>
              <a:srgbClr val="2A476F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6263B"/>
                </a:solidFill>
              </a:rPr>
              <a:t>사진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53458" y="3045409"/>
            <a:ext cx="162808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6263B"/>
                </a:solidFill>
              </a:rPr>
              <a:t>아빠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44898" y="3502609"/>
            <a:ext cx="1445209" cy="289819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나의 한마디</a:t>
            </a:r>
          </a:p>
        </p:txBody>
      </p:sp>
      <p:sp>
        <p:nvSpPr>
          <p:cNvPr id="13" name="사진 자리"/>
          <p:cNvSpPr/>
          <p:nvPr/>
        </p:nvSpPr>
        <p:spPr>
          <a:xfrm>
            <a:off x="6347307" y="1600200"/>
            <a:ext cx="1353769" cy="1353769"/>
          </a:xfrm>
          <a:prstGeom prst="ellipse">
            <a:avLst/>
          </a:prstGeom>
          <a:solidFill>
            <a:srgbClr val="D1DEF0"/>
          </a:solidFill>
          <a:ln w="19050">
            <a:solidFill>
              <a:srgbClr val="2A476F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6263B"/>
                </a:solidFill>
              </a:rPr>
              <a:t>사진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0147" y="3045409"/>
            <a:ext cx="162808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6263B"/>
                </a:solidFill>
              </a:rPr>
              <a:t>엄마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1587" y="3502609"/>
            <a:ext cx="1445209" cy="289819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나의 한마디</a:t>
            </a:r>
          </a:p>
        </p:txBody>
      </p:sp>
      <p:sp>
        <p:nvSpPr>
          <p:cNvPr id="16" name="사진 자리"/>
          <p:cNvSpPr/>
          <p:nvPr/>
        </p:nvSpPr>
        <p:spPr>
          <a:xfrm>
            <a:off x="8203996" y="1600200"/>
            <a:ext cx="1353769" cy="1353769"/>
          </a:xfrm>
          <a:prstGeom prst="ellipse">
            <a:avLst/>
          </a:prstGeom>
          <a:solidFill>
            <a:srgbClr val="D1DEF0"/>
          </a:solidFill>
          <a:ln w="19050">
            <a:solidFill>
              <a:srgbClr val="2A476F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6263B"/>
                </a:solidFill>
              </a:rPr>
              <a:t>사진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66836" y="3045409"/>
            <a:ext cx="162808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6263B"/>
                </a:solidFill>
              </a:rPr>
              <a:t>큰아이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58276" y="3502609"/>
            <a:ext cx="1445209" cy="289819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좋아하는 것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한마디</a:t>
            </a:r>
          </a:p>
        </p:txBody>
      </p:sp>
      <p:sp>
        <p:nvSpPr>
          <p:cNvPr id="19" name="사진 자리"/>
          <p:cNvSpPr/>
          <p:nvPr/>
        </p:nvSpPr>
        <p:spPr>
          <a:xfrm>
            <a:off x="10060686" y="1600200"/>
            <a:ext cx="1353769" cy="1353769"/>
          </a:xfrm>
          <a:prstGeom prst="ellipse">
            <a:avLst/>
          </a:prstGeom>
          <a:solidFill>
            <a:srgbClr val="D1DEF0"/>
          </a:solidFill>
          <a:ln w="19050">
            <a:solidFill>
              <a:srgbClr val="2A476F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6263B"/>
                </a:solidFill>
              </a:rPr>
              <a:t>사진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23526" y="3045409"/>
            <a:ext cx="162808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6263B"/>
                </a:solidFill>
              </a:rPr>
              <a:t>작은아이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14965" y="3502609"/>
            <a:ext cx="1445209" cy="289819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좋아하는 것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한마디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10637215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1DE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6263B"/>
                </a:solidFill>
              </a:rPr>
              <a:t>우리 가족 이야기</a:t>
            </a:r>
          </a:p>
        </p:txBody>
      </p:sp>
      <p:sp>
        <p:nvSpPr>
          <p:cNvPr id="4" name="타임라인 선"/>
          <p:cNvSpPr/>
          <p:nvPr/>
        </p:nvSpPr>
        <p:spPr>
          <a:xfrm>
            <a:off x="640080" y="3337560"/>
            <a:ext cx="10911535" cy="54864"/>
          </a:xfrm>
          <a:prstGeom prst="rect">
            <a:avLst/>
          </a:prstGeom>
          <a:solidFill>
            <a:srgbClr val="D1DE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때 1"/>
          <p:cNvSpPr/>
          <p:nvPr/>
        </p:nvSpPr>
        <p:spPr>
          <a:xfrm>
            <a:off x="1802853" y="3154680"/>
            <a:ext cx="402336" cy="402336"/>
          </a:xfrm>
          <a:prstGeom prst="ellipse">
            <a:avLst/>
          </a:prstGeom>
          <a:solidFill>
            <a:srgbClr val="2A476F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A476F"/>
                </a:solidFill>
              </a:rPr>
              <a:t>할아버지 할머니의 이야기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19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6263B"/>
                </a:solidFill>
              </a:rPr>
              <a:t>뿌리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가족의 시작을 적어요</a:t>
            </a:r>
          </a:p>
        </p:txBody>
      </p:sp>
      <p:sp>
        <p:nvSpPr>
          <p:cNvPr id="9" name="때 2"/>
          <p:cNvSpPr/>
          <p:nvPr/>
        </p:nvSpPr>
        <p:spPr>
          <a:xfrm>
            <a:off x="4530737" y="3154680"/>
            <a:ext cx="402336" cy="402336"/>
          </a:xfrm>
          <a:prstGeom prst="ellipse">
            <a:avLst/>
          </a:prstGeom>
          <a:solidFill>
            <a:srgbClr val="2A476F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13683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A476F"/>
                </a:solidFill>
              </a:rPr>
              <a:t>부모가 된 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59403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6263B"/>
                </a:solidFill>
              </a:rPr>
              <a:t>새로운 가지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59403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그날의 기억을 적어요</a:t>
            </a:r>
          </a:p>
        </p:txBody>
      </p:sp>
      <p:sp>
        <p:nvSpPr>
          <p:cNvPr id="13" name="때 3"/>
          <p:cNvSpPr/>
          <p:nvPr/>
        </p:nvSpPr>
        <p:spPr>
          <a:xfrm>
            <a:off x="7258621" y="3154680"/>
            <a:ext cx="402336" cy="402336"/>
          </a:xfrm>
          <a:prstGeom prst="ellipse">
            <a:avLst/>
          </a:prstGeom>
          <a:solidFill>
            <a:srgbClr val="2A476F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41567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A476F"/>
                </a:solidFill>
              </a:rPr>
              <a:t>온 가족 모임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87287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6263B"/>
                </a:solidFill>
              </a:rPr>
              <a:t>한자리에 모인 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87287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가장 즐거웠던 명절</a:t>
            </a:r>
          </a:p>
        </p:txBody>
      </p:sp>
      <p:sp>
        <p:nvSpPr>
          <p:cNvPr id="17" name="때 4"/>
          <p:cNvSpPr/>
          <p:nvPr/>
        </p:nvSpPr>
        <p:spPr>
          <a:xfrm>
            <a:off x="9986505" y="3154680"/>
            <a:ext cx="402336" cy="402336"/>
          </a:xfrm>
          <a:prstGeom prst="ellipse">
            <a:avLst/>
          </a:prstGeom>
          <a:solidFill>
            <a:srgbClr val="2A476F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451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A476F"/>
                </a:solidFill>
              </a:rPr>
              <a:t>지금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171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6263B"/>
                </a:solidFill>
              </a:rPr>
              <a:t>오늘의 우리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15171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요즘 우리 이야기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10637215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1DE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6263B"/>
                </a:solidFill>
              </a:rPr>
              <a:t>우리 가족의 약속</a:t>
            </a:r>
          </a:p>
        </p:txBody>
      </p:sp>
      <p:sp>
        <p:nvSpPr>
          <p:cNvPr id="4" name="줄 1"/>
          <p:cNvSpPr/>
          <p:nvPr/>
        </p:nvSpPr>
        <p:spPr>
          <a:xfrm>
            <a:off x="640080" y="1600200"/>
            <a:ext cx="10911535" cy="100584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E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번호 1"/>
          <p:cNvSpPr/>
          <p:nvPr/>
        </p:nvSpPr>
        <p:spPr>
          <a:xfrm>
            <a:off x="822959" y="1874519"/>
            <a:ext cx="457200" cy="457200"/>
          </a:xfrm>
          <a:prstGeom prst="ellipse">
            <a:avLst/>
          </a:prstGeom>
          <a:solidFill>
            <a:srgbClr val="2A476F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164592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6263B"/>
                </a:solidFill>
              </a:rPr>
              <a:t>약속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64592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명절에는 모두 한자리에 모이기</a:t>
            </a:r>
          </a:p>
        </p:txBody>
      </p:sp>
      <p:sp>
        <p:nvSpPr>
          <p:cNvPr id="8" name="줄 2"/>
          <p:cNvSpPr/>
          <p:nvPr/>
        </p:nvSpPr>
        <p:spPr>
          <a:xfrm>
            <a:off x="640080" y="2743200"/>
            <a:ext cx="10911535" cy="100584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E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번호 2"/>
          <p:cNvSpPr/>
          <p:nvPr/>
        </p:nvSpPr>
        <p:spPr>
          <a:xfrm>
            <a:off x="822959" y="3017520"/>
            <a:ext cx="457200" cy="457200"/>
          </a:xfrm>
          <a:prstGeom prst="ellipse">
            <a:avLst/>
          </a:prstGeom>
          <a:solidFill>
            <a:srgbClr val="2A476F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78892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6263B"/>
                </a:solidFill>
              </a:rPr>
              <a:t>약속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78892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어른께 먼저 안부 전하기</a:t>
            </a:r>
          </a:p>
        </p:txBody>
      </p:sp>
      <p:sp>
        <p:nvSpPr>
          <p:cNvPr id="12" name="줄 3"/>
          <p:cNvSpPr/>
          <p:nvPr/>
        </p:nvSpPr>
        <p:spPr>
          <a:xfrm>
            <a:off x="640080" y="3886200"/>
            <a:ext cx="10911535" cy="1005840"/>
          </a:xfrm>
          <a:prstGeom prst="roundRect">
            <a:avLst>
              <a:gd name="adj" fmla="val 8000"/>
            </a:avLst>
          </a:prstGeom>
          <a:solidFill>
            <a:srgbClr val="F0F4F9"/>
          </a:solidFill>
          <a:ln w="12700">
            <a:solidFill>
              <a:srgbClr val="D1DEF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번호 3"/>
          <p:cNvSpPr/>
          <p:nvPr/>
        </p:nvSpPr>
        <p:spPr>
          <a:xfrm>
            <a:off x="822959" y="4160520"/>
            <a:ext cx="457200" cy="457200"/>
          </a:xfrm>
          <a:prstGeom prst="ellipse">
            <a:avLst/>
          </a:prstGeom>
          <a:solidFill>
            <a:srgbClr val="2A476F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393192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6263B"/>
                </a:solidFill>
              </a:rPr>
              <a:t>약속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393192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한 달에 한 번 가족 식사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10637215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1DE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6263B"/>
                </a:solidFill>
              </a:rPr>
              <a:t>가족 사진</a:t>
            </a:r>
          </a:p>
        </p:txBody>
      </p:sp>
      <p:sp>
        <p:nvSpPr>
          <p:cNvPr id="4" name="사진 자리"/>
          <p:cNvSpPr/>
          <p:nvPr/>
        </p:nvSpPr>
        <p:spPr>
          <a:xfrm>
            <a:off x="640080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1DEF0"/>
          </a:solidFill>
          <a:ln w="19050">
            <a:solidFill>
              <a:srgbClr val="2A476F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6263B"/>
                </a:solidFill>
              </a:rPr>
              <a:t>사진 1</a:t>
            </a:r>
          </a:p>
        </p:txBody>
      </p:sp>
      <p:sp>
        <p:nvSpPr>
          <p:cNvPr id="5" name="사진 자리"/>
          <p:cNvSpPr/>
          <p:nvPr/>
        </p:nvSpPr>
        <p:spPr>
          <a:xfrm>
            <a:off x="4338218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1DEF0"/>
          </a:solidFill>
          <a:ln w="19050">
            <a:solidFill>
              <a:srgbClr val="2A476F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6263B"/>
                </a:solidFill>
              </a:rPr>
              <a:t>사진 2</a:t>
            </a:r>
          </a:p>
        </p:txBody>
      </p:sp>
      <p:sp>
        <p:nvSpPr>
          <p:cNvPr id="6" name="사진 자리"/>
          <p:cNvSpPr/>
          <p:nvPr/>
        </p:nvSpPr>
        <p:spPr>
          <a:xfrm>
            <a:off x="8036356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1DEF0"/>
          </a:solidFill>
          <a:ln w="19050">
            <a:solidFill>
              <a:srgbClr val="2A476F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6263B"/>
                </a:solidFill>
              </a:rPr>
              <a:t>사진 3</a:t>
            </a:r>
          </a:p>
        </p:txBody>
      </p:sp>
      <p:sp>
        <p:nvSpPr>
          <p:cNvPr id="7" name="사진 자리"/>
          <p:cNvSpPr/>
          <p:nvPr/>
        </p:nvSpPr>
        <p:spPr>
          <a:xfrm>
            <a:off x="640080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1DEF0"/>
          </a:solidFill>
          <a:ln w="19050">
            <a:solidFill>
              <a:srgbClr val="2A476F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6263B"/>
                </a:solidFill>
              </a:rPr>
              <a:t>사진 4</a:t>
            </a:r>
          </a:p>
        </p:txBody>
      </p:sp>
      <p:sp>
        <p:nvSpPr>
          <p:cNvPr id="8" name="사진 자리"/>
          <p:cNvSpPr/>
          <p:nvPr/>
        </p:nvSpPr>
        <p:spPr>
          <a:xfrm>
            <a:off x="4338218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1DEF0"/>
          </a:solidFill>
          <a:ln w="19050">
            <a:solidFill>
              <a:srgbClr val="2A476F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6263B"/>
                </a:solidFill>
              </a:rPr>
              <a:t>사진 5</a:t>
            </a:r>
          </a:p>
        </p:txBody>
      </p:sp>
      <p:sp>
        <p:nvSpPr>
          <p:cNvPr id="9" name="사진 자리"/>
          <p:cNvSpPr/>
          <p:nvPr/>
        </p:nvSpPr>
        <p:spPr>
          <a:xfrm>
            <a:off x="8036356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1DEF0"/>
          </a:solidFill>
          <a:ln w="19050">
            <a:solidFill>
              <a:srgbClr val="2A476F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6263B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family-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16263B"/>
                </a:solidFill>
              </a:rPr>
              <a:t>우리 가족 소개를 마칩니다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16263B"/>
                </a:solidFill>
              </a:rPr>
              <a:t>읽어 주셔서 고맙습니다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고맙습니다 · 가족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3대 가족 가족 소개">
  <a:themeElements>
    <a:clrScheme name="Office">
      <a:dk1>
        <a:sysClr val="windowText" lastClr="000000"/>
      </a:dk1>
      <a:lt1>
        <a:sysClr val="window" lastClr="FFFFFF"/>
      </a:lt1>
      <a:dk2>
        <a:srgbClr val="16263B"/>
      </a:dk2>
      <a:lt2>
        <a:srgbClr val="F0F4F9"/>
      </a:lt2>
      <a:accent1>
        <a:srgbClr val="2A476F"/>
      </a:accent1>
      <a:accent2>
        <a:srgbClr val="91423B"/>
      </a:accent2>
      <a:accent3>
        <a:srgbClr val="16263B"/>
      </a:accent3>
      <a:accent4>
        <a:srgbClr val="D1DEF0"/>
      </a:accent4>
      <a:accent5>
        <a:srgbClr val="5E4455"/>
      </a:accent5>
      <a:accent6>
        <a:srgbClr val="737D89"/>
      </a:accent6>
      <a:hlink>
        <a:srgbClr val="2A476F"/>
      </a:hlink>
      <a:folHlink>
        <a:srgbClr val="16263B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3대 가족 가족 소개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