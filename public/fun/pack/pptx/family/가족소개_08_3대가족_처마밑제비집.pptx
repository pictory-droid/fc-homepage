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4072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4072"/>
                </a:solidFill>
              </a:rPr>
              <a:t>처마 밑 제비집을 올려다보던 삼대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600200"/>
            <a:ext cx="1353769" cy="1353769"/>
          </a:xfrm>
          <a:prstGeom prst="ellipse">
            <a:avLst/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4072"/>
                </a:solidFill>
              </a:rPr>
              <a:t>할아버지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2633929" y="1600200"/>
            <a:ext cx="1353769" cy="1353769"/>
          </a:xfrm>
          <a:prstGeom prst="ellipse">
            <a:avLst/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769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4072"/>
                </a:solidFill>
              </a:rPr>
              <a:t>할머니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8209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490618" y="1600200"/>
            <a:ext cx="1353769" cy="1353769"/>
          </a:xfrm>
          <a:prstGeom prst="ellipse">
            <a:avLst/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4072"/>
                </a:solidFill>
              </a:rPr>
              <a:t>아빠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4898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347307" y="1600200"/>
            <a:ext cx="1353769" cy="1353769"/>
          </a:xfrm>
          <a:prstGeom prst="ellipse">
            <a:avLst/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7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4072"/>
                </a:solidFill>
              </a:rPr>
              <a:t>엄마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8203996" y="1600200"/>
            <a:ext cx="1353769" cy="1353769"/>
          </a:xfrm>
          <a:prstGeom prst="ellipse">
            <a:avLst/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6836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4072"/>
                </a:solidFill>
              </a:rPr>
              <a:t>큰아이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276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19" name="사진 자리"/>
          <p:cNvSpPr/>
          <p:nvPr/>
        </p:nvSpPr>
        <p:spPr>
          <a:xfrm>
            <a:off x="10060686" y="1600200"/>
            <a:ext cx="1353769" cy="1353769"/>
          </a:xfrm>
          <a:prstGeom prst="ellipse">
            <a:avLst/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3526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4072"/>
                </a:solidFill>
              </a:rPr>
              <a:t>작은아이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4965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4981D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81D0"/>
                </a:solidFill>
              </a:rPr>
              <a:t>할아버지 할머니의 이야기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4981D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81D0"/>
                </a:solidFill>
              </a:rPr>
              <a:t>부모가 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새로운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4981D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81D0"/>
                </a:solidFill>
              </a:rPr>
              <a:t>온 가족 모임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한자리에 모인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4981D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81D0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4072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4072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1D4072"/>
      </a:dk2>
      <a:lt2>
        <a:srgbClr val="F3F7FC"/>
      </a:lt2>
      <a:accent1>
        <a:srgbClr val="4981D0"/>
      </a:accent1>
      <a:accent2>
        <a:srgbClr val="339941"/>
      </a:accent2>
      <a:accent3>
        <a:srgbClr val="1D4072"/>
      </a:accent3>
      <a:accent4>
        <a:srgbClr val="D4E3F7"/>
      </a:accent4>
      <a:accent5>
        <a:srgbClr val="3E8D88"/>
      </a:accent5>
      <a:accent6>
        <a:srgbClr val="778CAA"/>
      </a:accent6>
      <a:hlink>
        <a:srgbClr val="4981D0"/>
      </a:hlink>
      <a:folHlink>
        <a:srgbClr val="1D407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