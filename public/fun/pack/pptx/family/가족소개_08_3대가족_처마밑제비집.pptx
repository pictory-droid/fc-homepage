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처마 밑 제비집을 올려다보던 삼대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3대 가족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77240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할아버지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2633929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769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할머니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8209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4490618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458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아빠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6347307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147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엄마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587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8" name="사진 자리"/>
          <p:cNvSpPr/>
          <p:nvPr/>
        </p:nvSpPr>
        <p:spPr>
          <a:xfrm>
            <a:off x="8203996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6836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큰아이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1" name="사진 자리"/>
          <p:cNvSpPr/>
          <p:nvPr/>
        </p:nvSpPr>
        <p:spPr>
          <a:xfrm>
            <a:off x="10060686" y="1783080"/>
            <a:ext cx="1353769" cy="1353769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3526" y="32282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작은아이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4965" y="3685489"/>
            <a:ext cx="1445209" cy="26695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E2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97BB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BBED"/>
                </a:solidFill>
              </a:rPr>
              <a:t>할아버지 할머니의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가족의 시작을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97BB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BBED"/>
                </a:solidFill>
              </a:rPr>
              <a:t>부모가 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새로운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97BB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BBED"/>
                </a:solidFill>
              </a:rPr>
              <a:t>온 가족 모임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한자리에 모인 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즐거웠던 명절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97BB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BBED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97BB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명절에는 모두 한자리에 모이기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97BB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어른께 먼저 안부 전하기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EAF2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97BB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273549"/>
      </a:dk2>
      <a:lt2>
        <a:srgbClr val="EAF2FD"/>
      </a:lt2>
      <a:accent1>
        <a:srgbClr val="97BBED"/>
      </a:accent1>
      <a:accent2>
        <a:srgbClr val="BCBAF3"/>
      </a:accent2>
      <a:accent3>
        <a:srgbClr val="273549"/>
      </a:accent3>
      <a:accent4>
        <a:srgbClr val="D1E2FA"/>
      </a:accent4>
      <a:accent5>
        <a:srgbClr val="AABAF0"/>
      </a:accent5>
      <a:accent6>
        <a:srgbClr val="7D8692"/>
      </a:accent6>
      <a:hlink>
        <a:srgbClr val="97BBED"/>
      </a:hlink>
      <a:folHlink>
        <a:srgbClr val="2735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