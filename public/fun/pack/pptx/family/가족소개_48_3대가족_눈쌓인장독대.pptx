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94660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눈 쌓인 장독대 옆 눈사람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777240" y="1600200"/>
            <a:ext cx="1353769" cy="1353769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할아버지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2633929" y="1600200"/>
            <a:ext cx="1353769" cy="1353769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769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할머니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820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490618" y="1600200"/>
            <a:ext cx="1353769" cy="1353769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3458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아빠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347307" y="1600200"/>
            <a:ext cx="1353769" cy="1353769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엄마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1587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203996" y="1600200"/>
            <a:ext cx="1353769" cy="1353769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683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큰아이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10060686" y="1600200"/>
            <a:ext cx="1353769" cy="1353769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352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작은아이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4965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5E74A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E74A1"/>
                </a:solidFill>
              </a:rPr>
              <a:t>할아버지 할머니의 이야기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뿌리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5E74A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E74A1"/>
                </a:solidFill>
              </a:rPr>
              <a:t>부모가 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새로운 가지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5E74A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E74A1"/>
                </a:solidFill>
              </a:rPr>
              <a:t>온 가족 모임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한자리에 모인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5E74A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E74A1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94660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394660"/>
      </a:dk2>
      <a:lt2>
        <a:srgbClr val="F2F4F7"/>
      </a:lt2>
      <a:accent1>
        <a:srgbClr val="5E74A1"/>
      </a:accent1>
      <a:accent2>
        <a:srgbClr val="81544B"/>
      </a:accent2>
      <a:accent3>
        <a:srgbClr val="394660"/>
      </a:accent3>
      <a:accent4>
        <a:srgbClr val="D7DDEA"/>
      </a:accent4>
      <a:accent5>
        <a:srgbClr val="706476"/>
      </a:accent5>
      <a:accent6>
        <a:srgbClr val="8890A0"/>
      </a:accent6>
      <a:hlink>
        <a:srgbClr val="5E74A1"/>
      </a:hlink>
      <a:folHlink>
        <a:srgbClr val="39466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