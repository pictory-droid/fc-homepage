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3294" y="1234440"/>
            <a:ext cx="822959" cy="137160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49034" y="109728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49034" y="260604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585710" y="1728216"/>
            <a:ext cx="822959" cy="1152144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791450" y="1591056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91450" y="288036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628126" y="1234440"/>
            <a:ext cx="822959" cy="137160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833866" y="109728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833866" y="260604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31920"/>
                </a:solidFill>
              </a:rPr>
              <a:t>우리 가족을 소개합니다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세배하는 날, 온 가족이 한자리에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가족 구성원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77240" y="1554480"/>
            <a:ext cx="1353769" cy="1353769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996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할아버지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4568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2633929" y="1554480"/>
            <a:ext cx="1353769" cy="1353769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769" y="29996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할머니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8209" y="34568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490618" y="1554480"/>
            <a:ext cx="1353769" cy="1353769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3458" y="29996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아빠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4898" y="34568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347307" y="1554480"/>
            <a:ext cx="1353769" cy="1353769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147" y="29996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엄마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1587" y="34568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8203996" y="1554480"/>
            <a:ext cx="1353769" cy="1353769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6836" y="29996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큰아이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8276" y="34568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10060686" y="1554480"/>
            <a:ext cx="1353769" cy="1353769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3526" y="29996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작은아이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4965" y="34568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우리 가족 이야기</a:t>
            </a:r>
          </a:p>
        </p:txBody>
      </p:sp>
      <p:sp>
        <p:nvSpPr>
          <p:cNvPr id="14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8D344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D3443"/>
                </a:solidFill>
              </a:rPr>
              <a:t>할아버지 할머니의 이야기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뿌리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9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8D344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D3443"/>
                </a:solidFill>
              </a:rPr>
              <a:t>부모가 된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새로운 가지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3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8D344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D3443"/>
                </a:solidFill>
              </a:rPr>
              <a:t>온 가족 모임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한자리에 모인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7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8D344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D3443"/>
                </a:solidFill>
              </a:rPr>
              <a:t>지금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오늘의 우리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우리 가족의 약속</a:t>
            </a:r>
          </a:p>
        </p:txBody>
      </p:sp>
      <p:sp>
        <p:nvSpPr>
          <p:cNvPr id="14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약속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18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약속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22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약속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가족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3294" y="1234440"/>
            <a:ext cx="822959" cy="137160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49034" y="109728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49034" y="260604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585710" y="1728216"/>
            <a:ext cx="822959" cy="1152144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791450" y="1591056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91450" y="288036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628126" y="1234440"/>
            <a:ext cx="822959" cy="137160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833866" y="109728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833866" y="260604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31920"/>
                </a:solidFill>
              </a:rPr>
              <a:t>우리 가족을 소개했어요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함께여서 늘 든든합니다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31920"/>
      </a:dk2>
      <a:lt2>
        <a:srgbClr val="F9F0F2"/>
      </a:lt2>
      <a:accent1>
        <a:srgbClr val="8D3443"/>
      </a:accent1>
      <a:accent2>
        <a:srgbClr val="3B9158"/>
      </a:accent2>
      <a:accent3>
        <a:srgbClr val="431920"/>
      </a:accent3>
      <a:accent4>
        <a:srgbClr val="F0D1D6"/>
      </a:accent4>
      <a:accent5>
        <a:srgbClr val="64624E"/>
      </a:accent5>
      <a:accent6>
        <a:srgbClr val="8E7579"/>
      </a:accent6>
      <a:hlink>
        <a:srgbClr val="8D3443"/>
      </a:hlink>
      <a:folHlink>
        <a:srgbClr val="43192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