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E8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혼자 떠난 길, 유채밭에서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나 혼자 · 1인 가구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427"/>
                </a:solidFill>
              </a:rPr>
              <a:t>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427"/>
                </a:solidFill>
              </a:rPr>
              <a:t>내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427"/>
                </a:solidFill>
              </a:rPr>
              <a:t>내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F4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DE1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E197"/>
                </a:solidFill>
              </a:rPr>
              <a:t>태어난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나의 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고향의 기억을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DE1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E197"/>
                </a:solidFill>
              </a:rPr>
              <a:t>학창 시절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자라던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좋았던 기억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DE1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E197"/>
                </a:solidFill>
              </a:rPr>
              <a:t>혼자 시작한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나의 첫 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독립하던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DE1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E197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오늘의 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E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2011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E19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나를 위한 밥상 차리기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E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154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E19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 십 분 나에게 쓰는 시간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E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297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E19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E8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494427"/>
      </a:dk2>
      <a:lt2>
        <a:srgbClr val="FDFAEA"/>
      </a:lt2>
      <a:accent1>
        <a:srgbClr val="EDE197"/>
      </a:accent1>
      <a:accent2>
        <a:srgbClr val="E0F3BA"/>
      </a:accent2>
      <a:accent3>
        <a:srgbClr val="494427"/>
      </a:accent3>
      <a:accent4>
        <a:srgbClr val="FAF4D1"/>
      </a:accent4>
      <a:accent5>
        <a:srgbClr val="E6EAA8"/>
      </a:accent5>
      <a:accent6>
        <a:srgbClr val="928F7D"/>
      </a:accent6>
      <a:hlink>
        <a:srgbClr val="EDE197"/>
      </a:hlink>
      <a:folHlink>
        <a:srgbClr val="494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