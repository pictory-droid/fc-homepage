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2A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B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라일락 골목을 걷다 멈춘 저녁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우리 부부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2167813" y="1783080"/>
            <a:ext cx="2286000" cy="2286000"/>
          </a:xfrm>
          <a:prstGeom prst="ellipse">
            <a:avLst/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749"/>
                </a:solidFill>
              </a:rPr>
              <a:t>남편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737881" y="1783080"/>
            <a:ext cx="2286000" cy="2286000"/>
          </a:xfrm>
          <a:prstGeom prst="ellipse">
            <a:avLst/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0147" y="4160520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B2749"/>
                </a:solidFill>
              </a:rPr>
              <a:t>아내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617720"/>
            <a:ext cx="51585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E9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C997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97ED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첫 만남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어디에서 어떻게 만났나요?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C997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97ED"/>
                </a:solidFill>
              </a:rPr>
              <a:t>결혼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함께 시작한 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C997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97ED"/>
                </a:solidFill>
              </a:rPr>
              <a:t>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우리의 보금자리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처음 이사한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C997E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C997ED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5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포인트 막대"/>
          <p:cNvSpPr/>
          <p:nvPr/>
        </p:nvSpPr>
        <p:spPr>
          <a:xfrm>
            <a:off x="640080" y="1892807"/>
            <a:ext cx="54864" cy="786384"/>
          </a:xfrm>
          <a:prstGeom prst="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2057400"/>
            <a:ext cx="457200" cy="457200"/>
          </a:xfrm>
          <a:prstGeom prst="ellipse">
            <a:avLst/>
          </a:prstGeom>
          <a:solidFill>
            <a:srgbClr val="C997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약속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하루에 한 번 서로 안아 주기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5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포인트 막대"/>
          <p:cNvSpPr/>
          <p:nvPr/>
        </p:nvSpPr>
        <p:spPr>
          <a:xfrm>
            <a:off x="640080" y="3035808"/>
            <a:ext cx="54864" cy="786384"/>
          </a:xfrm>
          <a:prstGeom prst="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3200400"/>
            <a:ext cx="457200" cy="457200"/>
          </a:xfrm>
          <a:prstGeom prst="ellipse">
            <a:avLst/>
          </a:prstGeom>
          <a:solidFill>
            <a:srgbClr val="C997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약속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화가 나도 잠자리 전엔 풀기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4000"/>
            </a:avLst>
          </a:prstGeom>
          <a:solidFill>
            <a:srgbClr val="F5EA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포인트 막대"/>
          <p:cNvSpPr/>
          <p:nvPr/>
        </p:nvSpPr>
        <p:spPr>
          <a:xfrm>
            <a:off x="640080" y="4178808"/>
            <a:ext cx="54864" cy="786384"/>
          </a:xfrm>
          <a:prstGeom prst="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4343400"/>
            <a:ext cx="457200" cy="457200"/>
          </a:xfrm>
          <a:prstGeom prst="ellipse">
            <a:avLst/>
          </a:prstGeom>
          <a:solidFill>
            <a:srgbClr val="C997E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B2749"/>
                </a:solidFill>
              </a:rPr>
              <a:t>약속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round2SameRect">
            <a:avLst/>
          </a:prstGeom>
          <a:solidFill>
            <a:srgbClr val="C99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E9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0" y="0"/>
            <a:ext cx="4389010" cy="6858000"/>
          </a:xfrm>
          <a:prstGeom prst="rect">
            <a:avLst/>
          </a:prstGeom>
          <a:solidFill>
            <a:srgbClr val="D2A6F2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B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365750" y="365760"/>
            <a:ext cx="3657508" cy="6126480"/>
          </a:xfrm>
          <a:prstGeom prst="rect">
            <a:avLst/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3B2749"/>
      </a:dk2>
      <a:lt2>
        <a:srgbClr val="F5EAFD"/>
      </a:lt2>
      <a:accent1>
        <a:srgbClr val="C997ED"/>
      </a:accent1>
      <a:accent2>
        <a:srgbClr val="F3BAF0"/>
      </a:accent2>
      <a:accent3>
        <a:srgbClr val="3B2749"/>
      </a:accent3>
      <a:accent4>
        <a:srgbClr val="E9D1FA"/>
      </a:accent4>
      <a:accent5>
        <a:srgbClr val="DEA8EE"/>
      </a:accent5>
      <a:accent6>
        <a:srgbClr val="897D92"/>
      </a:accent6>
      <a:hlink>
        <a:srgbClr val="C997ED"/>
      </a:hlink>
      <a:folHlink>
        <a:srgbClr val="3B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