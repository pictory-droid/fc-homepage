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E226D"/>
                </a:solidFill>
              </a:rPr>
              <a:t>우리 가족을 소개합니다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E226D"/>
                </a:solidFill>
              </a:rPr>
              <a:t>라일락 골목을 걷다 멈춘 저녁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우리 부부 · 2027. 00. 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8D4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965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E226D"/>
                </a:solidFill>
              </a:rPr>
              <a:t>가족 구성원</a:t>
            </a:r>
          </a:p>
        </p:txBody>
      </p:sp>
      <p:sp>
        <p:nvSpPr>
          <p:cNvPr id="5" name="사진 자리"/>
          <p:cNvSpPr/>
          <p:nvPr/>
        </p:nvSpPr>
        <p:spPr>
          <a:xfrm>
            <a:off x="2110663" y="1600200"/>
            <a:ext cx="2400300" cy="2400300"/>
          </a:xfrm>
          <a:prstGeom prst="ellipse">
            <a:avLst/>
          </a:prstGeom>
          <a:solidFill>
            <a:srgbClr val="E8D4F7"/>
          </a:solidFill>
          <a:ln w="19050">
            <a:solidFill>
              <a:srgbClr val="9651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E226D"/>
                </a:solidFill>
              </a:rPr>
              <a:t>사진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E226D"/>
                </a:solidFill>
              </a:rPr>
              <a:t>남편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19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  <p:sp>
        <p:nvSpPr>
          <p:cNvPr id="8" name="사진 자리"/>
          <p:cNvSpPr/>
          <p:nvPr/>
        </p:nvSpPr>
        <p:spPr>
          <a:xfrm>
            <a:off x="7680731" y="1600200"/>
            <a:ext cx="2400300" cy="2400300"/>
          </a:xfrm>
          <a:prstGeom prst="ellipse">
            <a:avLst/>
          </a:prstGeom>
          <a:solidFill>
            <a:srgbClr val="E8D4F7"/>
          </a:solidFill>
          <a:ln w="19050">
            <a:solidFill>
              <a:srgbClr val="9651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E226D"/>
                </a:solidFill>
              </a:rPr>
              <a:t>사진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0147" y="4091939"/>
            <a:ext cx="534146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4E226D"/>
                </a:solidFill>
              </a:rPr>
              <a:t>아내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1587" y="4549140"/>
            <a:ext cx="5158587" cy="18516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나의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8D4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965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E226D"/>
                </a:solidFill>
              </a:rPr>
              <a:t>우리 가족 이야기</a:t>
            </a:r>
          </a:p>
        </p:txBody>
      </p:sp>
      <p:sp>
        <p:nvSpPr>
          <p:cNvPr id="5" name="타임라인 선"/>
          <p:cNvSpPr/>
          <p:nvPr/>
        </p:nvSpPr>
        <p:spPr>
          <a:xfrm>
            <a:off x="640080" y="3337560"/>
            <a:ext cx="10911535" cy="54864"/>
          </a:xfrm>
          <a:prstGeom prst="rect">
            <a:avLst/>
          </a:prstGeom>
          <a:solidFill>
            <a:srgbClr val="E8D4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때 1"/>
          <p:cNvSpPr/>
          <p:nvPr/>
        </p:nvSpPr>
        <p:spPr>
          <a:xfrm>
            <a:off x="1802853" y="3154680"/>
            <a:ext cx="402336" cy="402336"/>
          </a:xfrm>
          <a:prstGeom prst="ellipse">
            <a:avLst/>
          </a:prstGeom>
          <a:solidFill>
            <a:srgbClr val="9651C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651C8"/>
                </a:solidFill>
              </a:rPr>
              <a:t>처음 만난 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19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E226D"/>
                </a:solidFill>
              </a:rPr>
              <a:t>첫 만남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19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어디에서 어떻게 만났나요?</a:t>
            </a:r>
          </a:p>
        </p:txBody>
      </p:sp>
      <p:sp>
        <p:nvSpPr>
          <p:cNvPr id="10" name="때 2"/>
          <p:cNvSpPr/>
          <p:nvPr/>
        </p:nvSpPr>
        <p:spPr>
          <a:xfrm>
            <a:off x="4530737" y="3154680"/>
            <a:ext cx="402336" cy="402336"/>
          </a:xfrm>
          <a:prstGeom prst="ellipse">
            <a:avLst/>
          </a:prstGeom>
          <a:solidFill>
            <a:srgbClr val="9651C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13683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651C8"/>
                </a:solidFill>
              </a:rPr>
              <a:t>결혼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9403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E226D"/>
                </a:solidFill>
              </a:rPr>
              <a:t>함께 시작한 날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9403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그날의 기억을 적어요</a:t>
            </a:r>
          </a:p>
        </p:txBody>
      </p:sp>
      <p:sp>
        <p:nvSpPr>
          <p:cNvPr id="14" name="때 3"/>
          <p:cNvSpPr/>
          <p:nvPr/>
        </p:nvSpPr>
        <p:spPr>
          <a:xfrm>
            <a:off x="7258621" y="3154680"/>
            <a:ext cx="402336" cy="402336"/>
          </a:xfrm>
          <a:prstGeom prst="ellipse">
            <a:avLst/>
          </a:prstGeom>
          <a:solidFill>
            <a:srgbClr val="9651C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41567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651C8"/>
                </a:solidFill>
              </a:rPr>
              <a:t>첫 집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7287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E226D"/>
                </a:solidFill>
              </a:rPr>
              <a:t>우리의 보금자리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87287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처음 이사한 날</a:t>
            </a:r>
          </a:p>
        </p:txBody>
      </p:sp>
      <p:sp>
        <p:nvSpPr>
          <p:cNvPr id="18" name="때 4"/>
          <p:cNvSpPr/>
          <p:nvPr/>
        </p:nvSpPr>
        <p:spPr>
          <a:xfrm>
            <a:off x="9986505" y="3154680"/>
            <a:ext cx="402336" cy="402336"/>
          </a:xfrm>
          <a:prstGeom prst="ellipse">
            <a:avLst/>
          </a:prstGeom>
          <a:solidFill>
            <a:srgbClr val="9651C8"/>
          </a:solidFill>
          <a:ln w="38100">
            <a:solidFill>
              <a:srgbClr val="FFFFF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451" y="2514600"/>
            <a:ext cx="2636443" cy="457200"/>
          </a:xfrm>
          <a:prstGeom prst="rect">
            <a:avLst/>
          </a:prstGeom>
          <a:noFill/>
        </p:spPr>
        <p:txBody>
          <a:bodyPr wrap="square" lIns="54864" rIns="54864" tIns="27432" bIns="27432" anchor="b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9651C8"/>
                </a:solidFill>
              </a:rPr>
              <a:t>지금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915171" y="3703320"/>
            <a:ext cx="2545003" cy="4572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800" b="1" i="0">
                <a:solidFill>
                  <a:srgbClr val="4E226D"/>
                </a:solidFill>
              </a:rPr>
              <a:t>오늘의 우리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915171" y="4206240"/>
            <a:ext cx="2545003" cy="164592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요즘 우리 이야기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8D4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965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E226D"/>
                </a:solidFill>
              </a:rPr>
              <a:t>우리 가족의 약속</a:t>
            </a:r>
          </a:p>
        </p:txBody>
      </p:sp>
      <p:sp>
        <p:nvSpPr>
          <p:cNvPr id="5" name="줄 1"/>
          <p:cNvSpPr/>
          <p:nvPr/>
        </p:nvSpPr>
        <p:spPr>
          <a:xfrm>
            <a:off x="640080" y="1600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3FC"/>
          </a:solidFill>
          <a:ln w="12700">
            <a:solidFill>
              <a:srgbClr val="E8D4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번호 1"/>
          <p:cNvSpPr/>
          <p:nvPr/>
        </p:nvSpPr>
        <p:spPr>
          <a:xfrm>
            <a:off x="822959" y="1874519"/>
            <a:ext cx="457200" cy="457200"/>
          </a:xfrm>
          <a:prstGeom prst="ellipse">
            <a:avLst/>
          </a:prstGeom>
          <a:solidFill>
            <a:srgbClr val="9651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645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E226D"/>
                </a:solidFill>
              </a:rPr>
              <a:t>약속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645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하루에 한 번 서로 안아 주기</a:t>
            </a:r>
          </a:p>
        </p:txBody>
      </p:sp>
      <p:sp>
        <p:nvSpPr>
          <p:cNvPr id="9" name="줄 2"/>
          <p:cNvSpPr/>
          <p:nvPr/>
        </p:nvSpPr>
        <p:spPr>
          <a:xfrm>
            <a:off x="640080" y="2743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3FC"/>
          </a:solidFill>
          <a:ln w="12700">
            <a:solidFill>
              <a:srgbClr val="E8D4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번호 2"/>
          <p:cNvSpPr/>
          <p:nvPr/>
        </p:nvSpPr>
        <p:spPr>
          <a:xfrm>
            <a:off x="822959" y="3017520"/>
            <a:ext cx="457200" cy="457200"/>
          </a:xfrm>
          <a:prstGeom prst="ellipse">
            <a:avLst/>
          </a:prstGeom>
          <a:solidFill>
            <a:srgbClr val="9651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788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E226D"/>
                </a:solidFill>
              </a:rPr>
              <a:t>약속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97680" y="2788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화가 나도 잠자리 전엔 풀기</a:t>
            </a:r>
          </a:p>
        </p:txBody>
      </p:sp>
      <p:sp>
        <p:nvSpPr>
          <p:cNvPr id="13" name="줄 3"/>
          <p:cNvSpPr/>
          <p:nvPr/>
        </p:nvSpPr>
        <p:spPr>
          <a:xfrm>
            <a:off x="640080" y="3886200"/>
            <a:ext cx="10911535" cy="1005840"/>
          </a:xfrm>
          <a:prstGeom prst="roundRect">
            <a:avLst>
              <a:gd name="adj" fmla="val 8000"/>
            </a:avLst>
          </a:prstGeom>
          <a:solidFill>
            <a:srgbClr val="F8F3FC"/>
          </a:solidFill>
          <a:ln w="12700">
            <a:solidFill>
              <a:srgbClr val="E8D4F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번호 3"/>
          <p:cNvSpPr/>
          <p:nvPr/>
        </p:nvSpPr>
        <p:spPr>
          <a:xfrm>
            <a:off x="822959" y="4160520"/>
            <a:ext cx="457200" cy="457200"/>
          </a:xfrm>
          <a:prstGeom prst="ellipse">
            <a:avLst/>
          </a:prstGeom>
          <a:solidFill>
            <a:srgbClr val="9651C8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08760" y="3931920"/>
            <a:ext cx="2743200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4E226D"/>
                </a:solidFill>
              </a:rPr>
              <a:t>약속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3931920"/>
            <a:ext cx="7071055" cy="91440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0">
                <a:solidFill>
                  <a:srgbClr val="2B2B2B"/>
                </a:solidFill>
              </a:rPr>
              <a:t>한 달에 한 번 데이트하기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9905695" y="-1463040"/>
            <a:ext cx="3840480" cy="3840480"/>
          </a:xfrm>
          <a:prstGeom prst="ellipse">
            <a:avLst/>
          </a:prstGeom>
          <a:solidFill>
            <a:srgbClr val="E8D4F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장식"/>
          <p:cNvSpPr/>
          <p:nvPr/>
        </p:nvSpPr>
        <p:spPr>
          <a:xfrm>
            <a:off x="11094415" y="274320"/>
            <a:ext cx="411480" cy="411480"/>
          </a:xfrm>
          <a:prstGeom prst="ellipse">
            <a:avLst/>
          </a:prstGeom>
          <a:solidFill>
            <a:srgbClr val="9651C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457200"/>
            <a:ext cx="9722815" cy="8686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4E226D"/>
                </a:solidFill>
              </a:rPr>
              <a:t>가족 사진</a:t>
            </a:r>
          </a:p>
        </p:txBody>
      </p:sp>
      <p:sp>
        <p:nvSpPr>
          <p:cNvPr id="5" name="사진 자리"/>
          <p:cNvSpPr/>
          <p:nvPr/>
        </p:nvSpPr>
        <p:spPr>
          <a:xfrm>
            <a:off x="640080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8D4F7"/>
          </a:solidFill>
          <a:ln w="19050">
            <a:solidFill>
              <a:srgbClr val="9651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E226D"/>
                </a:solidFill>
              </a:rPr>
              <a:t>사진 1</a:t>
            </a:r>
          </a:p>
        </p:txBody>
      </p:sp>
      <p:sp>
        <p:nvSpPr>
          <p:cNvPr id="6" name="사진 자리"/>
          <p:cNvSpPr/>
          <p:nvPr/>
        </p:nvSpPr>
        <p:spPr>
          <a:xfrm>
            <a:off x="4338218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8D4F7"/>
          </a:solidFill>
          <a:ln w="19050">
            <a:solidFill>
              <a:srgbClr val="9651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E226D"/>
                </a:solidFill>
              </a:rPr>
              <a:t>사진 2</a:t>
            </a:r>
          </a:p>
        </p:txBody>
      </p:sp>
      <p:sp>
        <p:nvSpPr>
          <p:cNvPr id="7" name="사진 자리"/>
          <p:cNvSpPr/>
          <p:nvPr/>
        </p:nvSpPr>
        <p:spPr>
          <a:xfrm>
            <a:off x="8036356" y="1600200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8D4F7"/>
          </a:solidFill>
          <a:ln w="19050">
            <a:solidFill>
              <a:srgbClr val="9651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E226D"/>
                </a:solidFill>
              </a:rPr>
              <a:t>사진 3</a:t>
            </a:r>
          </a:p>
        </p:txBody>
      </p:sp>
      <p:sp>
        <p:nvSpPr>
          <p:cNvPr id="8" name="사진 자리"/>
          <p:cNvSpPr/>
          <p:nvPr/>
        </p:nvSpPr>
        <p:spPr>
          <a:xfrm>
            <a:off x="640080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8D4F7"/>
          </a:solidFill>
          <a:ln w="19050">
            <a:solidFill>
              <a:srgbClr val="9651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E226D"/>
                </a:solidFill>
              </a:rPr>
              <a:t>사진 4</a:t>
            </a:r>
          </a:p>
        </p:txBody>
      </p:sp>
      <p:sp>
        <p:nvSpPr>
          <p:cNvPr id="9" name="사진 자리"/>
          <p:cNvSpPr/>
          <p:nvPr/>
        </p:nvSpPr>
        <p:spPr>
          <a:xfrm>
            <a:off x="4338218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8D4F7"/>
          </a:solidFill>
          <a:ln w="19050">
            <a:solidFill>
              <a:srgbClr val="9651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E226D"/>
                </a:solidFill>
              </a:rPr>
              <a:t>사진 5</a:t>
            </a:r>
          </a:p>
        </p:txBody>
      </p:sp>
      <p:sp>
        <p:nvSpPr>
          <p:cNvPr id="10" name="사진 자리"/>
          <p:cNvSpPr/>
          <p:nvPr/>
        </p:nvSpPr>
        <p:spPr>
          <a:xfrm>
            <a:off x="8036356" y="4091939"/>
            <a:ext cx="3515258" cy="2308860"/>
          </a:xfrm>
          <a:prstGeom prst="roundRect">
            <a:avLst>
              <a:gd name="adj" fmla="val 6000"/>
            </a:avLst>
          </a:prstGeom>
          <a:solidFill>
            <a:srgbClr val="E8D4F7"/>
          </a:solidFill>
          <a:ln w="19050">
            <a:solidFill>
              <a:srgbClr val="9651C8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4E226D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family-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4E226D"/>
                </a:solidFill>
              </a:rPr>
              <a:t>우리 가족 소개를 마칩니다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4E226D"/>
                </a:solidFill>
              </a:rPr>
              <a:t>읽어 주셔서 고맙습니다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고맙습니다 · 가족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우리 부부 가족 소개">
  <a:themeElements>
    <a:clrScheme name="Office">
      <a:dk1>
        <a:sysClr val="windowText" lastClr="000000"/>
      </a:dk1>
      <a:lt1>
        <a:sysClr val="window" lastClr="FFFFFF"/>
      </a:lt1>
      <a:dk2>
        <a:srgbClr val="4E226D"/>
      </a:dk2>
      <a:lt2>
        <a:srgbClr val="F8F3FC"/>
      </a:lt2>
      <a:accent1>
        <a:srgbClr val="9651C8"/>
      </a:accent1>
      <a:accent2>
        <a:srgbClr val="339941"/>
      </a:accent2>
      <a:accent3>
        <a:srgbClr val="4E226D"/>
      </a:accent3>
      <a:accent4>
        <a:srgbClr val="E8D4F7"/>
      </a:accent4>
      <a:accent5>
        <a:srgbClr val="647584"/>
      </a:accent5>
      <a:accent6>
        <a:srgbClr val="957AA7"/>
      </a:accent6>
      <a:hlink>
        <a:srgbClr val="9651C8"/>
      </a:hlink>
      <a:folHlink>
        <a:srgbClr val="4E226D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