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학교 종 칠 때까지 기다려 준 아빠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아빠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엄마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첫째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2041"/>
                </a:solidFill>
              </a:rPr>
              <a:t>둘째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가족이 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우리의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아이가 태어난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새 식구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첫 가족 여행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함께 떠난 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38438A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8438A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2700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D6EF"/>
          </a:solidFill>
          <a:ln w="19050">
            <a:solidFill>
              <a:srgbClr val="38438A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B20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