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B2041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B2041"/>
                </a:solidFill>
              </a:rPr>
              <a:t>학교 종 칠 때까지 기다려 준 아빠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아이와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777239" y="1600200"/>
            <a:ext cx="2282113" cy="2282113"/>
          </a:xfrm>
          <a:prstGeom prst="ellipse">
            <a:avLst/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B2041"/>
                </a:solidFill>
              </a:rPr>
              <a:t>아빠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3562273" y="1600200"/>
            <a:ext cx="2282113" cy="2282113"/>
          </a:xfrm>
          <a:prstGeom prst="ellipse">
            <a:avLst/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5113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B2041"/>
                </a:solidFill>
              </a:rPr>
              <a:t>엄마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6553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347307" y="1600200"/>
            <a:ext cx="2282113" cy="2282113"/>
          </a:xfrm>
          <a:prstGeom prst="ellipse">
            <a:avLst/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0147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B2041"/>
                </a:solidFill>
              </a:rPr>
              <a:t>첫째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1587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  <p:sp>
        <p:nvSpPr>
          <p:cNvPr id="14" name="사진 자리"/>
          <p:cNvSpPr/>
          <p:nvPr/>
        </p:nvSpPr>
        <p:spPr>
          <a:xfrm>
            <a:off x="9132341" y="1600200"/>
            <a:ext cx="2282113" cy="2282113"/>
          </a:xfrm>
          <a:prstGeom prst="ellipse">
            <a:avLst/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5181" y="3973753"/>
            <a:ext cx="2556433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B2041"/>
                </a:solidFill>
              </a:rPr>
              <a:t>둘째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6621" y="4430953"/>
            <a:ext cx="2373553" cy="1969846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자라서 되고 싶은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2D6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38438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8438A"/>
                </a:solidFill>
              </a:rPr>
              <a:t>가족이 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우리의 시작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만난 날의 이야기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38438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8438A"/>
                </a:solidFill>
              </a:rPr>
              <a:t>아이가 태어난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새 식구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38438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8438A"/>
                </a:solidFill>
              </a:rPr>
              <a:t>첫 가족 여행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함께 떠난 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웃었던 순간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38438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8438A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2700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밥은 꼭 함께 먹기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2700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잠들기 전에 사랑한다고 말하기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1F2F9"/>
          </a:solidFill>
          <a:ln w="12700">
            <a:solidFill>
              <a:srgbClr val="D2D6E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38438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B2041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주말에는 함께 산책하기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2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8438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915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B2041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2D6EF"/>
          </a:solidFill>
          <a:ln w="19050">
            <a:solidFill>
              <a:srgbClr val="38438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B2041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B2041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B2041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아이와 함께 가족 소개">
  <a:themeElements>
    <a:clrScheme name="Office">
      <a:dk1>
        <a:sysClr val="windowText" lastClr="000000"/>
      </a:dk1>
      <a:lt1>
        <a:sysClr val="window" lastClr="FFFFFF"/>
      </a:lt1>
      <a:dk2>
        <a:srgbClr val="1B2041"/>
      </a:dk2>
      <a:lt2>
        <a:srgbClr val="F1F2F9"/>
      </a:lt2>
      <a:accent1>
        <a:srgbClr val="38438A"/>
      </a:accent1>
      <a:accent2>
        <a:srgbClr val="915B3B"/>
      </a:accent2>
      <a:accent3>
        <a:srgbClr val="1B2041"/>
      </a:accent3>
      <a:accent4>
        <a:srgbClr val="D2D6EF"/>
      </a:accent4>
      <a:accent5>
        <a:srgbClr val="644F62"/>
      </a:accent5>
      <a:accent6>
        <a:srgbClr val="76798D"/>
      </a:accent6>
      <a:hlink>
        <a:srgbClr val="38438A"/>
      </a:hlink>
      <a:folHlink>
        <a:srgbClr val="1B2041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