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E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5628064" y="804639"/>
            <a:ext cx="390585" cy="39058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6355496" y="516009"/>
            <a:ext cx="485582" cy="48558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5282008" y="1811684"/>
            <a:ext cx="269697" cy="269697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5409054" y="1245349"/>
            <a:ext cx="489909" cy="489909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5285390" y="624485"/>
            <a:ext cx="332429" cy="332429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6200539" y="1200773"/>
            <a:ext cx="483625" cy="483625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3A5E88"/>
                </a:solidFill>
              </a:rPr>
              <a:t>우리 가족을 소개합니다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A5E88"/>
                </a:solidFill>
              </a:rPr>
              <a:t>첫눈 오는 날 온 가족이 창가에 모인 날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나 혼자 · 1인 가구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10719470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11160338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10509739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10586736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10511789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11066424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가족 구성원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1288999" y="1600200"/>
            <a:ext cx="2308860" cy="2308860"/>
          </a:xfrm>
          <a:prstGeom prst="ellipse">
            <a:avLst/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00500"/>
            <a:ext cx="342381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A5E88"/>
                </a:solidFill>
              </a:rPr>
              <a:t>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57700"/>
            <a:ext cx="3240938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요즘 관심사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4941417" y="1600200"/>
            <a:ext cx="2308860" cy="2308860"/>
          </a:xfrm>
          <a:prstGeom prst="ellipse">
            <a:avLst/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3938" y="4000500"/>
            <a:ext cx="342381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A5E88"/>
                </a:solidFill>
              </a:rPr>
              <a:t>내 공간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5378" y="4457700"/>
            <a:ext cx="3240938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자리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아끼는 물건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나만의 규칙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593836" y="1600200"/>
            <a:ext cx="2308860" cy="2308860"/>
          </a:xfrm>
          <a:prstGeom prst="ellipse">
            <a:avLst/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6356" y="4000500"/>
            <a:ext cx="342381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A5E88"/>
                </a:solidFill>
              </a:rPr>
              <a:t>내 하루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7796" y="4457700"/>
            <a:ext cx="3240938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아침 습관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음식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잠들기 전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10719470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11160338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10509739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10586736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10511789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11066424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우리 가족 이야기</a:t>
            </a:r>
          </a:p>
        </p:txBody>
      </p:sp>
      <p:sp>
        <p:nvSpPr>
          <p:cNvPr id="10" name="타임라인 선"/>
          <p:cNvSpPr/>
          <p:nvPr/>
        </p:nvSpPr>
        <p:spPr>
          <a:xfrm>
            <a:off x="731520" y="3337560"/>
            <a:ext cx="10728655" cy="54864"/>
          </a:xfrm>
          <a:prstGeom prst="rect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때 1"/>
          <p:cNvSpPr/>
          <p:nvPr/>
        </p:nvSpPr>
        <p:spPr>
          <a:xfrm>
            <a:off x="1871433" y="3154680"/>
            <a:ext cx="402336" cy="402336"/>
          </a:xfrm>
          <a:prstGeom prst="ellipse">
            <a:avLst/>
          </a:prstGeom>
          <a:solidFill>
            <a:srgbClr val="6991B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991BF"/>
                </a:solidFill>
              </a:rPr>
              <a:t>태어난 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나의 뿌리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고향의 기억을 적어요</a:t>
            </a:r>
          </a:p>
        </p:txBody>
      </p:sp>
      <p:sp>
        <p:nvSpPr>
          <p:cNvPr id="15" name="때 2"/>
          <p:cNvSpPr/>
          <p:nvPr/>
        </p:nvSpPr>
        <p:spPr>
          <a:xfrm>
            <a:off x="4553597" y="3154680"/>
            <a:ext cx="402336" cy="402336"/>
          </a:xfrm>
          <a:prstGeom prst="ellipse">
            <a:avLst/>
          </a:prstGeom>
          <a:solidFill>
            <a:srgbClr val="6991B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9403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991BF"/>
                </a:solidFill>
              </a:rPr>
              <a:t>학창 시절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5123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자라던 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5123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좋았던 기억</a:t>
            </a:r>
          </a:p>
        </p:txBody>
      </p:sp>
      <p:sp>
        <p:nvSpPr>
          <p:cNvPr id="19" name="때 3"/>
          <p:cNvSpPr/>
          <p:nvPr/>
        </p:nvSpPr>
        <p:spPr>
          <a:xfrm>
            <a:off x="7235761" y="3154680"/>
            <a:ext cx="402336" cy="402336"/>
          </a:xfrm>
          <a:prstGeom prst="ellipse">
            <a:avLst/>
          </a:prstGeom>
          <a:solidFill>
            <a:srgbClr val="6991B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1567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991BF"/>
                </a:solidFill>
              </a:rPr>
              <a:t>혼자 시작한 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7287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나의 첫 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독립하던 날</a:t>
            </a:r>
          </a:p>
        </p:txBody>
      </p:sp>
      <p:sp>
        <p:nvSpPr>
          <p:cNvPr id="23" name="때 4"/>
          <p:cNvSpPr/>
          <p:nvPr/>
        </p:nvSpPr>
        <p:spPr>
          <a:xfrm>
            <a:off x="9917925" y="3154680"/>
            <a:ext cx="402336" cy="402336"/>
          </a:xfrm>
          <a:prstGeom prst="ellipse">
            <a:avLst/>
          </a:prstGeom>
          <a:solidFill>
            <a:srgbClr val="6991B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731" y="2514600"/>
            <a:ext cx="259072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991BF"/>
                </a:solidFill>
              </a:rPr>
              <a:t>지금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451" y="3703320"/>
            <a:ext cx="249928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오늘의 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451" y="4206240"/>
            <a:ext cx="249928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내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10719470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11160338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10509739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10586736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10511789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11066424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우리 가족의 약속</a:t>
            </a:r>
          </a:p>
        </p:txBody>
      </p:sp>
      <p:sp>
        <p:nvSpPr>
          <p:cNvPr id="10" name="줄 1"/>
          <p:cNvSpPr/>
          <p:nvPr/>
        </p:nvSpPr>
        <p:spPr>
          <a:xfrm>
            <a:off x="731520" y="1600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914400" y="1874519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약속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45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나를 위한 밥상 차리기</a:t>
            </a:r>
          </a:p>
        </p:txBody>
      </p:sp>
      <p:sp>
        <p:nvSpPr>
          <p:cNvPr id="14" name="줄 2"/>
          <p:cNvSpPr/>
          <p:nvPr/>
        </p:nvSpPr>
        <p:spPr>
          <a:xfrm>
            <a:off x="731520" y="2743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약속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788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 십 분 나에게 쓰는 시간</a:t>
            </a:r>
          </a:p>
        </p:txBody>
      </p:sp>
      <p:sp>
        <p:nvSpPr>
          <p:cNvPr id="18" name="줄 3"/>
          <p:cNvSpPr/>
          <p:nvPr/>
        </p:nvSpPr>
        <p:spPr>
          <a:xfrm>
            <a:off x="731520" y="3886200"/>
            <a:ext cx="10728655" cy="1005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914400" y="416052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약속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931920"/>
            <a:ext cx="688817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안부를 전할 사람 한 명 챙기기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10719470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11160338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10509739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10586736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10511789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11066424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가족 사진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31520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1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68698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2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05876" y="16002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3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731520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4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4368698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5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8005876" y="4000500"/>
            <a:ext cx="3454298" cy="2217420"/>
          </a:xfrm>
          <a:prstGeom prst="roundRect">
            <a:avLst>
              <a:gd name="adj" fmla="val 6000"/>
            </a:avLst>
          </a:prstGeom>
          <a:solidFill>
            <a:srgbClr val="D3DFEE"/>
          </a:solidFill>
          <a:ln w="19050">
            <a:solidFill>
              <a:srgbClr val="6991B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5E88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E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5628064" y="804639"/>
            <a:ext cx="390585" cy="39058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6355496" y="516009"/>
            <a:ext cx="485582" cy="48558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5282008" y="1811684"/>
            <a:ext cx="269697" cy="269697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5409054" y="1245349"/>
            <a:ext cx="489909" cy="489909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5285390" y="624485"/>
            <a:ext cx="332429" cy="332429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6200539" y="1200773"/>
            <a:ext cx="483625" cy="483625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3A5E88"/>
                </a:solidFill>
              </a:rPr>
              <a:t>우리 가족을 소개했어요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A5E88"/>
                </a:solidFill>
              </a:rPr>
              <a:t>함께여서 늘 든든합니다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나 혼자 · 1인 가구 가족 소개">
  <a:themeElements>
    <a:clrScheme name="Office">
      <a:dk1>
        <a:sysClr val="windowText" lastClr="000000"/>
      </a:dk1>
      <a:lt1>
        <a:sysClr val="window" lastClr="FFFFFF"/>
      </a:lt1>
      <a:dk2>
        <a:srgbClr val="3A5E88"/>
      </a:dk2>
      <a:lt2>
        <a:srgbClr val="F1F5F9"/>
      </a:lt2>
      <a:accent1>
        <a:srgbClr val="6991BF"/>
      </a:accent1>
      <a:accent2>
        <a:srgbClr val="8F403D"/>
      </a:accent2>
      <a:accent3>
        <a:srgbClr val="3A5E88"/>
      </a:accent3>
      <a:accent4>
        <a:srgbClr val="D3DFEE"/>
      </a:accent4>
      <a:accent5>
        <a:srgbClr val="7C687E"/>
      </a:accent5>
      <a:accent6>
        <a:srgbClr val="899EB8"/>
      </a:accent6>
      <a:hlink>
        <a:srgbClr val="6991BF"/>
      </a:hlink>
      <a:folHlink>
        <a:srgbClr val="3A5E8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