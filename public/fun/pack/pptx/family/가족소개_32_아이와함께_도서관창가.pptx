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5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 손 잡고 간 도서관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아이와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39" y="1783080"/>
            <a:ext cx="2282113" cy="2282113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아빠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562273" y="1783080"/>
            <a:ext cx="2282113" cy="2282113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5113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엄마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347307" y="1783080"/>
            <a:ext cx="2282113" cy="2282113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첫째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32341" y="1783080"/>
            <a:ext cx="2282113" cy="2282113"/>
          </a:xfrm>
          <a:prstGeom prst="ellipse">
            <a:avLst/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1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527"/>
                </a:solidFill>
              </a:rPr>
              <a:t>둘째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6621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2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D89F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9F79"/>
                </a:solidFill>
              </a:rPr>
              <a:t>가족이 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우리의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만난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D89F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9F79"/>
                </a:solidFill>
              </a:rPr>
              <a:t>아이가 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새 식구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D89F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9F79"/>
                </a:solidFill>
              </a:rPr>
              <a:t>첫 가족 여행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함께 떠난 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웃었던 순간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D89F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9F79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 txBox="1"/>
          <p:nvPr/>
        </p:nvSpPr>
        <p:spPr>
          <a:xfrm>
            <a:off x="731519" y="2011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89F79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밥은 꼭 함께 먹기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 txBox="1"/>
          <p:nvPr/>
        </p:nvSpPr>
        <p:spPr>
          <a:xfrm>
            <a:off x="731519" y="3154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89F79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잠들기 전에 사랑한다고 말하기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C6A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 txBox="1"/>
          <p:nvPr/>
        </p:nvSpPr>
        <p:spPr>
          <a:xfrm>
            <a:off x="731519" y="4297680"/>
            <a:ext cx="914400" cy="54864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D89F79"/>
                </a:solidFill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527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포인트"/>
          <p:cNvSpPr/>
          <p:nvPr/>
        </p:nvSpPr>
        <p:spPr>
          <a:xfrm rot="18900000">
            <a:off x="5958687" y="246888"/>
            <a:ext cx="274320" cy="274320"/>
          </a:xfrm>
          <a:prstGeom prst="teardrop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84367" y="1572768"/>
            <a:ext cx="822960" cy="22860"/>
          </a:xfrm>
          <a:prstGeom prst="rect">
            <a:avLst/>
          </a:prstGeom>
          <a:solidFill>
            <a:srgbClr val="D89F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182880"/>
            <a:ext cx="36576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8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4008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2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2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EBC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5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493527"/>
      </a:dk2>
      <a:lt2>
        <a:srgbClr val="FBF2EC"/>
      </a:lt2>
      <a:accent1>
        <a:srgbClr val="D89F79"/>
      </a:accent1>
      <a:accent2>
        <a:srgbClr val="E1D798"/>
      </a:accent2>
      <a:accent3>
        <a:srgbClr val="493527"/>
      </a:accent3>
      <a:accent4>
        <a:srgbClr val="F6E2D5"/>
      </a:accent4>
      <a:accent5>
        <a:srgbClr val="DCBB88"/>
      </a:accent5>
      <a:accent6>
        <a:srgbClr val="92867D"/>
      </a:accent6>
      <a:hlink>
        <a:srgbClr val="D89F79"/>
      </a:hlink>
      <a:folHlink>
        <a:srgbClr val="4935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