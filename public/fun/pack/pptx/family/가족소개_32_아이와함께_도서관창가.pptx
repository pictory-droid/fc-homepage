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7261A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아이 손 잡고 간 도서관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777239" y="1645920"/>
            <a:ext cx="2282113" cy="2282113"/>
          </a:xfrm>
          <a:prstGeom prst="ellipse">
            <a:avLst/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1947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아빠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476673"/>
            <a:ext cx="2373553" cy="19241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562273" y="1645920"/>
            <a:ext cx="2282113" cy="2282113"/>
          </a:xfrm>
          <a:prstGeom prst="ellipse">
            <a:avLst/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5113" y="401947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엄마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16553" y="4476673"/>
            <a:ext cx="2373553" cy="19241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347307" y="1645920"/>
            <a:ext cx="2282113" cy="2282113"/>
          </a:xfrm>
          <a:prstGeom prst="ellipse">
            <a:avLst/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147" y="401947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첫째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1587" y="4476673"/>
            <a:ext cx="2373553" cy="19241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9132341" y="1645920"/>
            <a:ext cx="2282113" cy="2282113"/>
          </a:xfrm>
          <a:prstGeom prst="ellipse">
            <a:avLst/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5181" y="401947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7261A"/>
                </a:solidFill>
              </a:rPr>
              <a:t>둘째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86621" y="4476673"/>
            <a:ext cx="2373553" cy="192412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EDDE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가족이 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우리의 시작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아이가 태어난 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새 식구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첫 가족 여행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함께 떠난 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76503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65037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45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92024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9164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9164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88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63239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834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834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93192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8F4F1"/>
          </a:solidFill>
          <a:ln w="12700">
            <a:solidFill>
              <a:srgbClr val="EDDE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206240"/>
            <a:ext cx="457200" cy="457200"/>
          </a:xfrm>
          <a:prstGeom prst="ellipse">
            <a:avLst/>
          </a:prstGeom>
          <a:solidFill>
            <a:srgbClr val="76503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77639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7261A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77639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7650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EDDED4"/>
          </a:solidFill>
          <a:ln w="19050">
            <a:solidFill>
              <a:srgbClr val="76503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7261A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7261A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7261A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37261A"/>
      </a:dk2>
      <a:lt2>
        <a:srgbClr val="F8F4F1"/>
      </a:lt2>
      <a:accent1>
        <a:srgbClr val="765037"/>
      </a:accent1>
      <a:accent2>
        <a:srgbClr val="418B83"/>
      </a:accent2>
      <a:accent3>
        <a:srgbClr val="37261A"/>
      </a:accent3>
      <a:accent4>
        <a:srgbClr val="EDDED4"/>
      </a:accent4>
      <a:accent5>
        <a:srgbClr val="5C6E5D"/>
      </a:accent5>
      <a:accent6>
        <a:srgbClr val="877D76"/>
      </a:accent6>
      <a:hlink>
        <a:srgbClr val="765037"/>
      </a:hlink>
      <a:folHlink>
        <a:srgbClr val="37261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