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9472C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9472C"/>
                </a:solidFill>
              </a:rPr>
              <a:t>억새밭에서 바람 맞으며 혼자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나 혼자 · 1인 가구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가족 구성원</a:t>
            </a:r>
          </a:p>
        </p:txBody>
      </p:sp>
      <p:sp>
        <p:nvSpPr>
          <p:cNvPr id="5" name="사진 자리"/>
          <p:cNvSpPr/>
          <p:nvPr/>
        </p:nvSpPr>
        <p:spPr>
          <a:xfrm>
            <a:off x="1285189" y="1554480"/>
            <a:ext cx="2194560" cy="2194560"/>
          </a:xfrm>
          <a:prstGeom prst="ellipse">
            <a:avLst/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7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9472C"/>
                </a:solidFill>
              </a:rPr>
              <a:t>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297679"/>
            <a:ext cx="3301898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요즘 관심사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998567" y="1554480"/>
            <a:ext cx="2194560" cy="2194560"/>
          </a:xfrm>
          <a:prstGeom prst="ellipse">
            <a:avLst/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3458" y="384047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9472C"/>
                </a:solidFill>
              </a:rPr>
              <a:t>내 공간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4898" y="4297679"/>
            <a:ext cx="3301898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자리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아끼는 물건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나만의 규칙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711946" y="1554480"/>
            <a:ext cx="2194560" cy="2194560"/>
          </a:xfrm>
          <a:prstGeom prst="ellipse">
            <a:avLst/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6836" y="384047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9472C"/>
                </a:solidFill>
              </a:rPr>
              <a:t>내 하루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8276" y="4297679"/>
            <a:ext cx="3301898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아침 습관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음식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잠들기 전 루틴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우리 가족 이야기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640080" y="3291840"/>
            <a:ext cx="10911535" cy="54864"/>
          </a:xfrm>
          <a:prstGeom prst="rect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1802853" y="3108960"/>
            <a:ext cx="402336" cy="402336"/>
          </a:xfrm>
          <a:prstGeom prst="ellipse">
            <a:avLst/>
          </a:prstGeom>
          <a:solidFill>
            <a:srgbClr val="9D7D4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D7D4D"/>
                </a:solidFill>
              </a:rPr>
              <a:t>태어난 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9472C"/>
                </a:solidFill>
              </a:rPr>
              <a:t>나의 뿌리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고향의 기억을 적어요</a:t>
            </a:r>
          </a:p>
        </p:txBody>
      </p:sp>
      <p:sp>
        <p:nvSpPr>
          <p:cNvPr id="10" name="때 2"/>
          <p:cNvSpPr/>
          <p:nvPr/>
        </p:nvSpPr>
        <p:spPr>
          <a:xfrm>
            <a:off x="4530737" y="3108960"/>
            <a:ext cx="402336" cy="402336"/>
          </a:xfrm>
          <a:prstGeom prst="ellipse">
            <a:avLst/>
          </a:prstGeom>
          <a:solidFill>
            <a:srgbClr val="9D7D4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683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D7D4D"/>
                </a:solidFill>
              </a:rPr>
              <a:t>학창 시절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9472C"/>
                </a:solidFill>
              </a:rPr>
              <a:t>자라던 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좋았던 기억</a:t>
            </a:r>
          </a:p>
        </p:txBody>
      </p:sp>
      <p:sp>
        <p:nvSpPr>
          <p:cNvPr id="14" name="때 3"/>
          <p:cNvSpPr/>
          <p:nvPr/>
        </p:nvSpPr>
        <p:spPr>
          <a:xfrm>
            <a:off x="7258621" y="3108960"/>
            <a:ext cx="402336" cy="402336"/>
          </a:xfrm>
          <a:prstGeom prst="ellipse">
            <a:avLst/>
          </a:prstGeom>
          <a:solidFill>
            <a:srgbClr val="9D7D4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1567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D7D4D"/>
                </a:solidFill>
              </a:rPr>
              <a:t>혼자 시작한 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9472C"/>
                </a:solidFill>
              </a:rPr>
              <a:t>나의 첫 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독립하던 날</a:t>
            </a:r>
          </a:p>
        </p:txBody>
      </p:sp>
      <p:sp>
        <p:nvSpPr>
          <p:cNvPr id="18" name="때 4"/>
          <p:cNvSpPr/>
          <p:nvPr/>
        </p:nvSpPr>
        <p:spPr>
          <a:xfrm>
            <a:off x="9986505" y="3108960"/>
            <a:ext cx="402336" cy="402336"/>
          </a:xfrm>
          <a:prstGeom prst="ellipse">
            <a:avLst/>
          </a:prstGeom>
          <a:solidFill>
            <a:srgbClr val="9D7D4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451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D7D4D"/>
                </a:solidFill>
              </a:rPr>
              <a:t>지금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9472C"/>
                </a:solidFill>
              </a:rPr>
              <a:t>오늘의 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내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우리 가족의 약속</a:t>
            </a:r>
          </a:p>
        </p:txBody>
      </p:sp>
      <p:sp>
        <p:nvSpPr>
          <p:cNvPr id="5" name="줄 1"/>
          <p:cNvSpPr/>
          <p:nvPr/>
        </p:nvSpPr>
        <p:spPr>
          <a:xfrm>
            <a:off x="640080" y="155448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8F5F1"/>
          </a:solidFill>
          <a:ln w="12700">
            <a:solidFill>
              <a:srgbClr val="ECE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00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9472C"/>
                </a:solidFill>
              </a:rPr>
              <a:t>약속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002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나를 위한 밥상 차리기</a:t>
            </a:r>
          </a:p>
        </p:txBody>
      </p:sp>
      <p:sp>
        <p:nvSpPr>
          <p:cNvPr id="9" name="줄 2"/>
          <p:cNvSpPr/>
          <p:nvPr/>
        </p:nvSpPr>
        <p:spPr>
          <a:xfrm>
            <a:off x="640080" y="269748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8F5F1"/>
          </a:solidFill>
          <a:ln w="12700">
            <a:solidFill>
              <a:srgbClr val="ECE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822959" y="2971800"/>
            <a:ext cx="457200" cy="457200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743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9472C"/>
                </a:solidFill>
              </a:rPr>
              <a:t>약속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7432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 십 분 나에게 쓰는 시간</a:t>
            </a:r>
          </a:p>
        </p:txBody>
      </p:sp>
      <p:sp>
        <p:nvSpPr>
          <p:cNvPr id="13" name="줄 3"/>
          <p:cNvSpPr/>
          <p:nvPr/>
        </p:nvSpPr>
        <p:spPr>
          <a:xfrm>
            <a:off x="640080" y="384048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8F5F1"/>
          </a:solidFill>
          <a:ln w="12700">
            <a:solidFill>
              <a:srgbClr val="ECE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2959" y="4114800"/>
            <a:ext cx="457200" cy="457200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886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9472C"/>
                </a:solidFill>
              </a:rPr>
              <a:t>약속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8862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안부를 전할 사람 한 명 챙기기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가족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ECE3D4"/>
          </a:solidFill>
          <a:ln w="19050">
            <a:solidFill>
              <a:srgbClr val="9D7D4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472C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9472C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9472C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나 혼자 · 1인 가구 가족 소개">
  <a:themeElements>
    <a:clrScheme name="Office">
      <a:dk1>
        <a:sysClr val="windowText" lastClr="000000"/>
      </a:dk1>
      <a:lt1>
        <a:sysClr val="window" lastClr="FFFFFF"/>
      </a:lt1>
      <a:dk2>
        <a:srgbClr val="59472C"/>
      </a:dk2>
      <a:lt2>
        <a:srgbClr val="F8F5F1"/>
      </a:lt2>
      <a:accent1>
        <a:srgbClr val="9D7D4D"/>
      </a:accent1>
      <a:accent2>
        <a:srgbClr val="438289"/>
      </a:accent2>
      <a:accent3>
        <a:srgbClr val="59472C"/>
      </a:accent3>
      <a:accent4>
        <a:srgbClr val="ECE3D4"/>
      </a:accent4>
      <a:accent5>
        <a:srgbClr val="70806B"/>
      </a:accent5>
      <a:accent6>
        <a:srgbClr val="9B9180"/>
      </a:accent6>
      <a:hlink>
        <a:srgbClr val="9D7D4D"/>
      </a:hlink>
      <a:folHlink>
        <a:srgbClr val="59472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