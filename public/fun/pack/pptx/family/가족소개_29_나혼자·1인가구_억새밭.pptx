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9472C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9472C"/>
                </a:solidFill>
              </a:rPr>
              <a:t>억새밭에서 바람 맞으며 혼자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285189" y="1554480"/>
            <a:ext cx="2194560" cy="2194560"/>
          </a:xfrm>
          <a:prstGeom prst="ellipse">
            <a:avLst/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7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9472C"/>
                </a:solidFill>
              </a:rPr>
              <a:t>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297679"/>
            <a:ext cx="3301898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998567" y="1554480"/>
            <a:ext cx="2194560" cy="2194560"/>
          </a:xfrm>
          <a:prstGeom prst="ellipse">
            <a:avLst/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3458" y="384047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9472C"/>
                </a:solidFill>
              </a:rPr>
              <a:t>내 공간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4898" y="4297679"/>
            <a:ext cx="3301898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711946" y="1554480"/>
            <a:ext cx="2194560" cy="2194560"/>
          </a:xfrm>
          <a:prstGeom prst="ellipse">
            <a:avLst/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6836" y="384047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9472C"/>
                </a:solidFill>
              </a:rPr>
              <a:t>내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276" y="4297679"/>
            <a:ext cx="3301898" cy="16459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291840"/>
            <a:ext cx="10911535" cy="54864"/>
          </a:xfrm>
          <a:prstGeom prst="rect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08960"/>
            <a:ext cx="402336" cy="402336"/>
          </a:xfrm>
          <a:prstGeom prst="ellipse">
            <a:avLst/>
          </a:prstGeom>
          <a:solidFill>
            <a:srgbClr val="9D7D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D7D4D"/>
                </a:solidFill>
              </a:rPr>
              <a:t>태어난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나의 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08960"/>
            <a:ext cx="402336" cy="402336"/>
          </a:xfrm>
          <a:prstGeom prst="ellipse">
            <a:avLst/>
          </a:prstGeom>
          <a:solidFill>
            <a:srgbClr val="9D7D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D7D4D"/>
                </a:solidFill>
              </a:rPr>
              <a:t>학창 시절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자라던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08960"/>
            <a:ext cx="402336" cy="402336"/>
          </a:xfrm>
          <a:prstGeom prst="ellipse">
            <a:avLst/>
          </a:prstGeom>
          <a:solidFill>
            <a:srgbClr val="9D7D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D7D4D"/>
                </a:solidFill>
              </a:rPr>
              <a:t>혼자 시작한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나의 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08960"/>
            <a:ext cx="402336" cy="402336"/>
          </a:xfrm>
          <a:prstGeom prst="ellipse">
            <a:avLst/>
          </a:prstGeom>
          <a:solidFill>
            <a:srgbClr val="9D7D4D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4688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D7D4D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6576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오늘의 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1605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554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00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97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97180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43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4048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8F5F1"/>
          </a:solidFill>
          <a:ln w="12700">
            <a:solidFill>
              <a:srgbClr val="ECE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14800"/>
            <a:ext cx="457200" cy="457200"/>
          </a:xfrm>
          <a:prstGeom prst="ellipse">
            <a:avLst/>
          </a:prstGeom>
          <a:solidFill>
            <a:srgbClr val="9D7D4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9472C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8862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12557455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12557455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554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3840480"/>
            <a:ext cx="3515258" cy="2103120"/>
          </a:xfrm>
          <a:prstGeom prst="roundRect">
            <a:avLst>
              <a:gd name="adj" fmla="val 6000"/>
            </a:avLst>
          </a:prstGeom>
          <a:solidFill>
            <a:srgbClr val="ECE3D4"/>
          </a:solidFill>
          <a:ln w="19050">
            <a:solidFill>
              <a:srgbClr val="9D7D4D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9472C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9472C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9472C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59472C"/>
      </a:dk2>
      <a:lt2>
        <a:srgbClr val="F8F5F1"/>
      </a:lt2>
      <a:accent1>
        <a:srgbClr val="9D7D4D"/>
      </a:accent1>
      <a:accent2>
        <a:srgbClr val="438289"/>
      </a:accent2>
      <a:accent3>
        <a:srgbClr val="59472C"/>
      </a:accent3>
      <a:accent4>
        <a:srgbClr val="ECE3D4"/>
      </a:accent4>
      <a:accent5>
        <a:srgbClr val="70806B"/>
      </a:accent5>
      <a:accent6>
        <a:srgbClr val="9B9180"/>
      </a:accent6>
      <a:hlink>
        <a:srgbClr val="9D7D4D"/>
      </a:hlink>
      <a:folHlink>
        <a:srgbClr val="59472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