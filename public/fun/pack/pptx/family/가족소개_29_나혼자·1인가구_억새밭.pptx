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D2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B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975335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억새밭에서 바람 맞으며 혼자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나 혼자 · 1인 가구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donut">
            <a:avLst/>
          </a:prstGeom>
          <a:solidFill>
            <a:srgbClr val="D8B2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B2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239469" y="1783080"/>
            <a:ext cx="2286000" cy="2286000"/>
          </a:xfrm>
          <a:prstGeom prst="ellipse">
            <a:avLst/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B27"/>
                </a:solidFill>
              </a:rPr>
              <a:t>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요즘 관심사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952847" y="1783080"/>
            <a:ext cx="2286000" cy="2286000"/>
          </a:xfrm>
          <a:prstGeom prst="ellipse">
            <a:avLst/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3458" y="416052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B27"/>
                </a:solidFill>
              </a:rPr>
              <a:t>내 공간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4898" y="461772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자리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아끼는 물건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나만의 규칙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666226" y="1783080"/>
            <a:ext cx="2286000" cy="2286000"/>
          </a:xfrm>
          <a:prstGeom prst="ellipse">
            <a:avLst/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6836" y="416052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B27"/>
                </a:solidFill>
              </a:rPr>
              <a:t>내 하루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461772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아침 습관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음식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잠들기 전 루틴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donut">
            <a:avLst/>
          </a:prstGeom>
          <a:solidFill>
            <a:srgbClr val="D8B2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B2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F6E9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D8B2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B279"/>
                </a:solidFill>
              </a:rPr>
              <a:t>태어난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B27"/>
                </a:solidFill>
              </a:rPr>
              <a:t>나의 뿌리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고향의 기억을 적어요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D8B2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B279"/>
                </a:solidFill>
              </a:rPr>
              <a:t>학창 시절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B27"/>
                </a:solidFill>
              </a:rPr>
              <a:t>자라던 시간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가장 좋았던 기억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D8B2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B279"/>
                </a:solidFill>
              </a:rPr>
              <a:t>혼자 시작한 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B27"/>
                </a:solidFill>
              </a:rPr>
              <a:t>나의 첫 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독립하던 날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D8B2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B279"/>
                </a:solidFill>
              </a:rPr>
              <a:t>지금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B27"/>
                </a:solidFill>
              </a:rPr>
              <a:t>오늘의 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내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donut">
            <a:avLst/>
          </a:prstGeom>
          <a:solidFill>
            <a:srgbClr val="D8B2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B2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1005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B2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20116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B279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B27"/>
                </a:solidFill>
              </a:rPr>
              <a:t>약속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28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나를 위한 밥상 차리기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926080"/>
            <a:ext cx="10911535" cy="1005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B2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731519" y="31546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B279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971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B27"/>
                </a:solidFill>
              </a:rPr>
              <a:t>약속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971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하루 십 분 나에게 쓰는 시간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4069080"/>
            <a:ext cx="10911535" cy="1005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B2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731519" y="42976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B279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114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B27"/>
                </a:solidFill>
              </a:rPr>
              <a:t>약속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114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안부를 전할 사람 한 명 챙기기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donut">
            <a:avLst/>
          </a:prstGeom>
          <a:solidFill>
            <a:srgbClr val="D8B2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B2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D2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B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975335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나 혼자 · 1인 가구 가족 소개">
  <a:themeElements>
    <a:clrScheme name="Office">
      <a:dk1>
        <a:sysClr val="windowText" lastClr="000000"/>
      </a:dk1>
      <a:lt1>
        <a:sysClr val="window" lastClr="FFFFFF"/>
      </a:lt1>
      <a:dk2>
        <a:srgbClr val="493B27"/>
      </a:dk2>
      <a:lt2>
        <a:srgbClr val="FBF5EC"/>
      </a:lt2>
      <a:accent1>
        <a:srgbClr val="D8B279"/>
      </a:accent1>
      <a:accent2>
        <a:srgbClr val="DCE198"/>
      </a:accent2>
      <a:accent3>
        <a:srgbClr val="493B27"/>
      </a:accent3>
      <a:accent4>
        <a:srgbClr val="F6E9D5"/>
      </a:accent4>
      <a:accent5>
        <a:srgbClr val="DACA88"/>
      </a:accent5>
      <a:accent6>
        <a:srgbClr val="92897D"/>
      </a:accent6>
      <a:hlink>
        <a:srgbClr val="D8B279"/>
      </a:hlink>
      <a:folHlink>
        <a:srgbClr val="493B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