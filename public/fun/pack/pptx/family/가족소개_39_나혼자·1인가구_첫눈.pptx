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5E88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첫눈 온다고 창가에 혼자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288999" y="1600200"/>
            <a:ext cx="2308860" cy="2308860"/>
          </a:xfrm>
          <a:prstGeom prst="ellipse">
            <a:avLst/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5E88"/>
                </a:solidFill>
              </a:rPr>
              <a:t>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941417" y="1600200"/>
            <a:ext cx="2308860" cy="2308860"/>
          </a:xfrm>
          <a:prstGeom prst="ellipse">
            <a:avLst/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3938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5E88"/>
                </a:solidFill>
              </a:rPr>
              <a:t>내 공간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593836" y="1600200"/>
            <a:ext cx="2308860" cy="2308860"/>
          </a:xfrm>
          <a:prstGeom prst="ellipse">
            <a:avLst/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6356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5E88"/>
                </a:solidFill>
              </a:rPr>
              <a:t>내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D3DF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6991B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991BF"/>
                </a:solidFill>
              </a:rPr>
              <a:t>태어난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나의 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6991B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991BF"/>
                </a:solidFill>
              </a:rPr>
              <a:t>학창 시절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자라던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6991B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991BF"/>
                </a:solidFill>
              </a:rPr>
              <a:t>혼자 시작한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나의 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6991B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991BF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오늘의 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74519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743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301752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788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886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5E88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3A5E88"/>
      </a:dk2>
      <a:lt2>
        <a:srgbClr val="F1F5F9"/>
      </a:lt2>
      <a:accent1>
        <a:srgbClr val="6991BF"/>
      </a:accent1>
      <a:accent2>
        <a:srgbClr val="8F403D"/>
      </a:accent2>
      <a:accent3>
        <a:srgbClr val="3A5E88"/>
      </a:accent3>
      <a:accent4>
        <a:srgbClr val="D3DFEE"/>
      </a:accent4>
      <a:accent5>
        <a:srgbClr val="7C687E"/>
      </a:accent5>
      <a:accent6>
        <a:srgbClr val="899EB8"/>
      </a:accent6>
      <a:hlink>
        <a:srgbClr val="6991BF"/>
      </a:hlink>
      <a:folHlink>
        <a:srgbClr val="3A5E8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