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첫눈 온다고 창가에 혼자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288999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00500"/>
            <a:ext cx="342381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57700"/>
            <a:ext cx="324093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941417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4000500"/>
            <a:ext cx="342381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내 공간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4457700"/>
            <a:ext cx="324093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593836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6356" y="4000500"/>
            <a:ext cx="342381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내 하루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796" y="4457700"/>
            <a:ext cx="324093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6991B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991BF"/>
                </a:solidFill>
              </a:rPr>
              <a:t>태어난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나의 뿌리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9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6991B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991BF"/>
                </a:solidFill>
              </a:rPr>
              <a:t>학창 시절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자라던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3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6991B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991BF"/>
                </a:solidFill>
              </a:rPr>
              <a:t>혼자 시작한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나의 첫 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7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6991B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991BF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오늘의 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731520" y="1600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8" name="줄 2"/>
          <p:cNvSpPr/>
          <p:nvPr/>
        </p:nvSpPr>
        <p:spPr>
          <a:xfrm>
            <a:off x="731520" y="2743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88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2" name="줄 3"/>
          <p:cNvSpPr/>
          <p:nvPr/>
        </p:nvSpPr>
        <p:spPr>
          <a:xfrm>
            <a:off x="731520" y="3886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