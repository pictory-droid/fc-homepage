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9465B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9465B"/>
                </a:solidFill>
              </a:rPr>
              <a:t>봄비 오는 창가에서 차 한 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우리 부부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316403" y="1600200"/>
            <a:ext cx="2400300" cy="2400300"/>
          </a:xfrm>
          <a:prstGeom prst="ellipse">
            <a:avLst/>
          </a:prstGeom>
          <a:solidFill>
            <a:srgbClr val="D3E3EE"/>
          </a:solidFill>
          <a:ln w="19050">
            <a:solidFill>
              <a:srgbClr val="497DA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465B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1939"/>
            <a:ext cx="52043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9465B"/>
                </a:solidFill>
              </a:rPr>
              <a:t>남편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49140"/>
            <a:ext cx="502142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749311" y="1600200"/>
            <a:ext cx="2400300" cy="2400300"/>
          </a:xfrm>
          <a:prstGeom prst="ellipse">
            <a:avLst/>
          </a:prstGeom>
          <a:solidFill>
            <a:srgbClr val="D3E3EE"/>
          </a:solidFill>
          <a:ln w="19050">
            <a:solidFill>
              <a:srgbClr val="497DA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465B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7307" y="4091939"/>
            <a:ext cx="52043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9465B"/>
                </a:solidFill>
              </a:rPr>
              <a:t>아내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8747" y="4549140"/>
            <a:ext cx="502142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914400" y="3337560"/>
            <a:ext cx="10637215" cy="54864"/>
          </a:xfrm>
          <a:prstGeom prst="rect">
            <a:avLst/>
          </a:pr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2042883" y="3154680"/>
            <a:ext cx="402336" cy="402336"/>
          </a:xfrm>
          <a:prstGeom prst="ellipse">
            <a:avLst/>
          </a:prstGeom>
          <a:solidFill>
            <a:srgbClr val="497DA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7DA2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9465B"/>
                </a:solidFill>
              </a:rPr>
              <a:t>첫 만남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 만났나요?</a:t>
            </a:r>
          </a:p>
        </p:txBody>
      </p:sp>
      <p:sp>
        <p:nvSpPr>
          <p:cNvPr id="10" name="때 2"/>
          <p:cNvSpPr/>
          <p:nvPr/>
        </p:nvSpPr>
        <p:spPr>
          <a:xfrm>
            <a:off x="4702187" y="3154680"/>
            <a:ext cx="402336" cy="402336"/>
          </a:xfrm>
          <a:prstGeom prst="ellipse">
            <a:avLst/>
          </a:prstGeom>
          <a:solidFill>
            <a:srgbClr val="497DA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9423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7DA2"/>
                </a:solidFill>
              </a:rPr>
              <a:t>결혼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5143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9465B"/>
                </a:solidFill>
              </a:rPr>
              <a:t>함께 시작한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5143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361491" y="3154680"/>
            <a:ext cx="402336" cy="402336"/>
          </a:xfrm>
          <a:prstGeom prst="ellipse">
            <a:avLst/>
          </a:prstGeom>
          <a:solidFill>
            <a:srgbClr val="497DA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8727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7DA2"/>
                </a:solidFill>
              </a:rPr>
              <a:t>첫 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9465B"/>
                </a:solidFill>
              </a:rPr>
              <a:t>우리의 보금자리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447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이사한 날</a:t>
            </a:r>
          </a:p>
        </p:txBody>
      </p:sp>
      <p:sp>
        <p:nvSpPr>
          <p:cNvPr id="18" name="때 4"/>
          <p:cNvSpPr/>
          <p:nvPr/>
        </p:nvSpPr>
        <p:spPr>
          <a:xfrm>
            <a:off x="10020795" y="3154680"/>
            <a:ext cx="402336" cy="402336"/>
          </a:xfrm>
          <a:prstGeom prst="ellipse">
            <a:avLst/>
          </a:prstGeom>
          <a:solidFill>
            <a:srgbClr val="497DA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8031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7DA2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3751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9465B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3751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914400" y="160020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874519"/>
            <a:ext cx="457200" cy="457200"/>
          </a:xfrm>
          <a:prstGeom prst="ellipse">
            <a:avLst/>
          </a:prstGeom>
          <a:solidFill>
            <a:srgbClr val="497DA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9465B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하루에 한 번 서로 안아 주기</a:t>
            </a:r>
          </a:p>
        </p:txBody>
      </p:sp>
      <p:sp>
        <p:nvSpPr>
          <p:cNvPr id="9" name="줄 2"/>
          <p:cNvSpPr/>
          <p:nvPr/>
        </p:nvSpPr>
        <p:spPr>
          <a:xfrm>
            <a:off x="914400" y="274320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497DA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9465B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8892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화가 나도 잠자리 전엔 풀기</a:t>
            </a:r>
          </a:p>
        </p:txBody>
      </p:sp>
      <p:sp>
        <p:nvSpPr>
          <p:cNvPr id="13" name="줄 3"/>
          <p:cNvSpPr/>
          <p:nvPr/>
        </p:nvSpPr>
        <p:spPr>
          <a:xfrm>
            <a:off x="914400" y="388620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97280" y="4160520"/>
            <a:ext cx="457200" cy="457200"/>
          </a:xfrm>
          <a:prstGeom prst="ellipse">
            <a:avLst/>
          </a:prstGeom>
          <a:solidFill>
            <a:srgbClr val="497DA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9465B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데이트하기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3E3EE"/>
          </a:solidFill>
          <a:ln w="19050">
            <a:solidFill>
              <a:srgbClr val="497DA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465B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521098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3E3EE"/>
          </a:solidFill>
          <a:ln w="19050">
            <a:solidFill>
              <a:srgbClr val="497DA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465B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127796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3E3EE"/>
          </a:solidFill>
          <a:ln w="19050">
            <a:solidFill>
              <a:srgbClr val="497DA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465B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914400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3E3EE"/>
          </a:solidFill>
          <a:ln w="19050">
            <a:solidFill>
              <a:srgbClr val="497DA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465B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521098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3E3EE"/>
          </a:solidFill>
          <a:ln w="19050">
            <a:solidFill>
              <a:srgbClr val="497DA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465B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127796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3E3EE"/>
          </a:solidFill>
          <a:ln w="19050">
            <a:solidFill>
              <a:srgbClr val="497DA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465B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9465B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9465B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우리 부부 가족 소개">
  <a:themeElements>
    <a:clrScheme name="Office">
      <a:dk1>
        <a:sysClr val="windowText" lastClr="000000"/>
      </a:dk1>
      <a:lt1>
        <a:sysClr val="window" lastClr="FFFFFF"/>
      </a:lt1>
      <a:dk2>
        <a:srgbClr val="29465B"/>
      </a:dk2>
      <a:lt2>
        <a:srgbClr val="F1F5F9"/>
      </a:lt2>
      <a:accent1>
        <a:srgbClr val="497DA2"/>
      </a:accent1>
      <a:accent2>
        <a:srgbClr val="8D3F46"/>
      </a:accent2>
      <a:accent3>
        <a:srgbClr val="29465B"/>
      </a:accent3>
      <a:accent4>
        <a:srgbClr val="D3E3EE"/>
      </a:accent4>
      <a:accent5>
        <a:srgbClr val="6B5E74"/>
      </a:accent5>
      <a:accent6>
        <a:srgbClr val="7F909D"/>
      </a:accent6>
      <a:hlink>
        <a:srgbClr val="497DA2"/>
      </a:hlink>
      <a:folHlink>
        <a:srgbClr val="29465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