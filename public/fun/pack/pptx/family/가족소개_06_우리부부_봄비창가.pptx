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4E6D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24E6D"/>
                </a:solidFill>
              </a:rPr>
              <a:t>봄비 오는 창가에서 차 한 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316403" y="1600200"/>
            <a:ext cx="2400300" cy="2400300"/>
          </a:xfrm>
          <a:prstGeom prst="ellipse">
            <a:avLst/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24E6D"/>
                </a:solidFill>
              </a:rPr>
              <a:t>남편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50214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49311" y="1600200"/>
            <a:ext cx="2400300" cy="2400300"/>
          </a:xfrm>
          <a:prstGeom prst="ellipse">
            <a:avLst/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7" y="40919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24E6D"/>
                </a:solidFill>
              </a:rPr>
              <a:t>아내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747" y="4549140"/>
            <a:ext cx="502142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D4E8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5196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196C8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0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5196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196C8"/>
                </a:solidFill>
              </a:rPr>
              <a:t>결혼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함께 시작한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5196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196C8"/>
                </a:solidFill>
              </a:rPr>
              <a:t>첫 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우리의 보금자리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18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5196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196C8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4E8F7"/>
          </a:solidFill>
          <a:ln w="19050">
            <a:solidFill>
              <a:srgbClr val="5196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4E6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4E6D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24E6D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224E6D"/>
      </a:dk2>
      <a:lt2>
        <a:srgbClr val="F3F8FC"/>
      </a:lt2>
      <a:accent1>
        <a:srgbClr val="5196C8"/>
      </a:accent1>
      <a:accent2>
        <a:srgbClr val="339941"/>
      </a:accent2>
      <a:accent3>
        <a:srgbClr val="224E6D"/>
      </a:accent3>
      <a:accent4>
        <a:srgbClr val="D4E8F7"/>
      </a:accent4>
      <a:accent5>
        <a:srgbClr val="429884"/>
      </a:accent5>
      <a:accent6>
        <a:srgbClr val="7A95A7"/>
      </a:accent6>
      <a:hlink>
        <a:srgbClr val="5196C8"/>
      </a:hlink>
      <a:folHlink>
        <a:srgbClr val="224E6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