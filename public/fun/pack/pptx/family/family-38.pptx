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군고구마 냄새가 번지던 우리 집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가족 구성원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60120" y="1554480"/>
            <a:ext cx="1292809" cy="1292809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38729"/>
            <a:ext cx="156712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할아버지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95929"/>
            <a:ext cx="1384249" cy="27762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2755849" y="1554480"/>
            <a:ext cx="1292809" cy="1292809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8689" y="2938729"/>
            <a:ext cx="156712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할머니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0129" y="3395929"/>
            <a:ext cx="1384249" cy="27762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4551578" y="1554480"/>
            <a:ext cx="1292809" cy="1292809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4418" y="2938729"/>
            <a:ext cx="156712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아빠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5858" y="3395929"/>
            <a:ext cx="1384249" cy="27762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6347307" y="1554480"/>
            <a:ext cx="1292809" cy="1292809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0147" y="2938729"/>
            <a:ext cx="156712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엄마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3395929"/>
            <a:ext cx="1384249" cy="27762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143036" y="1554480"/>
            <a:ext cx="1292809" cy="1292809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5876" y="2938729"/>
            <a:ext cx="156712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큰아이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7316" y="3395929"/>
            <a:ext cx="1384249" cy="27762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31" name="사진 자리"/>
          <p:cNvSpPr/>
          <p:nvPr/>
        </p:nvSpPr>
        <p:spPr>
          <a:xfrm>
            <a:off x="9938766" y="1554480"/>
            <a:ext cx="1292809" cy="1292809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1606" y="2938729"/>
            <a:ext cx="156712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작은아이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046" y="3395929"/>
            <a:ext cx="1384249" cy="277627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우리 가족 이야기</a:t>
            </a:r>
          </a:p>
        </p:txBody>
      </p:sp>
      <p:sp>
        <p:nvSpPr>
          <p:cNvPr id="16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때 1"/>
          <p:cNvSpPr/>
          <p:nvPr/>
        </p:nvSpPr>
        <p:spPr>
          <a:xfrm>
            <a:off x="1940013" y="3108960"/>
            <a:ext cx="402336" cy="402336"/>
          </a:xfrm>
          <a:prstGeom prst="ellipse">
            <a:avLst/>
          </a:prstGeom>
          <a:solidFill>
            <a:srgbClr val="9952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5229"/>
                </a:solidFill>
              </a:rPr>
              <a:t>할아버지 할머니의 이야기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뿌리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21" name="때 2"/>
          <p:cNvSpPr/>
          <p:nvPr/>
        </p:nvSpPr>
        <p:spPr>
          <a:xfrm>
            <a:off x="4576457" y="3108960"/>
            <a:ext cx="402336" cy="402336"/>
          </a:xfrm>
          <a:prstGeom prst="ellipse">
            <a:avLst/>
          </a:prstGeom>
          <a:solidFill>
            <a:srgbClr val="9952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123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5229"/>
                </a:solidFill>
              </a:rPr>
              <a:t>부모가 된 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0843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새로운 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0843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5" name="때 3"/>
          <p:cNvSpPr/>
          <p:nvPr/>
        </p:nvSpPr>
        <p:spPr>
          <a:xfrm>
            <a:off x="7212901" y="3108960"/>
            <a:ext cx="402336" cy="402336"/>
          </a:xfrm>
          <a:prstGeom prst="ellipse">
            <a:avLst/>
          </a:prstGeom>
          <a:solidFill>
            <a:srgbClr val="9952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1567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5229"/>
                </a:solidFill>
              </a:rPr>
              <a:t>온 가족 모임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한자리에 모인 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7287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9" name="때 4"/>
          <p:cNvSpPr/>
          <p:nvPr/>
        </p:nvSpPr>
        <p:spPr>
          <a:xfrm>
            <a:off x="9849345" y="3108960"/>
            <a:ext cx="402336" cy="402336"/>
          </a:xfrm>
          <a:prstGeom prst="ellipse">
            <a:avLst/>
          </a:prstGeom>
          <a:solidFill>
            <a:srgbClr val="9952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011" y="246888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95229"/>
                </a:solidFill>
              </a:rPr>
              <a:t>지금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731" y="3657600"/>
            <a:ext cx="2453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오늘의 우리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731" y="4160520"/>
            <a:ext cx="2453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우리 가족의 약속</a:t>
            </a:r>
          </a:p>
        </p:txBody>
      </p:sp>
      <p:sp>
        <p:nvSpPr>
          <p:cNvPr id="16" name="줄 1"/>
          <p:cNvSpPr/>
          <p:nvPr/>
        </p:nvSpPr>
        <p:spPr>
          <a:xfrm>
            <a:off x="822960" y="1554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1005840" y="18288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약속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00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20" name="줄 2"/>
          <p:cNvSpPr/>
          <p:nvPr/>
        </p:nvSpPr>
        <p:spPr>
          <a:xfrm>
            <a:off x="822960" y="2697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1005840" y="29718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약속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43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24" name="줄 3"/>
          <p:cNvSpPr/>
          <p:nvPr/>
        </p:nvSpPr>
        <p:spPr>
          <a:xfrm>
            <a:off x="822960" y="3840480"/>
            <a:ext cx="10545775" cy="100584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약속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886200"/>
            <a:ext cx="670529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가족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