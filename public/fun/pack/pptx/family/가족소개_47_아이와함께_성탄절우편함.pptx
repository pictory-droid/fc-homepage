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F6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802684" y="0"/>
            <a:ext cx="4389010" cy="6858000"/>
          </a:xfrm>
          <a:prstGeom prst="rect">
            <a:avLst/>
          </a:prstGeom>
          <a:solidFill>
            <a:srgbClr val="ADEBC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4932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8168435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가족을 소개합니다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성탄 카드 부치러 간 골목 앞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아이와 함께 · 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EB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6" name="포인트"/>
          <p:cNvSpPr/>
          <p:nvPr/>
        </p:nvSpPr>
        <p:spPr>
          <a:xfrm>
            <a:off x="11204143" y="246888"/>
            <a:ext cx="237744" cy="237744"/>
          </a:xfrm>
          <a:prstGeom prst="mathPlus">
            <a:avLst/>
          </a:prstGeom>
          <a:solidFill>
            <a:srgbClr val="98E1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구성원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21016" y="1783080"/>
            <a:ext cx="2194560" cy="2194560"/>
          </a:xfrm>
          <a:prstGeom prst="ellipse">
            <a:avLst/>
          </a:prstGeom>
          <a:solidFill>
            <a:srgbClr val="D5F6E0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69079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4932"/>
                </a:solidFill>
              </a:rPr>
              <a:t>아빠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4526279"/>
            <a:ext cx="2373553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3606050" y="1783080"/>
            <a:ext cx="2194560" cy="2194560"/>
          </a:xfrm>
          <a:prstGeom prst="ellipse">
            <a:avLst/>
          </a:prstGeom>
          <a:solidFill>
            <a:srgbClr val="D5F6E0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5113" y="4069079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4932"/>
                </a:solidFill>
              </a:rPr>
              <a:t>엄마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6553" y="4526279"/>
            <a:ext cx="2373553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6391084" y="1783080"/>
            <a:ext cx="2194560" cy="2194560"/>
          </a:xfrm>
          <a:prstGeom prst="ellipse">
            <a:avLst/>
          </a:prstGeom>
          <a:solidFill>
            <a:srgbClr val="D5F6E0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0147" y="4069079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4932"/>
                </a:solidFill>
              </a:rPr>
              <a:t>첫째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1587" y="4526279"/>
            <a:ext cx="2373553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자라서 되고 싶은 것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9176118" y="1783080"/>
            <a:ext cx="2194560" cy="2194560"/>
          </a:xfrm>
          <a:prstGeom prst="ellipse">
            <a:avLst/>
          </a:prstGeom>
          <a:solidFill>
            <a:srgbClr val="D5F6E0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5181" y="4069079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4932"/>
                </a:solidFill>
              </a:rPr>
              <a:t>둘째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86621" y="4526279"/>
            <a:ext cx="2373553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자라서 되고 싶은 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EB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6" name="포인트"/>
          <p:cNvSpPr/>
          <p:nvPr/>
        </p:nvSpPr>
        <p:spPr>
          <a:xfrm>
            <a:off x="11204143" y="246888"/>
            <a:ext cx="237744" cy="237744"/>
          </a:xfrm>
          <a:prstGeom prst="mathPlus">
            <a:avLst/>
          </a:prstGeom>
          <a:solidFill>
            <a:srgbClr val="98E1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 이야기</a:t>
            </a:r>
          </a:p>
        </p:txBody>
      </p:sp>
      <p:sp>
        <p:nvSpPr>
          <p:cNvPr id="7" name="타임라인 선"/>
          <p:cNvSpPr/>
          <p:nvPr/>
        </p:nvSpPr>
        <p:spPr>
          <a:xfrm>
            <a:off x="640080" y="3520440"/>
            <a:ext cx="10911535" cy="54864"/>
          </a:xfrm>
          <a:prstGeom prst="rect">
            <a:avLst/>
          </a:prstGeom>
          <a:solidFill>
            <a:srgbClr val="D5F6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때 1"/>
          <p:cNvSpPr/>
          <p:nvPr/>
        </p:nvSpPr>
        <p:spPr>
          <a:xfrm>
            <a:off x="1802853" y="3337560"/>
            <a:ext cx="402336" cy="402336"/>
          </a:xfrm>
          <a:prstGeom prst="ellipse">
            <a:avLst/>
          </a:prstGeom>
          <a:solidFill>
            <a:srgbClr val="98E1B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8E1B1"/>
                </a:solidFill>
              </a:rPr>
              <a:t>가족이 된 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4932"/>
                </a:solidFill>
              </a:rPr>
              <a:t>우리의 시작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처음 만난 날의 이야기</a:t>
            </a:r>
          </a:p>
        </p:txBody>
      </p:sp>
      <p:sp>
        <p:nvSpPr>
          <p:cNvPr id="12" name="때 2"/>
          <p:cNvSpPr/>
          <p:nvPr/>
        </p:nvSpPr>
        <p:spPr>
          <a:xfrm>
            <a:off x="4530737" y="3337560"/>
            <a:ext cx="402336" cy="402336"/>
          </a:xfrm>
          <a:prstGeom prst="ellipse">
            <a:avLst/>
          </a:prstGeom>
          <a:solidFill>
            <a:srgbClr val="98E1B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3683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8E1B1"/>
                </a:solidFill>
              </a:rPr>
              <a:t>아이가 태어난 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03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4932"/>
                </a:solidFill>
              </a:rPr>
              <a:t>새 식구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03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그날의 기억을 적어요</a:t>
            </a:r>
          </a:p>
        </p:txBody>
      </p:sp>
      <p:sp>
        <p:nvSpPr>
          <p:cNvPr id="16" name="때 3"/>
          <p:cNvSpPr/>
          <p:nvPr/>
        </p:nvSpPr>
        <p:spPr>
          <a:xfrm>
            <a:off x="7258621" y="3337560"/>
            <a:ext cx="402336" cy="402336"/>
          </a:xfrm>
          <a:prstGeom prst="ellipse">
            <a:avLst/>
          </a:prstGeom>
          <a:solidFill>
            <a:srgbClr val="98E1B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1567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8E1B1"/>
                </a:solidFill>
              </a:rPr>
              <a:t>첫 가족 여행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7287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4932"/>
                </a:solidFill>
              </a:rPr>
              <a:t>함께 떠난 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7287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가장 웃었던 순간</a:t>
            </a:r>
          </a:p>
        </p:txBody>
      </p:sp>
      <p:sp>
        <p:nvSpPr>
          <p:cNvPr id="20" name="때 4"/>
          <p:cNvSpPr/>
          <p:nvPr/>
        </p:nvSpPr>
        <p:spPr>
          <a:xfrm>
            <a:off x="9986505" y="3337560"/>
            <a:ext cx="402336" cy="402336"/>
          </a:xfrm>
          <a:prstGeom prst="ellipse">
            <a:avLst/>
          </a:prstGeom>
          <a:solidFill>
            <a:srgbClr val="98E1B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451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8E1B1"/>
                </a:solidFill>
              </a:rPr>
              <a:t>지금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171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4932"/>
                </a:solidFill>
              </a:rPr>
              <a:t>오늘의 우리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171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EB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6" name="포인트"/>
          <p:cNvSpPr/>
          <p:nvPr/>
        </p:nvSpPr>
        <p:spPr>
          <a:xfrm>
            <a:off x="11204143" y="246888"/>
            <a:ext cx="237744" cy="237744"/>
          </a:xfrm>
          <a:prstGeom prst="mathPlus">
            <a:avLst/>
          </a:prstGeom>
          <a:solidFill>
            <a:srgbClr val="98E1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가족의 약속</a:t>
            </a:r>
          </a:p>
        </p:txBody>
      </p:sp>
      <p:sp>
        <p:nvSpPr>
          <p:cNvPr id="7" name="줄 1"/>
          <p:cNvSpPr/>
          <p:nvPr/>
        </p:nvSpPr>
        <p:spPr>
          <a:xfrm>
            <a:off x="640080" y="1783080"/>
            <a:ext cx="10911535" cy="1005840"/>
          </a:xfrm>
          <a:prstGeom prst="roundRect">
            <a:avLst>
              <a:gd name="adj" fmla="val 4000"/>
            </a:avLst>
          </a:prstGeom>
          <a:solidFill>
            <a:srgbClr val="ECFB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포인트 막대"/>
          <p:cNvSpPr/>
          <p:nvPr/>
        </p:nvSpPr>
        <p:spPr>
          <a:xfrm>
            <a:off x="640080" y="1892807"/>
            <a:ext cx="54864" cy="786384"/>
          </a:xfrm>
          <a:prstGeom prst="rect">
            <a:avLst/>
          </a:prstGeom>
          <a:solidFill>
            <a:srgbClr val="98E1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822959" y="2057400"/>
            <a:ext cx="457200" cy="457200"/>
          </a:xfrm>
          <a:prstGeom prst="ellipse">
            <a:avLst/>
          </a:prstGeom>
          <a:solidFill>
            <a:srgbClr val="98E1B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828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32"/>
                </a:solidFill>
              </a:rPr>
              <a:t>약속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828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밥은 꼭 함께 먹기</a:t>
            </a:r>
          </a:p>
        </p:txBody>
      </p:sp>
      <p:sp>
        <p:nvSpPr>
          <p:cNvPr id="12" name="줄 2"/>
          <p:cNvSpPr/>
          <p:nvPr/>
        </p:nvSpPr>
        <p:spPr>
          <a:xfrm>
            <a:off x="640080" y="2926080"/>
            <a:ext cx="10911535" cy="1005840"/>
          </a:xfrm>
          <a:prstGeom prst="roundRect">
            <a:avLst>
              <a:gd name="adj" fmla="val 4000"/>
            </a:avLst>
          </a:prstGeom>
          <a:solidFill>
            <a:srgbClr val="ECFB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포인트 막대"/>
          <p:cNvSpPr/>
          <p:nvPr/>
        </p:nvSpPr>
        <p:spPr>
          <a:xfrm>
            <a:off x="640080" y="3035808"/>
            <a:ext cx="54864" cy="786384"/>
          </a:xfrm>
          <a:prstGeom prst="rect">
            <a:avLst/>
          </a:prstGeom>
          <a:solidFill>
            <a:srgbClr val="98E1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2"/>
          <p:cNvSpPr/>
          <p:nvPr/>
        </p:nvSpPr>
        <p:spPr>
          <a:xfrm>
            <a:off x="822959" y="3200400"/>
            <a:ext cx="457200" cy="457200"/>
          </a:xfrm>
          <a:prstGeom prst="ellipse">
            <a:avLst/>
          </a:prstGeom>
          <a:solidFill>
            <a:srgbClr val="98E1B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971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32"/>
                </a:solidFill>
              </a:rPr>
              <a:t>약속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971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잠들기 전에 사랑한다고 말하기</a:t>
            </a:r>
          </a:p>
        </p:txBody>
      </p:sp>
      <p:sp>
        <p:nvSpPr>
          <p:cNvPr id="17" name="줄 3"/>
          <p:cNvSpPr/>
          <p:nvPr/>
        </p:nvSpPr>
        <p:spPr>
          <a:xfrm>
            <a:off x="640080" y="4069080"/>
            <a:ext cx="10911535" cy="1005840"/>
          </a:xfrm>
          <a:prstGeom prst="roundRect">
            <a:avLst>
              <a:gd name="adj" fmla="val 4000"/>
            </a:avLst>
          </a:prstGeom>
          <a:solidFill>
            <a:srgbClr val="ECFB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포인트 막대"/>
          <p:cNvSpPr/>
          <p:nvPr/>
        </p:nvSpPr>
        <p:spPr>
          <a:xfrm>
            <a:off x="640080" y="4178808"/>
            <a:ext cx="54864" cy="786384"/>
          </a:xfrm>
          <a:prstGeom prst="rect">
            <a:avLst/>
          </a:prstGeom>
          <a:solidFill>
            <a:srgbClr val="98E1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822959" y="4343400"/>
            <a:ext cx="457200" cy="457200"/>
          </a:xfrm>
          <a:prstGeom prst="ellipse">
            <a:avLst/>
          </a:prstGeom>
          <a:solidFill>
            <a:srgbClr val="98E1B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114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32"/>
                </a:solidFill>
              </a:rPr>
              <a:t>약속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114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주말에는 함께 산책하기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EB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6" name="포인트"/>
          <p:cNvSpPr/>
          <p:nvPr/>
        </p:nvSpPr>
        <p:spPr>
          <a:xfrm>
            <a:off x="11204143" y="246888"/>
            <a:ext cx="237744" cy="237744"/>
          </a:xfrm>
          <a:prstGeom prst="mathPlus">
            <a:avLst/>
          </a:prstGeom>
          <a:solidFill>
            <a:srgbClr val="98E1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사진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40080" y="1783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F6E0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338218" y="1783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F6E0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036356" y="1783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F6E0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40080" y="4069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F6E0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4338218" y="4069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F6E0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036356" y="4069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F6E0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F6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802684" y="0"/>
            <a:ext cx="4389010" cy="6858000"/>
          </a:xfrm>
          <a:prstGeom prst="rect">
            <a:avLst/>
          </a:prstGeom>
          <a:solidFill>
            <a:srgbClr val="ADEBC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4932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8168435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 소개를 마칩니다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읽어 주셔서 고맙습니다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아이와 함께 가족 소개">
  <a:themeElements>
    <a:clrScheme name="Office">
      <a:dk1>
        <a:sysClr val="windowText" lastClr="000000"/>
      </a:dk1>
      <a:lt1>
        <a:sysClr val="window" lastClr="FFFFFF"/>
      </a:lt1>
      <a:dk2>
        <a:srgbClr val="274932"/>
      </a:dk2>
      <a:lt2>
        <a:srgbClr val="ECFBF1"/>
      </a:lt2>
      <a:accent1>
        <a:srgbClr val="98E1B1"/>
      </a:accent1>
      <a:accent2>
        <a:srgbClr val="B8EAE0"/>
      </a:accent2>
      <a:accent3>
        <a:srgbClr val="274932"/>
      </a:accent3>
      <a:accent4>
        <a:srgbClr val="D5F6E0"/>
      </a:accent4>
      <a:accent5>
        <a:srgbClr val="A8E6C8"/>
      </a:accent5>
      <a:accent6>
        <a:srgbClr val="7D9284"/>
      </a:accent6>
      <a:hlink>
        <a:srgbClr val="98E1B1"/>
      </a:hlink>
      <a:folHlink>
        <a:srgbClr val="274932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아이와 함께 가족 소개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