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D9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E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아카시아 꽃 따 먹던 아이들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아이와 함께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77239" y="1600200"/>
            <a:ext cx="2282113" cy="2282113"/>
          </a:xfrm>
          <a:prstGeom prst="ellipse">
            <a:avLst/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E4927"/>
                </a:solidFill>
              </a:rPr>
              <a:t>아빠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43095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562273" y="1600200"/>
            <a:ext cx="2282113" cy="2282113"/>
          </a:xfrm>
          <a:prstGeom prst="ellipse">
            <a:avLst/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5113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E4927"/>
                </a:solidFill>
              </a:rPr>
              <a:t>엄마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6553" y="443095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347307" y="1600200"/>
            <a:ext cx="2282113" cy="2282113"/>
          </a:xfrm>
          <a:prstGeom prst="ellipse">
            <a:avLst/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7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E4927"/>
                </a:solidFill>
              </a:rPr>
              <a:t>첫째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443095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9132341" y="1600200"/>
            <a:ext cx="2282113" cy="2282113"/>
          </a:xfrm>
          <a:prstGeom prst="ellipse">
            <a:avLst/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5181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E4927"/>
                </a:solidFill>
              </a:rPr>
              <a:t>둘째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6621" y="443095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CFA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D0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0ED97"/>
                </a:solidFill>
              </a:rPr>
              <a:t>가족이 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우리의 시작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처음 만난 날의 이야기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D0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0ED97"/>
                </a:solidFill>
              </a:rPr>
              <a:t>아이가 태어난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새 식구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D0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0ED97"/>
                </a:solidFill>
              </a:rPr>
              <a:t>첫 가족 여행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함께 떠난 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웃었던 순간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D0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0ED97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C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10893247" cy="82296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87451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밥은 꼭 함께 먹기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C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49224" y="2752344"/>
            <a:ext cx="10893247" cy="82296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0175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약속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잠들기 전에 사랑한다고 말하기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C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49224" y="3895344"/>
            <a:ext cx="10893247" cy="82296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1605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0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약속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D9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E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3E4927"/>
      </a:dk2>
      <a:lt2>
        <a:srgbClr val="F7FDEA"/>
      </a:lt2>
      <a:accent1>
        <a:srgbClr val="D0ED97"/>
      </a:accent1>
      <a:accent2>
        <a:srgbClr val="C5F3BA"/>
      </a:accent2>
      <a:accent3>
        <a:srgbClr val="3E4927"/>
      </a:accent3>
      <a:accent4>
        <a:srgbClr val="ECFAD1"/>
      </a:accent4>
      <a:accent5>
        <a:srgbClr val="CAF0A8"/>
      </a:accent5>
      <a:accent6>
        <a:srgbClr val="8B927D"/>
      </a:accent6>
      <a:hlink>
        <a:srgbClr val="D0ED97"/>
      </a:hlink>
      <a:folHlink>
        <a:srgbClr val="3E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