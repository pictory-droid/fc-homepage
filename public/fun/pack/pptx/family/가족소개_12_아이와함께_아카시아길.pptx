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26728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26728"/>
                </a:solidFill>
              </a:rPr>
              <a:t>아카시아 꽃 따 먹던 아이들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26728"/>
                </a:solidFill>
              </a:rPr>
              <a:t>아빠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26728"/>
                </a:solidFill>
              </a:rPr>
              <a:t>엄마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26728"/>
                </a:solidFill>
              </a:rPr>
              <a:t>첫째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26728"/>
                </a:solidFill>
              </a:rPr>
              <a:t>둘째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가족이 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우리의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아이가 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새 식구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첫 가족 여행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함께 떠난 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2700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2700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2700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26728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26728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526728"/>
      </a:dk2>
      <a:lt2>
        <a:srgbClr val="F9FCF3"/>
      </a:lt2>
      <a:accent1>
        <a:srgbClr val="9DBF5A"/>
      </a:accent1>
      <a:accent2>
        <a:srgbClr val="339941"/>
      </a:accent2>
      <a:accent3>
        <a:srgbClr val="526728"/>
      </a:accent3>
      <a:accent4>
        <a:srgbClr val="EBF7D4"/>
      </a:accent4>
      <a:accent5>
        <a:srgbClr val="68AC4E"/>
      </a:accent5>
      <a:accent6>
        <a:srgbClr val="97A47E"/>
      </a:accent6>
      <a:hlink>
        <a:srgbClr val="9DBF5A"/>
      </a:hlink>
      <a:folHlink>
        <a:srgbClr val="52672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