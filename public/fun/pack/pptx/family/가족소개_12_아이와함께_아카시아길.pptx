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562E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아카시아 꽃 따 먹던 아이들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39" y="1600200"/>
            <a:ext cx="2282113" cy="2282113"/>
          </a:xfrm>
          <a:prstGeom prst="ellipse">
            <a:avLst/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562273" y="1600200"/>
            <a:ext cx="2282113" cy="2282113"/>
          </a:xfrm>
          <a:prstGeom prst="ellipse">
            <a:avLst/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5113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47307" y="1600200"/>
            <a:ext cx="2282113" cy="2282113"/>
          </a:xfrm>
          <a:prstGeom prst="ellipse">
            <a:avLst/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1587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132341" y="1600200"/>
            <a:ext cx="2282113" cy="2282113"/>
          </a:xfrm>
          <a:prstGeom prst="ellipse">
            <a:avLst/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5181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21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2700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2700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2700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562E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49562E"/>
      </a:dk2>
      <a:lt2>
        <a:srgbClr val="F6F8F2"/>
      </a:lt2>
      <a:accent1>
        <a:srgbClr val="819852"/>
      </a:accent1>
      <a:accent2>
        <a:srgbClr val="475285"/>
      </a:accent2>
      <a:accent3>
        <a:srgbClr val="49562E"/>
      </a:accent3>
      <a:accent4>
        <a:srgbClr val="E4EBD6"/>
      </a:accent4>
      <a:accent5>
        <a:srgbClr val="64756C"/>
      </a:accent5>
      <a:accent6>
        <a:srgbClr val="929A82"/>
      </a:accent6>
      <a:hlink>
        <a:srgbClr val="819852"/>
      </a:hlink>
      <a:folHlink>
        <a:srgbClr val="4956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