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E2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57200" y="457200"/>
            <a:ext cx="11277295" cy="5943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5143150">
            <a:off x="5368727" y="1847869"/>
            <a:ext cx="467593" cy="467593"/>
          </a:xfrm>
          <a:prstGeom prst="teardrop">
            <a:avLst/>
          </a:prstGeom>
          <a:solidFill>
            <a:srgbClr val="D16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0973907">
            <a:off x="6511102" y="969124"/>
            <a:ext cx="369744" cy="369744"/>
          </a:xfrm>
          <a:prstGeom prst="teardrop">
            <a:avLst/>
          </a:prstGeom>
          <a:solidFill>
            <a:srgbClr val="F3CE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3708536">
            <a:off x="6638769" y="1950927"/>
            <a:ext cx="305695" cy="305695"/>
          </a:xfrm>
          <a:prstGeom prst="teardrop">
            <a:avLst/>
          </a:prstGeom>
          <a:solidFill>
            <a:srgbClr val="3B915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6746451">
            <a:off x="5905681" y="1251101"/>
            <a:ext cx="297506" cy="297506"/>
          </a:xfrm>
          <a:prstGeom prst="teardrop">
            <a:avLst/>
          </a:prstGeom>
          <a:solidFill>
            <a:srgbClr val="D16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4592492">
            <a:off x="6059803" y="687133"/>
            <a:ext cx="343973" cy="343973"/>
          </a:xfrm>
          <a:prstGeom prst="teardrop">
            <a:avLst/>
          </a:prstGeom>
          <a:solidFill>
            <a:srgbClr val="F3CE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3327126">
            <a:off x="6020842" y="1322210"/>
            <a:ext cx="288217" cy="288217"/>
          </a:xfrm>
          <a:prstGeom prst="teardrop">
            <a:avLst/>
          </a:prstGeom>
          <a:solidFill>
            <a:srgbClr val="3B915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0002202">
            <a:off x="5569194" y="899581"/>
            <a:ext cx="469205" cy="469205"/>
          </a:xfrm>
          <a:prstGeom prst="teardrop">
            <a:avLst/>
          </a:prstGeom>
          <a:solidFill>
            <a:srgbClr val="D16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9217696">
            <a:off x="5569555" y="819754"/>
            <a:ext cx="471396" cy="471396"/>
          </a:xfrm>
          <a:prstGeom prst="teardrop">
            <a:avLst/>
          </a:prstGeom>
          <a:solidFill>
            <a:srgbClr val="F3CE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26314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9E2E4A"/>
                </a:solidFill>
              </a:rPr>
              <a:t>우리 가족을 소개합니다</a:t>
            </a:r>
          </a:p>
        </p:txBody>
      </p:sp>
      <p:sp>
        <p:nvSpPr>
          <p:cNvPr id="12" name="한 줄 문구"/>
          <p:cNvSpPr txBox="1"/>
          <p:nvPr/>
        </p:nvSpPr>
        <p:spPr>
          <a:xfrm>
            <a:off x="1463003" y="372618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9E2E4A"/>
                </a:solidFill>
              </a:rPr>
              <a:t>벚꽃 길을 함께 걸어온 우리</a:t>
            </a:r>
          </a:p>
        </p:txBody>
      </p:sp>
      <p:sp>
        <p:nvSpPr>
          <p:cNvPr id="13" name="안내 문구"/>
          <p:cNvSpPr txBox="1"/>
          <p:nvPr/>
        </p:nvSpPr>
        <p:spPr>
          <a:xfrm>
            <a:off x="1463003" y="459486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3대 가족 · 2026.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1617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5143150">
            <a:off x="10562296" y="1248768"/>
            <a:ext cx="283389" cy="283389"/>
          </a:xfrm>
          <a:prstGeom prst="teardrop">
            <a:avLst/>
          </a:prstGeom>
          <a:solidFill>
            <a:srgbClr val="D16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0973907">
            <a:off x="11254644" y="716195"/>
            <a:ext cx="224087" cy="224087"/>
          </a:xfrm>
          <a:prstGeom prst="teardrop">
            <a:avLst/>
          </a:prstGeom>
          <a:solidFill>
            <a:srgbClr val="F3CE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3708536">
            <a:off x="11332018" y="1311227"/>
            <a:ext cx="185269" cy="185269"/>
          </a:xfrm>
          <a:prstGeom prst="teardrop">
            <a:avLst/>
          </a:prstGeom>
          <a:solidFill>
            <a:srgbClr val="3B915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6746451">
            <a:off x="10887723" y="887090"/>
            <a:ext cx="180306" cy="180306"/>
          </a:xfrm>
          <a:prstGeom prst="teardrop">
            <a:avLst/>
          </a:prstGeom>
          <a:solidFill>
            <a:srgbClr val="D16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4592492">
            <a:off x="10981130" y="545291"/>
            <a:ext cx="208469" cy="208469"/>
          </a:xfrm>
          <a:prstGeom prst="teardrop">
            <a:avLst/>
          </a:prstGeom>
          <a:solidFill>
            <a:srgbClr val="F3CE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3327126">
            <a:off x="10957517" y="930186"/>
            <a:ext cx="174677" cy="174677"/>
          </a:xfrm>
          <a:prstGeom prst="teardrop">
            <a:avLst/>
          </a:prstGeom>
          <a:solidFill>
            <a:srgbClr val="3B915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0002202">
            <a:off x="10683791" y="674048"/>
            <a:ext cx="284367" cy="284367"/>
          </a:xfrm>
          <a:prstGeom prst="teardrop">
            <a:avLst/>
          </a:prstGeom>
          <a:solidFill>
            <a:srgbClr val="D16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9217696">
            <a:off x="10684010" y="625668"/>
            <a:ext cx="285695" cy="285695"/>
          </a:xfrm>
          <a:prstGeom prst="teardrop">
            <a:avLst/>
          </a:prstGeom>
          <a:solidFill>
            <a:srgbClr val="F3CE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9E2E4A"/>
                </a:solidFill>
              </a:rPr>
              <a:t>가족 구성원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868680" y="1600200"/>
            <a:ext cx="1323289" cy="1323289"/>
          </a:xfrm>
          <a:prstGeom prst="ellipse">
            <a:avLst/>
          </a:prstGeom>
          <a:solidFill>
            <a:srgbClr val="F3CED7"/>
          </a:solidFill>
          <a:ln w="19050">
            <a:solidFill>
              <a:srgbClr val="D1617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E2E4A"/>
                </a:solidFill>
              </a:rPr>
              <a:t>사진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014929"/>
            <a:ext cx="159760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9E2E4A"/>
                </a:solidFill>
              </a:rPr>
              <a:t>할아버지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472129"/>
            <a:ext cx="1414729" cy="274579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성함 · 연세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좋아하시는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손주에게 한마디</a:t>
            </a:r>
          </a:p>
        </p:txBody>
      </p:sp>
      <p:sp>
        <p:nvSpPr>
          <p:cNvPr id="15" name="사진 자리"/>
          <p:cNvSpPr/>
          <p:nvPr/>
        </p:nvSpPr>
        <p:spPr>
          <a:xfrm>
            <a:off x="2694889" y="1600200"/>
            <a:ext cx="1323289" cy="1323289"/>
          </a:xfrm>
          <a:prstGeom prst="ellipse">
            <a:avLst/>
          </a:prstGeom>
          <a:solidFill>
            <a:srgbClr val="F3CED7"/>
          </a:solidFill>
          <a:ln w="19050">
            <a:solidFill>
              <a:srgbClr val="D1617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E2E4A"/>
                </a:solidFill>
              </a:rPr>
              <a:t>사진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57729" y="3014929"/>
            <a:ext cx="159760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9E2E4A"/>
                </a:solidFill>
              </a:rPr>
              <a:t>할머니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49169" y="3472129"/>
            <a:ext cx="1414729" cy="274579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성함 · 연세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좋아하시는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손주에게 한마디</a:t>
            </a:r>
          </a:p>
        </p:txBody>
      </p:sp>
      <p:sp>
        <p:nvSpPr>
          <p:cNvPr id="18" name="사진 자리"/>
          <p:cNvSpPr/>
          <p:nvPr/>
        </p:nvSpPr>
        <p:spPr>
          <a:xfrm>
            <a:off x="4521098" y="1600200"/>
            <a:ext cx="1323289" cy="1323289"/>
          </a:xfrm>
          <a:prstGeom prst="ellipse">
            <a:avLst/>
          </a:prstGeom>
          <a:solidFill>
            <a:srgbClr val="F3CED7"/>
          </a:solidFill>
          <a:ln w="19050">
            <a:solidFill>
              <a:srgbClr val="D1617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E2E4A"/>
                </a:solidFill>
              </a:rPr>
              <a:t>사진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3938" y="3014929"/>
            <a:ext cx="159760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9E2E4A"/>
                </a:solidFill>
              </a:rPr>
              <a:t>아빠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5378" y="3472129"/>
            <a:ext cx="1414729" cy="274579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  <p:sp>
        <p:nvSpPr>
          <p:cNvPr id="21" name="사진 자리"/>
          <p:cNvSpPr/>
          <p:nvPr/>
        </p:nvSpPr>
        <p:spPr>
          <a:xfrm>
            <a:off x="6347307" y="1600200"/>
            <a:ext cx="1323289" cy="1323289"/>
          </a:xfrm>
          <a:prstGeom prst="ellipse">
            <a:avLst/>
          </a:prstGeom>
          <a:solidFill>
            <a:srgbClr val="F3CED7"/>
          </a:solidFill>
          <a:ln w="19050">
            <a:solidFill>
              <a:srgbClr val="D1617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E2E4A"/>
                </a:solidFill>
              </a:rPr>
              <a:t>사진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0147" y="3014929"/>
            <a:ext cx="159760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9E2E4A"/>
                </a:solidFill>
              </a:rPr>
              <a:t>엄마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1587" y="3472129"/>
            <a:ext cx="1414729" cy="274579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  <p:sp>
        <p:nvSpPr>
          <p:cNvPr id="24" name="사진 자리"/>
          <p:cNvSpPr/>
          <p:nvPr/>
        </p:nvSpPr>
        <p:spPr>
          <a:xfrm>
            <a:off x="8173516" y="1600200"/>
            <a:ext cx="1323289" cy="1323289"/>
          </a:xfrm>
          <a:prstGeom prst="ellipse">
            <a:avLst/>
          </a:prstGeom>
          <a:solidFill>
            <a:srgbClr val="F3CED7"/>
          </a:solidFill>
          <a:ln w="19050">
            <a:solidFill>
              <a:srgbClr val="D1617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E2E4A"/>
                </a:solidFill>
              </a:rPr>
              <a:t>사진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36356" y="3014929"/>
            <a:ext cx="159760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9E2E4A"/>
                </a:solidFill>
              </a:rPr>
              <a:t>큰아이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27796" y="3472129"/>
            <a:ext cx="1414729" cy="274579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한마디</a:t>
            </a:r>
          </a:p>
        </p:txBody>
      </p:sp>
      <p:sp>
        <p:nvSpPr>
          <p:cNvPr id="27" name="사진 자리"/>
          <p:cNvSpPr/>
          <p:nvPr/>
        </p:nvSpPr>
        <p:spPr>
          <a:xfrm>
            <a:off x="9999726" y="1600200"/>
            <a:ext cx="1323289" cy="1323289"/>
          </a:xfrm>
          <a:prstGeom prst="ellipse">
            <a:avLst/>
          </a:prstGeom>
          <a:solidFill>
            <a:srgbClr val="F3CED7"/>
          </a:solidFill>
          <a:ln w="19050">
            <a:solidFill>
              <a:srgbClr val="D1617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E2E4A"/>
                </a:solidFill>
              </a:rPr>
              <a:t>사진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62566" y="3014929"/>
            <a:ext cx="159760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9E2E4A"/>
                </a:solidFill>
              </a:rPr>
              <a:t>작은아이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54006" y="3472129"/>
            <a:ext cx="1414729" cy="274579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1617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5143150">
            <a:off x="10562296" y="1248768"/>
            <a:ext cx="283389" cy="283389"/>
          </a:xfrm>
          <a:prstGeom prst="teardrop">
            <a:avLst/>
          </a:prstGeom>
          <a:solidFill>
            <a:srgbClr val="D16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0973907">
            <a:off x="11254644" y="716195"/>
            <a:ext cx="224087" cy="224087"/>
          </a:xfrm>
          <a:prstGeom prst="teardrop">
            <a:avLst/>
          </a:prstGeom>
          <a:solidFill>
            <a:srgbClr val="F3CE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3708536">
            <a:off x="11332018" y="1311227"/>
            <a:ext cx="185269" cy="185269"/>
          </a:xfrm>
          <a:prstGeom prst="teardrop">
            <a:avLst/>
          </a:prstGeom>
          <a:solidFill>
            <a:srgbClr val="3B915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6746451">
            <a:off x="10887723" y="887090"/>
            <a:ext cx="180306" cy="180306"/>
          </a:xfrm>
          <a:prstGeom prst="teardrop">
            <a:avLst/>
          </a:prstGeom>
          <a:solidFill>
            <a:srgbClr val="D16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4592492">
            <a:off x="10981130" y="545291"/>
            <a:ext cx="208469" cy="208469"/>
          </a:xfrm>
          <a:prstGeom prst="teardrop">
            <a:avLst/>
          </a:prstGeom>
          <a:solidFill>
            <a:srgbClr val="F3CE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3327126">
            <a:off x="10957517" y="930186"/>
            <a:ext cx="174677" cy="174677"/>
          </a:xfrm>
          <a:prstGeom prst="teardrop">
            <a:avLst/>
          </a:prstGeom>
          <a:solidFill>
            <a:srgbClr val="3B915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0002202">
            <a:off x="10683791" y="674048"/>
            <a:ext cx="284367" cy="284367"/>
          </a:xfrm>
          <a:prstGeom prst="teardrop">
            <a:avLst/>
          </a:prstGeom>
          <a:solidFill>
            <a:srgbClr val="D16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9217696">
            <a:off x="10684010" y="625668"/>
            <a:ext cx="285695" cy="285695"/>
          </a:xfrm>
          <a:prstGeom prst="teardrop">
            <a:avLst/>
          </a:prstGeom>
          <a:solidFill>
            <a:srgbClr val="F3CE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9E2E4A"/>
                </a:solidFill>
              </a:rPr>
              <a:t>우리 가족 이야기</a:t>
            </a:r>
          </a:p>
        </p:txBody>
      </p:sp>
      <p:sp>
        <p:nvSpPr>
          <p:cNvPr id="12" name="타임라인 선"/>
          <p:cNvSpPr/>
          <p:nvPr/>
        </p:nvSpPr>
        <p:spPr>
          <a:xfrm>
            <a:off x="731520" y="3337560"/>
            <a:ext cx="10728655" cy="54864"/>
          </a:xfrm>
          <a:prstGeom prst="rect">
            <a:avLst/>
          </a:prstGeom>
          <a:solidFill>
            <a:srgbClr val="F3CE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때 1"/>
          <p:cNvSpPr/>
          <p:nvPr/>
        </p:nvSpPr>
        <p:spPr>
          <a:xfrm>
            <a:off x="1871433" y="3154680"/>
            <a:ext cx="402336" cy="402336"/>
          </a:xfrm>
          <a:prstGeom prst="ellipse">
            <a:avLst/>
          </a:prstGeom>
          <a:solidFill>
            <a:srgbClr val="D1617D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514600"/>
            <a:ext cx="259072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D1617D"/>
                </a:solidFill>
              </a:rPr>
              <a:t>할아버지 할머니의 이야기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703320"/>
            <a:ext cx="249928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9E2E4A"/>
                </a:solidFill>
              </a:rPr>
              <a:t>뿌리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206240"/>
            <a:ext cx="249928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가족의 시작을 적어요</a:t>
            </a:r>
          </a:p>
        </p:txBody>
      </p:sp>
      <p:sp>
        <p:nvSpPr>
          <p:cNvPr id="17" name="때 2"/>
          <p:cNvSpPr/>
          <p:nvPr/>
        </p:nvSpPr>
        <p:spPr>
          <a:xfrm>
            <a:off x="4553597" y="3154680"/>
            <a:ext cx="402336" cy="402336"/>
          </a:xfrm>
          <a:prstGeom prst="ellipse">
            <a:avLst/>
          </a:prstGeom>
          <a:solidFill>
            <a:srgbClr val="D1617D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59403" y="2514600"/>
            <a:ext cx="259072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D1617D"/>
                </a:solidFill>
              </a:rPr>
              <a:t>부모가 된 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05123" y="3703320"/>
            <a:ext cx="249928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9E2E4A"/>
                </a:solidFill>
              </a:rPr>
              <a:t>새로운 가지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5123" y="4206240"/>
            <a:ext cx="249928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그날의 기억을 적어요</a:t>
            </a:r>
          </a:p>
        </p:txBody>
      </p:sp>
      <p:sp>
        <p:nvSpPr>
          <p:cNvPr id="21" name="때 3"/>
          <p:cNvSpPr/>
          <p:nvPr/>
        </p:nvSpPr>
        <p:spPr>
          <a:xfrm>
            <a:off x="7235761" y="3154680"/>
            <a:ext cx="402336" cy="402336"/>
          </a:xfrm>
          <a:prstGeom prst="ellipse">
            <a:avLst/>
          </a:prstGeom>
          <a:solidFill>
            <a:srgbClr val="D1617D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41567" y="2514600"/>
            <a:ext cx="259072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D1617D"/>
                </a:solidFill>
              </a:rPr>
              <a:t>온 가족 모임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87287" y="3703320"/>
            <a:ext cx="249928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9E2E4A"/>
                </a:solidFill>
              </a:rPr>
              <a:t>한자리에 모인 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87287" y="4206240"/>
            <a:ext cx="249928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가장 즐거웠던 명절</a:t>
            </a:r>
          </a:p>
        </p:txBody>
      </p:sp>
      <p:sp>
        <p:nvSpPr>
          <p:cNvPr id="25" name="때 4"/>
          <p:cNvSpPr/>
          <p:nvPr/>
        </p:nvSpPr>
        <p:spPr>
          <a:xfrm>
            <a:off x="9917925" y="3154680"/>
            <a:ext cx="402336" cy="402336"/>
          </a:xfrm>
          <a:prstGeom prst="ellipse">
            <a:avLst/>
          </a:prstGeom>
          <a:solidFill>
            <a:srgbClr val="D1617D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23731" y="2514600"/>
            <a:ext cx="259072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D1617D"/>
                </a:solidFill>
              </a:rPr>
              <a:t>지금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451" y="3703320"/>
            <a:ext cx="249928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9E2E4A"/>
                </a:solidFill>
              </a:rPr>
              <a:t>오늘의 우리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451" y="4206240"/>
            <a:ext cx="249928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요즘 우리 이야기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1617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5143150">
            <a:off x="10562296" y="1248768"/>
            <a:ext cx="283389" cy="283389"/>
          </a:xfrm>
          <a:prstGeom prst="teardrop">
            <a:avLst/>
          </a:prstGeom>
          <a:solidFill>
            <a:srgbClr val="D16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0973907">
            <a:off x="11254644" y="716195"/>
            <a:ext cx="224087" cy="224087"/>
          </a:xfrm>
          <a:prstGeom prst="teardrop">
            <a:avLst/>
          </a:prstGeom>
          <a:solidFill>
            <a:srgbClr val="F3CE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3708536">
            <a:off x="11332018" y="1311227"/>
            <a:ext cx="185269" cy="185269"/>
          </a:xfrm>
          <a:prstGeom prst="teardrop">
            <a:avLst/>
          </a:prstGeom>
          <a:solidFill>
            <a:srgbClr val="3B915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6746451">
            <a:off x="10887723" y="887090"/>
            <a:ext cx="180306" cy="180306"/>
          </a:xfrm>
          <a:prstGeom prst="teardrop">
            <a:avLst/>
          </a:prstGeom>
          <a:solidFill>
            <a:srgbClr val="D16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4592492">
            <a:off x="10981130" y="545291"/>
            <a:ext cx="208469" cy="208469"/>
          </a:xfrm>
          <a:prstGeom prst="teardrop">
            <a:avLst/>
          </a:prstGeom>
          <a:solidFill>
            <a:srgbClr val="F3CE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3327126">
            <a:off x="10957517" y="930186"/>
            <a:ext cx="174677" cy="174677"/>
          </a:xfrm>
          <a:prstGeom prst="teardrop">
            <a:avLst/>
          </a:prstGeom>
          <a:solidFill>
            <a:srgbClr val="3B915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0002202">
            <a:off x="10683791" y="674048"/>
            <a:ext cx="284367" cy="284367"/>
          </a:xfrm>
          <a:prstGeom prst="teardrop">
            <a:avLst/>
          </a:prstGeom>
          <a:solidFill>
            <a:srgbClr val="D16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9217696">
            <a:off x="10684010" y="625668"/>
            <a:ext cx="285695" cy="285695"/>
          </a:xfrm>
          <a:prstGeom prst="teardrop">
            <a:avLst/>
          </a:prstGeom>
          <a:solidFill>
            <a:srgbClr val="F3CE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9E2E4A"/>
                </a:solidFill>
              </a:rPr>
              <a:t>우리 가족의 약속</a:t>
            </a:r>
          </a:p>
        </p:txBody>
      </p:sp>
      <p:sp>
        <p:nvSpPr>
          <p:cNvPr id="12" name="줄 1"/>
          <p:cNvSpPr/>
          <p:nvPr/>
        </p:nvSpPr>
        <p:spPr>
          <a:xfrm>
            <a:off x="731520" y="1600200"/>
            <a:ext cx="10728655" cy="1005840"/>
          </a:xfrm>
          <a:prstGeom prst="roundRect">
            <a:avLst>
              <a:gd name="adj" fmla="val 8000"/>
            </a:avLst>
          </a:prstGeom>
          <a:solidFill>
            <a:srgbClr val="FAEFF2"/>
          </a:solidFill>
          <a:ln w="12700">
            <a:solidFill>
              <a:srgbClr val="F3CED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1"/>
          <p:cNvSpPr/>
          <p:nvPr/>
        </p:nvSpPr>
        <p:spPr>
          <a:xfrm>
            <a:off x="914400" y="1874519"/>
            <a:ext cx="457200" cy="457200"/>
          </a:xfrm>
          <a:prstGeom prst="ellipse">
            <a:avLst/>
          </a:prstGeom>
          <a:solidFill>
            <a:srgbClr val="D1617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1645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9E2E4A"/>
                </a:solidFill>
              </a:rPr>
              <a:t>약속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1645920"/>
            <a:ext cx="688817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명절에는 모두 한자리에 모이기</a:t>
            </a:r>
          </a:p>
        </p:txBody>
      </p:sp>
      <p:sp>
        <p:nvSpPr>
          <p:cNvPr id="16" name="줄 2"/>
          <p:cNvSpPr/>
          <p:nvPr/>
        </p:nvSpPr>
        <p:spPr>
          <a:xfrm>
            <a:off x="731520" y="2743200"/>
            <a:ext cx="10728655" cy="1005840"/>
          </a:xfrm>
          <a:prstGeom prst="roundRect">
            <a:avLst>
              <a:gd name="adj" fmla="val 8000"/>
            </a:avLst>
          </a:prstGeom>
          <a:solidFill>
            <a:srgbClr val="FAEFF2"/>
          </a:solidFill>
          <a:ln w="12700">
            <a:solidFill>
              <a:srgbClr val="F3CED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번호 2"/>
          <p:cNvSpPr/>
          <p:nvPr/>
        </p:nvSpPr>
        <p:spPr>
          <a:xfrm>
            <a:off x="914400" y="3017520"/>
            <a:ext cx="457200" cy="457200"/>
          </a:xfrm>
          <a:prstGeom prst="ellipse">
            <a:avLst/>
          </a:prstGeom>
          <a:solidFill>
            <a:srgbClr val="D1617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2788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9E2E4A"/>
                </a:solidFill>
              </a:rPr>
              <a:t>약속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788920"/>
            <a:ext cx="688817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어른께 먼저 안부 전하기</a:t>
            </a:r>
          </a:p>
        </p:txBody>
      </p:sp>
      <p:sp>
        <p:nvSpPr>
          <p:cNvPr id="20" name="줄 3"/>
          <p:cNvSpPr/>
          <p:nvPr/>
        </p:nvSpPr>
        <p:spPr>
          <a:xfrm>
            <a:off x="731520" y="3886200"/>
            <a:ext cx="10728655" cy="1005840"/>
          </a:xfrm>
          <a:prstGeom prst="roundRect">
            <a:avLst>
              <a:gd name="adj" fmla="val 8000"/>
            </a:avLst>
          </a:prstGeom>
          <a:solidFill>
            <a:srgbClr val="FAEFF2"/>
          </a:solidFill>
          <a:ln w="12700">
            <a:solidFill>
              <a:srgbClr val="F3CED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번호 3"/>
          <p:cNvSpPr/>
          <p:nvPr/>
        </p:nvSpPr>
        <p:spPr>
          <a:xfrm>
            <a:off x="914400" y="4160520"/>
            <a:ext cx="457200" cy="457200"/>
          </a:xfrm>
          <a:prstGeom prst="ellipse">
            <a:avLst/>
          </a:prstGeom>
          <a:solidFill>
            <a:srgbClr val="D1617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3931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9E2E4A"/>
                </a:solidFill>
              </a:rPr>
              <a:t>약속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3931920"/>
            <a:ext cx="688817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한 달에 한 번 가족 식사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1617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5143150">
            <a:off x="10562296" y="1248768"/>
            <a:ext cx="283389" cy="283389"/>
          </a:xfrm>
          <a:prstGeom prst="teardrop">
            <a:avLst/>
          </a:prstGeom>
          <a:solidFill>
            <a:srgbClr val="D16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0973907">
            <a:off x="11254644" y="716195"/>
            <a:ext cx="224087" cy="224087"/>
          </a:xfrm>
          <a:prstGeom prst="teardrop">
            <a:avLst/>
          </a:prstGeom>
          <a:solidFill>
            <a:srgbClr val="F3CE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3708536">
            <a:off x="11332018" y="1311227"/>
            <a:ext cx="185269" cy="185269"/>
          </a:xfrm>
          <a:prstGeom prst="teardrop">
            <a:avLst/>
          </a:prstGeom>
          <a:solidFill>
            <a:srgbClr val="3B915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6746451">
            <a:off x="10887723" y="887090"/>
            <a:ext cx="180306" cy="180306"/>
          </a:xfrm>
          <a:prstGeom prst="teardrop">
            <a:avLst/>
          </a:prstGeom>
          <a:solidFill>
            <a:srgbClr val="D16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4592492">
            <a:off x="10981130" y="545291"/>
            <a:ext cx="208469" cy="208469"/>
          </a:xfrm>
          <a:prstGeom prst="teardrop">
            <a:avLst/>
          </a:prstGeom>
          <a:solidFill>
            <a:srgbClr val="F3CE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3327126">
            <a:off x="10957517" y="930186"/>
            <a:ext cx="174677" cy="174677"/>
          </a:xfrm>
          <a:prstGeom prst="teardrop">
            <a:avLst/>
          </a:prstGeom>
          <a:solidFill>
            <a:srgbClr val="3B915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0002202">
            <a:off x="10683791" y="674048"/>
            <a:ext cx="284367" cy="284367"/>
          </a:xfrm>
          <a:prstGeom prst="teardrop">
            <a:avLst/>
          </a:prstGeom>
          <a:solidFill>
            <a:srgbClr val="D16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9217696">
            <a:off x="10684010" y="625668"/>
            <a:ext cx="285695" cy="285695"/>
          </a:xfrm>
          <a:prstGeom prst="teardrop">
            <a:avLst/>
          </a:prstGeom>
          <a:solidFill>
            <a:srgbClr val="F3CE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9E2E4A"/>
                </a:solidFill>
              </a:rPr>
              <a:t>가족 사진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731520" y="1600200"/>
            <a:ext cx="3454298" cy="2217420"/>
          </a:xfrm>
          <a:prstGeom prst="roundRect">
            <a:avLst>
              <a:gd name="adj" fmla="val 6000"/>
            </a:avLst>
          </a:prstGeom>
          <a:solidFill>
            <a:srgbClr val="F3CED7"/>
          </a:solidFill>
          <a:ln w="19050">
            <a:solidFill>
              <a:srgbClr val="D1617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E2E4A"/>
                </a:solidFill>
              </a:rPr>
              <a:t>사진 1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4368698" y="1600200"/>
            <a:ext cx="3454298" cy="2217420"/>
          </a:xfrm>
          <a:prstGeom prst="roundRect">
            <a:avLst>
              <a:gd name="adj" fmla="val 6000"/>
            </a:avLst>
          </a:prstGeom>
          <a:solidFill>
            <a:srgbClr val="F3CED7"/>
          </a:solidFill>
          <a:ln w="19050">
            <a:solidFill>
              <a:srgbClr val="D1617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E2E4A"/>
                </a:solidFill>
              </a:rPr>
              <a:t>사진 2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8005876" y="1600200"/>
            <a:ext cx="3454298" cy="2217420"/>
          </a:xfrm>
          <a:prstGeom prst="roundRect">
            <a:avLst>
              <a:gd name="adj" fmla="val 6000"/>
            </a:avLst>
          </a:prstGeom>
          <a:solidFill>
            <a:srgbClr val="F3CED7"/>
          </a:solidFill>
          <a:ln w="19050">
            <a:solidFill>
              <a:srgbClr val="D1617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E2E4A"/>
                </a:solidFill>
              </a:rPr>
              <a:t>사진 3</a:t>
            </a:r>
          </a:p>
        </p:txBody>
      </p:sp>
      <p:sp>
        <p:nvSpPr>
          <p:cNvPr id="15" name="사진 자리"/>
          <p:cNvSpPr/>
          <p:nvPr/>
        </p:nvSpPr>
        <p:spPr>
          <a:xfrm>
            <a:off x="731520" y="4000500"/>
            <a:ext cx="3454298" cy="2217420"/>
          </a:xfrm>
          <a:prstGeom prst="roundRect">
            <a:avLst>
              <a:gd name="adj" fmla="val 6000"/>
            </a:avLst>
          </a:prstGeom>
          <a:solidFill>
            <a:srgbClr val="F3CED7"/>
          </a:solidFill>
          <a:ln w="19050">
            <a:solidFill>
              <a:srgbClr val="D1617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E2E4A"/>
                </a:solidFill>
              </a:rPr>
              <a:t>사진 4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4368698" y="4000500"/>
            <a:ext cx="3454298" cy="2217420"/>
          </a:xfrm>
          <a:prstGeom prst="roundRect">
            <a:avLst>
              <a:gd name="adj" fmla="val 6000"/>
            </a:avLst>
          </a:prstGeom>
          <a:solidFill>
            <a:srgbClr val="F3CED7"/>
          </a:solidFill>
          <a:ln w="19050">
            <a:solidFill>
              <a:srgbClr val="D1617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E2E4A"/>
                </a:solidFill>
              </a:rPr>
              <a:t>사진 5</a:t>
            </a:r>
          </a:p>
        </p:txBody>
      </p:sp>
      <p:sp>
        <p:nvSpPr>
          <p:cNvPr id="17" name="사진 자리"/>
          <p:cNvSpPr/>
          <p:nvPr/>
        </p:nvSpPr>
        <p:spPr>
          <a:xfrm>
            <a:off x="8005876" y="4000500"/>
            <a:ext cx="3454298" cy="2217420"/>
          </a:xfrm>
          <a:prstGeom prst="roundRect">
            <a:avLst>
              <a:gd name="adj" fmla="val 6000"/>
            </a:avLst>
          </a:prstGeom>
          <a:solidFill>
            <a:srgbClr val="F3CED7"/>
          </a:solidFill>
          <a:ln w="19050">
            <a:solidFill>
              <a:srgbClr val="D1617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E2E4A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E2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57200" y="457200"/>
            <a:ext cx="11277295" cy="5943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5143150">
            <a:off x="5368727" y="1847869"/>
            <a:ext cx="467593" cy="467593"/>
          </a:xfrm>
          <a:prstGeom prst="teardrop">
            <a:avLst/>
          </a:prstGeom>
          <a:solidFill>
            <a:srgbClr val="D16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0973907">
            <a:off x="6511102" y="969124"/>
            <a:ext cx="369744" cy="369744"/>
          </a:xfrm>
          <a:prstGeom prst="teardrop">
            <a:avLst/>
          </a:prstGeom>
          <a:solidFill>
            <a:srgbClr val="F3CE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3708536">
            <a:off x="6638769" y="1950927"/>
            <a:ext cx="305695" cy="305695"/>
          </a:xfrm>
          <a:prstGeom prst="teardrop">
            <a:avLst/>
          </a:prstGeom>
          <a:solidFill>
            <a:srgbClr val="3B915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6746451">
            <a:off x="5905681" y="1251101"/>
            <a:ext cx="297506" cy="297506"/>
          </a:xfrm>
          <a:prstGeom prst="teardrop">
            <a:avLst/>
          </a:prstGeom>
          <a:solidFill>
            <a:srgbClr val="D16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4592492">
            <a:off x="6059803" y="687133"/>
            <a:ext cx="343973" cy="343973"/>
          </a:xfrm>
          <a:prstGeom prst="teardrop">
            <a:avLst/>
          </a:prstGeom>
          <a:solidFill>
            <a:srgbClr val="F3CE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3327126">
            <a:off x="6020842" y="1322210"/>
            <a:ext cx="288217" cy="288217"/>
          </a:xfrm>
          <a:prstGeom prst="teardrop">
            <a:avLst/>
          </a:prstGeom>
          <a:solidFill>
            <a:srgbClr val="3B915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0002202">
            <a:off x="5569194" y="899581"/>
            <a:ext cx="469205" cy="469205"/>
          </a:xfrm>
          <a:prstGeom prst="teardrop">
            <a:avLst/>
          </a:prstGeom>
          <a:solidFill>
            <a:srgbClr val="D16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9217696">
            <a:off x="5569555" y="819754"/>
            <a:ext cx="471396" cy="471396"/>
          </a:xfrm>
          <a:prstGeom prst="teardrop">
            <a:avLst/>
          </a:prstGeom>
          <a:solidFill>
            <a:srgbClr val="F3CE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26314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9E2E4A"/>
                </a:solidFill>
              </a:rPr>
              <a:t>우리 가족을 소개했어요</a:t>
            </a:r>
          </a:p>
        </p:txBody>
      </p:sp>
      <p:sp>
        <p:nvSpPr>
          <p:cNvPr id="12" name="한 줄 문구"/>
          <p:cNvSpPr txBox="1"/>
          <p:nvPr/>
        </p:nvSpPr>
        <p:spPr>
          <a:xfrm>
            <a:off x="1463003" y="372618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9E2E4A"/>
                </a:solidFill>
              </a:rPr>
              <a:t>함께여서 늘 든든합니다</a:t>
            </a:r>
          </a:p>
        </p:txBody>
      </p:sp>
      <p:sp>
        <p:nvSpPr>
          <p:cNvPr id="13" name="안내 문구"/>
          <p:cNvSpPr txBox="1"/>
          <p:nvPr/>
        </p:nvSpPr>
        <p:spPr>
          <a:xfrm>
            <a:off x="1463003" y="459486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고맙습니다 · 가족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3대 가족 가족 소개">
  <a:themeElements>
    <a:clrScheme name="Office">
      <a:dk1>
        <a:sysClr val="windowText" lastClr="000000"/>
      </a:dk1>
      <a:lt1>
        <a:sysClr val="window" lastClr="FFFFFF"/>
      </a:lt1>
      <a:dk2>
        <a:srgbClr val="9E2E4A"/>
      </a:dk2>
      <a:lt2>
        <a:srgbClr val="FAEFF2"/>
      </a:lt2>
      <a:accent1>
        <a:srgbClr val="D1617D"/>
      </a:accent1>
      <a:accent2>
        <a:srgbClr val="3B9151"/>
      </a:accent2>
      <a:accent3>
        <a:srgbClr val="9E2E4A"/>
      </a:accent3>
      <a:accent4>
        <a:srgbClr val="F3CED7"/>
      </a:accent4>
      <a:accent5>
        <a:srgbClr val="867967"/>
      </a:accent5>
      <a:accent6>
        <a:srgbClr val="C58292"/>
      </a:accent6>
      <a:hlink>
        <a:srgbClr val="D1617D"/>
      </a:hlink>
      <a:folHlink>
        <a:srgbClr val="9E2E4A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3대 가족 가족 소개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