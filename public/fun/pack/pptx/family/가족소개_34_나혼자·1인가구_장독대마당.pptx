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C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혼자 내려간 시골집 장독대 옆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나 혼자 · 1인 가구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600200"/>
            <a:ext cx="2286000" cy="2286000"/>
          </a:xfrm>
          <a:prstGeom prst="ellipse">
            <a:avLst/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C27"/>
                </a:solidFill>
              </a:rPr>
              <a:t>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600200"/>
            <a:ext cx="2286000" cy="2286000"/>
          </a:xfrm>
          <a:prstGeom prst="ellipse">
            <a:avLst/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C27"/>
                </a:solidFill>
              </a:rPr>
              <a:t>내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600200"/>
            <a:ext cx="2286000" cy="2286000"/>
          </a:xfrm>
          <a:prstGeom prst="ellipse">
            <a:avLst/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C27"/>
                </a:solidFill>
              </a:rPr>
              <a:t>내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6D9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D88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579"/>
                </a:solidFill>
              </a:rPr>
              <a:t>태어난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나의 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고향의 기억을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D88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579"/>
                </a:solidFill>
              </a:rPr>
              <a:t>학창 시절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자라던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좋았던 기억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D88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579"/>
                </a:solidFill>
              </a:rPr>
              <a:t>혼자 시작한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나의 첫 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독립하던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D88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579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오늘의 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9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7451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나를 위한 밥상 차리기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9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752344"/>
            <a:ext cx="10893247" cy="82296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017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 십 분 나에게 쓰는 시간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9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895344"/>
            <a:ext cx="10893247" cy="82296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160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C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492C27"/>
      </a:dk2>
      <a:lt2>
        <a:srgbClr val="FBEEEC"/>
      </a:lt2>
      <a:accent1>
        <a:srgbClr val="D88579"/>
      </a:accent1>
      <a:accent2>
        <a:srgbClr val="E1C498"/>
      </a:accent2>
      <a:accent3>
        <a:srgbClr val="492C27"/>
      </a:accent3>
      <a:accent4>
        <a:srgbClr val="F6D9D5"/>
      </a:accent4>
      <a:accent5>
        <a:srgbClr val="DCA488"/>
      </a:accent5>
      <a:accent6>
        <a:srgbClr val="92807D"/>
      </a:accent6>
      <a:hlink>
        <a:srgbClr val="D88579"/>
      </a:hlink>
      <a:folHlink>
        <a:srgbClr val="492C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