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혼자 내려간 시골집 장독대 옆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내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내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태어난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나의 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학창 시절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자라던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혼자 시작한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나의 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99413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4133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오늘의 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2700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