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D2019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D2019"/>
                </a:solidFill>
              </a:rPr>
              <a:t>혼자 내려간 시골집 장독대 옆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D2019"/>
                </a:solidFill>
              </a:rPr>
              <a:t>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D2019"/>
                </a:solidFill>
              </a:rPr>
              <a:t>내 공간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D2019"/>
                </a:solidFill>
              </a:rPr>
              <a:t>내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99413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94133"/>
                </a:solidFill>
              </a:rPr>
              <a:t>태어난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나의 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99413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94133"/>
                </a:solidFill>
              </a:rPr>
              <a:t>학창 시절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자라던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99413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94133"/>
                </a:solidFill>
              </a:rPr>
              <a:t>혼자 시작한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나의 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99413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94133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오늘의 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2700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1D4D0"/>
          </a:solidFill>
          <a:ln w="19050">
            <a:solidFill>
              <a:srgbClr val="99413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D201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D2019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D2019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4D2019"/>
      </a:dk2>
      <a:lt2>
        <a:srgbClr val="FAF1F0"/>
      </a:lt2>
      <a:accent1>
        <a:srgbClr val="994133"/>
      </a:accent1>
      <a:accent2>
        <a:srgbClr val="3B9171"/>
      </a:accent2>
      <a:accent3>
        <a:srgbClr val="4D2019"/>
      </a:accent3>
      <a:accent4>
        <a:srgbClr val="F1D4D0"/>
      </a:accent4>
      <a:accent5>
        <a:srgbClr val="6A6952"/>
      </a:accent5>
      <a:accent6>
        <a:srgbClr val="947975"/>
      </a:accent6>
      <a:hlink>
        <a:srgbClr val="994133"/>
      </a:hlink>
      <a:folHlink>
        <a:srgbClr val="4D201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