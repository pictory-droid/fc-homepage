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가족을 소개합니다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눈 속의 동백처럼 굳건한 우리 가족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가족 구성원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1051560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아빠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3768013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853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엄마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2293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9" name="사진 자리"/>
          <p:cNvSpPr/>
          <p:nvPr/>
        </p:nvSpPr>
        <p:spPr>
          <a:xfrm>
            <a:off x="6484467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307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첫째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47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32" name="사진 자리"/>
          <p:cNvSpPr/>
          <p:nvPr/>
        </p:nvSpPr>
        <p:spPr>
          <a:xfrm>
            <a:off x="9200921" y="1600200"/>
            <a:ext cx="2213533" cy="2213533"/>
          </a:xfrm>
          <a:prstGeom prst="ellipse">
            <a:avLst/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3761" y="3905173"/>
            <a:ext cx="248785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151B"/>
                </a:solidFill>
              </a:rPr>
              <a:t>둘째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5201" y="4362373"/>
            <a:ext cx="2304973" cy="20384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가족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가족이 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우리의 시작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28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아이가 태어난 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새 식구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32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첫 가족 여행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함께 떠난 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36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AE293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2934"/>
                </a:solidFill>
              </a:rPr>
              <a:t>지금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우리 가족의 약속</a:t>
            </a:r>
          </a:p>
        </p:txBody>
      </p:sp>
      <p:sp>
        <p:nvSpPr>
          <p:cNvPr id="23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27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31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BEEF0"/>
          </a:solidFill>
          <a:ln w="12700">
            <a:solidFill>
              <a:srgbClr val="F5CC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151B"/>
                </a:solidFill>
              </a:rPr>
              <a:t>약속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151B"/>
                </a:solidFill>
              </a:rPr>
              <a:t>가족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F5CCCF"/>
          </a:solidFill>
          <a:ln w="19050">
            <a:solidFill>
              <a:srgbClr val="AE293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151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20057" y="3914546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030548" y="4358094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9797361" y="5075770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042752" y="5075770"/>
            <a:ext cx="666597" cy="1036929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809565" y="4358094"/>
            <a:ext cx="666597" cy="1036929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531156" y="4852720"/>
            <a:ext cx="444398" cy="444398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338595" y="5625085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549581" y="5937884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317289" y="623520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7962739" y="6106159"/>
            <a:ext cx="333298" cy="518464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7975907" y="5729084"/>
            <a:ext cx="333298" cy="518464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284372" y="6074816"/>
            <a:ext cx="222199" cy="222199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144551" y="5885077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221225" y="6192599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0952448" y="636054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0709661" y="6156827"/>
            <a:ext cx="279970" cy="435510"/>
          </a:xfrm>
          <a:prstGeom prst="ellipse">
            <a:avLst/>
          </a:prstGeom>
          <a:solidFill>
            <a:srgbClr val="F5CC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0828387" y="5862969"/>
            <a:ext cx="279970" cy="435510"/>
          </a:xfrm>
          <a:prstGeom prst="ellipse">
            <a:avLst/>
          </a:prstGeom>
          <a:solidFill>
            <a:srgbClr val="AE29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017916" y="6216036"/>
            <a:ext cx="186647" cy="186647"/>
          </a:xfrm>
          <a:prstGeom prst="ellipse">
            <a:avLst/>
          </a:prstGeom>
          <a:solidFill>
            <a:srgbClr val="3B91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151B"/>
                </a:solidFill>
              </a:rPr>
              <a:t>우리 가족을 소개했어요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151B"/>
                </a:solidFill>
              </a:rPr>
              <a:t>함께여서 늘 든든합니다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5B151B"/>
      </a:dk2>
      <a:lt2>
        <a:srgbClr val="FBEEF0"/>
      </a:lt2>
      <a:accent1>
        <a:srgbClr val="AE2934"/>
      </a:accent1>
      <a:accent2>
        <a:srgbClr val="3B915F"/>
      </a:accent2>
      <a:accent3>
        <a:srgbClr val="5B151B"/>
      </a:accent3>
      <a:accent4>
        <a:srgbClr val="F5CCCF"/>
      </a:accent4>
      <a:accent5>
        <a:srgbClr val="745D4A"/>
      </a:accent5>
      <a:accent6>
        <a:srgbClr val="9D7376"/>
      </a:accent6>
      <a:hlink>
        <a:srgbClr val="AE2934"/>
      </a:hlink>
      <a:folHlink>
        <a:srgbClr val="5B151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