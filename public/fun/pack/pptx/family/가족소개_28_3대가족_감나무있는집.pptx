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15309" y="5720942"/>
            <a:ext cx="378565" cy="37856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8733" y="4250576"/>
            <a:ext cx="266570" cy="266570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930401" y="6174481"/>
            <a:ext cx="323198" cy="323198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189381" y="4737459"/>
            <a:ext cx="474992" cy="474992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631657" y="5272314"/>
            <a:ext cx="388548" cy="388548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656993" y="4712558"/>
            <a:ext cx="498682" cy="498682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590457" y="4791664"/>
            <a:ext cx="261803" cy="261803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81416" y="5118979"/>
            <a:ext cx="330386" cy="330386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609402" y="3885044"/>
            <a:ext cx="463289" cy="463289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8246986" y="3779005"/>
            <a:ext cx="483178" cy="483178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232661" y="5755658"/>
            <a:ext cx="237791" cy="23779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3F13"/>
                </a:solidFill>
              </a:rPr>
              <a:t>우리 가족을 소개합니다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3F13"/>
                </a:solidFill>
              </a:rPr>
              <a:t>감나무 아래 모여 앉은 가족 이야기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3대 가족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가족 구성원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1051560" y="1600200"/>
            <a:ext cx="1308049" cy="1308049"/>
          </a:xfrm>
          <a:prstGeom prst="ellipse">
            <a:avLst/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99689"/>
            <a:ext cx="158236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3F13"/>
                </a:solidFill>
              </a:rPr>
              <a:t>할아버지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456889"/>
            <a:ext cx="1399489" cy="29439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2862529" y="1600200"/>
            <a:ext cx="1308049" cy="1308049"/>
          </a:xfrm>
          <a:prstGeom prst="ellipse">
            <a:avLst/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5369" y="2999689"/>
            <a:ext cx="158236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3F13"/>
                </a:solidFill>
              </a:rPr>
              <a:t>할머니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809" y="3456889"/>
            <a:ext cx="1399489" cy="29439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4673498" y="1600200"/>
            <a:ext cx="1308049" cy="1308049"/>
          </a:xfrm>
          <a:prstGeom prst="ellipse">
            <a:avLst/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6338" y="2999689"/>
            <a:ext cx="158236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3F13"/>
                </a:solidFill>
              </a:rPr>
              <a:t>아빠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7778" y="3456889"/>
            <a:ext cx="1399489" cy="29439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6484467" y="1600200"/>
            <a:ext cx="1308049" cy="1308049"/>
          </a:xfrm>
          <a:prstGeom prst="ellipse">
            <a:avLst/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7307" y="2999689"/>
            <a:ext cx="158236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3F13"/>
                </a:solidFill>
              </a:rPr>
              <a:t>엄마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8747" y="3456889"/>
            <a:ext cx="1399489" cy="29439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8" name="사진 자리"/>
          <p:cNvSpPr/>
          <p:nvPr/>
        </p:nvSpPr>
        <p:spPr>
          <a:xfrm>
            <a:off x="8295436" y="1600200"/>
            <a:ext cx="1308049" cy="1308049"/>
          </a:xfrm>
          <a:prstGeom prst="ellipse">
            <a:avLst/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8276" y="2999689"/>
            <a:ext cx="158236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3F13"/>
                </a:solidFill>
              </a:rPr>
              <a:t>큰아이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9716" y="3456889"/>
            <a:ext cx="1399489" cy="29439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31" name="사진 자리"/>
          <p:cNvSpPr/>
          <p:nvPr/>
        </p:nvSpPr>
        <p:spPr>
          <a:xfrm>
            <a:off x="10106406" y="1600200"/>
            <a:ext cx="1308049" cy="1308049"/>
          </a:xfrm>
          <a:prstGeom prst="ellipse">
            <a:avLst/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9246" y="2999689"/>
            <a:ext cx="158236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3F13"/>
                </a:solidFill>
              </a:rPr>
              <a:t>작은아이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0686" y="3456889"/>
            <a:ext cx="1399489" cy="29439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우리 가족 이야기</a:t>
            </a:r>
          </a:p>
        </p:txBody>
      </p:sp>
      <p:sp>
        <p:nvSpPr>
          <p:cNvPr id="16" name="타임라인 선"/>
          <p:cNvSpPr/>
          <p:nvPr/>
        </p:nvSpPr>
        <p:spPr>
          <a:xfrm>
            <a:off x="914400" y="3337560"/>
            <a:ext cx="10637215" cy="54864"/>
          </a:xfrm>
          <a:prstGeom prst="rect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때 1"/>
          <p:cNvSpPr/>
          <p:nvPr/>
        </p:nvSpPr>
        <p:spPr>
          <a:xfrm>
            <a:off x="2042883" y="3154680"/>
            <a:ext cx="402336" cy="402336"/>
          </a:xfrm>
          <a:prstGeom prst="ellipse">
            <a:avLst/>
          </a:prstGeom>
          <a:solidFill>
            <a:srgbClr val="CA702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A7021"/>
                </a:solidFill>
              </a:rPr>
              <a:t>할아버지 할머니의 이야기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뿌리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가족의 시작을 적어요</a:t>
            </a:r>
          </a:p>
        </p:txBody>
      </p:sp>
      <p:sp>
        <p:nvSpPr>
          <p:cNvPr id="21" name="때 2"/>
          <p:cNvSpPr/>
          <p:nvPr/>
        </p:nvSpPr>
        <p:spPr>
          <a:xfrm>
            <a:off x="4702187" y="3154680"/>
            <a:ext cx="402336" cy="402336"/>
          </a:xfrm>
          <a:prstGeom prst="ellipse">
            <a:avLst/>
          </a:prstGeom>
          <a:solidFill>
            <a:srgbClr val="CA702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9423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A7021"/>
                </a:solidFill>
              </a:rPr>
              <a:t>부모가 된 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5143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새로운 가지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5143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25" name="때 3"/>
          <p:cNvSpPr/>
          <p:nvPr/>
        </p:nvSpPr>
        <p:spPr>
          <a:xfrm>
            <a:off x="7361491" y="3154680"/>
            <a:ext cx="402336" cy="402336"/>
          </a:xfrm>
          <a:prstGeom prst="ellipse">
            <a:avLst/>
          </a:prstGeom>
          <a:solidFill>
            <a:srgbClr val="CA702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8727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A7021"/>
                </a:solidFill>
              </a:rPr>
              <a:t>온 가족 모임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4447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한자리에 모인 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4447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즐거웠던 명절</a:t>
            </a:r>
          </a:p>
        </p:txBody>
      </p:sp>
      <p:sp>
        <p:nvSpPr>
          <p:cNvPr id="29" name="때 4"/>
          <p:cNvSpPr/>
          <p:nvPr/>
        </p:nvSpPr>
        <p:spPr>
          <a:xfrm>
            <a:off x="10020795" y="3154680"/>
            <a:ext cx="402336" cy="402336"/>
          </a:xfrm>
          <a:prstGeom prst="ellipse">
            <a:avLst/>
          </a:prstGeom>
          <a:solidFill>
            <a:srgbClr val="CA702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38031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A7021"/>
                </a:solidFill>
              </a:rPr>
              <a:t>지금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83751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오늘의 우리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3751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우리 가족의 약속</a:t>
            </a:r>
          </a:p>
        </p:txBody>
      </p:sp>
      <p:sp>
        <p:nvSpPr>
          <p:cNvPr id="16" name="줄 1"/>
          <p:cNvSpPr/>
          <p:nvPr/>
        </p:nvSpPr>
        <p:spPr>
          <a:xfrm>
            <a:off x="914400" y="1600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2700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1097280" y="1874519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약속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645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명절에는 모두 한자리에 모이기</a:t>
            </a:r>
          </a:p>
        </p:txBody>
      </p:sp>
      <p:sp>
        <p:nvSpPr>
          <p:cNvPr id="20" name="줄 2"/>
          <p:cNvSpPr/>
          <p:nvPr/>
        </p:nvSpPr>
        <p:spPr>
          <a:xfrm>
            <a:off x="914400" y="2743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2700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1097280" y="301752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약속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88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어른께 먼저 안부 전하기</a:t>
            </a:r>
          </a:p>
        </p:txBody>
      </p:sp>
      <p:sp>
        <p:nvSpPr>
          <p:cNvPr id="24" name="줄 3"/>
          <p:cNvSpPr/>
          <p:nvPr/>
        </p:nvSpPr>
        <p:spPr>
          <a:xfrm>
            <a:off x="914400" y="3886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2700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1097280" y="416052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약속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931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가족 사진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15309" y="5720942"/>
            <a:ext cx="378565" cy="37856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8733" y="4250576"/>
            <a:ext cx="266570" cy="266570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930401" y="6174481"/>
            <a:ext cx="323198" cy="323198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189381" y="4737459"/>
            <a:ext cx="474992" cy="474992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631657" y="5272314"/>
            <a:ext cx="388548" cy="388548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656993" y="4712558"/>
            <a:ext cx="498682" cy="498682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590457" y="4791664"/>
            <a:ext cx="261803" cy="261803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81416" y="5118979"/>
            <a:ext cx="330386" cy="330386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609402" y="3885044"/>
            <a:ext cx="463289" cy="463289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8246986" y="3779005"/>
            <a:ext cx="483178" cy="483178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232661" y="5755658"/>
            <a:ext cx="237791" cy="23779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3F13"/>
                </a:solidFill>
              </a:rPr>
              <a:t>우리 가족을 소개했어요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3F13"/>
                </a:solidFill>
              </a:rPr>
              <a:t>함께여서 늘 든든합니다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723F13"/>
      </a:dk2>
      <a:lt2>
        <a:srgbClr val="FCF4ED"/>
      </a:lt2>
      <a:accent1>
        <a:srgbClr val="CA7021"/>
      </a:accent1>
      <a:accent2>
        <a:srgbClr val="3B918E"/>
      </a:accent2>
      <a:accent3>
        <a:srgbClr val="723F13"/>
      </a:accent3>
      <a:accent4>
        <a:srgbClr val="F8DFC9"/>
      </a:accent4>
      <a:accent5>
        <a:srgbClr val="828058"/>
      </a:accent5>
      <a:accent6>
        <a:srgbClr val="AA8C71"/>
      </a:accent6>
      <a:hlink>
        <a:srgbClr val="CA7021"/>
      </a:hlink>
      <a:folHlink>
        <a:srgbClr val="723F1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