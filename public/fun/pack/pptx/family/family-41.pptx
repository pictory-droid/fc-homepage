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D45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502920" y="502920"/>
            <a:ext cx="11185855" cy="5852160"/>
          </a:xfrm>
          <a:prstGeom prst="rect">
            <a:avLst/>
          </a:prstGeom>
          <a:solidFill>
            <a:srgbClr val="FFFFFF"/>
          </a:solidFill>
          <a:ln w="38100">
            <a:solidFill>
              <a:srgbClr val="EFD9D1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5643219" y="987552"/>
            <a:ext cx="905256" cy="905256"/>
          </a:xfrm>
          <a:prstGeom prst="heart">
            <a:avLst/>
          </a:prstGeom>
          <a:solidFill>
            <a:srgbClr val="7D453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20520000">
            <a:off x="5174132" y="1670608"/>
            <a:ext cx="526694" cy="526694"/>
          </a:xfrm>
          <a:prstGeom prst="heart">
            <a:avLst/>
          </a:prstGeom>
          <a:solidFill>
            <a:srgbClr val="EFD9D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960000">
            <a:off x="6540246" y="1654149"/>
            <a:ext cx="493775" cy="493775"/>
          </a:xfrm>
          <a:prstGeom prst="heart">
            <a:avLst/>
          </a:prstGeom>
          <a:solidFill>
            <a:srgbClr val="3B91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03" y="2263140"/>
            <a:ext cx="9265688" cy="137160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3B2017"/>
                </a:solidFill>
              </a:rPr>
              <a:t>우리 가족을 소개합니다</a:t>
            </a:r>
          </a:p>
        </p:txBody>
      </p:sp>
      <p:sp>
        <p:nvSpPr>
          <p:cNvPr id="7" name="한 줄 문구"/>
          <p:cNvSpPr txBox="1"/>
          <p:nvPr/>
        </p:nvSpPr>
        <p:spPr>
          <a:xfrm>
            <a:off x="1463003" y="3726180"/>
            <a:ext cx="9265688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700" b="0" i="1">
                <a:solidFill>
                  <a:srgbClr val="3B2017"/>
                </a:solidFill>
              </a:rPr>
              <a:t>아랫목에 둘러앉아 도란도란</a:t>
            </a:r>
          </a:p>
        </p:txBody>
      </p:sp>
      <p:sp>
        <p:nvSpPr>
          <p:cNvPr id="8" name="안내 문구"/>
          <p:cNvSpPr txBox="1"/>
          <p:nvPr/>
        </p:nvSpPr>
        <p:spPr>
          <a:xfrm>
            <a:off x="1463003" y="4594860"/>
            <a:ext cx="9265688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우리 부부 · 2026. 00. 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D9D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7D4531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751515" y="708660"/>
            <a:ext cx="502920" cy="502920"/>
          </a:xfrm>
          <a:prstGeom prst="heart">
            <a:avLst/>
          </a:prstGeom>
          <a:solidFill>
            <a:srgbClr val="7D453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20520000">
            <a:off x="10490911" y="1088136"/>
            <a:ext cx="292608" cy="292608"/>
          </a:xfrm>
          <a:prstGeom prst="heart">
            <a:avLst/>
          </a:prstGeom>
          <a:solidFill>
            <a:srgbClr val="EFD9D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960000">
            <a:off x="11249863" y="1078992"/>
            <a:ext cx="274320" cy="274320"/>
          </a:xfrm>
          <a:prstGeom prst="heart">
            <a:avLst/>
          </a:prstGeom>
          <a:solidFill>
            <a:srgbClr val="3B91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935705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B2017"/>
                </a:solidFill>
              </a:rPr>
              <a:t>가족 구성원</a:t>
            </a:r>
          </a:p>
        </p:txBody>
      </p:sp>
      <p:sp>
        <p:nvSpPr>
          <p:cNvPr id="7" name="사진 자리"/>
          <p:cNvSpPr/>
          <p:nvPr/>
        </p:nvSpPr>
        <p:spPr>
          <a:xfrm>
            <a:off x="2213533" y="1554480"/>
            <a:ext cx="2331720" cy="2331720"/>
          </a:xfrm>
          <a:prstGeom prst="ellipse">
            <a:avLst/>
          </a:prstGeom>
          <a:solidFill>
            <a:srgbClr val="EFD9D1"/>
          </a:solidFill>
          <a:ln w="19050">
            <a:solidFill>
              <a:srgbClr val="7D4531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B2017"/>
                </a:solidFill>
              </a:rPr>
              <a:t>사진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977639"/>
            <a:ext cx="520430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3B2017"/>
                </a:solidFill>
              </a:rPr>
              <a:t>남편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434840"/>
            <a:ext cx="5021427" cy="178307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나의 한마디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7646441" y="1554480"/>
            <a:ext cx="2331720" cy="2331720"/>
          </a:xfrm>
          <a:prstGeom prst="ellipse">
            <a:avLst/>
          </a:prstGeom>
          <a:solidFill>
            <a:srgbClr val="EFD9D1"/>
          </a:solidFill>
          <a:ln w="19050">
            <a:solidFill>
              <a:srgbClr val="7D4531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B2017"/>
                </a:solidFill>
              </a:rPr>
              <a:t>사진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0147" y="3977639"/>
            <a:ext cx="520430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3B2017"/>
                </a:solidFill>
              </a:rPr>
              <a:t>아내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1587" y="4434840"/>
            <a:ext cx="5021427" cy="178307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나의 한마디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D9D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7D4531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751515" y="708660"/>
            <a:ext cx="502920" cy="502920"/>
          </a:xfrm>
          <a:prstGeom prst="heart">
            <a:avLst/>
          </a:prstGeom>
          <a:solidFill>
            <a:srgbClr val="7D453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20520000">
            <a:off x="10490911" y="1088136"/>
            <a:ext cx="292608" cy="292608"/>
          </a:xfrm>
          <a:prstGeom prst="heart">
            <a:avLst/>
          </a:prstGeom>
          <a:solidFill>
            <a:srgbClr val="EFD9D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960000">
            <a:off x="11249863" y="1078992"/>
            <a:ext cx="274320" cy="274320"/>
          </a:xfrm>
          <a:prstGeom prst="heart">
            <a:avLst/>
          </a:prstGeom>
          <a:solidFill>
            <a:srgbClr val="3B91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935705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B2017"/>
                </a:solidFill>
              </a:rPr>
              <a:t>우리 가족 이야기</a:t>
            </a:r>
          </a:p>
        </p:txBody>
      </p:sp>
      <p:sp>
        <p:nvSpPr>
          <p:cNvPr id="7" name="타임라인 선"/>
          <p:cNvSpPr/>
          <p:nvPr/>
        </p:nvSpPr>
        <p:spPr>
          <a:xfrm>
            <a:off x="777240" y="3291840"/>
            <a:ext cx="10637215" cy="54864"/>
          </a:xfrm>
          <a:prstGeom prst="rect">
            <a:avLst/>
          </a:prstGeom>
          <a:solidFill>
            <a:srgbClr val="EFD9D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때 1"/>
          <p:cNvSpPr/>
          <p:nvPr/>
        </p:nvSpPr>
        <p:spPr>
          <a:xfrm>
            <a:off x="1905723" y="3108960"/>
            <a:ext cx="402336" cy="402336"/>
          </a:xfrm>
          <a:prstGeom prst="ellipse">
            <a:avLst/>
          </a:prstGeom>
          <a:solidFill>
            <a:srgbClr val="7D4531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2468880"/>
            <a:ext cx="256786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7D4531"/>
                </a:solidFill>
              </a:rPr>
              <a:t>처음 만난 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79" y="3657600"/>
            <a:ext cx="247642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3B2017"/>
                </a:solidFill>
              </a:rPr>
              <a:t>첫 만남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79" y="4160520"/>
            <a:ext cx="247642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어디에서 어떻게 만났나요?</a:t>
            </a:r>
          </a:p>
        </p:txBody>
      </p:sp>
      <p:sp>
        <p:nvSpPr>
          <p:cNvPr id="12" name="때 2"/>
          <p:cNvSpPr/>
          <p:nvPr/>
        </p:nvSpPr>
        <p:spPr>
          <a:xfrm>
            <a:off x="4565027" y="3108960"/>
            <a:ext cx="402336" cy="402336"/>
          </a:xfrm>
          <a:prstGeom prst="ellipse">
            <a:avLst/>
          </a:prstGeom>
          <a:solidFill>
            <a:srgbClr val="7D4531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82263" y="2468880"/>
            <a:ext cx="256786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7D4531"/>
                </a:solidFill>
              </a:rPr>
              <a:t>결혼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7983" y="3657600"/>
            <a:ext cx="247642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3B2017"/>
                </a:solidFill>
              </a:rPr>
              <a:t>함께 시작한 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7983" y="4160520"/>
            <a:ext cx="247642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그날의 기억을 적어요</a:t>
            </a:r>
          </a:p>
        </p:txBody>
      </p:sp>
      <p:sp>
        <p:nvSpPr>
          <p:cNvPr id="16" name="때 3"/>
          <p:cNvSpPr/>
          <p:nvPr/>
        </p:nvSpPr>
        <p:spPr>
          <a:xfrm>
            <a:off x="7224331" y="3108960"/>
            <a:ext cx="402336" cy="402336"/>
          </a:xfrm>
          <a:prstGeom prst="ellipse">
            <a:avLst/>
          </a:prstGeom>
          <a:solidFill>
            <a:srgbClr val="7D4531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41567" y="2468880"/>
            <a:ext cx="256786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7D4531"/>
                </a:solidFill>
              </a:rPr>
              <a:t>첫 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87287" y="3657600"/>
            <a:ext cx="247642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3B2017"/>
                </a:solidFill>
              </a:rPr>
              <a:t>우리의 보금자리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87287" y="4160520"/>
            <a:ext cx="247642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처음 이사한 날</a:t>
            </a:r>
          </a:p>
        </p:txBody>
      </p:sp>
      <p:sp>
        <p:nvSpPr>
          <p:cNvPr id="20" name="때 4"/>
          <p:cNvSpPr/>
          <p:nvPr/>
        </p:nvSpPr>
        <p:spPr>
          <a:xfrm>
            <a:off x="9883635" y="3108960"/>
            <a:ext cx="402336" cy="402336"/>
          </a:xfrm>
          <a:prstGeom prst="ellipse">
            <a:avLst/>
          </a:prstGeom>
          <a:solidFill>
            <a:srgbClr val="7D4531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00871" y="2468880"/>
            <a:ext cx="256786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7D4531"/>
                </a:solidFill>
              </a:rPr>
              <a:t>지금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46591" y="3657600"/>
            <a:ext cx="247642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3B2017"/>
                </a:solidFill>
              </a:rPr>
              <a:t>오늘의 우리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46591" y="4160520"/>
            <a:ext cx="247642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요즘 우리 이야기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D9D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7D4531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751515" y="708660"/>
            <a:ext cx="502920" cy="502920"/>
          </a:xfrm>
          <a:prstGeom prst="heart">
            <a:avLst/>
          </a:prstGeom>
          <a:solidFill>
            <a:srgbClr val="7D453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20520000">
            <a:off x="10490911" y="1088136"/>
            <a:ext cx="292608" cy="292608"/>
          </a:xfrm>
          <a:prstGeom prst="heart">
            <a:avLst/>
          </a:prstGeom>
          <a:solidFill>
            <a:srgbClr val="EFD9D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960000">
            <a:off x="11249863" y="1078992"/>
            <a:ext cx="274320" cy="274320"/>
          </a:xfrm>
          <a:prstGeom prst="heart">
            <a:avLst/>
          </a:prstGeom>
          <a:solidFill>
            <a:srgbClr val="3B91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935705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B2017"/>
                </a:solidFill>
              </a:rPr>
              <a:t>우리 가족의 약속</a:t>
            </a:r>
          </a:p>
        </p:txBody>
      </p:sp>
      <p:sp>
        <p:nvSpPr>
          <p:cNvPr id="7" name="줄 1"/>
          <p:cNvSpPr/>
          <p:nvPr/>
        </p:nvSpPr>
        <p:spPr>
          <a:xfrm>
            <a:off x="777240" y="1554480"/>
            <a:ext cx="10637215" cy="1005840"/>
          </a:xfrm>
          <a:prstGeom prst="roundRect">
            <a:avLst>
              <a:gd name="adj" fmla="val 8000"/>
            </a:avLst>
          </a:prstGeom>
          <a:solidFill>
            <a:srgbClr val="F9F3F0"/>
          </a:solidFill>
          <a:ln w="12700">
            <a:solidFill>
              <a:srgbClr val="EFD9D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번호 1"/>
          <p:cNvSpPr/>
          <p:nvPr/>
        </p:nvSpPr>
        <p:spPr>
          <a:xfrm>
            <a:off x="960120" y="1828800"/>
            <a:ext cx="457200" cy="457200"/>
          </a:xfrm>
          <a:prstGeom prst="ellipse">
            <a:avLst/>
          </a:prstGeom>
          <a:solidFill>
            <a:srgbClr val="7D4531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19" y="160020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B2017"/>
                </a:solidFill>
              </a:rPr>
              <a:t>약속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1600200"/>
            <a:ext cx="679673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하루에 한 번 서로 안아 주기</a:t>
            </a:r>
          </a:p>
        </p:txBody>
      </p:sp>
      <p:sp>
        <p:nvSpPr>
          <p:cNvPr id="11" name="줄 2"/>
          <p:cNvSpPr/>
          <p:nvPr/>
        </p:nvSpPr>
        <p:spPr>
          <a:xfrm>
            <a:off x="777240" y="2697480"/>
            <a:ext cx="10637215" cy="1005840"/>
          </a:xfrm>
          <a:prstGeom prst="roundRect">
            <a:avLst>
              <a:gd name="adj" fmla="val 8000"/>
            </a:avLst>
          </a:prstGeom>
          <a:solidFill>
            <a:srgbClr val="F9F3F0"/>
          </a:solidFill>
          <a:ln w="12700">
            <a:solidFill>
              <a:srgbClr val="EFD9D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번호 2"/>
          <p:cNvSpPr/>
          <p:nvPr/>
        </p:nvSpPr>
        <p:spPr>
          <a:xfrm>
            <a:off x="960120" y="2971800"/>
            <a:ext cx="457200" cy="457200"/>
          </a:xfrm>
          <a:prstGeom prst="ellipse">
            <a:avLst/>
          </a:prstGeom>
          <a:solidFill>
            <a:srgbClr val="7D4531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19" y="274320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B2017"/>
                </a:solidFill>
              </a:rPr>
              <a:t>약속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2743200"/>
            <a:ext cx="679673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화가 나도 잠자리 전엔 풀기</a:t>
            </a:r>
          </a:p>
        </p:txBody>
      </p:sp>
      <p:sp>
        <p:nvSpPr>
          <p:cNvPr id="15" name="줄 3"/>
          <p:cNvSpPr/>
          <p:nvPr/>
        </p:nvSpPr>
        <p:spPr>
          <a:xfrm>
            <a:off x="777240" y="3840480"/>
            <a:ext cx="10637215" cy="1005840"/>
          </a:xfrm>
          <a:prstGeom prst="roundRect">
            <a:avLst>
              <a:gd name="adj" fmla="val 8000"/>
            </a:avLst>
          </a:prstGeom>
          <a:solidFill>
            <a:srgbClr val="F9F3F0"/>
          </a:solidFill>
          <a:ln w="12700">
            <a:solidFill>
              <a:srgbClr val="EFD9D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번호 3"/>
          <p:cNvSpPr/>
          <p:nvPr/>
        </p:nvSpPr>
        <p:spPr>
          <a:xfrm>
            <a:off x="960120" y="4114800"/>
            <a:ext cx="457200" cy="457200"/>
          </a:xfrm>
          <a:prstGeom prst="ellipse">
            <a:avLst/>
          </a:prstGeom>
          <a:solidFill>
            <a:srgbClr val="7D4531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19" y="388620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B2017"/>
                </a:solidFill>
              </a:rPr>
              <a:t>약속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3886200"/>
            <a:ext cx="679673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한 달에 한 번 데이트하기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D9D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7D4531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751515" y="708660"/>
            <a:ext cx="502920" cy="502920"/>
          </a:xfrm>
          <a:prstGeom prst="heart">
            <a:avLst/>
          </a:prstGeom>
          <a:solidFill>
            <a:srgbClr val="7D453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20520000">
            <a:off x="10490911" y="1088136"/>
            <a:ext cx="292608" cy="292608"/>
          </a:xfrm>
          <a:prstGeom prst="heart">
            <a:avLst/>
          </a:prstGeom>
          <a:solidFill>
            <a:srgbClr val="EFD9D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960000">
            <a:off x="11249863" y="1078992"/>
            <a:ext cx="274320" cy="274320"/>
          </a:xfrm>
          <a:prstGeom prst="heart">
            <a:avLst/>
          </a:prstGeom>
          <a:solidFill>
            <a:srgbClr val="3B91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935705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B2017"/>
                </a:solidFill>
              </a:rPr>
              <a:t>가족 사진</a:t>
            </a:r>
          </a:p>
        </p:txBody>
      </p:sp>
      <p:sp>
        <p:nvSpPr>
          <p:cNvPr id="7" name="사진 자리"/>
          <p:cNvSpPr/>
          <p:nvPr/>
        </p:nvSpPr>
        <p:spPr>
          <a:xfrm>
            <a:off x="777240" y="1554480"/>
            <a:ext cx="3423818" cy="2240279"/>
          </a:xfrm>
          <a:prstGeom prst="roundRect">
            <a:avLst>
              <a:gd name="adj" fmla="val 6000"/>
            </a:avLst>
          </a:prstGeom>
          <a:solidFill>
            <a:srgbClr val="EFD9D1"/>
          </a:solidFill>
          <a:ln w="19050">
            <a:solidFill>
              <a:srgbClr val="7D4531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B2017"/>
                </a:solidFill>
              </a:rPr>
              <a:t>사진 1</a:t>
            </a:r>
          </a:p>
        </p:txBody>
      </p:sp>
      <p:sp>
        <p:nvSpPr>
          <p:cNvPr id="8" name="사진 자리"/>
          <p:cNvSpPr/>
          <p:nvPr/>
        </p:nvSpPr>
        <p:spPr>
          <a:xfrm>
            <a:off x="4383938" y="1554480"/>
            <a:ext cx="3423818" cy="2240279"/>
          </a:xfrm>
          <a:prstGeom prst="roundRect">
            <a:avLst>
              <a:gd name="adj" fmla="val 6000"/>
            </a:avLst>
          </a:prstGeom>
          <a:solidFill>
            <a:srgbClr val="EFD9D1"/>
          </a:solidFill>
          <a:ln w="19050">
            <a:solidFill>
              <a:srgbClr val="7D4531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B2017"/>
                </a:solidFill>
              </a:rPr>
              <a:t>사진 2</a:t>
            </a:r>
          </a:p>
        </p:txBody>
      </p:sp>
      <p:sp>
        <p:nvSpPr>
          <p:cNvPr id="9" name="사진 자리"/>
          <p:cNvSpPr/>
          <p:nvPr/>
        </p:nvSpPr>
        <p:spPr>
          <a:xfrm>
            <a:off x="7990636" y="1554480"/>
            <a:ext cx="3423818" cy="2240279"/>
          </a:xfrm>
          <a:prstGeom prst="roundRect">
            <a:avLst>
              <a:gd name="adj" fmla="val 6000"/>
            </a:avLst>
          </a:prstGeom>
          <a:solidFill>
            <a:srgbClr val="EFD9D1"/>
          </a:solidFill>
          <a:ln w="19050">
            <a:solidFill>
              <a:srgbClr val="7D4531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B2017"/>
                </a:solidFill>
              </a:rPr>
              <a:t>사진 3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777240" y="3977639"/>
            <a:ext cx="3423818" cy="2240279"/>
          </a:xfrm>
          <a:prstGeom prst="roundRect">
            <a:avLst>
              <a:gd name="adj" fmla="val 6000"/>
            </a:avLst>
          </a:prstGeom>
          <a:solidFill>
            <a:srgbClr val="EFD9D1"/>
          </a:solidFill>
          <a:ln w="19050">
            <a:solidFill>
              <a:srgbClr val="7D4531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B2017"/>
                </a:solidFill>
              </a:rPr>
              <a:t>사진 4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4383938" y="3977639"/>
            <a:ext cx="3423818" cy="2240279"/>
          </a:xfrm>
          <a:prstGeom prst="roundRect">
            <a:avLst>
              <a:gd name="adj" fmla="val 6000"/>
            </a:avLst>
          </a:prstGeom>
          <a:solidFill>
            <a:srgbClr val="EFD9D1"/>
          </a:solidFill>
          <a:ln w="19050">
            <a:solidFill>
              <a:srgbClr val="7D4531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B2017"/>
                </a:solidFill>
              </a:rPr>
              <a:t>사진 5</a:t>
            </a:r>
          </a:p>
        </p:txBody>
      </p:sp>
      <p:sp>
        <p:nvSpPr>
          <p:cNvPr id="12" name="사진 자리"/>
          <p:cNvSpPr/>
          <p:nvPr/>
        </p:nvSpPr>
        <p:spPr>
          <a:xfrm>
            <a:off x="7990636" y="3977639"/>
            <a:ext cx="3423818" cy="2240279"/>
          </a:xfrm>
          <a:prstGeom prst="roundRect">
            <a:avLst>
              <a:gd name="adj" fmla="val 6000"/>
            </a:avLst>
          </a:prstGeom>
          <a:solidFill>
            <a:srgbClr val="EFD9D1"/>
          </a:solidFill>
          <a:ln w="19050">
            <a:solidFill>
              <a:srgbClr val="7D4531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B2017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D45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502920" y="502920"/>
            <a:ext cx="11185855" cy="5852160"/>
          </a:xfrm>
          <a:prstGeom prst="rect">
            <a:avLst/>
          </a:prstGeom>
          <a:solidFill>
            <a:srgbClr val="FFFFFF"/>
          </a:solidFill>
          <a:ln w="38100">
            <a:solidFill>
              <a:srgbClr val="EFD9D1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5643219" y="987552"/>
            <a:ext cx="905256" cy="905256"/>
          </a:xfrm>
          <a:prstGeom prst="heart">
            <a:avLst/>
          </a:prstGeom>
          <a:solidFill>
            <a:srgbClr val="7D453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20520000">
            <a:off x="5174132" y="1670608"/>
            <a:ext cx="526694" cy="526694"/>
          </a:xfrm>
          <a:prstGeom prst="heart">
            <a:avLst/>
          </a:prstGeom>
          <a:solidFill>
            <a:srgbClr val="EFD9D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960000">
            <a:off x="6540246" y="1654149"/>
            <a:ext cx="493775" cy="493775"/>
          </a:xfrm>
          <a:prstGeom prst="heart">
            <a:avLst/>
          </a:prstGeom>
          <a:solidFill>
            <a:srgbClr val="3B91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03" y="2263140"/>
            <a:ext cx="9265688" cy="137160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3B2017"/>
                </a:solidFill>
              </a:rPr>
              <a:t>우리 가족을 소개했어요</a:t>
            </a:r>
          </a:p>
        </p:txBody>
      </p:sp>
      <p:sp>
        <p:nvSpPr>
          <p:cNvPr id="7" name="한 줄 문구"/>
          <p:cNvSpPr txBox="1"/>
          <p:nvPr/>
        </p:nvSpPr>
        <p:spPr>
          <a:xfrm>
            <a:off x="1463003" y="3726180"/>
            <a:ext cx="9265688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700" b="0" i="1">
                <a:solidFill>
                  <a:srgbClr val="3B2017"/>
                </a:solidFill>
              </a:rPr>
              <a:t>함께여서 늘 든든합니다</a:t>
            </a:r>
          </a:p>
        </p:txBody>
      </p:sp>
      <p:sp>
        <p:nvSpPr>
          <p:cNvPr id="8" name="안내 문구"/>
          <p:cNvSpPr txBox="1"/>
          <p:nvPr/>
        </p:nvSpPr>
        <p:spPr>
          <a:xfrm>
            <a:off x="1463003" y="4594860"/>
            <a:ext cx="9265688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고맙습니다 · 가족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우리 부부 가족 소개">
  <a:themeElements>
    <a:clrScheme name="Office">
      <a:dk1>
        <a:sysClr val="windowText" lastClr="000000"/>
      </a:dk1>
      <a:lt1>
        <a:sysClr val="window" lastClr="FFFFFF"/>
      </a:lt1>
      <a:dk2>
        <a:srgbClr val="3B2017"/>
      </a:dk2>
      <a:lt2>
        <a:srgbClr val="F9F3F0"/>
      </a:lt2>
      <a:accent1>
        <a:srgbClr val="7D4531"/>
      </a:accent1>
      <a:accent2>
        <a:srgbClr val="3B917D"/>
      </a:accent2>
      <a:accent3>
        <a:srgbClr val="3B2017"/>
      </a:accent3>
      <a:accent4>
        <a:srgbClr val="EFD9D1"/>
      </a:accent4>
      <a:accent5>
        <a:srgbClr val="5C6B57"/>
      </a:accent5>
      <a:accent6>
        <a:srgbClr val="897974"/>
      </a:accent6>
      <a:hlink>
        <a:srgbClr val="7D4531"/>
      </a:hlink>
      <a:folHlink>
        <a:srgbClr val="3B2017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우리 부부 가족 소개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