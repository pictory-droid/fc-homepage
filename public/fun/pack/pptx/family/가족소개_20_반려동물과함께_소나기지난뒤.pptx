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그치고 물웅덩이로 달려가던 모습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보호자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보호자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우리 반려동물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우리의 인연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첫 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함께한 첫 걸음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가장 웃었던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잊지 못할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