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25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25F"/>
                </a:solidFill>
              </a:rPr>
              <a:t>소나기 그치고 물웅덩이로 달려가던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25F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25F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25F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26AA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AAC5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2700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2700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2700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1F3FA"/>
          </a:solidFill>
          <a:ln w="19050">
            <a:solidFill>
              <a:srgbClr val="26AA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25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25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25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11525F"/>
      </a:dk2>
      <a:lt2>
        <a:srgbClr val="EEFAFC"/>
      </a:lt2>
      <a:accent1>
        <a:srgbClr val="26AAC5"/>
      </a:accent1>
      <a:accent2>
        <a:srgbClr val="209DB6"/>
      </a:accent2>
      <a:accent3>
        <a:srgbClr val="11525F"/>
      </a:accent3>
      <a:accent4>
        <a:srgbClr val="D1F3FA"/>
      </a:accent4>
      <a:accent5>
        <a:srgbClr val="23A4BE"/>
      </a:accent5>
      <a:accent6>
        <a:srgbClr val="70979F"/>
      </a:accent6>
      <a:hlink>
        <a:srgbClr val="26AAC5"/>
      </a:hlink>
      <a:folHlink>
        <a:srgbClr val="1152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