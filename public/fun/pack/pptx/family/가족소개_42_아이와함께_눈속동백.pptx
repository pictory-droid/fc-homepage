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눈 속 동백 앞에서 아이와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051560" y="1600200"/>
            <a:ext cx="2213533" cy="2213533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0517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아빠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62373"/>
            <a:ext cx="2304973" cy="20384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768013" y="1600200"/>
            <a:ext cx="2213533" cy="2213533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853" y="390517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엄마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2293" y="4362373"/>
            <a:ext cx="2304973" cy="20384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84467" y="1600200"/>
            <a:ext cx="2213533" cy="2213533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90517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첫째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4362373"/>
            <a:ext cx="2304973" cy="20384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9200921" y="1600200"/>
            <a:ext cx="2213533" cy="2213533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3761" y="390517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둘째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5201" y="4362373"/>
            <a:ext cx="2304973" cy="20384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가족이 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우리의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0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아이가 태어난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새 식구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첫 가족 여행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함께 떠난 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18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914400" y="1600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874519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9" name="줄 2"/>
          <p:cNvSpPr/>
          <p:nvPr/>
        </p:nvSpPr>
        <p:spPr>
          <a:xfrm>
            <a:off x="914400" y="2743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3" name="줄 3"/>
          <p:cNvSpPr/>
          <p:nvPr/>
        </p:nvSpPr>
        <p:spPr>
          <a:xfrm>
            <a:off x="914400" y="3886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