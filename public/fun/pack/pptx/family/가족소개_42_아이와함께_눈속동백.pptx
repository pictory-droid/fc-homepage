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151B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눈 속 동백 앞에서 아이와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051560" y="1600200"/>
            <a:ext cx="2213533" cy="2213533"/>
          </a:xfrm>
          <a:prstGeom prst="ellipse">
            <a:avLst/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05173"/>
            <a:ext cx="248785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아빠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62373"/>
            <a:ext cx="2304973" cy="203842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768013" y="1600200"/>
            <a:ext cx="2213533" cy="2213533"/>
          </a:xfrm>
          <a:prstGeom prst="ellipse">
            <a:avLst/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853" y="3905173"/>
            <a:ext cx="248785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엄마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2293" y="4362373"/>
            <a:ext cx="2304973" cy="203842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84467" y="1600200"/>
            <a:ext cx="2213533" cy="2213533"/>
          </a:xfrm>
          <a:prstGeom prst="ellipse">
            <a:avLst/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3905173"/>
            <a:ext cx="248785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첫째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8747" y="4362373"/>
            <a:ext cx="2304973" cy="203842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9200921" y="1600200"/>
            <a:ext cx="2213533" cy="2213533"/>
          </a:xfrm>
          <a:prstGeom prst="ellipse">
            <a:avLst/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3761" y="3905173"/>
            <a:ext cx="248785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둘째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5201" y="4362373"/>
            <a:ext cx="2304973" cy="203842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914400" y="3337560"/>
            <a:ext cx="10637215" cy="54864"/>
          </a:xfrm>
          <a:prstGeom prst="rect">
            <a:avLst/>
          </a:pr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2042883" y="3154680"/>
            <a:ext cx="402336" cy="402336"/>
          </a:xfrm>
          <a:prstGeom prst="ellipse">
            <a:avLst/>
          </a:prstGeom>
          <a:solidFill>
            <a:srgbClr val="AE293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2934"/>
                </a:solidFill>
              </a:rPr>
              <a:t>가족이 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우리의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702187" y="3154680"/>
            <a:ext cx="402336" cy="402336"/>
          </a:xfrm>
          <a:prstGeom prst="ellipse">
            <a:avLst/>
          </a:prstGeom>
          <a:solidFill>
            <a:srgbClr val="AE293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2934"/>
                </a:solidFill>
              </a:rPr>
              <a:t>아이가 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새 식구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3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361491" y="3154680"/>
            <a:ext cx="402336" cy="402336"/>
          </a:xfrm>
          <a:prstGeom prst="ellipse">
            <a:avLst/>
          </a:prstGeom>
          <a:solidFill>
            <a:srgbClr val="AE293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2934"/>
                </a:solidFill>
              </a:rPr>
              <a:t>첫 가족 여행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함께 떠난 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8" name="때 4"/>
          <p:cNvSpPr/>
          <p:nvPr/>
        </p:nvSpPr>
        <p:spPr>
          <a:xfrm>
            <a:off x="10020795" y="3154680"/>
            <a:ext cx="402336" cy="402336"/>
          </a:xfrm>
          <a:prstGeom prst="ellipse">
            <a:avLst/>
          </a:prstGeom>
          <a:solidFill>
            <a:srgbClr val="AE293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031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2934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3751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3751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74519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743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886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416052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151B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5B151B"/>
      </a:dk2>
      <a:lt2>
        <a:srgbClr val="FBEEF0"/>
      </a:lt2>
      <a:accent1>
        <a:srgbClr val="AE2934"/>
      </a:accent1>
      <a:accent2>
        <a:srgbClr val="3B915F"/>
      </a:accent2>
      <a:accent3>
        <a:srgbClr val="5B151B"/>
      </a:accent3>
      <a:accent4>
        <a:srgbClr val="F5CCCF"/>
      </a:accent4>
      <a:accent5>
        <a:srgbClr val="745D4A"/>
      </a:accent5>
      <a:accent6>
        <a:srgbClr val="9D7376"/>
      </a:accent6>
      <a:hlink>
        <a:srgbClr val="AE2934"/>
      </a:hlink>
      <a:folHlink>
        <a:srgbClr val="5B15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