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1D2B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2B"/>
                </a:solidFill>
              </a:rPr>
              <a:t>어버이날 꽃 옆에서 한 장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반려동물과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DF3A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2B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349959" y="1554480"/>
            <a:ext cx="2308860" cy="2308860"/>
          </a:xfrm>
          <a:prstGeom prst="ellipse">
            <a:avLst/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54779"/>
            <a:ext cx="336285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1D2B"/>
                </a:solidFill>
              </a:rPr>
              <a:t>보호자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11979"/>
            <a:ext cx="317997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941417" y="1554480"/>
            <a:ext cx="2308860" cy="2308860"/>
          </a:xfrm>
          <a:prstGeom prst="ellipse">
            <a:avLst/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4418" y="3954779"/>
            <a:ext cx="336285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1D2B"/>
                </a:solidFill>
              </a:rPr>
              <a:t>보호자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5858" y="4411979"/>
            <a:ext cx="317997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532876" y="1554480"/>
            <a:ext cx="2308860" cy="2308860"/>
          </a:xfrm>
          <a:prstGeom prst="ellipse">
            <a:avLst/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5876" y="3954779"/>
            <a:ext cx="336285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1D2B"/>
                </a:solidFill>
              </a:rPr>
              <a:t>우리 반려동물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7316" y="4411979"/>
            <a:ext cx="317997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DF3A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2B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822960" y="3291840"/>
            <a:ext cx="10545775" cy="54864"/>
          </a:xfrm>
          <a:prstGeom prst="rect">
            <a:avLst/>
          </a:prstGeom>
          <a:solidFill>
            <a:srgbClr val="F7D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940013" y="3108960"/>
            <a:ext cx="402336" cy="402336"/>
          </a:xfrm>
          <a:prstGeom prst="ellipse">
            <a:avLst/>
          </a:prstGeom>
          <a:solidFill>
            <a:srgbClr val="DF3A5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F3A55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우리의 인연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입양하던 날의 이야기</a:t>
            </a:r>
          </a:p>
        </p:txBody>
      </p:sp>
      <p:sp>
        <p:nvSpPr>
          <p:cNvPr id="10" name="때 2"/>
          <p:cNvSpPr/>
          <p:nvPr/>
        </p:nvSpPr>
        <p:spPr>
          <a:xfrm>
            <a:off x="4576457" y="3108960"/>
            <a:ext cx="402336" cy="402336"/>
          </a:xfrm>
          <a:prstGeom prst="ellipse">
            <a:avLst/>
          </a:prstGeom>
          <a:solidFill>
            <a:srgbClr val="DF3A5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123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F3A55"/>
                </a:solidFill>
              </a:rPr>
              <a:t>첫 산책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0843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함께한 첫 걸음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12901" y="3108960"/>
            <a:ext cx="402336" cy="402336"/>
          </a:xfrm>
          <a:prstGeom prst="ellipse">
            <a:avLst/>
          </a:prstGeom>
          <a:solidFill>
            <a:srgbClr val="DF3A5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F3A55"/>
                </a:solidFill>
              </a:rPr>
              <a:t>가장 웃었던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잊지 못할 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사진으로 남겨 두세요</a:t>
            </a:r>
          </a:p>
        </p:txBody>
      </p:sp>
      <p:sp>
        <p:nvSpPr>
          <p:cNvPr id="18" name="때 4"/>
          <p:cNvSpPr/>
          <p:nvPr/>
        </p:nvSpPr>
        <p:spPr>
          <a:xfrm>
            <a:off x="9849345" y="3108960"/>
            <a:ext cx="402336" cy="402336"/>
          </a:xfrm>
          <a:prstGeom prst="ellipse">
            <a:avLst/>
          </a:prstGeom>
          <a:solidFill>
            <a:srgbClr val="DF3A5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011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F3A55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731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731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DF3A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2B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822960" y="1554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CF3F4"/>
          </a:solidFill>
          <a:ln w="12700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828800"/>
            <a:ext cx="457200" cy="457200"/>
          </a:xfrm>
          <a:prstGeom prst="ellipse">
            <a:avLst/>
          </a:prstGeom>
          <a:solidFill>
            <a:srgbClr val="DF3A5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산책은 하루도 거르지 않기</a:t>
            </a:r>
          </a:p>
        </p:txBody>
      </p:sp>
      <p:sp>
        <p:nvSpPr>
          <p:cNvPr id="9" name="줄 2"/>
          <p:cNvSpPr/>
          <p:nvPr/>
        </p:nvSpPr>
        <p:spPr>
          <a:xfrm>
            <a:off x="822960" y="2697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CF3F4"/>
          </a:solidFill>
          <a:ln w="12700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05840" y="2971800"/>
            <a:ext cx="457200" cy="457200"/>
          </a:xfrm>
          <a:prstGeom prst="ellipse">
            <a:avLst/>
          </a:prstGeom>
          <a:solidFill>
            <a:srgbClr val="DF3A5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743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건강 검진 날짜 챙기기</a:t>
            </a:r>
          </a:p>
        </p:txBody>
      </p:sp>
      <p:sp>
        <p:nvSpPr>
          <p:cNvPr id="13" name="줄 3"/>
          <p:cNvSpPr/>
          <p:nvPr/>
        </p:nvSpPr>
        <p:spPr>
          <a:xfrm>
            <a:off x="822960" y="3840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CF3F4"/>
          </a:solidFill>
          <a:ln w="12700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05840" y="4114800"/>
            <a:ext cx="457200" cy="457200"/>
          </a:xfrm>
          <a:prstGeom prst="ellipse">
            <a:avLst/>
          </a:prstGeom>
          <a:solidFill>
            <a:srgbClr val="DF3A5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886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DF3A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2B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99178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975396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22960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99178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75396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7D4DA"/>
          </a:solidFill>
          <a:ln w="19050">
            <a:solidFill>
              <a:srgbClr val="DF3A5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2B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1D2B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2B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721D2B"/>
      </a:dk2>
      <a:lt2>
        <a:srgbClr val="FCF3F4"/>
      </a:lt2>
      <a:accent1>
        <a:srgbClr val="DF3A55"/>
      </a:accent1>
      <a:accent2>
        <a:srgbClr val="339941"/>
      </a:accent2>
      <a:accent3>
        <a:srgbClr val="721D2B"/>
      </a:accent3>
      <a:accent4>
        <a:srgbClr val="F7D4DA"/>
      </a:accent4>
      <a:accent5>
        <a:srgbClr val="896A4B"/>
      </a:accent5>
      <a:accent6>
        <a:srgbClr val="AA7780"/>
      </a:accent6>
      <a:hlink>
        <a:srgbClr val="DF3A55"/>
      </a:hlink>
      <a:folHlink>
        <a:srgbClr val="721D2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