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A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어버이날 꽃 옆에서 한 장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F2A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보호자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보호자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우리 반려동물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F2A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D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97A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5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우리의 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97A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5"/>
                </a:solidFill>
              </a:rPr>
              <a:t>첫 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함께한 첫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97A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5"/>
                </a:solidFill>
              </a:rPr>
              <a:t>가장 웃었던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잊지 못할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97A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A5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F2A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ED97A5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ED97A5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D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ED97A5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D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tar4">
            <a:avLst/>
          </a:prstGeom>
          <a:solidFill>
            <a:srgbClr val="F2A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A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9272D"/>
      </a:dk2>
      <a:lt2>
        <a:srgbClr val="FDEAED"/>
      </a:lt2>
      <a:accent1>
        <a:srgbClr val="ED97A5"/>
      </a:accent1>
      <a:accent2>
        <a:srgbClr val="F3CBBA"/>
      </a:accent2>
      <a:accent3>
        <a:srgbClr val="49272D"/>
      </a:accent3>
      <a:accent4>
        <a:srgbClr val="FAD1D8"/>
      </a:accent4>
      <a:accent5>
        <a:srgbClr val="F0B1B0"/>
      </a:accent5>
      <a:accent6>
        <a:srgbClr val="927D81"/>
      </a:accent6>
      <a:hlink>
        <a:srgbClr val="ED97A5"/>
      </a:hlink>
      <a:folHlink>
        <a:srgbClr val="49272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