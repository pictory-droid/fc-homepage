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A1F2E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어버이날 꽃 옆에서 한 장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349959" y="1554480"/>
            <a:ext cx="2308860" cy="2308860"/>
          </a:xfrm>
          <a:prstGeom prst="ellipse">
            <a:avLst/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A1F2E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941417" y="1554480"/>
            <a:ext cx="2308860" cy="2308860"/>
          </a:xfrm>
          <a:prstGeom prst="ellipse">
            <a:avLst/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4418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A1F2E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532876" y="1554480"/>
            <a:ext cx="2308860" cy="2308860"/>
          </a:xfrm>
          <a:prstGeom prst="ellipse">
            <a:avLst/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876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A1F2E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CC33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C334D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27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27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BEFF1"/>
          </a:solidFill>
          <a:ln w="12700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A1F2E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CC334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F4CD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A1F2E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F4CDD3"/>
          </a:solidFill>
          <a:ln w="19050">
            <a:solidFill>
              <a:srgbClr val="CC33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A1F2E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A1F2E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A1F2E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7A1F2E"/>
      </a:dk2>
      <a:lt2>
        <a:srgbClr val="FBEFF1"/>
      </a:lt2>
      <a:accent1>
        <a:srgbClr val="CC334D"/>
      </a:accent1>
      <a:accent2>
        <a:srgbClr val="3B9158"/>
      </a:accent2>
      <a:accent3>
        <a:srgbClr val="7A1F2E"/>
      </a:accent3>
      <a:accent4>
        <a:srgbClr val="F4CDD3"/>
      </a:accent4>
      <a:accent5>
        <a:srgbClr val="846252"/>
      </a:accent5>
      <a:accent6>
        <a:srgbClr val="AF7982"/>
      </a:accent6>
      <a:hlink>
        <a:srgbClr val="CC334D"/>
      </a:hlink>
      <a:folHlink>
        <a:srgbClr val="7A1F2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