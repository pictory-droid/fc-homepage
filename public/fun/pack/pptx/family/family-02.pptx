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55183" y="630936"/>
            <a:ext cx="1481328" cy="1481328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132546" y="2158513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84190" y="2393660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82224" y="2158532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4591B"/>
                </a:solidFill>
              </a:rPr>
              <a:t>우리 가족을 소개합니다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4591B"/>
                </a:solidFill>
              </a:rPr>
              <a:t>입춘 햇살 같은 웃음이 가득한 우리 집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아이와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가족 구성원</a:t>
            </a:r>
          </a:p>
        </p:txBody>
      </p:sp>
      <p:sp>
        <p:nvSpPr>
          <p:cNvPr id="9" name="사진 자리"/>
          <p:cNvSpPr/>
          <p:nvPr/>
        </p:nvSpPr>
        <p:spPr>
          <a:xfrm>
            <a:off x="960119" y="1554480"/>
            <a:ext cx="2190673" cy="2190673"/>
          </a:xfrm>
          <a:prstGeom prst="ellipse">
            <a:avLst/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36593"/>
            <a:ext cx="246499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591B"/>
                </a:solidFill>
              </a:rPr>
              <a:t>아빠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3793"/>
            <a:ext cx="2282113" cy="187840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3653713" y="1554480"/>
            <a:ext cx="2190673" cy="2190673"/>
          </a:xfrm>
          <a:prstGeom prst="ellipse">
            <a:avLst/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6553" y="3836593"/>
            <a:ext cx="246499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591B"/>
                </a:solidFill>
              </a:rPr>
              <a:t>엄마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7993" y="4293793"/>
            <a:ext cx="2282113" cy="187840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347307" y="1554480"/>
            <a:ext cx="2190673" cy="2190673"/>
          </a:xfrm>
          <a:prstGeom prst="ellipse">
            <a:avLst/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147" y="3836593"/>
            <a:ext cx="246499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591B"/>
                </a:solidFill>
              </a:rPr>
              <a:t>첫째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4293793"/>
            <a:ext cx="2282113" cy="187840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9040901" y="1554480"/>
            <a:ext cx="2190673" cy="2190673"/>
          </a:xfrm>
          <a:prstGeom prst="ellipse">
            <a:avLst/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3741" y="3836593"/>
            <a:ext cx="246499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591B"/>
                </a:solidFill>
              </a:rPr>
              <a:t>둘째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5181" y="4293793"/>
            <a:ext cx="2282113" cy="187840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우리 가족 이야기</a:t>
            </a:r>
          </a:p>
        </p:txBody>
      </p:sp>
      <p:sp>
        <p:nvSpPr>
          <p:cNvPr id="9" name="타임라인 선"/>
          <p:cNvSpPr/>
          <p:nvPr/>
        </p:nvSpPr>
        <p:spPr>
          <a:xfrm>
            <a:off x="822960" y="3291840"/>
            <a:ext cx="10545775" cy="54864"/>
          </a:xfrm>
          <a:prstGeom prst="rect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때 1"/>
          <p:cNvSpPr/>
          <p:nvPr/>
        </p:nvSpPr>
        <p:spPr>
          <a:xfrm>
            <a:off x="1940013" y="3108960"/>
            <a:ext cx="402336" cy="402336"/>
          </a:xfrm>
          <a:prstGeom prst="ellipse">
            <a:avLst/>
          </a:prstGeom>
          <a:solidFill>
            <a:srgbClr val="C6992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6992F"/>
                </a:solidFill>
              </a:rPr>
              <a:t>가족이 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우리의 시작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만난 날의 이야기</a:t>
            </a:r>
          </a:p>
        </p:txBody>
      </p:sp>
      <p:sp>
        <p:nvSpPr>
          <p:cNvPr id="14" name="때 2"/>
          <p:cNvSpPr/>
          <p:nvPr/>
        </p:nvSpPr>
        <p:spPr>
          <a:xfrm>
            <a:off x="4576457" y="3108960"/>
            <a:ext cx="402336" cy="402336"/>
          </a:xfrm>
          <a:prstGeom prst="ellipse">
            <a:avLst/>
          </a:prstGeom>
          <a:solidFill>
            <a:srgbClr val="C6992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5123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6992F"/>
                </a:solidFill>
              </a:rPr>
              <a:t>아이가 태어난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843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새 식구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0843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8" name="때 3"/>
          <p:cNvSpPr/>
          <p:nvPr/>
        </p:nvSpPr>
        <p:spPr>
          <a:xfrm>
            <a:off x="7212901" y="3108960"/>
            <a:ext cx="402336" cy="402336"/>
          </a:xfrm>
          <a:prstGeom prst="ellipse">
            <a:avLst/>
          </a:prstGeom>
          <a:solidFill>
            <a:srgbClr val="C6992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1567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6992F"/>
                </a:solidFill>
              </a:rPr>
              <a:t>첫 가족 여행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함께 떠난 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웃었던 순간</a:t>
            </a:r>
          </a:p>
        </p:txBody>
      </p:sp>
      <p:sp>
        <p:nvSpPr>
          <p:cNvPr id="22" name="때 4"/>
          <p:cNvSpPr/>
          <p:nvPr/>
        </p:nvSpPr>
        <p:spPr>
          <a:xfrm>
            <a:off x="9849345" y="3108960"/>
            <a:ext cx="402336" cy="402336"/>
          </a:xfrm>
          <a:prstGeom prst="ellipse">
            <a:avLst/>
          </a:prstGeom>
          <a:solidFill>
            <a:srgbClr val="C6992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011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6992F"/>
                </a:solidFill>
              </a:rPr>
              <a:t>지금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731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오늘의 우리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731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우리 가족의 약속</a:t>
            </a:r>
          </a:p>
        </p:txBody>
      </p:sp>
      <p:sp>
        <p:nvSpPr>
          <p:cNvPr id="9" name="줄 1"/>
          <p:cNvSpPr/>
          <p:nvPr/>
        </p:nvSpPr>
        <p:spPr>
          <a:xfrm>
            <a:off x="822960" y="1554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1005840" y="182880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약속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밥은 꼭 함께 먹기</a:t>
            </a:r>
          </a:p>
        </p:txBody>
      </p:sp>
      <p:sp>
        <p:nvSpPr>
          <p:cNvPr id="13" name="줄 2"/>
          <p:cNvSpPr/>
          <p:nvPr/>
        </p:nvSpPr>
        <p:spPr>
          <a:xfrm>
            <a:off x="822960" y="2697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1005840" y="297180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약속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43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잠들기 전에 사랑한다고 말하기</a:t>
            </a:r>
          </a:p>
        </p:txBody>
      </p:sp>
      <p:sp>
        <p:nvSpPr>
          <p:cNvPr id="17" name="줄 3"/>
          <p:cNvSpPr/>
          <p:nvPr/>
        </p:nvSpPr>
        <p:spPr>
          <a:xfrm>
            <a:off x="822960" y="3840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1005840" y="411480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약속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886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가족 사진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1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2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3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4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5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55183" y="630936"/>
            <a:ext cx="1481328" cy="1481328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132546" y="2158513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84190" y="2393660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82224" y="2158532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4591B"/>
                </a:solidFill>
              </a:rPr>
              <a:t>우리 가족을 소개했어요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4591B"/>
                </a:solidFill>
              </a:rPr>
              <a:t>함께여서 늘 든든합니다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74591B"/>
      </a:dk2>
      <a:lt2>
        <a:srgbClr val="FBF7EE"/>
      </a:lt2>
      <a:accent1>
        <a:srgbClr val="C6992F"/>
      </a:accent1>
      <a:accent2>
        <a:srgbClr val="3B8091"/>
      </a:accent2>
      <a:accent3>
        <a:srgbClr val="74591B"/>
      </a:accent3>
      <a:accent4>
        <a:srgbClr val="F5E9CC"/>
      </a:accent4>
      <a:accent5>
        <a:srgbClr val="808C60"/>
      </a:accent5>
      <a:accent6>
        <a:srgbClr val="AC9B76"/>
      </a:accent6>
      <a:hlink>
        <a:srgbClr val="C6992F"/>
      </a:hlink>
      <a:folHlink>
        <a:srgbClr val="7459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