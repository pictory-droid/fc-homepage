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A6D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F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뒷산 진달래 따러 간 아이들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783080"/>
            <a:ext cx="2282113" cy="2282113"/>
          </a:xfrm>
          <a:prstGeom prst="ellipse">
            <a:avLst/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F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783080"/>
            <a:ext cx="2282113" cy="2282113"/>
          </a:xfrm>
          <a:prstGeom prst="ellipse">
            <a:avLst/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F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783080"/>
            <a:ext cx="2282113" cy="2282113"/>
          </a:xfrm>
          <a:prstGeom prst="ellipse">
            <a:avLst/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F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783080"/>
            <a:ext cx="2282113" cy="2282113"/>
          </a:xfrm>
          <a:prstGeom prst="ellipse">
            <a:avLst/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F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D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D97D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D3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D97D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D3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D97D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D3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D97D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D97D3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D3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D3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D97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D97D3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F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D97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E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A6D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F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273F"/>
      </a:dk2>
      <a:lt2>
        <a:srgbClr val="FDEAF7"/>
      </a:lt2>
      <a:accent1>
        <a:srgbClr val="ED97D3"/>
      </a:accent1>
      <a:accent2>
        <a:srgbClr val="F3BAC7"/>
      </a:accent2>
      <a:accent3>
        <a:srgbClr val="49273F"/>
      </a:accent3>
      <a:accent4>
        <a:srgbClr val="FAD1EE"/>
      </a:accent4>
      <a:accent5>
        <a:srgbClr val="F0A8CD"/>
      </a:accent5>
      <a:accent6>
        <a:srgbClr val="927D8C"/>
      </a:accent6>
      <a:hlink>
        <a:srgbClr val="ED97D3"/>
      </a:hlink>
      <a:folHlink>
        <a:srgbClr val="4927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