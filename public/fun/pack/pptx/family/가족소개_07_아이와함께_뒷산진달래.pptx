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1285B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1285B"/>
                </a:solidFill>
              </a:rPr>
              <a:t>뒷산 진달래 따러 간 아이들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아이와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285B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1016" y="1554480"/>
            <a:ext cx="2194560" cy="2194560"/>
          </a:xfrm>
          <a:prstGeom prst="ellipse">
            <a:avLst/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79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1285B"/>
                </a:solidFill>
              </a:rPr>
              <a:t>아빠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297679"/>
            <a:ext cx="2373553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3606050" y="1554480"/>
            <a:ext cx="2194560" cy="2194560"/>
          </a:xfrm>
          <a:prstGeom prst="ellipse">
            <a:avLst/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5113" y="3840479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1285B"/>
                </a:solidFill>
              </a:rPr>
              <a:t>엄마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6553" y="4297679"/>
            <a:ext cx="2373553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391084" y="1554480"/>
            <a:ext cx="2194560" cy="2194560"/>
          </a:xfrm>
          <a:prstGeom prst="ellipse">
            <a:avLst/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0147" y="3840479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1285B"/>
                </a:solidFill>
              </a:rPr>
              <a:t>첫째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1587" y="4297679"/>
            <a:ext cx="2373553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9176118" y="1554480"/>
            <a:ext cx="2194560" cy="2194560"/>
          </a:xfrm>
          <a:prstGeom prst="ellipse">
            <a:avLst/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5181" y="3840479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1285B"/>
                </a:solidFill>
              </a:rPr>
              <a:t>둘째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6621" y="4297679"/>
            <a:ext cx="2373553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285B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291840"/>
            <a:ext cx="10911535" cy="54864"/>
          </a:xfrm>
          <a:prstGeom prst="rect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08960"/>
            <a:ext cx="402336" cy="402336"/>
          </a:xfrm>
          <a:prstGeom prst="ellipse">
            <a:avLst/>
          </a:prstGeom>
          <a:solidFill>
            <a:srgbClr val="BD42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D4298"/>
                </a:solidFill>
              </a:rPr>
              <a:t>가족이 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우리의 시작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만난 날의 이야기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08960"/>
            <a:ext cx="402336" cy="402336"/>
          </a:xfrm>
          <a:prstGeom prst="ellipse">
            <a:avLst/>
          </a:prstGeom>
          <a:solidFill>
            <a:srgbClr val="BD42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D4298"/>
                </a:solidFill>
              </a:rPr>
              <a:t>아이가 태어난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새 식구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08960"/>
            <a:ext cx="402336" cy="402336"/>
          </a:xfrm>
          <a:prstGeom prst="ellipse">
            <a:avLst/>
          </a:prstGeom>
          <a:solidFill>
            <a:srgbClr val="BD42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D4298"/>
                </a:solidFill>
              </a:rPr>
              <a:t>첫 가족 여행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함께 떠난 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웃었던 순간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08960"/>
            <a:ext cx="402336" cy="402336"/>
          </a:xfrm>
          <a:prstGeom prst="ellipse">
            <a:avLst/>
          </a:prstGeom>
          <a:solidFill>
            <a:srgbClr val="BD42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D4298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285B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554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AF0F7"/>
          </a:solidFill>
          <a:ln w="12700">
            <a:solidFill>
              <a:srgbClr val="F1D0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BD42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00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밥은 꼭 함께 먹기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97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AF0F7"/>
          </a:solidFill>
          <a:ln w="12700">
            <a:solidFill>
              <a:srgbClr val="F1D0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971800"/>
            <a:ext cx="457200" cy="457200"/>
          </a:xfrm>
          <a:prstGeom prst="ellipse">
            <a:avLst/>
          </a:prstGeom>
          <a:solidFill>
            <a:srgbClr val="BD42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43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잠들기 전에 사랑한다고 말하기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40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AF0F7"/>
          </a:solidFill>
          <a:ln w="12700">
            <a:solidFill>
              <a:srgbClr val="F1D0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14800"/>
            <a:ext cx="457200" cy="457200"/>
          </a:xfrm>
          <a:prstGeom prst="ellipse">
            <a:avLst/>
          </a:prstGeom>
          <a:solidFill>
            <a:srgbClr val="BD42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886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주말에는 함께 산책하기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285B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1285B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1285B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아이와 함께 가족 소개">
  <a:themeElements>
    <a:clrScheme name="Office">
      <a:dk1>
        <a:sysClr val="windowText" lastClr="000000"/>
      </a:dk1>
      <a:lt1>
        <a:sysClr val="window" lastClr="FFFFFF"/>
      </a:lt1>
      <a:dk2>
        <a:srgbClr val="71285B"/>
      </a:dk2>
      <a:lt2>
        <a:srgbClr val="FAF0F7"/>
      </a:lt2>
      <a:accent1>
        <a:srgbClr val="BD4298"/>
      </a:accent1>
      <a:accent2>
        <a:srgbClr val="4C913B"/>
      </a:accent2>
      <a:accent3>
        <a:srgbClr val="71285B"/>
      </a:accent3>
      <a:accent4>
        <a:srgbClr val="F1D0E7"/>
      </a:accent4>
      <a:accent5>
        <a:srgbClr val="846A6A"/>
      </a:accent5>
      <a:accent6>
        <a:srgbClr val="AA7E9D"/>
      </a:accent6>
      <a:hlink>
        <a:srgbClr val="BD4298"/>
      </a:hlink>
      <a:folHlink>
        <a:srgbClr val="71285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