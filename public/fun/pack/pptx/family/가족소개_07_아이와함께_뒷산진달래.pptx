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5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뒷산 진달래 따러 간 아이들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1016" y="1554480"/>
            <a:ext cx="2194560" cy="2194560"/>
          </a:xfrm>
          <a:prstGeom prst="ellipse">
            <a:avLst/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606050" y="1554480"/>
            <a:ext cx="2194560" cy="2194560"/>
          </a:xfrm>
          <a:prstGeom prst="ellipse">
            <a:avLst/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5113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91084" y="1554480"/>
            <a:ext cx="2194560" cy="2194560"/>
          </a:xfrm>
          <a:prstGeom prst="ellipse">
            <a:avLst/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176118" y="1554480"/>
            <a:ext cx="2194560" cy="2194560"/>
          </a:xfrm>
          <a:prstGeom prst="ellipse">
            <a:avLst/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3840479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21" y="4297679"/>
            <a:ext cx="2373553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D345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345A9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D345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345A9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D345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345A9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D345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345A9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5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721D59"/>
      </a:dk2>
      <a:lt2>
        <a:srgbClr val="FCF3F9"/>
      </a:lt2>
      <a:accent1>
        <a:srgbClr val="D345A9"/>
      </a:accent1>
      <a:accent2>
        <a:srgbClr val="339941"/>
      </a:accent2>
      <a:accent3>
        <a:srgbClr val="721D59"/>
      </a:accent3>
      <a:accent4>
        <a:srgbClr val="F7D4ED"/>
      </a:accent4>
      <a:accent5>
        <a:srgbClr val="836F75"/>
      </a:accent5>
      <a:accent6>
        <a:srgbClr val="AA779B"/>
      </a:accent6>
      <a:hlink>
        <a:srgbClr val="D345A9"/>
      </a:hlink>
      <a:folHlink>
        <a:srgbClr val="721D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