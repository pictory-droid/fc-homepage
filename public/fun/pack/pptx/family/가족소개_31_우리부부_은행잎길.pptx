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56110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56110"/>
                </a:solidFill>
              </a:rPr>
              <a:t>은행잎 밟으며 걷던 아침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우리 부부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2202103" y="1600200"/>
            <a:ext cx="2308860" cy="2308860"/>
          </a:xfrm>
          <a:prstGeom prst="ellipse">
            <a:avLst/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00500"/>
            <a:ext cx="525002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56110"/>
                </a:solidFill>
              </a:rPr>
              <a:t>남편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57700"/>
            <a:ext cx="506714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680731" y="1600200"/>
            <a:ext cx="2308860" cy="2308860"/>
          </a:xfrm>
          <a:prstGeom prst="ellipse">
            <a:avLst/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0147" y="4000500"/>
            <a:ext cx="525002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56110"/>
                </a:solidFill>
              </a:rPr>
              <a:t>아내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4457700"/>
            <a:ext cx="506714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731520" y="3337560"/>
            <a:ext cx="10728655" cy="54864"/>
          </a:xfrm>
          <a:prstGeom prst="rect">
            <a:avLst/>
          </a:prstGeom>
          <a:solidFill>
            <a:srgbClr val="F9E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71433" y="3154680"/>
            <a:ext cx="402336" cy="402336"/>
          </a:xfrm>
          <a:prstGeom prst="ellipse">
            <a:avLst/>
          </a:prstGeom>
          <a:solidFill>
            <a:srgbClr val="CEAB1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EAB1C"/>
                </a:solidFill>
              </a:rPr>
              <a:t>처음 만난 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56110"/>
                </a:solidFill>
              </a:rPr>
              <a:t>첫 만남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 만났나요?</a:t>
            </a:r>
          </a:p>
        </p:txBody>
      </p:sp>
      <p:sp>
        <p:nvSpPr>
          <p:cNvPr id="9" name="때 2"/>
          <p:cNvSpPr/>
          <p:nvPr/>
        </p:nvSpPr>
        <p:spPr>
          <a:xfrm>
            <a:off x="4553597" y="3154680"/>
            <a:ext cx="402336" cy="402336"/>
          </a:xfrm>
          <a:prstGeom prst="ellipse">
            <a:avLst/>
          </a:prstGeom>
          <a:solidFill>
            <a:srgbClr val="CEAB1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9403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EAB1C"/>
                </a:solidFill>
              </a:rPr>
              <a:t>결혼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5123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56110"/>
                </a:solidFill>
              </a:rPr>
              <a:t>함께 시작한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5123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3" name="때 3"/>
          <p:cNvSpPr/>
          <p:nvPr/>
        </p:nvSpPr>
        <p:spPr>
          <a:xfrm>
            <a:off x="7235761" y="3154680"/>
            <a:ext cx="402336" cy="402336"/>
          </a:xfrm>
          <a:prstGeom prst="ellipse">
            <a:avLst/>
          </a:prstGeom>
          <a:solidFill>
            <a:srgbClr val="CEAB1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EAB1C"/>
                </a:solidFill>
              </a:rPr>
              <a:t>첫 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56110"/>
                </a:solidFill>
              </a:rPr>
              <a:t>우리의 보금자리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이사한 날</a:t>
            </a:r>
          </a:p>
        </p:txBody>
      </p:sp>
      <p:sp>
        <p:nvSpPr>
          <p:cNvPr id="17" name="때 4"/>
          <p:cNvSpPr/>
          <p:nvPr/>
        </p:nvSpPr>
        <p:spPr>
          <a:xfrm>
            <a:off x="9917925" y="3154680"/>
            <a:ext cx="402336" cy="402336"/>
          </a:xfrm>
          <a:prstGeom prst="ellipse">
            <a:avLst/>
          </a:prstGeom>
          <a:solidFill>
            <a:srgbClr val="CEAB1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731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EAB1C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451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56110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451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731520" y="1600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874519"/>
            <a:ext cx="457200" cy="457200"/>
          </a:xfrm>
          <a:prstGeom prst="ellipse">
            <a:avLst/>
          </a:prstGeom>
          <a:solidFill>
            <a:srgbClr val="CEAB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56110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645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하루에 한 번 서로 안아 주기</a:t>
            </a:r>
          </a:p>
        </p:txBody>
      </p:sp>
      <p:sp>
        <p:nvSpPr>
          <p:cNvPr id="8" name="줄 2"/>
          <p:cNvSpPr/>
          <p:nvPr/>
        </p:nvSpPr>
        <p:spPr>
          <a:xfrm>
            <a:off x="731520" y="2743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14400" y="3017520"/>
            <a:ext cx="457200" cy="457200"/>
          </a:xfrm>
          <a:prstGeom prst="ellipse">
            <a:avLst/>
          </a:prstGeom>
          <a:solidFill>
            <a:srgbClr val="CEAB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56110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788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화가 나도 잠자리 전엔 풀기</a:t>
            </a:r>
          </a:p>
        </p:txBody>
      </p:sp>
      <p:sp>
        <p:nvSpPr>
          <p:cNvPr id="12" name="줄 3"/>
          <p:cNvSpPr/>
          <p:nvPr/>
        </p:nvSpPr>
        <p:spPr>
          <a:xfrm>
            <a:off x="731520" y="3886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14400" y="4160520"/>
            <a:ext cx="457200" cy="457200"/>
          </a:xfrm>
          <a:prstGeom prst="ellipse">
            <a:avLst/>
          </a:prstGeom>
          <a:solidFill>
            <a:srgbClr val="CEAB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56110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931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데이트하기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68698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05876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31520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68698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05876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56110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56110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우리 부부 가족 소개">
  <a:themeElements>
    <a:clrScheme name="Office">
      <a:dk1>
        <a:sysClr val="windowText" lastClr="000000"/>
      </a:dk1>
      <a:lt1>
        <a:sysClr val="window" lastClr="FFFFFF"/>
      </a:lt1>
      <a:dk2>
        <a:srgbClr val="756110"/>
      </a:dk2>
      <a:lt2>
        <a:srgbClr val="FDF9ED"/>
      </a:lt2>
      <a:accent1>
        <a:srgbClr val="CEAB1C"/>
      </a:accent1>
      <a:accent2>
        <a:srgbClr val="3B7791"/>
      </a:accent2>
      <a:accent3>
        <a:srgbClr val="756110"/>
      </a:accent3>
      <a:accent4>
        <a:srgbClr val="F9EFC8"/>
      </a:accent4>
      <a:accent5>
        <a:srgbClr val="849156"/>
      </a:accent5>
      <a:accent6>
        <a:srgbClr val="ACA070"/>
      </a:accent6>
      <a:hlink>
        <a:srgbClr val="CEAB1C"/>
      </a:hlink>
      <a:folHlink>
        <a:srgbClr val="75611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