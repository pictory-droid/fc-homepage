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1463003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BDE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42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4358505" y="4251960"/>
            <a:ext cx="1005840" cy="1005840"/>
          </a:xfrm>
          <a:prstGeom prst="ellipse">
            <a:avLst/>
          </a:prstGeom>
          <a:solidFill>
            <a:srgbClr val="EBDE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우리 가족을 소개합니다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은행잎 밟으며 걷던 아침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우리 부부 · 날짜 입력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DE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moon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가족 구성원</a:t>
            </a:r>
          </a:p>
        </p:txBody>
      </p:sp>
      <p:sp>
        <p:nvSpPr>
          <p:cNvPr id="6" name="사진 자리"/>
          <p:cNvSpPr/>
          <p:nvPr/>
        </p:nvSpPr>
        <p:spPr>
          <a:xfrm>
            <a:off x="2167813" y="1783080"/>
            <a:ext cx="2286000" cy="2286000"/>
          </a:xfrm>
          <a:prstGeom prst="ellipse">
            <a:avLst/>
          </a:prstGeom>
          <a:solidFill>
            <a:srgbClr val="F6E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60520"/>
            <a:ext cx="53414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4227"/>
                </a:solidFill>
              </a:rPr>
              <a:t>남편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617720"/>
            <a:ext cx="51585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9" name="사진 자리"/>
          <p:cNvSpPr/>
          <p:nvPr/>
        </p:nvSpPr>
        <p:spPr>
          <a:xfrm>
            <a:off x="7737881" y="1783080"/>
            <a:ext cx="2286000" cy="2286000"/>
          </a:xfrm>
          <a:prstGeom prst="ellipse">
            <a:avLst/>
          </a:prstGeom>
          <a:solidFill>
            <a:srgbClr val="F6E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0147" y="4160520"/>
            <a:ext cx="53414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4227"/>
                </a:solidFill>
              </a:rPr>
              <a:t>아내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617720"/>
            <a:ext cx="51585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DE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moon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가족 이야기</a:t>
            </a:r>
          </a:p>
        </p:txBody>
      </p:sp>
      <p:sp>
        <p:nvSpPr>
          <p:cNvPr id="6" name="타임라인 선"/>
          <p:cNvSpPr/>
          <p:nvPr/>
        </p:nvSpPr>
        <p:spPr>
          <a:xfrm>
            <a:off x="640080" y="3520440"/>
            <a:ext cx="10911535" cy="54864"/>
          </a:xfrm>
          <a:prstGeom prst="rect">
            <a:avLst/>
          </a:prstGeom>
          <a:solidFill>
            <a:srgbClr val="F6EF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때 1"/>
          <p:cNvSpPr/>
          <p:nvPr/>
        </p:nvSpPr>
        <p:spPr>
          <a:xfrm>
            <a:off x="1802853" y="3337560"/>
            <a:ext cx="402336" cy="402336"/>
          </a:xfrm>
          <a:prstGeom prst="ellipse">
            <a:avLst/>
          </a:prstGeom>
          <a:solidFill>
            <a:srgbClr val="D8C57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8C579"/>
                </a:solidFill>
              </a:rPr>
              <a:t>처음 만난 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4227"/>
                </a:solidFill>
              </a:rPr>
              <a:t>첫 만남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어디에서 어떻게 만났나요?</a:t>
            </a:r>
          </a:p>
        </p:txBody>
      </p:sp>
      <p:sp>
        <p:nvSpPr>
          <p:cNvPr id="11" name="때 2"/>
          <p:cNvSpPr/>
          <p:nvPr/>
        </p:nvSpPr>
        <p:spPr>
          <a:xfrm>
            <a:off x="4530737" y="3337560"/>
            <a:ext cx="402336" cy="402336"/>
          </a:xfrm>
          <a:prstGeom prst="ellipse">
            <a:avLst/>
          </a:prstGeom>
          <a:solidFill>
            <a:srgbClr val="D8C57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3683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8C579"/>
                </a:solidFill>
              </a:rPr>
              <a:t>결혼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4227"/>
                </a:solidFill>
              </a:rPr>
              <a:t>함께 시작한 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03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그날의 기억을 적어요</a:t>
            </a:r>
          </a:p>
        </p:txBody>
      </p:sp>
      <p:sp>
        <p:nvSpPr>
          <p:cNvPr id="15" name="때 3"/>
          <p:cNvSpPr/>
          <p:nvPr/>
        </p:nvSpPr>
        <p:spPr>
          <a:xfrm>
            <a:off x="7258621" y="3337560"/>
            <a:ext cx="402336" cy="402336"/>
          </a:xfrm>
          <a:prstGeom prst="ellipse">
            <a:avLst/>
          </a:prstGeom>
          <a:solidFill>
            <a:srgbClr val="D8C57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1567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8C579"/>
                </a:solidFill>
              </a:rPr>
              <a:t>첫 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4227"/>
                </a:solidFill>
              </a:rPr>
              <a:t>우리의 보금자리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처음 이사한 날</a:t>
            </a:r>
          </a:p>
        </p:txBody>
      </p:sp>
      <p:sp>
        <p:nvSpPr>
          <p:cNvPr id="19" name="때 4"/>
          <p:cNvSpPr/>
          <p:nvPr/>
        </p:nvSpPr>
        <p:spPr>
          <a:xfrm>
            <a:off x="9986505" y="3337560"/>
            <a:ext cx="402336" cy="402336"/>
          </a:xfrm>
          <a:prstGeom prst="ellipse">
            <a:avLst/>
          </a:prstGeom>
          <a:solidFill>
            <a:srgbClr val="D8C57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451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8C579"/>
                </a:solidFill>
              </a:rPr>
              <a:t>지금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4227"/>
                </a:solidFill>
              </a:rPr>
              <a:t>오늘의 우리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171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DE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moon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가족의 약속</a:t>
            </a:r>
          </a:p>
        </p:txBody>
      </p:sp>
      <p:sp>
        <p:nvSpPr>
          <p:cNvPr id="6" name="줄 1"/>
          <p:cNvSpPr/>
          <p:nvPr/>
        </p:nvSpPr>
        <p:spPr>
          <a:xfrm>
            <a:off x="640080" y="1783080"/>
            <a:ext cx="10911535" cy="1005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EF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쪽 띠"/>
          <p:cNvSpPr/>
          <p:nvPr/>
        </p:nvSpPr>
        <p:spPr>
          <a:xfrm>
            <a:off x="649224" y="1792224"/>
            <a:ext cx="10893247" cy="82296"/>
          </a:xfrm>
          <a:prstGeom prst="rect">
            <a:avLst/>
          </a:prstGeom>
          <a:solidFill>
            <a:srgbClr val="D8C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2057400"/>
            <a:ext cx="457200" cy="457200"/>
          </a:xfrm>
          <a:prstGeom prst="ellipse">
            <a:avLst/>
          </a:prstGeom>
          <a:solidFill>
            <a:srgbClr val="CEE1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828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4227"/>
                </a:solidFill>
              </a:rPr>
              <a:t>약속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1828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하루에 한 번 서로 안아 주기</a:t>
            </a:r>
          </a:p>
        </p:txBody>
      </p:sp>
      <p:sp>
        <p:nvSpPr>
          <p:cNvPr id="11" name="줄 2"/>
          <p:cNvSpPr/>
          <p:nvPr/>
        </p:nvSpPr>
        <p:spPr>
          <a:xfrm>
            <a:off x="640080" y="2926080"/>
            <a:ext cx="10911535" cy="1005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EF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위쪽 띠"/>
          <p:cNvSpPr/>
          <p:nvPr/>
        </p:nvSpPr>
        <p:spPr>
          <a:xfrm>
            <a:off x="649224" y="2935224"/>
            <a:ext cx="10893247" cy="82296"/>
          </a:xfrm>
          <a:prstGeom prst="rect">
            <a:avLst/>
          </a:prstGeom>
          <a:solidFill>
            <a:srgbClr val="D8C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822959" y="3200400"/>
            <a:ext cx="457200" cy="457200"/>
          </a:xfrm>
          <a:prstGeom prst="ellipse">
            <a:avLst/>
          </a:prstGeom>
          <a:solidFill>
            <a:srgbClr val="CEE1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971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4227"/>
                </a:solidFill>
              </a:rPr>
              <a:t>약속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971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화가 나도 잠자리 전엔 풀기</a:t>
            </a:r>
          </a:p>
        </p:txBody>
      </p:sp>
      <p:sp>
        <p:nvSpPr>
          <p:cNvPr id="16" name="줄 3"/>
          <p:cNvSpPr/>
          <p:nvPr/>
        </p:nvSpPr>
        <p:spPr>
          <a:xfrm>
            <a:off x="640080" y="4069080"/>
            <a:ext cx="10911535" cy="1005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EF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위쪽 띠"/>
          <p:cNvSpPr/>
          <p:nvPr/>
        </p:nvSpPr>
        <p:spPr>
          <a:xfrm>
            <a:off x="649224" y="4078224"/>
            <a:ext cx="10893247" cy="82296"/>
          </a:xfrm>
          <a:prstGeom prst="rect">
            <a:avLst/>
          </a:prstGeom>
          <a:solidFill>
            <a:srgbClr val="D8C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822959" y="4343400"/>
            <a:ext cx="457200" cy="457200"/>
          </a:xfrm>
          <a:prstGeom prst="ellipse">
            <a:avLst/>
          </a:prstGeom>
          <a:solidFill>
            <a:srgbClr val="CEE1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114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4227"/>
                </a:solidFill>
              </a:rPr>
              <a:t>약속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114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한 달에 한 번 데이트하기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DE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moon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가족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1463003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BDE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42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4358505" y="4251960"/>
            <a:ext cx="1005840" cy="1005840"/>
          </a:xfrm>
          <a:prstGeom prst="ellipse">
            <a:avLst/>
          </a:prstGeom>
          <a:solidFill>
            <a:srgbClr val="EBDE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우리 가족 소개를 마칩니다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읽어 주셔서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우리 부부 가족 소개">
  <a:themeElements>
    <a:clrScheme name="Office">
      <a:dk1>
        <a:sysClr val="windowText" lastClr="000000"/>
      </a:dk1>
      <a:lt1>
        <a:sysClr val="window" lastClr="FFFFFF"/>
      </a:lt1>
      <a:dk2>
        <a:srgbClr val="494227"/>
      </a:dk2>
      <a:lt2>
        <a:srgbClr val="FBF8EC"/>
      </a:lt2>
      <a:accent1>
        <a:srgbClr val="D8C579"/>
      </a:accent1>
      <a:accent2>
        <a:srgbClr val="CEE198"/>
      </a:accent2>
      <a:accent3>
        <a:srgbClr val="494227"/>
      </a:accent3>
      <a:accent4>
        <a:srgbClr val="F6EFD5"/>
      </a:accent4>
      <a:accent5>
        <a:srgbClr val="D3D388"/>
      </a:accent5>
      <a:accent6>
        <a:srgbClr val="928E7D"/>
      </a:accent6>
      <a:hlink>
        <a:srgbClr val="D8C579"/>
      </a:hlink>
      <a:folHlink>
        <a:srgbClr val="4942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우리 부부 가족 소개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