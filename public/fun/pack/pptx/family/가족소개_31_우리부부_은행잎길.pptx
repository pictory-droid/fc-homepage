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은행잎 밟으며 걷던 아침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202103" y="1600200"/>
            <a:ext cx="2308860" cy="2308860"/>
          </a:xfrm>
          <a:prstGeom prst="ellipse">
            <a:avLst/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00500"/>
            <a:ext cx="52500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남편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57700"/>
            <a:ext cx="50671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680731" y="1600200"/>
            <a:ext cx="2308860" cy="2308860"/>
          </a:xfrm>
          <a:prstGeom prst="ellipse">
            <a:avLst/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4000500"/>
            <a:ext cx="52500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아내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1587" y="4457700"/>
            <a:ext cx="50671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처음 만난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첫 만남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9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결혼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함께 시작한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첫 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우리의 보금자리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17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CEAB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EAB1C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