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377" y="2130425"/>
            <a:ext cx="1036294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754" y="3886200"/>
            <a:ext cx="8534186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59" y="4406900"/>
            <a:ext cx="1036294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59" y="2906713"/>
            <a:ext cx="1036294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584" y="1600200"/>
            <a:ext cx="5384665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444" y="1600200"/>
            <a:ext cx="5384665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535113"/>
            <a:ext cx="5386782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584" y="2174875"/>
            <a:ext cx="5386782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211" y="1535113"/>
            <a:ext cx="538889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211" y="2174875"/>
            <a:ext cx="538889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84" y="273050"/>
            <a:ext cx="401098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614" y="273050"/>
            <a:ext cx="6815496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84" y="1435100"/>
            <a:ext cx="401098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657" y="4800600"/>
            <a:ext cx="7315016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657" y="612775"/>
            <a:ext cx="7315016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657" y="5367338"/>
            <a:ext cx="7315016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12758" y="0"/>
            <a:ext cx="14629667" cy="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8978" y="274638"/>
            <a:ext cx="2743131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584" y="274638"/>
            <a:ext cx="8026199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84" y="274638"/>
            <a:ext cx="10972525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600200"/>
            <a:ext cx="10972525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584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495" y="6356350"/>
            <a:ext cx="38607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381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-274320" y="4251960"/>
            <a:ext cx="12740335" cy="2743200"/>
          </a:xfrm>
          <a:prstGeom prst="wave">
            <a:avLst/>
          </a:prstGeom>
          <a:solidFill>
            <a:srgbClr val="D5EC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-274320" y="5074920"/>
            <a:ext cx="12740335" cy="2331720"/>
          </a:xfrm>
          <a:prstGeom prst="wave">
            <a:avLst/>
          </a:prstGeom>
          <a:solidFill>
            <a:srgbClr val="396F5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 rot="2240772">
            <a:off x="9782872" y="1460675"/>
            <a:ext cx="466344" cy="1274718"/>
          </a:xfrm>
          <a:prstGeom prst="ellipse">
            <a:avLst/>
          </a:prstGeom>
          <a:solidFill>
            <a:srgbClr val="396F5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 rot="19992481">
            <a:off x="10324680" y="1294785"/>
            <a:ext cx="466344" cy="1199234"/>
          </a:xfrm>
          <a:prstGeom prst="ellipse">
            <a:avLst/>
          </a:prstGeom>
          <a:solidFill>
            <a:srgbClr val="D5EC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 rot="19645295">
            <a:off x="9118129" y="688293"/>
            <a:ext cx="466344" cy="1182110"/>
          </a:xfrm>
          <a:prstGeom prst="ellipse">
            <a:avLst/>
          </a:prstGeom>
          <a:solidFill>
            <a:srgbClr val="87458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장식"/>
          <p:cNvSpPr/>
          <p:nvPr/>
        </p:nvSpPr>
        <p:spPr>
          <a:xfrm rot="17887547">
            <a:off x="8746000" y="1626618"/>
            <a:ext cx="466344" cy="1178628"/>
          </a:xfrm>
          <a:prstGeom prst="ellipse">
            <a:avLst/>
          </a:prstGeom>
          <a:solidFill>
            <a:srgbClr val="396F5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장식"/>
          <p:cNvSpPr/>
          <p:nvPr/>
        </p:nvSpPr>
        <p:spPr>
          <a:xfrm rot="3178268">
            <a:off x="8950994" y="1690601"/>
            <a:ext cx="466344" cy="1678592"/>
          </a:xfrm>
          <a:prstGeom prst="ellipse">
            <a:avLst/>
          </a:prstGeom>
          <a:solidFill>
            <a:srgbClr val="D5EC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장식"/>
          <p:cNvSpPr/>
          <p:nvPr/>
        </p:nvSpPr>
        <p:spPr>
          <a:xfrm rot="1675022">
            <a:off x="10722555" y="603125"/>
            <a:ext cx="466344" cy="1220400"/>
          </a:xfrm>
          <a:prstGeom prst="ellipse">
            <a:avLst/>
          </a:prstGeom>
          <a:solidFill>
            <a:srgbClr val="87458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75335" y="1371600"/>
            <a:ext cx="7558851" cy="146304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600" b="1" i="0">
                <a:solidFill>
                  <a:srgbClr val="1C3629"/>
                </a:solidFill>
              </a:rPr>
              <a:t>우리 가족을 소개합니다</a:t>
            </a:r>
          </a:p>
        </p:txBody>
      </p:sp>
      <p:sp>
        <p:nvSpPr>
          <p:cNvPr id="11" name="한 줄 문구"/>
          <p:cNvSpPr txBox="1"/>
          <p:nvPr/>
        </p:nvSpPr>
        <p:spPr>
          <a:xfrm>
            <a:off x="975335" y="2926080"/>
            <a:ext cx="7315017" cy="8229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0" i="1">
                <a:solidFill>
                  <a:srgbClr val="1C3629"/>
                </a:solidFill>
              </a:rPr>
              <a:t>대숲 바람처럼 시원한 우리 가족 이야기</a:t>
            </a:r>
          </a:p>
        </p:txBody>
      </p:sp>
      <p:sp>
        <p:nvSpPr>
          <p:cNvPr id="12" name="안내 문구"/>
          <p:cNvSpPr txBox="1"/>
          <p:nvPr/>
        </p:nvSpPr>
        <p:spPr>
          <a:xfrm>
            <a:off x="975335" y="3794760"/>
            <a:ext cx="7315017" cy="9144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666666"/>
                </a:solidFill>
              </a:rPr>
              <a:t>우리 부부 · 2026. 00. 00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-182880" y="6144768"/>
            <a:ext cx="12557455" cy="731520"/>
          </a:xfrm>
          <a:prstGeom prst="wave">
            <a:avLst/>
          </a:prstGeom>
          <a:solidFill>
            <a:srgbClr val="D5EC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-182880" y="6400800"/>
            <a:ext cx="12557455" cy="502920"/>
          </a:xfrm>
          <a:prstGeom prst="wave">
            <a:avLst/>
          </a:prstGeom>
          <a:solidFill>
            <a:srgbClr val="396F5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 rot="2240772">
            <a:off x="11244431" y="608733"/>
            <a:ext cx="170992" cy="467396"/>
          </a:xfrm>
          <a:prstGeom prst="ellipse">
            <a:avLst/>
          </a:prstGeom>
          <a:solidFill>
            <a:srgbClr val="396F5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 rot="19992481">
            <a:off x="11443095" y="547906"/>
            <a:ext cx="170992" cy="439719"/>
          </a:xfrm>
          <a:prstGeom prst="ellipse">
            <a:avLst/>
          </a:prstGeom>
          <a:solidFill>
            <a:srgbClr val="D5EC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 rot="19645295">
            <a:off x="11000692" y="325526"/>
            <a:ext cx="170992" cy="433440"/>
          </a:xfrm>
          <a:prstGeom prst="ellipse">
            <a:avLst/>
          </a:prstGeom>
          <a:solidFill>
            <a:srgbClr val="87458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장식"/>
          <p:cNvSpPr/>
          <p:nvPr/>
        </p:nvSpPr>
        <p:spPr>
          <a:xfrm rot="17887547">
            <a:off x="10864245" y="669578"/>
            <a:ext cx="170992" cy="432163"/>
          </a:xfrm>
          <a:prstGeom prst="ellipse">
            <a:avLst/>
          </a:prstGeom>
          <a:solidFill>
            <a:srgbClr val="396F5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장식"/>
          <p:cNvSpPr/>
          <p:nvPr/>
        </p:nvSpPr>
        <p:spPr>
          <a:xfrm rot="3178268">
            <a:off x="10939410" y="693039"/>
            <a:ext cx="170992" cy="615483"/>
          </a:xfrm>
          <a:prstGeom prst="ellipse">
            <a:avLst/>
          </a:prstGeom>
          <a:solidFill>
            <a:srgbClr val="D5EC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장식"/>
          <p:cNvSpPr/>
          <p:nvPr/>
        </p:nvSpPr>
        <p:spPr>
          <a:xfrm rot="1675022">
            <a:off x="11588982" y="294298"/>
            <a:ext cx="170992" cy="447480"/>
          </a:xfrm>
          <a:prstGeom prst="ellipse">
            <a:avLst/>
          </a:prstGeom>
          <a:solidFill>
            <a:srgbClr val="87458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457200"/>
            <a:ext cx="972281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1C3629"/>
                </a:solidFill>
              </a:rPr>
              <a:t>가족 구성원</a:t>
            </a:r>
          </a:p>
        </p:txBody>
      </p:sp>
      <p:sp>
        <p:nvSpPr>
          <p:cNvPr id="11" name="사진 자리"/>
          <p:cNvSpPr/>
          <p:nvPr/>
        </p:nvSpPr>
        <p:spPr>
          <a:xfrm>
            <a:off x="2213533" y="1554480"/>
            <a:ext cx="2194560" cy="2194560"/>
          </a:xfrm>
          <a:prstGeom prst="ellipse">
            <a:avLst/>
          </a:prstGeom>
          <a:solidFill>
            <a:srgbClr val="D5ECE0"/>
          </a:solidFill>
          <a:ln w="19050">
            <a:solidFill>
              <a:srgbClr val="396F54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1C3629"/>
                </a:solidFill>
              </a:rPr>
              <a:t>사진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3840479"/>
            <a:ext cx="5341467" cy="41148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1C3629"/>
                </a:solidFill>
              </a:rPr>
              <a:t>남편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19" y="4297679"/>
            <a:ext cx="5158587" cy="1645919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이름 · 나이</a:t>
            </a:r>
          </a:p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직업 · 취미</a:t>
            </a:r>
          </a:p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나의 한마디</a:t>
            </a:r>
          </a:p>
        </p:txBody>
      </p:sp>
      <p:sp>
        <p:nvSpPr>
          <p:cNvPr id="14" name="사진 자리"/>
          <p:cNvSpPr/>
          <p:nvPr/>
        </p:nvSpPr>
        <p:spPr>
          <a:xfrm>
            <a:off x="7783601" y="1554480"/>
            <a:ext cx="2194560" cy="2194560"/>
          </a:xfrm>
          <a:prstGeom prst="ellipse">
            <a:avLst/>
          </a:prstGeom>
          <a:solidFill>
            <a:srgbClr val="D5ECE0"/>
          </a:solidFill>
          <a:ln w="19050">
            <a:solidFill>
              <a:srgbClr val="396F54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1C3629"/>
                </a:solidFill>
              </a:rPr>
              <a:t>사진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10147" y="3840479"/>
            <a:ext cx="5341467" cy="41148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1C3629"/>
                </a:solidFill>
              </a:rPr>
              <a:t>아내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01587" y="4297679"/>
            <a:ext cx="5158587" cy="1645919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이름 · 나이</a:t>
            </a:r>
          </a:p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직업 · 취미</a:t>
            </a:r>
          </a:p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나의 한마디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-182880" y="6144768"/>
            <a:ext cx="12557455" cy="731520"/>
          </a:xfrm>
          <a:prstGeom prst="wave">
            <a:avLst/>
          </a:prstGeom>
          <a:solidFill>
            <a:srgbClr val="D5EC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-182880" y="6400800"/>
            <a:ext cx="12557455" cy="502920"/>
          </a:xfrm>
          <a:prstGeom prst="wave">
            <a:avLst/>
          </a:prstGeom>
          <a:solidFill>
            <a:srgbClr val="396F5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 rot="2240772">
            <a:off x="11244431" y="608733"/>
            <a:ext cx="170992" cy="467396"/>
          </a:xfrm>
          <a:prstGeom prst="ellipse">
            <a:avLst/>
          </a:prstGeom>
          <a:solidFill>
            <a:srgbClr val="396F5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 rot="19992481">
            <a:off x="11443095" y="547906"/>
            <a:ext cx="170992" cy="439719"/>
          </a:xfrm>
          <a:prstGeom prst="ellipse">
            <a:avLst/>
          </a:prstGeom>
          <a:solidFill>
            <a:srgbClr val="D5EC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 rot="19645295">
            <a:off x="11000692" y="325526"/>
            <a:ext cx="170992" cy="433440"/>
          </a:xfrm>
          <a:prstGeom prst="ellipse">
            <a:avLst/>
          </a:prstGeom>
          <a:solidFill>
            <a:srgbClr val="87458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장식"/>
          <p:cNvSpPr/>
          <p:nvPr/>
        </p:nvSpPr>
        <p:spPr>
          <a:xfrm rot="17887547">
            <a:off x="10864245" y="669578"/>
            <a:ext cx="170992" cy="432163"/>
          </a:xfrm>
          <a:prstGeom prst="ellipse">
            <a:avLst/>
          </a:prstGeom>
          <a:solidFill>
            <a:srgbClr val="396F5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장식"/>
          <p:cNvSpPr/>
          <p:nvPr/>
        </p:nvSpPr>
        <p:spPr>
          <a:xfrm rot="3178268">
            <a:off x="10939410" y="693039"/>
            <a:ext cx="170992" cy="615483"/>
          </a:xfrm>
          <a:prstGeom prst="ellipse">
            <a:avLst/>
          </a:prstGeom>
          <a:solidFill>
            <a:srgbClr val="D5EC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장식"/>
          <p:cNvSpPr/>
          <p:nvPr/>
        </p:nvSpPr>
        <p:spPr>
          <a:xfrm rot="1675022">
            <a:off x="11588982" y="294298"/>
            <a:ext cx="170992" cy="447480"/>
          </a:xfrm>
          <a:prstGeom prst="ellipse">
            <a:avLst/>
          </a:prstGeom>
          <a:solidFill>
            <a:srgbClr val="87458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457200"/>
            <a:ext cx="972281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1C3629"/>
                </a:solidFill>
              </a:rPr>
              <a:t>우리 가족 이야기</a:t>
            </a:r>
          </a:p>
        </p:txBody>
      </p:sp>
      <p:sp>
        <p:nvSpPr>
          <p:cNvPr id="11" name="타임라인 선"/>
          <p:cNvSpPr/>
          <p:nvPr/>
        </p:nvSpPr>
        <p:spPr>
          <a:xfrm>
            <a:off x="640080" y="3291840"/>
            <a:ext cx="10911535" cy="54864"/>
          </a:xfrm>
          <a:prstGeom prst="rect">
            <a:avLst/>
          </a:prstGeom>
          <a:solidFill>
            <a:srgbClr val="D5EC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때 1"/>
          <p:cNvSpPr/>
          <p:nvPr/>
        </p:nvSpPr>
        <p:spPr>
          <a:xfrm>
            <a:off x="1802853" y="3108960"/>
            <a:ext cx="402336" cy="402336"/>
          </a:xfrm>
          <a:prstGeom prst="ellipse">
            <a:avLst/>
          </a:prstGeom>
          <a:solidFill>
            <a:srgbClr val="396F54"/>
          </a:solidFill>
          <a:ln w="381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5800" y="2468880"/>
            <a:ext cx="2636443" cy="457200"/>
          </a:xfrm>
          <a:prstGeom prst="rect">
            <a:avLst/>
          </a:prstGeom>
          <a:noFill/>
        </p:spPr>
        <p:txBody>
          <a:bodyPr wrap="square" lIns="54864" rIns="54864" tIns="27432" bIns="27432" anchor="b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396F54"/>
                </a:solidFill>
              </a:rPr>
              <a:t>처음 만난 날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19" y="3657600"/>
            <a:ext cx="2545003" cy="4572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800" b="1" i="0">
                <a:solidFill>
                  <a:srgbClr val="1C3629"/>
                </a:solidFill>
              </a:rPr>
              <a:t>첫 만남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19" y="4160520"/>
            <a:ext cx="2545003" cy="16459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500" b="0" i="0">
                <a:solidFill>
                  <a:srgbClr val="2B2B2B"/>
                </a:solidFill>
              </a:rPr>
              <a:t>어디에서 어떻게 만났나요?</a:t>
            </a:r>
          </a:p>
        </p:txBody>
      </p:sp>
      <p:sp>
        <p:nvSpPr>
          <p:cNvPr id="16" name="때 2"/>
          <p:cNvSpPr/>
          <p:nvPr/>
        </p:nvSpPr>
        <p:spPr>
          <a:xfrm>
            <a:off x="4530737" y="3108960"/>
            <a:ext cx="402336" cy="402336"/>
          </a:xfrm>
          <a:prstGeom prst="ellipse">
            <a:avLst/>
          </a:prstGeom>
          <a:solidFill>
            <a:srgbClr val="396F54"/>
          </a:solidFill>
          <a:ln w="381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413683" y="2468880"/>
            <a:ext cx="2636443" cy="457200"/>
          </a:xfrm>
          <a:prstGeom prst="rect">
            <a:avLst/>
          </a:prstGeom>
          <a:noFill/>
        </p:spPr>
        <p:txBody>
          <a:bodyPr wrap="square" lIns="54864" rIns="54864" tIns="27432" bIns="27432" anchor="b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396F54"/>
                </a:solidFill>
              </a:rPr>
              <a:t>결혼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459403" y="3657600"/>
            <a:ext cx="2545003" cy="4572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800" b="1" i="0">
                <a:solidFill>
                  <a:srgbClr val="1C3629"/>
                </a:solidFill>
              </a:rPr>
              <a:t>함께 시작한 날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459403" y="4160520"/>
            <a:ext cx="2545003" cy="16459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500" b="0" i="0">
                <a:solidFill>
                  <a:srgbClr val="2B2B2B"/>
                </a:solidFill>
              </a:rPr>
              <a:t>그날의 기억을 적어요</a:t>
            </a:r>
          </a:p>
        </p:txBody>
      </p:sp>
      <p:sp>
        <p:nvSpPr>
          <p:cNvPr id="20" name="때 3"/>
          <p:cNvSpPr/>
          <p:nvPr/>
        </p:nvSpPr>
        <p:spPr>
          <a:xfrm>
            <a:off x="7258621" y="3108960"/>
            <a:ext cx="402336" cy="402336"/>
          </a:xfrm>
          <a:prstGeom prst="ellipse">
            <a:avLst/>
          </a:prstGeom>
          <a:solidFill>
            <a:srgbClr val="396F54"/>
          </a:solidFill>
          <a:ln w="381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141567" y="2468880"/>
            <a:ext cx="2636443" cy="457200"/>
          </a:xfrm>
          <a:prstGeom prst="rect">
            <a:avLst/>
          </a:prstGeom>
          <a:noFill/>
        </p:spPr>
        <p:txBody>
          <a:bodyPr wrap="square" lIns="54864" rIns="54864" tIns="27432" bIns="27432" anchor="b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396F54"/>
                </a:solidFill>
              </a:rPr>
              <a:t>첫 집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187287" y="3657600"/>
            <a:ext cx="2545003" cy="4572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800" b="1" i="0">
                <a:solidFill>
                  <a:srgbClr val="1C3629"/>
                </a:solidFill>
              </a:rPr>
              <a:t>우리의 보금자리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187287" y="4160520"/>
            <a:ext cx="2545003" cy="16459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500" b="0" i="0">
                <a:solidFill>
                  <a:srgbClr val="2B2B2B"/>
                </a:solidFill>
              </a:rPr>
              <a:t>처음 이사한 날</a:t>
            </a:r>
          </a:p>
        </p:txBody>
      </p:sp>
      <p:sp>
        <p:nvSpPr>
          <p:cNvPr id="24" name="때 4"/>
          <p:cNvSpPr/>
          <p:nvPr/>
        </p:nvSpPr>
        <p:spPr>
          <a:xfrm>
            <a:off x="9986505" y="3108960"/>
            <a:ext cx="402336" cy="402336"/>
          </a:xfrm>
          <a:prstGeom prst="ellipse">
            <a:avLst/>
          </a:prstGeom>
          <a:solidFill>
            <a:srgbClr val="396F54"/>
          </a:solidFill>
          <a:ln w="381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869451" y="2468880"/>
            <a:ext cx="2636443" cy="457200"/>
          </a:xfrm>
          <a:prstGeom prst="rect">
            <a:avLst/>
          </a:prstGeom>
          <a:noFill/>
        </p:spPr>
        <p:txBody>
          <a:bodyPr wrap="square" lIns="54864" rIns="54864" tIns="27432" bIns="27432" anchor="b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396F54"/>
                </a:solidFill>
              </a:rPr>
              <a:t>지금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915171" y="3657600"/>
            <a:ext cx="2545003" cy="4572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800" b="1" i="0">
                <a:solidFill>
                  <a:srgbClr val="1C3629"/>
                </a:solidFill>
              </a:rPr>
              <a:t>오늘의 우리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915171" y="4160520"/>
            <a:ext cx="2545003" cy="16459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500" b="0" i="0">
                <a:solidFill>
                  <a:srgbClr val="2B2B2B"/>
                </a:solidFill>
              </a:rPr>
              <a:t>요즘 우리 이야기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-182880" y="6144768"/>
            <a:ext cx="12557455" cy="731520"/>
          </a:xfrm>
          <a:prstGeom prst="wave">
            <a:avLst/>
          </a:prstGeom>
          <a:solidFill>
            <a:srgbClr val="D5EC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-182880" y="6400800"/>
            <a:ext cx="12557455" cy="502920"/>
          </a:xfrm>
          <a:prstGeom prst="wave">
            <a:avLst/>
          </a:prstGeom>
          <a:solidFill>
            <a:srgbClr val="396F5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 rot="2240772">
            <a:off x="11244431" y="608733"/>
            <a:ext cx="170992" cy="467396"/>
          </a:xfrm>
          <a:prstGeom prst="ellipse">
            <a:avLst/>
          </a:prstGeom>
          <a:solidFill>
            <a:srgbClr val="396F5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 rot="19992481">
            <a:off x="11443095" y="547906"/>
            <a:ext cx="170992" cy="439719"/>
          </a:xfrm>
          <a:prstGeom prst="ellipse">
            <a:avLst/>
          </a:prstGeom>
          <a:solidFill>
            <a:srgbClr val="D5EC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 rot="19645295">
            <a:off x="11000692" y="325526"/>
            <a:ext cx="170992" cy="433440"/>
          </a:xfrm>
          <a:prstGeom prst="ellipse">
            <a:avLst/>
          </a:prstGeom>
          <a:solidFill>
            <a:srgbClr val="87458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장식"/>
          <p:cNvSpPr/>
          <p:nvPr/>
        </p:nvSpPr>
        <p:spPr>
          <a:xfrm rot="17887547">
            <a:off x="10864245" y="669578"/>
            <a:ext cx="170992" cy="432163"/>
          </a:xfrm>
          <a:prstGeom prst="ellipse">
            <a:avLst/>
          </a:prstGeom>
          <a:solidFill>
            <a:srgbClr val="396F5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장식"/>
          <p:cNvSpPr/>
          <p:nvPr/>
        </p:nvSpPr>
        <p:spPr>
          <a:xfrm rot="3178268">
            <a:off x="10939410" y="693039"/>
            <a:ext cx="170992" cy="615483"/>
          </a:xfrm>
          <a:prstGeom prst="ellipse">
            <a:avLst/>
          </a:prstGeom>
          <a:solidFill>
            <a:srgbClr val="D5EC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장식"/>
          <p:cNvSpPr/>
          <p:nvPr/>
        </p:nvSpPr>
        <p:spPr>
          <a:xfrm rot="1675022">
            <a:off x="11588982" y="294298"/>
            <a:ext cx="170992" cy="447480"/>
          </a:xfrm>
          <a:prstGeom prst="ellipse">
            <a:avLst/>
          </a:prstGeom>
          <a:solidFill>
            <a:srgbClr val="87458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457200"/>
            <a:ext cx="972281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1C3629"/>
                </a:solidFill>
              </a:rPr>
              <a:t>우리 가족의 약속</a:t>
            </a:r>
          </a:p>
        </p:txBody>
      </p:sp>
      <p:sp>
        <p:nvSpPr>
          <p:cNvPr id="11" name="줄 1"/>
          <p:cNvSpPr/>
          <p:nvPr/>
        </p:nvSpPr>
        <p:spPr>
          <a:xfrm>
            <a:off x="640080" y="1554480"/>
            <a:ext cx="10911535" cy="1005840"/>
          </a:xfrm>
          <a:prstGeom prst="roundRect">
            <a:avLst>
              <a:gd name="adj" fmla="val 8000"/>
            </a:avLst>
          </a:prstGeom>
          <a:solidFill>
            <a:srgbClr val="F2F8F5"/>
          </a:solidFill>
          <a:ln w="12700">
            <a:solidFill>
              <a:srgbClr val="D5ECE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번호 1"/>
          <p:cNvSpPr/>
          <p:nvPr/>
        </p:nvSpPr>
        <p:spPr>
          <a:xfrm>
            <a:off x="822959" y="1828800"/>
            <a:ext cx="457200" cy="457200"/>
          </a:xfrm>
          <a:prstGeom prst="ellipse">
            <a:avLst/>
          </a:prstGeom>
          <a:solidFill>
            <a:srgbClr val="396F54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08760" y="1600200"/>
            <a:ext cx="2743200" cy="91440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1C3629"/>
                </a:solidFill>
              </a:rPr>
              <a:t>약속 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97680" y="1600200"/>
            <a:ext cx="7071055" cy="91440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0" i="0">
                <a:solidFill>
                  <a:srgbClr val="2B2B2B"/>
                </a:solidFill>
              </a:rPr>
              <a:t>하루에 한 번 서로 안아 주기</a:t>
            </a:r>
          </a:p>
        </p:txBody>
      </p:sp>
      <p:sp>
        <p:nvSpPr>
          <p:cNvPr id="15" name="줄 2"/>
          <p:cNvSpPr/>
          <p:nvPr/>
        </p:nvSpPr>
        <p:spPr>
          <a:xfrm>
            <a:off x="640080" y="2697480"/>
            <a:ext cx="10911535" cy="1005840"/>
          </a:xfrm>
          <a:prstGeom prst="roundRect">
            <a:avLst>
              <a:gd name="adj" fmla="val 8000"/>
            </a:avLst>
          </a:prstGeom>
          <a:solidFill>
            <a:srgbClr val="F2F8F5"/>
          </a:solidFill>
          <a:ln w="12700">
            <a:solidFill>
              <a:srgbClr val="D5ECE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번호 2"/>
          <p:cNvSpPr/>
          <p:nvPr/>
        </p:nvSpPr>
        <p:spPr>
          <a:xfrm>
            <a:off x="822959" y="2971800"/>
            <a:ext cx="457200" cy="457200"/>
          </a:xfrm>
          <a:prstGeom prst="ellipse">
            <a:avLst/>
          </a:prstGeom>
          <a:solidFill>
            <a:srgbClr val="396F54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08760" y="2743200"/>
            <a:ext cx="2743200" cy="91440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1C3629"/>
                </a:solidFill>
              </a:rPr>
              <a:t>약속 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297680" y="2743200"/>
            <a:ext cx="7071055" cy="91440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0" i="0">
                <a:solidFill>
                  <a:srgbClr val="2B2B2B"/>
                </a:solidFill>
              </a:rPr>
              <a:t>화가 나도 잠자리 전엔 풀기</a:t>
            </a:r>
          </a:p>
        </p:txBody>
      </p:sp>
      <p:sp>
        <p:nvSpPr>
          <p:cNvPr id="19" name="줄 3"/>
          <p:cNvSpPr/>
          <p:nvPr/>
        </p:nvSpPr>
        <p:spPr>
          <a:xfrm>
            <a:off x="640080" y="3840480"/>
            <a:ext cx="10911535" cy="1005840"/>
          </a:xfrm>
          <a:prstGeom prst="roundRect">
            <a:avLst>
              <a:gd name="adj" fmla="val 8000"/>
            </a:avLst>
          </a:prstGeom>
          <a:solidFill>
            <a:srgbClr val="F2F8F5"/>
          </a:solidFill>
          <a:ln w="12700">
            <a:solidFill>
              <a:srgbClr val="D5ECE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번호 3"/>
          <p:cNvSpPr/>
          <p:nvPr/>
        </p:nvSpPr>
        <p:spPr>
          <a:xfrm>
            <a:off x="822959" y="4114800"/>
            <a:ext cx="457200" cy="457200"/>
          </a:xfrm>
          <a:prstGeom prst="ellipse">
            <a:avLst/>
          </a:prstGeom>
          <a:solidFill>
            <a:srgbClr val="396F54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08760" y="3886200"/>
            <a:ext cx="2743200" cy="91440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1C3629"/>
                </a:solidFill>
              </a:rPr>
              <a:t>약속 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297680" y="3886200"/>
            <a:ext cx="7071055" cy="91440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0" i="0">
                <a:solidFill>
                  <a:srgbClr val="2B2B2B"/>
                </a:solidFill>
              </a:rPr>
              <a:t>한 달에 한 번 데이트하기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-182880" y="6144768"/>
            <a:ext cx="12557455" cy="731520"/>
          </a:xfrm>
          <a:prstGeom prst="wave">
            <a:avLst/>
          </a:prstGeom>
          <a:solidFill>
            <a:srgbClr val="D5EC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-182880" y="6400800"/>
            <a:ext cx="12557455" cy="502920"/>
          </a:xfrm>
          <a:prstGeom prst="wave">
            <a:avLst/>
          </a:prstGeom>
          <a:solidFill>
            <a:srgbClr val="396F5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 rot="2240772">
            <a:off x="11244431" y="608733"/>
            <a:ext cx="170992" cy="467396"/>
          </a:xfrm>
          <a:prstGeom prst="ellipse">
            <a:avLst/>
          </a:prstGeom>
          <a:solidFill>
            <a:srgbClr val="396F5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 rot="19992481">
            <a:off x="11443095" y="547906"/>
            <a:ext cx="170992" cy="439719"/>
          </a:xfrm>
          <a:prstGeom prst="ellipse">
            <a:avLst/>
          </a:prstGeom>
          <a:solidFill>
            <a:srgbClr val="D5EC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 rot="19645295">
            <a:off x="11000692" y="325526"/>
            <a:ext cx="170992" cy="433440"/>
          </a:xfrm>
          <a:prstGeom prst="ellipse">
            <a:avLst/>
          </a:prstGeom>
          <a:solidFill>
            <a:srgbClr val="87458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장식"/>
          <p:cNvSpPr/>
          <p:nvPr/>
        </p:nvSpPr>
        <p:spPr>
          <a:xfrm rot="17887547">
            <a:off x="10864245" y="669578"/>
            <a:ext cx="170992" cy="432163"/>
          </a:xfrm>
          <a:prstGeom prst="ellipse">
            <a:avLst/>
          </a:prstGeom>
          <a:solidFill>
            <a:srgbClr val="396F5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장식"/>
          <p:cNvSpPr/>
          <p:nvPr/>
        </p:nvSpPr>
        <p:spPr>
          <a:xfrm rot="3178268">
            <a:off x="10939410" y="693039"/>
            <a:ext cx="170992" cy="615483"/>
          </a:xfrm>
          <a:prstGeom prst="ellipse">
            <a:avLst/>
          </a:prstGeom>
          <a:solidFill>
            <a:srgbClr val="D5EC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장식"/>
          <p:cNvSpPr/>
          <p:nvPr/>
        </p:nvSpPr>
        <p:spPr>
          <a:xfrm rot="1675022">
            <a:off x="11588982" y="294298"/>
            <a:ext cx="170992" cy="447480"/>
          </a:xfrm>
          <a:prstGeom prst="ellipse">
            <a:avLst/>
          </a:prstGeom>
          <a:solidFill>
            <a:srgbClr val="87458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457200"/>
            <a:ext cx="972281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1C3629"/>
                </a:solidFill>
              </a:rPr>
              <a:t>가족 사진</a:t>
            </a:r>
          </a:p>
        </p:txBody>
      </p:sp>
      <p:sp>
        <p:nvSpPr>
          <p:cNvPr id="11" name="사진 자리"/>
          <p:cNvSpPr/>
          <p:nvPr/>
        </p:nvSpPr>
        <p:spPr>
          <a:xfrm>
            <a:off x="640080" y="1554480"/>
            <a:ext cx="3515258" cy="2103120"/>
          </a:xfrm>
          <a:prstGeom prst="roundRect">
            <a:avLst>
              <a:gd name="adj" fmla="val 6000"/>
            </a:avLst>
          </a:prstGeom>
          <a:solidFill>
            <a:srgbClr val="D5ECE0"/>
          </a:solidFill>
          <a:ln w="19050">
            <a:solidFill>
              <a:srgbClr val="396F54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1C3629"/>
                </a:solidFill>
              </a:rPr>
              <a:t>사진 1</a:t>
            </a:r>
          </a:p>
        </p:txBody>
      </p:sp>
      <p:sp>
        <p:nvSpPr>
          <p:cNvPr id="12" name="사진 자리"/>
          <p:cNvSpPr/>
          <p:nvPr/>
        </p:nvSpPr>
        <p:spPr>
          <a:xfrm>
            <a:off x="4338218" y="1554480"/>
            <a:ext cx="3515258" cy="2103120"/>
          </a:xfrm>
          <a:prstGeom prst="roundRect">
            <a:avLst>
              <a:gd name="adj" fmla="val 6000"/>
            </a:avLst>
          </a:prstGeom>
          <a:solidFill>
            <a:srgbClr val="D5ECE0"/>
          </a:solidFill>
          <a:ln w="19050">
            <a:solidFill>
              <a:srgbClr val="396F54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1C3629"/>
                </a:solidFill>
              </a:rPr>
              <a:t>사진 2</a:t>
            </a:r>
          </a:p>
        </p:txBody>
      </p:sp>
      <p:sp>
        <p:nvSpPr>
          <p:cNvPr id="13" name="사진 자리"/>
          <p:cNvSpPr/>
          <p:nvPr/>
        </p:nvSpPr>
        <p:spPr>
          <a:xfrm>
            <a:off x="8036356" y="1554480"/>
            <a:ext cx="3515258" cy="2103120"/>
          </a:xfrm>
          <a:prstGeom prst="roundRect">
            <a:avLst>
              <a:gd name="adj" fmla="val 6000"/>
            </a:avLst>
          </a:prstGeom>
          <a:solidFill>
            <a:srgbClr val="D5ECE0"/>
          </a:solidFill>
          <a:ln w="19050">
            <a:solidFill>
              <a:srgbClr val="396F54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1C3629"/>
                </a:solidFill>
              </a:rPr>
              <a:t>사진 3</a:t>
            </a:r>
          </a:p>
        </p:txBody>
      </p:sp>
      <p:sp>
        <p:nvSpPr>
          <p:cNvPr id="14" name="사진 자리"/>
          <p:cNvSpPr/>
          <p:nvPr/>
        </p:nvSpPr>
        <p:spPr>
          <a:xfrm>
            <a:off x="640080" y="3840480"/>
            <a:ext cx="3515258" cy="2103120"/>
          </a:xfrm>
          <a:prstGeom prst="roundRect">
            <a:avLst>
              <a:gd name="adj" fmla="val 6000"/>
            </a:avLst>
          </a:prstGeom>
          <a:solidFill>
            <a:srgbClr val="D5ECE0"/>
          </a:solidFill>
          <a:ln w="19050">
            <a:solidFill>
              <a:srgbClr val="396F54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1C3629"/>
                </a:solidFill>
              </a:rPr>
              <a:t>사진 4</a:t>
            </a:r>
          </a:p>
        </p:txBody>
      </p:sp>
      <p:sp>
        <p:nvSpPr>
          <p:cNvPr id="15" name="사진 자리"/>
          <p:cNvSpPr/>
          <p:nvPr/>
        </p:nvSpPr>
        <p:spPr>
          <a:xfrm>
            <a:off x="4338218" y="3840480"/>
            <a:ext cx="3515258" cy="2103120"/>
          </a:xfrm>
          <a:prstGeom prst="roundRect">
            <a:avLst>
              <a:gd name="adj" fmla="val 6000"/>
            </a:avLst>
          </a:prstGeom>
          <a:solidFill>
            <a:srgbClr val="D5ECE0"/>
          </a:solidFill>
          <a:ln w="19050">
            <a:solidFill>
              <a:srgbClr val="396F54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1C3629"/>
                </a:solidFill>
              </a:rPr>
              <a:t>사진 5</a:t>
            </a:r>
          </a:p>
        </p:txBody>
      </p:sp>
      <p:sp>
        <p:nvSpPr>
          <p:cNvPr id="16" name="사진 자리"/>
          <p:cNvSpPr/>
          <p:nvPr/>
        </p:nvSpPr>
        <p:spPr>
          <a:xfrm>
            <a:off x="8036356" y="3840480"/>
            <a:ext cx="3515258" cy="2103120"/>
          </a:xfrm>
          <a:prstGeom prst="roundRect">
            <a:avLst>
              <a:gd name="adj" fmla="val 6000"/>
            </a:avLst>
          </a:prstGeom>
          <a:solidFill>
            <a:srgbClr val="D5ECE0"/>
          </a:solidFill>
          <a:ln w="19050">
            <a:solidFill>
              <a:srgbClr val="396F54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1C3629"/>
                </a:solidFill>
              </a:rPr>
              <a:t>사진 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-274320" y="4251960"/>
            <a:ext cx="12740335" cy="2743200"/>
          </a:xfrm>
          <a:prstGeom prst="wave">
            <a:avLst/>
          </a:prstGeom>
          <a:solidFill>
            <a:srgbClr val="D5EC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-274320" y="5074920"/>
            <a:ext cx="12740335" cy="2331720"/>
          </a:xfrm>
          <a:prstGeom prst="wave">
            <a:avLst/>
          </a:prstGeom>
          <a:solidFill>
            <a:srgbClr val="396F5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 rot="2240772">
            <a:off x="9782872" y="1460675"/>
            <a:ext cx="466344" cy="1274718"/>
          </a:xfrm>
          <a:prstGeom prst="ellipse">
            <a:avLst/>
          </a:prstGeom>
          <a:solidFill>
            <a:srgbClr val="396F5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 rot="19992481">
            <a:off x="10324680" y="1294785"/>
            <a:ext cx="466344" cy="1199234"/>
          </a:xfrm>
          <a:prstGeom prst="ellipse">
            <a:avLst/>
          </a:prstGeom>
          <a:solidFill>
            <a:srgbClr val="D5EC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 rot="19645295">
            <a:off x="9118129" y="688293"/>
            <a:ext cx="466344" cy="1182110"/>
          </a:xfrm>
          <a:prstGeom prst="ellipse">
            <a:avLst/>
          </a:prstGeom>
          <a:solidFill>
            <a:srgbClr val="87458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장식"/>
          <p:cNvSpPr/>
          <p:nvPr/>
        </p:nvSpPr>
        <p:spPr>
          <a:xfrm rot="17887547">
            <a:off x="8746000" y="1626618"/>
            <a:ext cx="466344" cy="1178628"/>
          </a:xfrm>
          <a:prstGeom prst="ellipse">
            <a:avLst/>
          </a:prstGeom>
          <a:solidFill>
            <a:srgbClr val="396F5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장식"/>
          <p:cNvSpPr/>
          <p:nvPr/>
        </p:nvSpPr>
        <p:spPr>
          <a:xfrm rot="3178268">
            <a:off x="8950994" y="1690601"/>
            <a:ext cx="466344" cy="1678592"/>
          </a:xfrm>
          <a:prstGeom prst="ellipse">
            <a:avLst/>
          </a:prstGeom>
          <a:solidFill>
            <a:srgbClr val="D5EC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장식"/>
          <p:cNvSpPr/>
          <p:nvPr/>
        </p:nvSpPr>
        <p:spPr>
          <a:xfrm rot="1675022">
            <a:off x="10722555" y="603125"/>
            <a:ext cx="466344" cy="1220400"/>
          </a:xfrm>
          <a:prstGeom prst="ellipse">
            <a:avLst/>
          </a:prstGeom>
          <a:solidFill>
            <a:srgbClr val="87458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75335" y="1371600"/>
            <a:ext cx="7558851" cy="146304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600" b="1" i="0">
                <a:solidFill>
                  <a:srgbClr val="1C3629"/>
                </a:solidFill>
              </a:rPr>
              <a:t>우리 가족을 소개했어요</a:t>
            </a:r>
          </a:p>
        </p:txBody>
      </p:sp>
      <p:sp>
        <p:nvSpPr>
          <p:cNvPr id="11" name="한 줄 문구"/>
          <p:cNvSpPr txBox="1"/>
          <p:nvPr/>
        </p:nvSpPr>
        <p:spPr>
          <a:xfrm>
            <a:off x="975335" y="2926080"/>
            <a:ext cx="7315017" cy="8229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0" i="1">
                <a:solidFill>
                  <a:srgbClr val="1C3629"/>
                </a:solidFill>
              </a:rPr>
              <a:t>함께여서 늘 든든합니다</a:t>
            </a:r>
          </a:p>
        </p:txBody>
      </p:sp>
      <p:sp>
        <p:nvSpPr>
          <p:cNvPr id="12" name="안내 문구"/>
          <p:cNvSpPr txBox="1"/>
          <p:nvPr/>
        </p:nvSpPr>
        <p:spPr>
          <a:xfrm>
            <a:off x="975335" y="3794760"/>
            <a:ext cx="7315017" cy="9144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666666"/>
                </a:solidFill>
              </a:rPr>
              <a:t>고맙습니다 · 가족 이름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우리 부부 가족 소개">
  <a:themeElements>
    <a:clrScheme name="Office">
      <a:dk1>
        <a:sysClr val="windowText" lastClr="000000"/>
      </a:dk1>
      <a:lt1>
        <a:sysClr val="window" lastClr="FFFFFF"/>
      </a:lt1>
      <a:dk2>
        <a:srgbClr val="1C3629"/>
      </a:dk2>
      <a:lt2>
        <a:srgbClr val="F2F8F5"/>
      </a:lt2>
      <a:accent1>
        <a:srgbClr val="396F54"/>
      </a:accent1>
      <a:accent2>
        <a:srgbClr val="874587"/>
      </a:accent2>
      <a:accent3>
        <a:srgbClr val="1C3629"/>
      </a:accent3>
      <a:accent4>
        <a:srgbClr val="D5ECE0"/>
      </a:accent4>
      <a:accent5>
        <a:srgbClr val="605A6E"/>
      </a:accent5>
      <a:accent6>
        <a:srgbClr val="77867F"/>
      </a:accent6>
      <a:hlink>
        <a:srgbClr val="396F54"/>
      </a:hlink>
      <a:folHlink>
        <a:srgbClr val="1C3629"/>
      </a:folHlink>
    </a:clrScheme>
    <a:fontScheme name="Office">
      <a:maj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우리 부부 가족 소개</dc:title>
  <dc:subject/>
  <dc:creator>우체국보험 상담 안내</dc:creator>
  <cp:keywords/>
  <dc:description>자유롭게 편집해서 사용하세요.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