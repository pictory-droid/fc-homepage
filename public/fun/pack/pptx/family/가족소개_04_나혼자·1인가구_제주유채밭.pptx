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605610"/>
                </a:solidFill>
              </a:rPr>
              <a:t>우리 가족을 소개합니다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605610"/>
                </a:solidFill>
              </a:rPr>
              <a:t>혼자 떠난 제주, 유채밭에서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나 혼자 · 1인 가구 · 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가족 구성원</a:t>
            </a:r>
          </a:p>
        </p:txBody>
      </p:sp>
      <p:sp>
        <p:nvSpPr>
          <p:cNvPr id="4" name="사진 자리"/>
          <p:cNvSpPr/>
          <p:nvPr/>
        </p:nvSpPr>
        <p:spPr>
          <a:xfrm>
            <a:off x="1193749" y="1645920"/>
            <a:ext cx="2377440" cy="2377440"/>
          </a:xfrm>
          <a:prstGeom prst="ellipse">
            <a:avLst/>
          </a:prstGeom>
          <a:solidFill>
            <a:srgbClr val="F8F2C9"/>
          </a:solidFill>
          <a:ln w="19050">
            <a:solidFill>
              <a:srgbClr val="B8A41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05610"/>
                </a:solidFill>
              </a:rPr>
              <a:t>사진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605610"/>
                </a:solidFill>
              </a:rPr>
              <a:t>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4572000"/>
            <a:ext cx="3301898" cy="1828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요즘 관심사</a:t>
            </a:r>
          </a:p>
        </p:txBody>
      </p:sp>
      <p:sp>
        <p:nvSpPr>
          <p:cNvPr id="7" name="사진 자리"/>
          <p:cNvSpPr/>
          <p:nvPr/>
        </p:nvSpPr>
        <p:spPr>
          <a:xfrm>
            <a:off x="4907127" y="1645920"/>
            <a:ext cx="2377440" cy="2377440"/>
          </a:xfrm>
          <a:prstGeom prst="ellipse">
            <a:avLst/>
          </a:prstGeom>
          <a:solidFill>
            <a:srgbClr val="F8F2C9"/>
          </a:solidFill>
          <a:ln w="19050">
            <a:solidFill>
              <a:srgbClr val="B8A41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05610"/>
                </a:solidFill>
              </a:rPr>
              <a:t>사진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53458" y="4114800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605610"/>
                </a:solidFill>
              </a:rPr>
              <a:t>내 공간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4898" y="4572000"/>
            <a:ext cx="3301898" cy="1828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자리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아끼는 물건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나만의 규칙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620505" y="1645920"/>
            <a:ext cx="2377440" cy="2377440"/>
          </a:xfrm>
          <a:prstGeom prst="ellipse">
            <a:avLst/>
          </a:prstGeom>
          <a:solidFill>
            <a:srgbClr val="F8F2C9"/>
          </a:solidFill>
          <a:ln w="19050">
            <a:solidFill>
              <a:srgbClr val="B8A41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05610"/>
                </a:solidFill>
              </a:rPr>
              <a:t>사진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66836" y="4114800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605610"/>
                </a:solidFill>
              </a:rPr>
              <a:t>내 하루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8276" y="4572000"/>
            <a:ext cx="3301898" cy="1828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아침 습관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음식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잠들기 전 루틴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우리 가족 이야기</a:t>
            </a:r>
          </a:p>
        </p:txBody>
      </p:sp>
      <p:sp>
        <p:nvSpPr>
          <p:cNvPr id="4" name="타임라인 선"/>
          <p:cNvSpPr/>
          <p:nvPr/>
        </p:nvSpPr>
        <p:spPr>
          <a:xfrm>
            <a:off x="640080" y="3383280"/>
            <a:ext cx="10911535" cy="54864"/>
          </a:xfrm>
          <a:prstGeom prst="rect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때 1"/>
          <p:cNvSpPr/>
          <p:nvPr/>
        </p:nvSpPr>
        <p:spPr>
          <a:xfrm>
            <a:off x="1802853" y="3200400"/>
            <a:ext cx="402336" cy="402336"/>
          </a:xfrm>
          <a:prstGeom prst="ellipse">
            <a:avLst/>
          </a:prstGeom>
          <a:solidFill>
            <a:srgbClr val="B8A41E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56032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B8A41E"/>
                </a:solidFill>
              </a:rPr>
              <a:t>태어난 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3749039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605610"/>
                </a:solidFill>
              </a:rPr>
              <a:t>나의 뿌리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25196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고향의 기억을 적어요</a:t>
            </a:r>
          </a:p>
        </p:txBody>
      </p:sp>
      <p:sp>
        <p:nvSpPr>
          <p:cNvPr id="9" name="때 2"/>
          <p:cNvSpPr/>
          <p:nvPr/>
        </p:nvSpPr>
        <p:spPr>
          <a:xfrm>
            <a:off x="4530737" y="3200400"/>
            <a:ext cx="402336" cy="402336"/>
          </a:xfrm>
          <a:prstGeom prst="ellipse">
            <a:avLst/>
          </a:prstGeom>
          <a:solidFill>
            <a:srgbClr val="B8A41E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3683" y="256032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B8A41E"/>
                </a:solidFill>
              </a:rPr>
              <a:t>학창 시절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9403" y="3749039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605610"/>
                </a:solidFill>
              </a:rPr>
              <a:t>자라던 시간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9403" y="425196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가장 좋았던 기억</a:t>
            </a:r>
          </a:p>
        </p:txBody>
      </p:sp>
      <p:sp>
        <p:nvSpPr>
          <p:cNvPr id="13" name="때 3"/>
          <p:cNvSpPr/>
          <p:nvPr/>
        </p:nvSpPr>
        <p:spPr>
          <a:xfrm>
            <a:off x="7258621" y="3200400"/>
            <a:ext cx="402336" cy="402336"/>
          </a:xfrm>
          <a:prstGeom prst="ellipse">
            <a:avLst/>
          </a:prstGeom>
          <a:solidFill>
            <a:srgbClr val="B8A41E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1567" y="256032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B8A41E"/>
                </a:solidFill>
              </a:rPr>
              <a:t>혼자 시작한 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7287" y="3749039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605610"/>
                </a:solidFill>
              </a:rPr>
              <a:t>나의 첫 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425196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독립하던 날</a:t>
            </a:r>
          </a:p>
        </p:txBody>
      </p:sp>
      <p:sp>
        <p:nvSpPr>
          <p:cNvPr id="17" name="때 4"/>
          <p:cNvSpPr/>
          <p:nvPr/>
        </p:nvSpPr>
        <p:spPr>
          <a:xfrm>
            <a:off x="9986505" y="3200400"/>
            <a:ext cx="402336" cy="402336"/>
          </a:xfrm>
          <a:prstGeom prst="ellipse">
            <a:avLst/>
          </a:prstGeom>
          <a:solidFill>
            <a:srgbClr val="B8A41E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451" y="256032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B8A41E"/>
                </a:solidFill>
              </a:rPr>
              <a:t>지금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171" y="3749039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605610"/>
                </a:solidFill>
              </a:rPr>
              <a:t>오늘의 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171" y="425196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내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우리 가족의 약속</a:t>
            </a:r>
          </a:p>
        </p:txBody>
      </p:sp>
      <p:sp>
        <p:nvSpPr>
          <p:cNvPr id="4" name="줄 1"/>
          <p:cNvSpPr/>
          <p:nvPr/>
        </p:nvSpPr>
        <p:spPr>
          <a:xfrm>
            <a:off x="640080" y="164592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CFAED"/>
          </a:solidFill>
          <a:ln w="12700">
            <a:solidFill>
              <a:srgbClr val="F8F2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822959" y="1920240"/>
            <a:ext cx="457200" cy="457200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69164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05610"/>
                </a:solidFill>
              </a:rPr>
              <a:t>약속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69164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나를 위한 밥상 차리기</a:t>
            </a:r>
          </a:p>
        </p:txBody>
      </p:sp>
      <p:sp>
        <p:nvSpPr>
          <p:cNvPr id="8" name="줄 2"/>
          <p:cNvSpPr/>
          <p:nvPr/>
        </p:nvSpPr>
        <p:spPr>
          <a:xfrm>
            <a:off x="640080" y="278892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CFAED"/>
          </a:solidFill>
          <a:ln w="12700">
            <a:solidFill>
              <a:srgbClr val="F8F2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822959" y="3063239"/>
            <a:ext cx="457200" cy="457200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834639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05610"/>
                </a:solidFill>
              </a:rPr>
              <a:t>약속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834639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하루 십 분 나에게 쓰는 시간</a:t>
            </a:r>
          </a:p>
        </p:txBody>
      </p:sp>
      <p:sp>
        <p:nvSpPr>
          <p:cNvPr id="12" name="줄 3"/>
          <p:cNvSpPr/>
          <p:nvPr/>
        </p:nvSpPr>
        <p:spPr>
          <a:xfrm>
            <a:off x="640080" y="393192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CFAED"/>
          </a:solidFill>
          <a:ln w="12700">
            <a:solidFill>
              <a:srgbClr val="F8F2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2959" y="4206240"/>
            <a:ext cx="457200" cy="457200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977639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05610"/>
                </a:solidFill>
              </a:rPr>
              <a:t>약속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977639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안부를 전할 사람 한 명 챙기기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가족 사진</a:t>
            </a:r>
          </a:p>
        </p:txBody>
      </p:sp>
      <p:sp>
        <p:nvSpPr>
          <p:cNvPr id="4" name="사진 자리"/>
          <p:cNvSpPr/>
          <p:nvPr/>
        </p:nvSpPr>
        <p:spPr>
          <a:xfrm>
            <a:off x="640080" y="164592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F8F2C9"/>
          </a:solidFill>
          <a:ln w="19050">
            <a:solidFill>
              <a:srgbClr val="B8A41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05610"/>
                </a:solidFill>
              </a:rPr>
              <a:t>사진 1</a:t>
            </a:r>
          </a:p>
        </p:txBody>
      </p:sp>
      <p:sp>
        <p:nvSpPr>
          <p:cNvPr id="5" name="사진 자리"/>
          <p:cNvSpPr/>
          <p:nvPr/>
        </p:nvSpPr>
        <p:spPr>
          <a:xfrm>
            <a:off x="4338218" y="164592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F8F2C9"/>
          </a:solidFill>
          <a:ln w="19050">
            <a:solidFill>
              <a:srgbClr val="B8A41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05610"/>
                </a:solidFill>
              </a:rPr>
              <a:t>사진 2</a:t>
            </a:r>
          </a:p>
        </p:txBody>
      </p:sp>
      <p:sp>
        <p:nvSpPr>
          <p:cNvPr id="6" name="사진 자리"/>
          <p:cNvSpPr/>
          <p:nvPr/>
        </p:nvSpPr>
        <p:spPr>
          <a:xfrm>
            <a:off x="8036356" y="164592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F8F2C9"/>
          </a:solidFill>
          <a:ln w="19050">
            <a:solidFill>
              <a:srgbClr val="B8A41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05610"/>
                </a:solidFill>
              </a:rPr>
              <a:t>사진 3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411480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F8F2C9"/>
          </a:solidFill>
          <a:ln w="19050">
            <a:solidFill>
              <a:srgbClr val="B8A41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05610"/>
                </a:solidFill>
              </a:rPr>
              <a:t>사진 4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338218" y="411480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F8F2C9"/>
          </a:solidFill>
          <a:ln w="19050">
            <a:solidFill>
              <a:srgbClr val="B8A41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05610"/>
                </a:solidFill>
              </a:rPr>
              <a:t>사진 5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036356" y="411480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F8F2C9"/>
          </a:solidFill>
          <a:ln w="19050">
            <a:solidFill>
              <a:srgbClr val="B8A41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0561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605610"/>
                </a:solidFill>
              </a:rPr>
              <a:t>우리 가족 소개를 마칩니다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605610"/>
                </a:solidFill>
              </a:rPr>
              <a:t>읽어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나 혼자 · 1인 가구 가족 소개">
  <a:themeElements>
    <a:clrScheme name="Office">
      <a:dk1>
        <a:sysClr val="windowText" lastClr="000000"/>
      </a:dk1>
      <a:lt1>
        <a:sysClr val="window" lastClr="FFFFFF"/>
      </a:lt1>
      <a:dk2>
        <a:srgbClr val="605610"/>
      </a:dk2>
      <a:lt2>
        <a:srgbClr val="FCFAED"/>
      </a:lt2>
      <a:accent1>
        <a:srgbClr val="B8A41E"/>
      </a:accent1>
      <a:accent2>
        <a:srgbClr val="3B7191"/>
      </a:accent2>
      <a:accent3>
        <a:srgbClr val="605610"/>
      </a:accent3>
      <a:accent4>
        <a:srgbClr val="F8F2C9"/>
      </a:accent4>
      <a:accent5>
        <a:srgbClr val="7A8A58"/>
      </a:accent5>
      <a:accent6>
        <a:srgbClr val="A09A70"/>
      </a:accent6>
      <a:hlink>
        <a:srgbClr val="B8A41E"/>
      </a:hlink>
      <a:folHlink>
        <a:srgbClr val="60561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 혼자 · 1인 가구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