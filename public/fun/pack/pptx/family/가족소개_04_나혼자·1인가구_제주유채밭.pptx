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671D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671D"/>
                </a:solidFill>
              </a:rPr>
              <a:t>혼자 떠난 제주, 유채밭에서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나 혼자 · 1인 가구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DFC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193749" y="1645920"/>
            <a:ext cx="2377440" cy="2377440"/>
          </a:xfrm>
          <a:prstGeom prst="ellipse">
            <a:avLst/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671D"/>
                </a:solidFill>
              </a:rPr>
              <a:t>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72000"/>
            <a:ext cx="3301898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907127" y="1645920"/>
            <a:ext cx="2377440" cy="2377440"/>
          </a:xfrm>
          <a:prstGeom prst="ellipse">
            <a:avLst/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3458" y="411480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671D"/>
                </a:solidFill>
              </a:rPr>
              <a:t>내 공간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898" y="4572000"/>
            <a:ext cx="3301898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620505" y="1645920"/>
            <a:ext cx="2377440" cy="2377440"/>
          </a:xfrm>
          <a:prstGeom prst="ellipse">
            <a:avLst/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6836" y="411480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671D"/>
                </a:solidFill>
              </a:rPr>
              <a:t>내 하루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8276" y="4572000"/>
            <a:ext cx="3301898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DFC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83280"/>
            <a:ext cx="10911535" cy="54864"/>
          </a:xfrm>
          <a:prstGeom prst="rect">
            <a:avLst/>
          </a:prstGeom>
          <a:solidFill>
            <a:srgbClr val="F7F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200400"/>
            <a:ext cx="402336" cy="402336"/>
          </a:xfrm>
          <a:prstGeom prst="ellipse">
            <a:avLst/>
          </a:prstGeom>
          <a:solidFill>
            <a:srgbClr val="DFC93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FC93A"/>
                </a:solidFill>
              </a:rPr>
              <a:t>태어난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나의 뿌리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고향의 기억을 적어요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200400"/>
            <a:ext cx="402336" cy="402336"/>
          </a:xfrm>
          <a:prstGeom prst="ellipse">
            <a:avLst/>
          </a:prstGeom>
          <a:solidFill>
            <a:srgbClr val="DFC93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FC93A"/>
                </a:solidFill>
              </a:rPr>
              <a:t>학창 시절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자라던 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좋았던 기억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200400"/>
            <a:ext cx="402336" cy="402336"/>
          </a:xfrm>
          <a:prstGeom prst="ellipse">
            <a:avLst/>
          </a:prstGeom>
          <a:solidFill>
            <a:srgbClr val="DFC93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FC93A"/>
                </a:solidFill>
              </a:rPr>
              <a:t>혼자 시작한 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나의 첫 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독립하던 날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200400"/>
            <a:ext cx="402336" cy="402336"/>
          </a:xfrm>
          <a:prstGeom prst="ellipse">
            <a:avLst/>
          </a:prstGeom>
          <a:solidFill>
            <a:srgbClr val="DFC93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FC93A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오늘의 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DFC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45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CFBF3"/>
          </a:solidFill>
          <a:ln w="12700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920240"/>
            <a:ext cx="457200" cy="457200"/>
          </a:xfrm>
          <a:prstGeom prst="ellipse">
            <a:avLst/>
          </a:prstGeom>
          <a:solidFill>
            <a:srgbClr val="DFC9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9164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나를 위한 밥상 차리기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788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CFBF3"/>
          </a:solidFill>
          <a:ln w="12700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3063239"/>
            <a:ext cx="457200" cy="457200"/>
          </a:xfrm>
          <a:prstGeom prst="ellipse">
            <a:avLst/>
          </a:prstGeom>
          <a:solidFill>
            <a:srgbClr val="DFC9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834639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834639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 십 분 나에게 쓰는 시간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931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CFBF3"/>
          </a:solidFill>
          <a:ln w="12700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4206240"/>
            <a:ext cx="457200" cy="457200"/>
          </a:xfrm>
          <a:prstGeom prst="ellipse">
            <a:avLst/>
          </a:prstGeom>
          <a:solidFill>
            <a:srgbClr val="DFC9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77639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977639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DFC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671D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671D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72671D"/>
      </a:dk2>
      <a:lt2>
        <a:srgbClr val="FCFBF3"/>
      </a:lt2>
      <a:accent1>
        <a:srgbClr val="DFC93A"/>
      </a:accent1>
      <a:accent2>
        <a:srgbClr val="339941"/>
      </a:accent2>
      <a:accent3>
        <a:srgbClr val="72671D"/>
      </a:accent3>
      <a:accent4>
        <a:srgbClr val="F7F3D4"/>
      </a:accent4>
      <a:accent5>
        <a:srgbClr val="89B13E"/>
      </a:accent5>
      <a:accent6>
        <a:srgbClr val="AAA477"/>
      </a:accent6>
      <a:hlink>
        <a:srgbClr val="DFC93A"/>
      </a:hlink>
      <a:folHlink>
        <a:srgbClr val="72671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