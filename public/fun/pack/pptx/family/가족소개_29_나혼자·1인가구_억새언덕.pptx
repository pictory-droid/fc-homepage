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274320" y="4251960"/>
            <a:ext cx="12740335" cy="2743200"/>
          </a:xfrm>
          <a:prstGeom prst="wav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274320" y="5074920"/>
            <a:ext cx="12740335" cy="2331720"/>
          </a:xfrm>
          <a:prstGeom prst="wav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263113">
            <a:off x="9341812" y="1252216"/>
            <a:ext cx="466344" cy="1372524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188593">
            <a:off x="8589081" y="1590632"/>
            <a:ext cx="466344" cy="1421156"/>
          </a:xfrm>
          <a:prstGeom prst="ellips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000777">
            <a:off x="9580605" y="1335451"/>
            <a:ext cx="466344" cy="1207046"/>
          </a:xfrm>
          <a:prstGeom prst="ellipse">
            <a:avLst/>
          </a:prstGeom>
          <a:solidFill>
            <a:srgbClr val="4382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027902">
            <a:off x="9661929" y="1296287"/>
            <a:ext cx="466344" cy="1693483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803759">
            <a:off x="9550224" y="455532"/>
            <a:ext cx="466344" cy="1525017"/>
          </a:xfrm>
          <a:prstGeom prst="ellips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676420">
            <a:off x="10621393" y="417242"/>
            <a:ext cx="466344" cy="1480287"/>
          </a:xfrm>
          <a:prstGeom prst="ellipse">
            <a:avLst/>
          </a:prstGeom>
          <a:solidFill>
            <a:srgbClr val="4382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35" y="137160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59472C"/>
                </a:solidFill>
              </a:rPr>
              <a:t>우리 가족을 소개합니다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975335" y="2926080"/>
            <a:ext cx="731501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59472C"/>
                </a:solidFill>
              </a:rPr>
              <a:t>억새 언덕에서 바람을 맞던 가족사진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975335" y="3794760"/>
            <a:ext cx="731501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나 혼자 · 1인 가구 · 2026.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263113">
            <a:off x="11082709" y="532297"/>
            <a:ext cx="170992" cy="503259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188593">
            <a:off x="10806708" y="656383"/>
            <a:ext cx="170992" cy="521090"/>
          </a:xfrm>
          <a:prstGeom prst="ellips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000777">
            <a:off x="11170267" y="562817"/>
            <a:ext cx="170992" cy="442583"/>
          </a:xfrm>
          <a:prstGeom prst="ellipse">
            <a:avLst/>
          </a:prstGeom>
          <a:solidFill>
            <a:srgbClr val="4382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027902">
            <a:off x="11200086" y="548457"/>
            <a:ext cx="170992" cy="620943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803759">
            <a:off x="11159127" y="240180"/>
            <a:ext cx="170992" cy="559173"/>
          </a:xfrm>
          <a:prstGeom prst="ellips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676420">
            <a:off x="11551889" y="226141"/>
            <a:ext cx="170992" cy="542772"/>
          </a:xfrm>
          <a:prstGeom prst="ellipse">
            <a:avLst/>
          </a:prstGeom>
          <a:solidFill>
            <a:srgbClr val="4382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9472C"/>
                </a:solidFill>
              </a:rPr>
              <a:t>가족 구성원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1285189" y="1554480"/>
            <a:ext cx="2194560" cy="2194560"/>
          </a:xfrm>
          <a:prstGeom prst="ellipse">
            <a:avLst/>
          </a:prstGeom>
          <a:solidFill>
            <a:srgbClr val="ECE3D4"/>
          </a:solidFill>
          <a:ln w="19050">
            <a:solidFill>
              <a:srgbClr val="9D7D4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9472C"/>
                </a:solidFill>
              </a:rPr>
              <a:t>사진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40479"/>
            <a:ext cx="348477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9472C"/>
                </a:solidFill>
              </a:rPr>
              <a:t>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" y="4297679"/>
            <a:ext cx="3301898" cy="16459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하는 일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요즘 관심사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4998567" y="1554480"/>
            <a:ext cx="2194560" cy="2194560"/>
          </a:xfrm>
          <a:prstGeom prst="ellipse">
            <a:avLst/>
          </a:prstGeom>
          <a:solidFill>
            <a:srgbClr val="ECE3D4"/>
          </a:solidFill>
          <a:ln w="19050">
            <a:solidFill>
              <a:srgbClr val="9D7D4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9472C"/>
                </a:solidFill>
              </a:rPr>
              <a:t>사진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53458" y="3840479"/>
            <a:ext cx="348477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9472C"/>
                </a:solidFill>
              </a:rPr>
              <a:t>내 공간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44898" y="4297679"/>
            <a:ext cx="3301898" cy="16459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자리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아끼는 물건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나만의 규칙</a:t>
            </a:r>
          </a:p>
        </p:txBody>
      </p:sp>
      <p:sp>
        <p:nvSpPr>
          <p:cNvPr id="17" name="사진 자리"/>
          <p:cNvSpPr/>
          <p:nvPr/>
        </p:nvSpPr>
        <p:spPr>
          <a:xfrm>
            <a:off x="8711946" y="1554480"/>
            <a:ext cx="2194560" cy="2194560"/>
          </a:xfrm>
          <a:prstGeom prst="ellipse">
            <a:avLst/>
          </a:prstGeom>
          <a:solidFill>
            <a:srgbClr val="ECE3D4"/>
          </a:solidFill>
          <a:ln w="19050">
            <a:solidFill>
              <a:srgbClr val="9D7D4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9472C"/>
                </a:solidFill>
              </a:rPr>
              <a:t>사진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66836" y="3840479"/>
            <a:ext cx="348477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9472C"/>
                </a:solidFill>
              </a:rPr>
              <a:t>내 하루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8276" y="4297679"/>
            <a:ext cx="3301898" cy="16459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아침 습관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음식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잠들기 전 루틴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263113">
            <a:off x="11082709" y="532297"/>
            <a:ext cx="170992" cy="503259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188593">
            <a:off x="10806708" y="656383"/>
            <a:ext cx="170992" cy="521090"/>
          </a:xfrm>
          <a:prstGeom prst="ellips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000777">
            <a:off x="11170267" y="562817"/>
            <a:ext cx="170992" cy="442583"/>
          </a:xfrm>
          <a:prstGeom prst="ellipse">
            <a:avLst/>
          </a:prstGeom>
          <a:solidFill>
            <a:srgbClr val="4382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027902">
            <a:off x="11200086" y="548457"/>
            <a:ext cx="170992" cy="620943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803759">
            <a:off x="11159127" y="240180"/>
            <a:ext cx="170992" cy="559173"/>
          </a:xfrm>
          <a:prstGeom prst="ellips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676420">
            <a:off x="11551889" y="226141"/>
            <a:ext cx="170992" cy="542772"/>
          </a:xfrm>
          <a:prstGeom prst="ellipse">
            <a:avLst/>
          </a:prstGeom>
          <a:solidFill>
            <a:srgbClr val="4382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9472C"/>
                </a:solidFill>
              </a:rPr>
              <a:t>우리 가족 이야기</a:t>
            </a:r>
          </a:p>
        </p:txBody>
      </p:sp>
      <p:sp>
        <p:nvSpPr>
          <p:cNvPr id="11" name="타임라인 선"/>
          <p:cNvSpPr/>
          <p:nvPr/>
        </p:nvSpPr>
        <p:spPr>
          <a:xfrm>
            <a:off x="640080" y="3291840"/>
            <a:ext cx="10911535" cy="54864"/>
          </a:xfrm>
          <a:prstGeom prst="rect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때 1"/>
          <p:cNvSpPr/>
          <p:nvPr/>
        </p:nvSpPr>
        <p:spPr>
          <a:xfrm>
            <a:off x="1802853" y="3108960"/>
            <a:ext cx="402336" cy="402336"/>
          </a:xfrm>
          <a:prstGeom prst="ellipse">
            <a:avLst/>
          </a:prstGeom>
          <a:solidFill>
            <a:srgbClr val="9D7D4D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4688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9D7D4D"/>
                </a:solidFill>
              </a:rPr>
              <a:t>태어난 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19" y="36576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59472C"/>
                </a:solidFill>
              </a:rPr>
              <a:t>나의 뿌리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19" y="41605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고향의 기억을 적어요</a:t>
            </a:r>
          </a:p>
        </p:txBody>
      </p:sp>
      <p:sp>
        <p:nvSpPr>
          <p:cNvPr id="16" name="때 2"/>
          <p:cNvSpPr/>
          <p:nvPr/>
        </p:nvSpPr>
        <p:spPr>
          <a:xfrm>
            <a:off x="4530737" y="3108960"/>
            <a:ext cx="402336" cy="402336"/>
          </a:xfrm>
          <a:prstGeom prst="ellipse">
            <a:avLst/>
          </a:prstGeom>
          <a:solidFill>
            <a:srgbClr val="9D7D4D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13683" y="24688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9D7D4D"/>
                </a:solidFill>
              </a:rPr>
              <a:t>학창 시절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9403" y="36576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59472C"/>
                </a:solidFill>
              </a:rPr>
              <a:t>자라던 시간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59403" y="41605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가장 좋았던 기억</a:t>
            </a:r>
          </a:p>
        </p:txBody>
      </p:sp>
      <p:sp>
        <p:nvSpPr>
          <p:cNvPr id="20" name="때 3"/>
          <p:cNvSpPr/>
          <p:nvPr/>
        </p:nvSpPr>
        <p:spPr>
          <a:xfrm>
            <a:off x="7258621" y="3108960"/>
            <a:ext cx="402336" cy="402336"/>
          </a:xfrm>
          <a:prstGeom prst="ellipse">
            <a:avLst/>
          </a:prstGeom>
          <a:solidFill>
            <a:srgbClr val="9D7D4D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41567" y="24688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9D7D4D"/>
                </a:solidFill>
              </a:rPr>
              <a:t>혼자 시작한 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7287" y="36576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59472C"/>
                </a:solidFill>
              </a:rPr>
              <a:t>나의 첫 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87287" y="41605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독립하던 날</a:t>
            </a:r>
          </a:p>
        </p:txBody>
      </p:sp>
      <p:sp>
        <p:nvSpPr>
          <p:cNvPr id="24" name="때 4"/>
          <p:cNvSpPr/>
          <p:nvPr/>
        </p:nvSpPr>
        <p:spPr>
          <a:xfrm>
            <a:off x="9986505" y="3108960"/>
            <a:ext cx="402336" cy="402336"/>
          </a:xfrm>
          <a:prstGeom prst="ellipse">
            <a:avLst/>
          </a:prstGeom>
          <a:solidFill>
            <a:srgbClr val="9D7D4D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451" y="24688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9D7D4D"/>
                </a:solidFill>
              </a:rPr>
              <a:t>지금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171" y="36576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59472C"/>
                </a:solidFill>
              </a:rPr>
              <a:t>오늘의 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171" y="41605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요즘 내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263113">
            <a:off x="11082709" y="532297"/>
            <a:ext cx="170992" cy="503259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188593">
            <a:off x="10806708" y="656383"/>
            <a:ext cx="170992" cy="521090"/>
          </a:xfrm>
          <a:prstGeom prst="ellips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000777">
            <a:off x="11170267" y="562817"/>
            <a:ext cx="170992" cy="442583"/>
          </a:xfrm>
          <a:prstGeom prst="ellipse">
            <a:avLst/>
          </a:prstGeom>
          <a:solidFill>
            <a:srgbClr val="4382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027902">
            <a:off x="11200086" y="548457"/>
            <a:ext cx="170992" cy="620943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803759">
            <a:off x="11159127" y="240180"/>
            <a:ext cx="170992" cy="559173"/>
          </a:xfrm>
          <a:prstGeom prst="ellips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676420">
            <a:off x="11551889" y="226141"/>
            <a:ext cx="170992" cy="542772"/>
          </a:xfrm>
          <a:prstGeom prst="ellipse">
            <a:avLst/>
          </a:prstGeom>
          <a:solidFill>
            <a:srgbClr val="4382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9472C"/>
                </a:solidFill>
              </a:rPr>
              <a:t>우리 가족의 약속</a:t>
            </a:r>
          </a:p>
        </p:txBody>
      </p:sp>
      <p:sp>
        <p:nvSpPr>
          <p:cNvPr id="11" name="줄 1"/>
          <p:cNvSpPr/>
          <p:nvPr/>
        </p:nvSpPr>
        <p:spPr>
          <a:xfrm>
            <a:off x="640080" y="155448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8F5F1"/>
          </a:solidFill>
          <a:ln w="12700">
            <a:solidFill>
              <a:srgbClr val="ECE3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1"/>
          <p:cNvSpPr/>
          <p:nvPr/>
        </p:nvSpPr>
        <p:spPr>
          <a:xfrm>
            <a:off x="822959" y="1828800"/>
            <a:ext cx="457200" cy="457200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16002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9472C"/>
                </a:solidFill>
              </a:rPr>
              <a:t>약속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16002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나를 위한 밥상 차리기</a:t>
            </a:r>
          </a:p>
        </p:txBody>
      </p:sp>
      <p:sp>
        <p:nvSpPr>
          <p:cNvPr id="15" name="줄 2"/>
          <p:cNvSpPr/>
          <p:nvPr/>
        </p:nvSpPr>
        <p:spPr>
          <a:xfrm>
            <a:off x="640080" y="269748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8F5F1"/>
          </a:solidFill>
          <a:ln w="12700">
            <a:solidFill>
              <a:srgbClr val="ECE3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2"/>
          <p:cNvSpPr/>
          <p:nvPr/>
        </p:nvSpPr>
        <p:spPr>
          <a:xfrm>
            <a:off x="822959" y="2971800"/>
            <a:ext cx="457200" cy="457200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27432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9472C"/>
                </a:solidFill>
              </a:rPr>
              <a:t>약속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7432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하루 십 분 나에게 쓰는 시간</a:t>
            </a:r>
          </a:p>
        </p:txBody>
      </p:sp>
      <p:sp>
        <p:nvSpPr>
          <p:cNvPr id="19" name="줄 3"/>
          <p:cNvSpPr/>
          <p:nvPr/>
        </p:nvSpPr>
        <p:spPr>
          <a:xfrm>
            <a:off x="640080" y="384048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8F5F1"/>
          </a:solidFill>
          <a:ln w="12700">
            <a:solidFill>
              <a:srgbClr val="ECE3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번호 3"/>
          <p:cNvSpPr/>
          <p:nvPr/>
        </p:nvSpPr>
        <p:spPr>
          <a:xfrm>
            <a:off x="822959" y="4114800"/>
            <a:ext cx="457200" cy="457200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38862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9472C"/>
                </a:solidFill>
              </a:rPr>
              <a:t>약속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38862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안부를 전할 사람 한 명 챙기기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263113">
            <a:off x="11082709" y="532297"/>
            <a:ext cx="170992" cy="503259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188593">
            <a:off x="10806708" y="656383"/>
            <a:ext cx="170992" cy="521090"/>
          </a:xfrm>
          <a:prstGeom prst="ellips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000777">
            <a:off x="11170267" y="562817"/>
            <a:ext cx="170992" cy="442583"/>
          </a:xfrm>
          <a:prstGeom prst="ellipse">
            <a:avLst/>
          </a:prstGeom>
          <a:solidFill>
            <a:srgbClr val="4382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027902">
            <a:off x="11200086" y="548457"/>
            <a:ext cx="170992" cy="620943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803759">
            <a:off x="11159127" y="240180"/>
            <a:ext cx="170992" cy="559173"/>
          </a:xfrm>
          <a:prstGeom prst="ellips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676420">
            <a:off x="11551889" y="226141"/>
            <a:ext cx="170992" cy="542772"/>
          </a:xfrm>
          <a:prstGeom prst="ellipse">
            <a:avLst/>
          </a:prstGeom>
          <a:solidFill>
            <a:srgbClr val="4382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9472C"/>
                </a:solidFill>
              </a:rPr>
              <a:t>가족 사진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640080" y="1554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ECE3D4"/>
          </a:solidFill>
          <a:ln w="19050">
            <a:solidFill>
              <a:srgbClr val="9D7D4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9472C"/>
                </a:solidFill>
              </a:rPr>
              <a:t>사진 1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4338218" y="1554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ECE3D4"/>
          </a:solidFill>
          <a:ln w="19050">
            <a:solidFill>
              <a:srgbClr val="9D7D4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9472C"/>
                </a:solidFill>
              </a:rPr>
              <a:t>사진 2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8036356" y="1554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ECE3D4"/>
          </a:solidFill>
          <a:ln w="19050">
            <a:solidFill>
              <a:srgbClr val="9D7D4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9472C"/>
                </a:solidFill>
              </a:rPr>
              <a:t>사진 3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640080" y="3840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ECE3D4"/>
          </a:solidFill>
          <a:ln w="19050">
            <a:solidFill>
              <a:srgbClr val="9D7D4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9472C"/>
                </a:solidFill>
              </a:rPr>
              <a:t>사진 4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4338218" y="3840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ECE3D4"/>
          </a:solidFill>
          <a:ln w="19050">
            <a:solidFill>
              <a:srgbClr val="9D7D4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9472C"/>
                </a:solidFill>
              </a:rPr>
              <a:t>사진 5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8036356" y="3840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ECE3D4"/>
          </a:solidFill>
          <a:ln w="19050">
            <a:solidFill>
              <a:srgbClr val="9D7D4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9472C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274320" y="4251960"/>
            <a:ext cx="12740335" cy="2743200"/>
          </a:xfrm>
          <a:prstGeom prst="wav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274320" y="5074920"/>
            <a:ext cx="12740335" cy="2331720"/>
          </a:xfrm>
          <a:prstGeom prst="wav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263113">
            <a:off x="9341812" y="1252216"/>
            <a:ext cx="466344" cy="1372524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188593">
            <a:off x="8589081" y="1590632"/>
            <a:ext cx="466344" cy="1421156"/>
          </a:xfrm>
          <a:prstGeom prst="ellips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000777">
            <a:off x="9580605" y="1335451"/>
            <a:ext cx="466344" cy="1207046"/>
          </a:xfrm>
          <a:prstGeom prst="ellipse">
            <a:avLst/>
          </a:prstGeom>
          <a:solidFill>
            <a:srgbClr val="4382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027902">
            <a:off x="9661929" y="1296287"/>
            <a:ext cx="466344" cy="1693483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803759">
            <a:off x="9550224" y="455532"/>
            <a:ext cx="466344" cy="1525017"/>
          </a:xfrm>
          <a:prstGeom prst="ellips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676420">
            <a:off x="10621393" y="417242"/>
            <a:ext cx="466344" cy="1480287"/>
          </a:xfrm>
          <a:prstGeom prst="ellipse">
            <a:avLst/>
          </a:prstGeom>
          <a:solidFill>
            <a:srgbClr val="4382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35" y="137160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59472C"/>
                </a:solidFill>
              </a:rPr>
              <a:t>우리 가족을 소개했어요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975335" y="2926080"/>
            <a:ext cx="731501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59472C"/>
                </a:solidFill>
              </a:rPr>
              <a:t>함께여서 늘 든든합니다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975335" y="3794760"/>
            <a:ext cx="731501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나 혼자 · 1인 가구 가족 소개">
  <a:themeElements>
    <a:clrScheme name="Office">
      <a:dk1>
        <a:sysClr val="windowText" lastClr="000000"/>
      </a:dk1>
      <a:lt1>
        <a:sysClr val="window" lastClr="FFFFFF"/>
      </a:lt1>
      <a:dk2>
        <a:srgbClr val="59472C"/>
      </a:dk2>
      <a:lt2>
        <a:srgbClr val="F8F5F1"/>
      </a:lt2>
      <a:accent1>
        <a:srgbClr val="9D7D4D"/>
      </a:accent1>
      <a:accent2>
        <a:srgbClr val="438289"/>
      </a:accent2>
      <a:accent3>
        <a:srgbClr val="59472C"/>
      </a:accent3>
      <a:accent4>
        <a:srgbClr val="ECE3D4"/>
      </a:accent4>
      <a:accent5>
        <a:srgbClr val="70806B"/>
      </a:accent5>
      <a:accent6>
        <a:srgbClr val="9B9180"/>
      </a:accent6>
      <a:hlink>
        <a:srgbClr val="9D7D4D"/>
      </a:hlink>
      <a:folHlink>
        <a:srgbClr val="59472C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나 혼자 · 1인 가구 가족 소개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