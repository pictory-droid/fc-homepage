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책장 가득 쌓인 우리 가족의 기록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77239" y="1645920"/>
            <a:ext cx="2282113" cy="2282113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1947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아빠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476673"/>
            <a:ext cx="2373553" cy="19241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562273" y="1645920"/>
            <a:ext cx="2282113" cy="2282113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5113" y="401947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엄마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6553" y="4476673"/>
            <a:ext cx="2373553" cy="19241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347307" y="1645920"/>
            <a:ext cx="2282113" cy="2282113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401947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첫째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4476673"/>
            <a:ext cx="2373553" cy="19241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9132341" y="1645920"/>
            <a:ext cx="2282113" cy="2282113"/>
          </a:xfrm>
          <a:prstGeom prst="ellipse">
            <a:avLst/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5181" y="401947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7261A"/>
                </a:solidFill>
              </a:rPr>
              <a:t>둘째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6621" y="4476673"/>
            <a:ext cx="2373553" cy="192412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가족이 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우리의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5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아이가 태어난 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새 식구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9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첫 가족 여행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함께 떠난 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3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765037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65037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오늘의 우리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4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8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4F1"/>
          </a:solidFill>
          <a:ln w="12700">
            <a:solidFill>
              <a:srgbClr val="EDD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76503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7261A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955715">
            <a:off x="11220300" y="210634"/>
            <a:ext cx="269735" cy="26973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0731227">
            <a:off x="10814064" y="524137"/>
            <a:ext cx="192042" cy="192042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428051">
            <a:off x="11696083" y="725448"/>
            <a:ext cx="217477" cy="217477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278407">
            <a:off x="11402484" y="856722"/>
            <a:ext cx="335612" cy="335612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36806">
            <a:off x="10735704" y="633920"/>
            <a:ext cx="176131" cy="176131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8463">
            <a:off x="11320733" y="1130130"/>
            <a:ext cx="290332" cy="290332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EDDED4"/>
          </a:solidFill>
          <a:ln w="19050">
            <a:solidFill>
              <a:srgbClr val="765037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7261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955715">
            <a:off x="10490581" y="58104"/>
            <a:ext cx="625295" cy="625295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731227">
            <a:off x="9548851" y="784861"/>
            <a:ext cx="445188" cy="445188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428051">
            <a:off x="11593532" y="1251537"/>
            <a:ext cx="504151" cy="504151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278407">
            <a:off x="10912915" y="1555855"/>
            <a:ext cx="778010" cy="778010"/>
          </a:xfrm>
          <a:prstGeom prst="star5">
            <a:avLst/>
          </a:prstGeom>
          <a:solidFill>
            <a:srgbClr val="7650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36806">
            <a:off x="9367197" y="1039358"/>
            <a:ext cx="408304" cy="408304"/>
          </a:xfrm>
          <a:prstGeom prst="star5">
            <a:avLst/>
          </a:prstGeom>
          <a:solidFill>
            <a:srgbClr val="EDDE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8463">
            <a:off x="10723401" y="2189665"/>
            <a:ext cx="673043" cy="673043"/>
          </a:xfrm>
          <a:prstGeom prst="star5">
            <a:avLst/>
          </a:prstGeom>
          <a:solidFill>
            <a:srgbClr val="418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소개했어요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7261A"/>
                </a:solidFill>
              </a:rPr>
              <a:t>함께여서 늘 든든합니다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37261A"/>
      </a:dk2>
      <a:lt2>
        <a:srgbClr val="F8F4F1"/>
      </a:lt2>
      <a:accent1>
        <a:srgbClr val="765037"/>
      </a:accent1>
      <a:accent2>
        <a:srgbClr val="418B83"/>
      </a:accent2>
      <a:accent3>
        <a:srgbClr val="37261A"/>
      </a:accent3>
      <a:accent4>
        <a:srgbClr val="EDDED4"/>
      </a:accent4>
      <a:accent5>
        <a:srgbClr val="5C6E5D"/>
      </a:accent5>
      <a:accent6>
        <a:srgbClr val="877D76"/>
      </a:accent6>
      <a:hlink>
        <a:srgbClr val="765037"/>
      </a:hlink>
      <a:folHlink>
        <a:srgbClr val="37261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