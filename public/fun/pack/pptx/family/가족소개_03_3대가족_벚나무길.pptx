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A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802684" y="0"/>
            <a:ext cx="4389010" cy="6858000"/>
          </a:xfrm>
          <a:prstGeom prst="rect">
            <a:avLst/>
          </a:prstGeom>
          <a:solidFill>
            <a:srgbClr val="F2A6B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92730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8168435" y="365760"/>
            <a:ext cx="3657508" cy="6126480"/>
          </a:xfrm>
          <a:prstGeom prst="rect">
            <a:avLst/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우리 가족을 소개합니다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할머니와 함께 벚나무 앞에서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3대 가족 · 날짜 입력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F2A6B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5" name="포인트"/>
          <p:cNvSpPr/>
          <p:nvPr/>
        </p:nvSpPr>
        <p:spPr>
          <a:xfrm>
            <a:off x="11048695" y="502919"/>
            <a:ext cx="274320" cy="274320"/>
          </a:xfrm>
          <a:prstGeom prst="mathPlus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가족 구성원</a:t>
            </a:r>
          </a:p>
        </p:txBody>
      </p:sp>
      <p:sp>
        <p:nvSpPr>
          <p:cNvPr id="6" name="사진 자리"/>
          <p:cNvSpPr/>
          <p:nvPr/>
        </p:nvSpPr>
        <p:spPr>
          <a:xfrm>
            <a:off x="777240" y="1783080"/>
            <a:ext cx="1353769" cy="1353769"/>
          </a:xfrm>
          <a:prstGeom prst="ellipse">
            <a:avLst/>
          </a:prstGeom>
          <a:solidFill>
            <a:srgbClr val="FAD1DB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2828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2730"/>
                </a:solidFill>
              </a:rPr>
              <a:t>할아버지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3685489"/>
            <a:ext cx="1445209" cy="26695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성함 · 연세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좋아하시는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손주에게 한마디</a:t>
            </a:r>
          </a:p>
        </p:txBody>
      </p:sp>
      <p:sp>
        <p:nvSpPr>
          <p:cNvPr id="9" name="사진 자리"/>
          <p:cNvSpPr/>
          <p:nvPr/>
        </p:nvSpPr>
        <p:spPr>
          <a:xfrm>
            <a:off x="2633929" y="1783080"/>
            <a:ext cx="1353769" cy="1353769"/>
          </a:xfrm>
          <a:prstGeom prst="ellipse">
            <a:avLst/>
          </a:prstGeom>
          <a:solidFill>
            <a:srgbClr val="FAD1DB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96769" y="322828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2730"/>
                </a:solidFill>
              </a:rPr>
              <a:t>할머니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88209" y="3685489"/>
            <a:ext cx="1445209" cy="26695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성함 · 연세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좋아하시는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손주에게 한마디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4490618" y="1783080"/>
            <a:ext cx="1353769" cy="1353769"/>
          </a:xfrm>
          <a:prstGeom prst="ellipse">
            <a:avLst/>
          </a:prstGeom>
          <a:solidFill>
            <a:srgbClr val="FAD1DB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53458" y="322828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2730"/>
                </a:solidFill>
              </a:rPr>
              <a:t>아빠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4898" y="3685489"/>
            <a:ext cx="1445209" cy="26695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6347307" y="1783080"/>
            <a:ext cx="1353769" cy="1353769"/>
          </a:xfrm>
          <a:prstGeom prst="ellipse">
            <a:avLst/>
          </a:prstGeom>
          <a:solidFill>
            <a:srgbClr val="FAD1DB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0147" y="322828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2730"/>
                </a:solidFill>
              </a:rPr>
              <a:t>엄마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1587" y="3685489"/>
            <a:ext cx="1445209" cy="26695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18" name="사진 자리"/>
          <p:cNvSpPr/>
          <p:nvPr/>
        </p:nvSpPr>
        <p:spPr>
          <a:xfrm>
            <a:off x="8203996" y="1783080"/>
            <a:ext cx="1353769" cy="1353769"/>
          </a:xfrm>
          <a:prstGeom prst="ellipse">
            <a:avLst/>
          </a:prstGeom>
          <a:solidFill>
            <a:srgbClr val="FAD1DB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66836" y="322828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2730"/>
                </a:solidFill>
              </a:rPr>
              <a:t>큰아이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58276" y="3685489"/>
            <a:ext cx="1445209" cy="26695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한마디</a:t>
            </a:r>
          </a:p>
        </p:txBody>
      </p:sp>
      <p:sp>
        <p:nvSpPr>
          <p:cNvPr id="21" name="사진 자리"/>
          <p:cNvSpPr/>
          <p:nvPr/>
        </p:nvSpPr>
        <p:spPr>
          <a:xfrm>
            <a:off x="10060686" y="1783080"/>
            <a:ext cx="1353769" cy="1353769"/>
          </a:xfrm>
          <a:prstGeom prst="ellipse">
            <a:avLst/>
          </a:prstGeom>
          <a:solidFill>
            <a:srgbClr val="FAD1DB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3526" y="322828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2730"/>
                </a:solidFill>
              </a:rPr>
              <a:t>작은아이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14965" y="3685489"/>
            <a:ext cx="1445209" cy="26695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F2A6B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5" name="포인트"/>
          <p:cNvSpPr/>
          <p:nvPr/>
        </p:nvSpPr>
        <p:spPr>
          <a:xfrm>
            <a:off x="11048695" y="502919"/>
            <a:ext cx="274320" cy="274320"/>
          </a:xfrm>
          <a:prstGeom prst="mathPlus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가족 이야기</a:t>
            </a:r>
          </a:p>
        </p:txBody>
      </p:sp>
      <p:sp>
        <p:nvSpPr>
          <p:cNvPr id="6" name="타임라인 선"/>
          <p:cNvSpPr/>
          <p:nvPr/>
        </p:nvSpPr>
        <p:spPr>
          <a:xfrm>
            <a:off x="640080" y="3520440"/>
            <a:ext cx="10911535" cy="54864"/>
          </a:xfrm>
          <a:prstGeom prst="rect">
            <a:avLst/>
          </a:prstGeom>
          <a:solidFill>
            <a:srgbClr val="FAD1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때 1"/>
          <p:cNvSpPr/>
          <p:nvPr/>
        </p:nvSpPr>
        <p:spPr>
          <a:xfrm>
            <a:off x="1802853" y="3337560"/>
            <a:ext cx="402336" cy="402336"/>
          </a:xfrm>
          <a:prstGeom prst="ellipse">
            <a:avLst/>
          </a:prstGeom>
          <a:solidFill>
            <a:srgbClr val="ED97A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ED97AC"/>
                </a:solidFill>
              </a:rPr>
              <a:t>할아버지 할머니의 이야기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2730"/>
                </a:solidFill>
              </a:rPr>
              <a:t>뿌리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가족의 시작을 적어요</a:t>
            </a:r>
          </a:p>
        </p:txBody>
      </p:sp>
      <p:sp>
        <p:nvSpPr>
          <p:cNvPr id="11" name="때 2"/>
          <p:cNvSpPr/>
          <p:nvPr/>
        </p:nvSpPr>
        <p:spPr>
          <a:xfrm>
            <a:off x="4530737" y="3337560"/>
            <a:ext cx="402336" cy="402336"/>
          </a:xfrm>
          <a:prstGeom prst="ellipse">
            <a:avLst/>
          </a:prstGeom>
          <a:solidFill>
            <a:srgbClr val="ED97A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3683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ED97AC"/>
                </a:solidFill>
              </a:rPr>
              <a:t>부모가 된 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9403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2730"/>
                </a:solidFill>
              </a:rPr>
              <a:t>새로운 가지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9403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그날의 기억을 적어요</a:t>
            </a:r>
          </a:p>
        </p:txBody>
      </p:sp>
      <p:sp>
        <p:nvSpPr>
          <p:cNvPr id="15" name="때 3"/>
          <p:cNvSpPr/>
          <p:nvPr/>
        </p:nvSpPr>
        <p:spPr>
          <a:xfrm>
            <a:off x="7258621" y="3337560"/>
            <a:ext cx="402336" cy="402336"/>
          </a:xfrm>
          <a:prstGeom prst="ellipse">
            <a:avLst/>
          </a:prstGeom>
          <a:solidFill>
            <a:srgbClr val="ED97A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1567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ED97AC"/>
                </a:solidFill>
              </a:rPr>
              <a:t>온 가족 모임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287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2730"/>
                </a:solidFill>
              </a:rPr>
              <a:t>한자리에 모인 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7287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가장 즐거웠던 명절</a:t>
            </a:r>
          </a:p>
        </p:txBody>
      </p:sp>
      <p:sp>
        <p:nvSpPr>
          <p:cNvPr id="19" name="때 4"/>
          <p:cNvSpPr/>
          <p:nvPr/>
        </p:nvSpPr>
        <p:spPr>
          <a:xfrm>
            <a:off x="9986505" y="3337560"/>
            <a:ext cx="402336" cy="402336"/>
          </a:xfrm>
          <a:prstGeom prst="ellipse">
            <a:avLst/>
          </a:prstGeom>
          <a:solidFill>
            <a:srgbClr val="ED97A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451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ED97AC"/>
                </a:solidFill>
              </a:rPr>
              <a:t>지금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171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2730"/>
                </a:solidFill>
              </a:rPr>
              <a:t>오늘의 우리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171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F2A6B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5" name="포인트"/>
          <p:cNvSpPr/>
          <p:nvPr/>
        </p:nvSpPr>
        <p:spPr>
          <a:xfrm>
            <a:off x="11048695" y="502919"/>
            <a:ext cx="274320" cy="274320"/>
          </a:xfrm>
          <a:prstGeom prst="mathPlus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가족의 약속</a:t>
            </a:r>
          </a:p>
        </p:txBody>
      </p:sp>
      <p:sp>
        <p:nvSpPr>
          <p:cNvPr id="6" name="줄 1"/>
          <p:cNvSpPr/>
          <p:nvPr/>
        </p:nvSpPr>
        <p:spPr>
          <a:xfrm>
            <a:off x="640080" y="1783080"/>
            <a:ext cx="10911535" cy="1005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FAD1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위쪽 띠"/>
          <p:cNvSpPr/>
          <p:nvPr/>
        </p:nvSpPr>
        <p:spPr>
          <a:xfrm>
            <a:off x="649224" y="1792224"/>
            <a:ext cx="10893247" cy="82296"/>
          </a:xfrm>
          <a:prstGeom prst="rect">
            <a:avLst/>
          </a:prstGeom>
          <a:solidFill>
            <a:srgbClr val="ED97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/>
          <p:nvPr/>
        </p:nvSpPr>
        <p:spPr>
          <a:xfrm>
            <a:off x="822959" y="2057400"/>
            <a:ext cx="457200" cy="457200"/>
          </a:xfrm>
          <a:prstGeom prst="ellipse">
            <a:avLst/>
          </a:prstGeom>
          <a:solidFill>
            <a:srgbClr val="F3C6B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288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30"/>
                </a:solidFill>
              </a:rPr>
              <a:t>약속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8288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명절에는 모두 한자리에 모이기</a:t>
            </a:r>
          </a:p>
        </p:txBody>
      </p:sp>
      <p:sp>
        <p:nvSpPr>
          <p:cNvPr id="11" name="줄 2"/>
          <p:cNvSpPr/>
          <p:nvPr/>
        </p:nvSpPr>
        <p:spPr>
          <a:xfrm>
            <a:off x="640080" y="2926080"/>
            <a:ext cx="10911535" cy="1005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FAD1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위쪽 띠"/>
          <p:cNvSpPr/>
          <p:nvPr/>
        </p:nvSpPr>
        <p:spPr>
          <a:xfrm>
            <a:off x="649224" y="2935224"/>
            <a:ext cx="10893247" cy="82296"/>
          </a:xfrm>
          <a:prstGeom prst="rect">
            <a:avLst/>
          </a:prstGeom>
          <a:solidFill>
            <a:srgbClr val="ED97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2"/>
          <p:cNvSpPr/>
          <p:nvPr/>
        </p:nvSpPr>
        <p:spPr>
          <a:xfrm>
            <a:off x="822959" y="3200400"/>
            <a:ext cx="457200" cy="457200"/>
          </a:xfrm>
          <a:prstGeom prst="ellipse">
            <a:avLst/>
          </a:prstGeom>
          <a:solidFill>
            <a:srgbClr val="F3C6B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9718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30"/>
                </a:solidFill>
              </a:rPr>
              <a:t>약속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9718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어른께 먼저 안부 전하기</a:t>
            </a:r>
          </a:p>
        </p:txBody>
      </p:sp>
      <p:sp>
        <p:nvSpPr>
          <p:cNvPr id="16" name="줄 3"/>
          <p:cNvSpPr/>
          <p:nvPr/>
        </p:nvSpPr>
        <p:spPr>
          <a:xfrm>
            <a:off x="640080" y="4069080"/>
            <a:ext cx="10911535" cy="1005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FAD1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위쪽 띠"/>
          <p:cNvSpPr/>
          <p:nvPr/>
        </p:nvSpPr>
        <p:spPr>
          <a:xfrm>
            <a:off x="649224" y="4078224"/>
            <a:ext cx="10893247" cy="82296"/>
          </a:xfrm>
          <a:prstGeom prst="rect">
            <a:avLst/>
          </a:prstGeom>
          <a:solidFill>
            <a:srgbClr val="ED97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3"/>
          <p:cNvSpPr/>
          <p:nvPr/>
        </p:nvSpPr>
        <p:spPr>
          <a:xfrm>
            <a:off x="822959" y="4343400"/>
            <a:ext cx="457200" cy="457200"/>
          </a:xfrm>
          <a:prstGeom prst="ellipse">
            <a:avLst/>
          </a:prstGeom>
          <a:solidFill>
            <a:srgbClr val="F3C6B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1148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30"/>
                </a:solidFill>
              </a:rPr>
              <a:t>약속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41148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한 달에 한 번 가족 식사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F2A6B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5" name="포인트"/>
          <p:cNvSpPr/>
          <p:nvPr/>
        </p:nvSpPr>
        <p:spPr>
          <a:xfrm>
            <a:off x="11048695" y="502919"/>
            <a:ext cx="274320" cy="274320"/>
          </a:xfrm>
          <a:prstGeom prst="mathPlus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가족 사진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40080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AD1DB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1</a:t>
            </a:r>
          </a:p>
        </p:txBody>
      </p:sp>
      <p:sp>
        <p:nvSpPr>
          <p:cNvPr id="7" name="사진 자리"/>
          <p:cNvSpPr/>
          <p:nvPr/>
        </p:nvSpPr>
        <p:spPr>
          <a:xfrm>
            <a:off x="4338218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AD1DB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2</a:t>
            </a:r>
          </a:p>
        </p:txBody>
      </p:sp>
      <p:sp>
        <p:nvSpPr>
          <p:cNvPr id="8" name="사진 자리"/>
          <p:cNvSpPr/>
          <p:nvPr/>
        </p:nvSpPr>
        <p:spPr>
          <a:xfrm>
            <a:off x="8036356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AD1DB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3</a:t>
            </a:r>
          </a:p>
        </p:txBody>
      </p:sp>
      <p:sp>
        <p:nvSpPr>
          <p:cNvPr id="9" name="사진 자리"/>
          <p:cNvSpPr/>
          <p:nvPr/>
        </p:nvSpPr>
        <p:spPr>
          <a:xfrm>
            <a:off x="640080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AD1DB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4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4338218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AD1DB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5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036356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AD1DB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A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802684" y="0"/>
            <a:ext cx="4389010" cy="6858000"/>
          </a:xfrm>
          <a:prstGeom prst="rect">
            <a:avLst/>
          </a:prstGeom>
          <a:solidFill>
            <a:srgbClr val="F2A6B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92730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8168435" y="365760"/>
            <a:ext cx="3657508" cy="6126480"/>
          </a:xfrm>
          <a:prstGeom prst="rect">
            <a:avLst/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우리 가족 소개를 마칩니다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읽어 주셔서 고맙습니다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대 가족 가족 소개">
  <a:themeElements>
    <a:clrScheme name="Office">
      <a:dk1>
        <a:sysClr val="windowText" lastClr="000000"/>
      </a:dk1>
      <a:lt1>
        <a:sysClr val="window" lastClr="FFFFFF"/>
      </a:lt1>
      <a:dk2>
        <a:srgbClr val="492730"/>
      </a:dk2>
      <a:lt2>
        <a:srgbClr val="FDEAEF"/>
      </a:lt2>
      <a:accent1>
        <a:srgbClr val="ED97AC"/>
      </a:accent1>
      <a:accent2>
        <a:srgbClr val="F3C6BA"/>
      </a:accent2>
      <a:accent3>
        <a:srgbClr val="492730"/>
      </a:accent3>
      <a:accent4>
        <a:srgbClr val="FAD1DB"/>
      </a:accent4>
      <a:accent5>
        <a:srgbClr val="F0AEB3"/>
      </a:accent5>
      <a:accent6>
        <a:srgbClr val="927D83"/>
      </a:accent6>
      <a:hlink>
        <a:srgbClr val="ED97AC"/>
      </a:hlink>
      <a:folHlink>
        <a:srgbClr val="492730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3대 가족 가족 소개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