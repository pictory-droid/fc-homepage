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4115F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4115F"/>
                </a:solidFill>
              </a:rPr>
              <a:t>수국 화단 옆에 앉아 있던 모습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반려동물과 함께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BD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4D26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4115F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285189" y="1554480"/>
            <a:ext cx="2194560" cy="2194560"/>
          </a:xfrm>
          <a:prstGeom prst="ellipse">
            <a:avLst/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4115F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4115F"/>
                </a:solidFill>
              </a:rPr>
              <a:t>보호자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2976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998567" y="1554480"/>
            <a:ext cx="2194560" cy="2194560"/>
          </a:xfrm>
          <a:prstGeom prst="ellipse">
            <a:avLst/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4115F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3458" y="38404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4115F"/>
                </a:solidFill>
              </a:rPr>
              <a:t>보호자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4898" y="42976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711946" y="1554480"/>
            <a:ext cx="2194560" cy="2194560"/>
          </a:xfrm>
          <a:prstGeom prst="ellipse">
            <a:avLst/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4115F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6836" y="38404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4115F"/>
                </a:solidFill>
              </a:rPr>
              <a:t>우리 반려동물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42976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BD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4D26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4115F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291840"/>
            <a:ext cx="10911535" cy="54864"/>
          </a:xfrm>
          <a:prstGeom prst="rect">
            <a:avLst/>
          </a:prstGeom>
          <a:solidFill>
            <a:srgbClr val="DBD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08960"/>
            <a:ext cx="402336" cy="402336"/>
          </a:xfrm>
          <a:prstGeom prst="ellipse">
            <a:avLst/>
          </a:prstGeom>
          <a:solidFill>
            <a:srgbClr val="4D26C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D26C5"/>
                </a:solidFill>
              </a:rPr>
              <a:t>처음 만난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4115F"/>
                </a:solidFill>
              </a:rPr>
              <a:t>우리의 인연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입양하던 날의 이야기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08960"/>
            <a:ext cx="402336" cy="402336"/>
          </a:xfrm>
          <a:prstGeom prst="ellipse">
            <a:avLst/>
          </a:prstGeom>
          <a:solidFill>
            <a:srgbClr val="4D26C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D26C5"/>
                </a:solidFill>
              </a:rPr>
              <a:t>첫 산책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4115F"/>
                </a:solidFill>
              </a:rPr>
              <a:t>함께한 첫 걸음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08960"/>
            <a:ext cx="402336" cy="402336"/>
          </a:xfrm>
          <a:prstGeom prst="ellipse">
            <a:avLst/>
          </a:prstGeom>
          <a:solidFill>
            <a:srgbClr val="4D26C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D26C5"/>
                </a:solidFill>
              </a:rPr>
              <a:t>가장 웃었던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4115F"/>
                </a:solidFill>
              </a:rPr>
              <a:t>잊지 못할 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사진으로 남겨 두세요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08960"/>
            <a:ext cx="402336" cy="402336"/>
          </a:xfrm>
          <a:prstGeom prst="ellipse">
            <a:avLst/>
          </a:prstGeom>
          <a:solidFill>
            <a:srgbClr val="4D26C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D26C5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4115F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BD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4D26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4115F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554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EEFC"/>
          </a:solidFill>
          <a:ln w="12700">
            <a:solidFill>
              <a:srgbClr val="DBD1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4D26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4115F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산책은 하루도 거르지 않기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697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EEFC"/>
          </a:solidFill>
          <a:ln w="12700">
            <a:solidFill>
              <a:srgbClr val="DBD1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2971800"/>
            <a:ext cx="457200" cy="457200"/>
          </a:xfrm>
          <a:prstGeom prst="ellipse">
            <a:avLst/>
          </a:prstGeom>
          <a:solidFill>
            <a:srgbClr val="4D26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4115F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43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건강 검진 날짜 챙기기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840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EEFC"/>
          </a:solidFill>
          <a:ln w="12700">
            <a:solidFill>
              <a:srgbClr val="DBD1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4D26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4115F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886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BD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4D26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4115F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4115F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4115F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4115F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4115F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4115F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4115F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4115F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4115F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24115F"/>
      </a:dk2>
      <a:lt2>
        <a:srgbClr val="F1EEFC"/>
      </a:lt2>
      <a:accent1>
        <a:srgbClr val="4D26C5"/>
      </a:accent1>
      <a:accent2>
        <a:srgbClr val="209DB6"/>
      </a:accent2>
      <a:accent3>
        <a:srgbClr val="24115F"/>
      </a:accent3>
      <a:accent4>
        <a:srgbClr val="DBD1FA"/>
      </a:accent4>
      <a:accent5>
        <a:srgbClr val="3662BE"/>
      </a:accent5>
      <a:accent6>
        <a:srgbClr val="7C709F"/>
      </a:accent6>
      <a:hlink>
        <a:srgbClr val="4D26C5"/>
      </a:hlink>
      <a:folHlink>
        <a:srgbClr val="24115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