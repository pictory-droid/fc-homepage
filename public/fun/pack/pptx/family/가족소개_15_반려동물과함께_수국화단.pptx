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8A5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027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가족을 소개합니다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수국 화단 옆에 앉아 있던 모습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반려동물과 함께 · 날짜 입력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구성원</a:t>
            </a:r>
          </a:p>
        </p:txBody>
      </p:sp>
      <p:sp>
        <p:nvSpPr>
          <p:cNvPr id="6" name="사진 자리"/>
          <p:cNvSpPr/>
          <p:nvPr/>
        </p:nvSpPr>
        <p:spPr>
          <a:xfrm>
            <a:off x="1239469" y="1783080"/>
            <a:ext cx="2286000" cy="2286000"/>
          </a:xfrm>
          <a:prstGeom prst="ellipse">
            <a:avLst/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02749"/>
                </a:solidFill>
              </a:rPr>
              <a:t>보호자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952847" y="1783080"/>
            <a:ext cx="2286000" cy="2286000"/>
          </a:xfrm>
          <a:prstGeom prst="ellipse">
            <a:avLst/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53458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02749"/>
                </a:solidFill>
              </a:rPr>
              <a:t>보호자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4898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반려동물에게 한마디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666226" y="1783080"/>
            <a:ext cx="2286000" cy="2286000"/>
          </a:xfrm>
          <a:prstGeom prst="ellipse">
            <a:avLst/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66836" y="4160520"/>
            <a:ext cx="348477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02749"/>
                </a:solidFill>
              </a:rPr>
              <a:t>우리 반려동물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8276" y="4617720"/>
            <a:ext cx="3301898" cy="17373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것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특징 · 성격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 이야기</a:t>
            </a:r>
          </a:p>
        </p:txBody>
      </p:sp>
      <p:sp>
        <p:nvSpPr>
          <p:cNvPr id="6" name="타임라인 선"/>
          <p:cNvSpPr/>
          <p:nvPr/>
        </p:nvSpPr>
        <p:spPr>
          <a:xfrm>
            <a:off x="640080" y="3520440"/>
            <a:ext cx="10911535" cy="54864"/>
          </a:xfrm>
          <a:prstGeom prst="rect">
            <a:avLst/>
          </a:prstGeom>
          <a:solidFill>
            <a:srgbClr val="DBD1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때 1"/>
          <p:cNvSpPr/>
          <p:nvPr/>
        </p:nvSpPr>
        <p:spPr>
          <a:xfrm>
            <a:off x="1802853" y="3337560"/>
            <a:ext cx="402336" cy="402336"/>
          </a:xfrm>
          <a:prstGeom prst="ellipse">
            <a:avLst/>
          </a:prstGeom>
          <a:solidFill>
            <a:srgbClr val="977B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7BEA"/>
                </a:solidFill>
              </a:rPr>
              <a:t>처음 만난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우리의 인연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19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입양하던 날의 이야기</a:t>
            </a:r>
          </a:p>
        </p:txBody>
      </p:sp>
      <p:sp>
        <p:nvSpPr>
          <p:cNvPr id="11" name="때 2"/>
          <p:cNvSpPr/>
          <p:nvPr/>
        </p:nvSpPr>
        <p:spPr>
          <a:xfrm>
            <a:off x="4530737" y="3337560"/>
            <a:ext cx="402336" cy="402336"/>
          </a:xfrm>
          <a:prstGeom prst="ellipse">
            <a:avLst/>
          </a:prstGeom>
          <a:solidFill>
            <a:srgbClr val="977B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3683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7BEA"/>
                </a:solidFill>
              </a:rPr>
              <a:t>첫 산책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9403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함께한 첫 걸음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03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그날의 기억을 적어요</a:t>
            </a:r>
          </a:p>
        </p:txBody>
      </p:sp>
      <p:sp>
        <p:nvSpPr>
          <p:cNvPr id="15" name="때 3"/>
          <p:cNvSpPr/>
          <p:nvPr/>
        </p:nvSpPr>
        <p:spPr>
          <a:xfrm>
            <a:off x="7258621" y="3337560"/>
            <a:ext cx="402336" cy="402336"/>
          </a:xfrm>
          <a:prstGeom prst="ellipse">
            <a:avLst/>
          </a:prstGeom>
          <a:solidFill>
            <a:srgbClr val="977B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1567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7BEA"/>
                </a:solidFill>
              </a:rPr>
              <a:t>가장 웃었던 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잊지 못할 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7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사진으로 남겨 두세요</a:t>
            </a:r>
          </a:p>
        </p:txBody>
      </p:sp>
      <p:sp>
        <p:nvSpPr>
          <p:cNvPr id="19" name="때 4"/>
          <p:cNvSpPr/>
          <p:nvPr/>
        </p:nvSpPr>
        <p:spPr>
          <a:xfrm>
            <a:off x="9986505" y="3337560"/>
            <a:ext cx="402336" cy="402336"/>
          </a:xfrm>
          <a:prstGeom prst="ellipse">
            <a:avLst/>
          </a:prstGeom>
          <a:solidFill>
            <a:srgbClr val="977BEA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451" y="269748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977BEA"/>
                </a:solidFill>
              </a:rPr>
              <a:t>지금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171" y="388620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오늘의 우리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171" y="438912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우리 가족의 약속</a:t>
            </a:r>
          </a:p>
        </p:txBody>
      </p:sp>
      <p:sp>
        <p:nvSpPr>
          <p:cNvPr id="6" name="줄 1"/>
          <p:cNvSpPr/>
          <p:nvPr/>
        </p:nvSpPr>
        <p:spPr>
          <a:xfrm>
            <a:off x="640080" y="1783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7B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 txBox="1"/>
          <p:nvPr/>
        </p:nvSpPr>
        <p:spPr>
          <a:xfrm>
            <a:off x="731519" y="2011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7BEA"/>
                </a:solidFill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28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약속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828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산책은 하루도 거르지 않기</a:t>
            </a:r>
          </a:p>
        </p:txBody>
      </p:sp>
      <p:sp>
        <p:nvSpPr>
          <p:cNvPr id="10" name="줄 2"/>
          <p:cNvSpPr/>
          <p:nvPr/>
        </p:nvSpPr>
        <p:spPr>
          <a:xfrm>
            <a:off x="640080" y="2926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7B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 txBox="1"/>
          <p:nvPr/>
        </p:nvSpPr>
        <p:spPr>
          <a:xfrm>
            <a:off x="731519" y="3154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7BEA"/>
                </a:solidFill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971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약속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971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건강 검진 날짜 챙기기</a:t>
            </a:r>
          </a:p>
        </p:txBody>
      </p:sp>
      <p:sp>
        <p:nvSpPr>
          <p:cNvPr id="14" name="줄 3"/>
          <p:cNvSpPr/>
          <p:nvPr/>
        </p:nvSpPr>
        <p:spPr>
          <a:xfrm>
            <a:off x="640080" y="4069080"/>
            <a:ext cx="10911535" cy="1005840"/>
          </a:xfrm>
          <a:prstGeom prst="roundRect">
            <a:avLst>
              <a:gd name="adj" fmla="val 7000"/>
            </a:avLst>
          </a:prstGeom>
          <a:noFill/>
          <a:ln w="15875">
            <a:solidFill>
              <a:srgbClr val="977B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 txBox="1"/>
          <p:nvPr/>
        </p:nvSpPr>
        <p:spPr>
          <a:xfrm>
            <a:off x="731519" y="4297680"/>
            <a:ext cx="914400" cy="54864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977BEA"/>
                </a:solidFill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41148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02749"/>
                </a:solidFill>
              </a:rPr>
              <a:t>약속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411480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많이 안아 주고 많이 칭찬하기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포인트"/>
          <p:cNvSpPr/>
          <p:nvPr/>
        </p:nvSpPr>
        <p:spPr>
          <a:xfrm>
            <a:off x="5958687" y="246888"/>
            <a:ext cx="274320" cy="27432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684367" y="1572768"/>
            <a:ext cx="822960" cy="22860"/>
          </a:xfrm>
          <a:prstGeom prst="rect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상단 라벨"/>
          <p:cNvSpPr txBox="1"/>
          <p:nvPr/>
        </p:nvSpPr>
        <p:spPr>
          <a:xfrm>
            <a:off x="640080" y="182880"/>
            <a:ext cx="36576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800" b="1" i="0" spc="250">
                <a:solidFill>
                  <a:srgbClr val="8E8780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4008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가족 사진</a:t>
            </a:r>
          </a:p>
        </p:txBody>
      </p:sp>
      <p:sp>
        <p:nvSpPr>
          <p:cNvPr id="6" name="사진 자리"/>
          <p:cNvSpPr/>
          <p:nvPr/>
        </p:nvSpPr>
        <p:spPr>
          <a:xfrm>
            <a:off x="640080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1</a:t>
            </a:r>
          </a:p>
        </p:txBody>
      </p:sp>
      <p:sp>
        <p:nvSpPr>
          <p:cNvPr id="7" name="사진 자리"/>
          <p:cNvSpPr/>
          <p:nvPr/>
        </p:nvSpPr>
        <p:spPr>
          <a:xfrm>
            <a:off x="4338218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2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036356" y="178308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3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4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4338218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5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036356" y="4160520"/>
            <a:ext cx="3515258" cy="2194560"/>
          </a:xfrm>
          <a:prstGeom prst="roundRect">
            <a:avLst>
              <a:gd name="adj" fmla="val 6000"/>
            </a:avLst>
          </a:prstGeom>
          <a:solidFill>
            <a:srgbClr val="DBD1FA"/>
          </a:solidFill>
          <a:ln w="19050">
            <a:noFill/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E8780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사진 자리"/>
          <p:cNvSpPr/>
          <p:nvPr/>
        </p:nvSpPr>
        <p:spPr>
          <a:xfrm>
            <a:off x="1463003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B8A5F3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302749"/>
                </a:solidFill>
              </a:rPr>
              <a:t>사진을 넣어 주세요</a:t>
            </a:r>
          </a:p>
        </p:txBody>
      </p:sp>
      <p:sp>
        <p:nvSpPr>
          <p:cNvPr id="4" name="장식"/>
          <p:cNvSpPr/>
          <p:nvPr/>
        </p:nvSpPr>
        <p:spPr>
          <a:xfrm>
            <a:off x="4358505" y="4251960"/>
            <a:ext cx="1005840" cy="100584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6827349" y="2148840"/>
            <a:ext cx="4632844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FAMILY ALBUM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7349" y="2606040"/>
            <a:ext cx="4632844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26231F"/>
                </a:solidFill>
              </a:rPr>
              <a:t>우리 가족 소개를 마칩니다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6827349" y="3886200"/>
            <a:ext cx="4632844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6231F"/>
                </a:solidFill>
              </a:rPr>
              <a:t>읽어 주셔서 고맙습니다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6827349" y="4754880"/>
            <a:ext cx="4632844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26231F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반려동물과 함께 가족 소개">
  <a:themeElements>
    <a:clrScheme name="Office">
      <a:dk1>
        <a:sysClr val="windowText" lastClr="000000"/>
      </a:dk1>
      <a:lt1>
        <a:sysClr val="window" lastClr="FFFFFF"/>
      </a:lt1>
      <a:dk2>
        <a:srgbClr val="302749"/>
      </a:dk2>
      <a:lt2>
        <a:srgbClr val="EFEAFD"/>
      </a:lt2>
      <a:accent1>
        <a:srgbClr val="977BEA"/>
      </a:accent1>
      <a:accent2>
        <a:srgbClr val="D89FEF"/>
      </a:accent2>
      <a:accent3>
        <a:srgbClr val="302749"/>
      </a:accent3>
      <a:accent4>
        <a:srgbClr val="DBD1FA"/>
      </a:accent4>
      <a:accent5>
        <a:srgbClr val="B88DEC"/>
      </a:accent5>
      <a:accent6>
        <a:srgbClr val="837D92"/>
      </a:accent6>
      <a:hlink>
        <a:srgbClr val="977BEA"/>
      </a:hlink>
      <a:folHlink>
        <a:srgbClr val="3027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반려동물과 함께 가족 소개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