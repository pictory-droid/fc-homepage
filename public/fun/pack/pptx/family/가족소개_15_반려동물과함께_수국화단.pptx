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7347F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7347F"/>
                </a:solidFill>
              </a:rPr>
              <a:t>수국 화단 옆에 앉아 있던 모습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285189" y="1554480"/>
            <a:ext cx="2194560" cy="2194560"/>
          </a:xfrm>
          <a:prstGeom prst="ellipse">
            <a:avLst/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7347F"/>
                </a:solidFill>
              </a:rPr>
              <a:t>보호자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297679"/>
            <a:ext cx="3301898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998567" y="1554480"/>
            <a:ext cx="2194560" cy="2194560"/>
          </a:xfrm>
          <a:prstGeom prst="ellipse">
            <a:avLst/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3458" y="384047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7347F"/>
                </a:solidFill>
              </a:rPr>
              <a:t>보호자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4898" y="4297679"/>
            <a:ext cx="3301898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711946" y="1554480"/>
            <a:ext cx="2194560" cy="2194560"/>
          </a:xfrm>
          <a:prstGeom prst="ellipse">
            <a:avLst/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6836" y="384047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7347F"/>
                </a:solidFill>
              </a:rPr>
              <a:t>우리 반려동물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8276" y="4297679"/>
            <a:ext cx="3301898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291840"/>
            <a:ext cx="10911535" cy="54864"/>
          </a:xfrm>
          <a:prstGeom prst="rect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08960"/>
            <a:ext cx="402336" cy="402336"/>
          </a:xfrm>
          <a:prstGeom prst="ellipse">
            <a:avLst/>
          </a:prstGeom>
          <a:solidFill>
            <a:srgbClr val="745CB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CBC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우리의 인연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08960"/>
            <a:ext cx="402336" cy="402336"/>
          </a:xfrm>
          <a:prstGeom prst="ellipse">
            <a:avLst/>
          </a:prstGeom>
          <a:solidFill>
            <a:srgbClr val="745CB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CBC"/>
                </a:solidFill>
              </a:rPr>
              <a:t>첫 산책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함께한 첫 걸음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08960"/>
            <a:ext cx="402336" cy="402336"/>
          </a:xfrm>
          <a:prstGeom prst="ellipse">
            <a:avLst/>
          </a:prstGeom>
          <a:solidFill>
            <a:srgbClr val="745CB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CBC"/>
                </a:solidFill>
              </a:rPr>
              <a:t>가장 웃었던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잊지 못할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08960"/>
            <a:ext cx="402336" cy="402336"/>
          </a:xfrm>
          <a:prstGeom prst="ellipse">
            <a:avLst/>
          </a:prstGeom>
          <a:solidFill>
            <a:srgbClr val="745CB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45CBC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2700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97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2700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97180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43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40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2700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886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9D2EF"/>
          </a:solidFill>
          <a:ln w="19050">
            <a:solidFill>
              <a:srgbClr val="745CB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7347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7347F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7347F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47347F"/>
      </a:dk2>
      <a:lt2>
        <a:srgbClr val="F3F1F9"/>
      </a:lt2>
      <a:accent1>
        <a:srgbClr val="745CBC"/>
      </a:accent1>
      <a:accent2>
        <a:srgbClr val="917B3B"/>
      </a:accent2>
      <a:accent3>
        <a:srgbClr val="47347F"/>
      </a:accent3>
      <a:accent4>
        <a:srgbClr val="D9D2EF"/>
      </a:accent4>
      <a:accent5>
        <a:srgbClr val="826C7C"/>
      </a:accent5>
      <a:accent6>
        <a:srgbClr val="9185B2"/>
      </a:accent6>
      <a:hlink>
        <a:srgbClr val="745CBC"/>
      </a:hlink>
      <a:folHlink>
        <a:srgbClr val="47347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