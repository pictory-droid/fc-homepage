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EBD0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A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붕어빵 냄새에 멈춰 선 산책길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반려동물과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109728"/>
          </a:xfrm>
          <a:prstGeom prst="wav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239469" y="1783080"/>
            <a:ext cx="2286000" cy="2286000"/>
          </a:xfrm>
          <a:prstGeom prst="ellipse">
            <a:avLst/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A27"/>
                </a:solidFill>
              </a:rPr>
              <a:t>보호자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952847" y="1783080"/>
            <a:ext cx="2286000" cy="2286000"/>
          </a:xfrm>
          <a:prstGeom prst="ellipse">
            <a:avLst/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A27"/>
                </a:solidFill>
              </a:rPr>
              <a:t>보호자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66226" y="1783080"/>
            <a:ext cx="2286000" cy="2286000"/>
          </a:xfrm>
          <a:prstGeom prst="ellipse">
            <a:avLst/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A27"/>
                </a:solidFill>
              </a:rPr>
              <a:t>우리 반려동물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109728"/>
          </a:xfrm>
          <a:prstGeom prst="wav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8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1C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298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우리의 인연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입양하던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1C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298"/>
                </a:solidFill>
              </a:rPr>
              <a:t>첫 산책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함께한 첫 걸음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1C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298"/>
                </a:solidFill>
              </a:rPr>
              <a:t>가장 웃었던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잊지 못할 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사진으로 남겨 두세요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1C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298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109728"/>
          </a:xfrm>
          <a:prstGeom prst="wav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D0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2011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C29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산책은 하루도 거르지 않기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D0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731519" y="3154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C298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건강 검진 날짜 챙기기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D0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731519" y="4297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C298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109728"/>
          </a:xfrm>
          <a:prstGeom prst="wav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8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EBD0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A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493A27"/>
      </a:dk2>
      <a:lt2>
        <a:srgbClr val="FBF5EC"/>
      </a:lt2>
      <a:accent1>
        <a:srgbClr val="E1C298"/>
      </a:accent1>
      <a:accent2>
        <a:srgbClr val="E9EAB8"/>
      </a:accent2>
      <a:accent3>
        <a:srgbClr val="493A27"/>
      </a:accent3>
      <a:accent4>
        <a:srgbClr val="F6E8D5"/>
      </a:accent4>
      <a:accent5>
        <a:srgbClr val="E5D6A8"/>
      </a:accent5>
      <a:accent6>
        <a:srgbClr val="92897D"/>
      </a:accent6>
      <a:hlink>
        <a:srgbClr val="E1C298"/>
      </a:hlink>
      <a:folHlink>
        <a:srgbClr val="493A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