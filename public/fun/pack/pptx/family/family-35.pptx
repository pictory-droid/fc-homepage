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57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EFE0D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639423" y="467436"/>
            <a:ext cx="145927" cy="14592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278460" y="715600"/>
            <a:ext cx="262036" cy="26203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505186" y="1471598"/>
            <a:ext cx="326739" cy="326739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124093" y="2182998"/>
            <a:ext cx="186392" cy="186392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370844" y="1800461"/>
            <a:ext cx="164409" cy="164409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692994" y="464431"/>
            <a:ext cx="212011" cy="212011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781285" y="1454819"/>
            <a:ext cx="236418" cy="236418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857074" y="1810825"/>
            <a:ext cx="286929" cy="286929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641233" y="2077086"/>
            <a:ext cx="231738" cy="231738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683233" y="984970"/>
            <a:ext cx="224886" cy="224886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438449" y="1883540"/>
            <a:ext cx="219837" cy="219837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3A2918"/>
                </a:solidFill>
              </a:rPr>
              <a:t>우리 가족을 소개합니다</a:t>
            </a:r>
          </a:p>
        </p:txBody>
      </p:sp>
      <p:sp>
        <p:nvSpPr>
          <p:cNvPr id="15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3A2918"/>
                </a:solidFill>
              </a:rPr>
              <a:t>밤을 주우며 웃던 가을 아침</a:t>
            </a:r>
          </a:p>
        </p:txBody>
      </p:sp>
      <p:sp>
        <p:nvSpPr>
          <p:cNvPr id="16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반려동물과 함께 · 2026.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304961" y="419706"/>
            <a:ext cx="81071" cy="8107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04426" y="557575"/>
            <a:ext cx="145576" cy="14557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30385" y="977574"/>
            <a:ext cx="181522" cy="181522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18667" y="1372796"/>
            <a:ext cx="103551" cy="10355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55751" y="1160276"/>
            <a:ext cx="91338" cy="91338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79167" y="418037"/>
            <a:ext cx="117784" cy="117784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383773" y="968252"/>
            <a:ext cx="131343" cy="131343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425878" y="1166034"/>
            <a:ext cx="159405" cy="159405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750412" y="1313957"/>
            <a:ext cx="128743" cy="128743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773744" y="707225"/>
            <a:ext cx="124937" cy="12493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637753" y="1206431"/>
            <a:ext cx="122131" cy="122131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가족 구성원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1308049" y="1554480"/>
            <a:ext cx="2331720" cy="2331720"/>
          </a:xfrm>
          <a:prstGeom prst="ellipse">
            <a:avLst/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977639"/>
            <a:ext cx="339333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A2918"/>
                </a:solidFill>
              </a:rPr>
              <a:t>보호자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434840"/>
            <a:ext cx="3210458" cy="17830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4929987" y="1554480"/>
            <a:ext cx="2331720" cy="2331720"/>
          </a:xfrm>
          <a:prstGeom prst="ellipse">
            <a:avLst/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99178" y="3977639"/>
            <a:ext cx="339333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A2918"/>
                </a:solidFill>
              </a:rPr>
              <a:t>보호자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0618" y="4434840"/>
            <a:ext cx="3210458" cy="17830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하는 일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반려동물에게 한마디</a:t>
            </a:r>
          </a:p>
        </p:txBody>
      </p:sp>
      <p:sp>
        <p:nvSpPr>
          <p:cNvPr id="21" name="사진 자리"/>
          <p:cNvSpPr/>
          <p:nvPr/>
        </p:nvSpPr>
        <p:spPr>
          <a:xfrm>
            <a:off x="8551926" y="1554480"/>
            <a:ext cx="2331720" cy="2331720"/>
          </a:xfrm>
          <a:prstGeom prst="ellipse">
            <a:avLst/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1116" y="3977639"/>
            <a:ext cx="3393338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3A2918"/>
                </a:solidFill>
              </a:rPr>
              <a:t>우리 반려동물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2556" y="4434840"/>
            <a:ext cx="3210458" cy="17830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특징 · 성격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304961" y="419706"/>
            <a:ext cx="81071" cy="8107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04426" y="557575"/>
            <a:ext cx="145576" cy="14557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30385" y="977574"/>
            <a:ext cx="181522" cy="181522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18667" y="1372796"/>
            <a:ext cx="103551" cy="10355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55751" y="1160276"/>
            <a:ext cx="91338" cy="91338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79167" y="418037"/>
            <a:ext cx="117784" cy="117784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383773" y="968252"/>
            <a:ext cx="131343" cy="131343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425878" y="1166034"/>
            <a:ext cx="159405" cy="159405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750412" y="1313957"/>
            <a:ext cx="128743" cy="128743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773744" y="707225"/>
            <a:ext cx="124937" cy="12493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637753" y="1206431"/>
            <a:ext cx="122131" cy="122131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우리 가족 이야기</a:t>
            </a:r>
          </a:p>
        </p:txBody>
      </p:sp>
      <p:sp>
        <p:nvSpPr>
          <p:cNvPr id="15" name="타임라인 선"/>
          <p:cNvSpPr/>
          <p:nvPr/>
        </p:nvSpPr>
        <p:spPr>
          <a:xfrm>
            <a:off x="777240" y="3291840"/>
            <a:ext cx="10637215" cy="54864"/>
          </a:xfrm>
          <a:prstGeom prst="rect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때 1"/>
          <p:cNvSpPr/>
          <p:nvPr/>
        </p:nvSpPr>
        <p:spPr>
          <a:xfrm>
            <a:off x="1905723" y="3108960"/>
            <a:ext cx="402336" cy="402336"/>
          </a:xfrm>
          <a:prstGeom prst="ellipse">
            <a:avLst/>
          </a:prstGeom>
          <a:solidFill>
            <a:srgbClr val="7B573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59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5732"/>
                </a:solidFill>
              </a:rPr>
              <a:t>처음 만난 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79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우리의 인연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79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입양하던 날의 이야기</a:t>
            </a:r>
          </a:p>
        </p:txBody>
      </p:sp>
      <p:sp>
        <p:nvSpPr>
          <p:cNvPr id="20" name="때 2"/>
          <p:cNvSpPr/>
          <p:nvPr/>
        </p:nvSpPr>
        <p:spPr>
          <a:xfrm>
            <a:off x="4565027" y="3108960"/>
            <a:ext cx="402336" cy="402336"/>
          </a:xfrm>
          <a:prstGeom prst="ellipse">
            <a:avLst/>
          </a:prstGeom>
          <a:solidFill>
            <a:srgbClr val="7B573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82263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5732"/>
                </a:solidFill>
              </a:rPr>
              <a:t>첫 산책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7983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함께한 첫 걸음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7983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24" name="때 3"/>
          <p:cNvSpPr/>
          <p:nvPr/>
        </p:nvSpPr>
        <p:spPr>
          <a:xfrm>
            <a:off x="7224331" y="3108960"/>
            <a:ext cx="402336" cy="402336"/>
          </a:xfrm>
          <a:prstGeom prst="ellipse">
            <a:avLst/>
          </a:prstGeom>
          <a:solidFill>
            <a:srgbClr val="7B573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41567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5732"/>
                </a:solidFill>
              </a:rPr>
              <a:t>가장 웃었던 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87287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잊지 못할 순간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87287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사진으로 남겨 두세요</a:t>
            </a:r>
          </a:p>
        </p:txBody>
      </p:sp>
      <p:sp>
        <p:nvSpPr>
          <p:cNvPr id="28" name="때 4"/>
          <p:cNvSpPr/>
          <p:nvPr/>
        </p:nvSpPr>
        <p:spPr>
          <a:xfrm>
            <a:off x="9883635" y="3108960"/>
            <a:ext cx="402336" cy="402336"/>
          </a:xfrm>
          <a:prstGeom prst="ellipse">
            <a:avLst/>
          </a:prstGeom>
          <a:solidFill>
            <a:srgbClr val="7B5732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00871" y="2468880"/>
            <a:ext cx="256786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7B5732"/>
                </a:solidFill>
              </a:rPr>
              <a:t>지금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46591" y="3657600"/>
            <a:ext cx="247642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오늘의 우리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46591" y="4160520"/>
            <a:ext cx="247642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304961" y="419706"/>
            <a:ext cx="81071" cy="8107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04426" y="557575"/>
            <a:ext cx="145576" cy="14557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30385" y="977574"/>
            <a:ext cx="181522" cy="181522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18667" y="1372796"/>
            <a:ext cx="103551" cy="10355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55751" y="1160276"/>
            <a:ext cx="91338" cy="91338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79167" y="418037"/>
            <a:ext cx="117784" cy="117784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383773" y="968252"/>
            <a:ext cx="131343" cy="131343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425878" y="1166034"/>
            <a:ext cx="159405" cy="159405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750412" y="1313957"/>
            <a:ext cx="128743" cy="128743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773744" y="707225"/>
            <a:ext cx="124937" cy="12493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637753" y="1206431"/>
            <a:ext cx="122131" cy="122131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우리 가족의 약속</a:t>
            </a:r>
          </a:p>
        </p:txBody>
      </p:sp>
      <p:sp>
        <p:nvSpPr>
          <p:cNvPr id="15" name="줄 1"/>
          <p:cNvSpPr/>
          <p:nvPr/>
        </p:nvSpPr>
        <p:spPr>
          <a:xfrm>
            <a:off x="777240" y="155448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2700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번호 1"/>
          <p:cNvSpPr/>
          <p:nvPr/>
        </p:nvSpPr>
        <p:spPr>
          <a:xfrm>
            <a:off x="960120" y="182880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19" y="1600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약속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160020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산책은 하루도 거르지 않기</a:t>
            </a:r>
          </a:p>
        </p:txBody>
      </p:sp>
      <p:sp>
        <p:nvSpPr>
          <p:cNvPr id="19" name="줄 2"/>
          <p:cNvSpPr/>
          <p:nvPr/>
        </p:nvSpPr>
        <p:spPr>
          <a:xfrm>
            <a:off x="777240" y="269748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2700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번호 2"/>
          <p:cNvSpPr/>
          <p:nvPr/>
        </p:nvSpPr>
        <p:spPr>
          <a:xfrm>
            <a:off x="960120" y="297180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19" y="2743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약속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274320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건강 검진 날짜 챙기기</a:t>
            </a:r>
          </a:p>
        </p:txBody>
      </p:sp>
      <p:sp>
        <p:nvSpPr>
          <p:cNvPr id="23" name="줄 3"/>
          <p:cNvSpPr/>
          <p:nvPr/>
        </p:nvSpPr>
        <p:spPr>
          <a:xfrm>
            <a:off x="777240" y="3840480"/>
            <a:ext cx="10637215" cy="1005840"/>
          </a:xfrm>
          <a:prstGeom prst="roundRect">
            <a:avLst>
              <a:gd name="adj" fmla="val 8000"/>
            </a:avLst>
          </a:prstGeom>
          <a:solidFill>
            <a:srgbClr val="F9F5F1"/>
          </a:solidFill>
          <a:ln w="12700">
            <a:solidFill>
              <a:srgbClr val="EFE0D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번호 3"/>
          <p:cNvSpPr/>
          <p:nvPr/>
        </p:nvSpPr>
        <p:spPr>
          <a:xfrm>
            <a:off x="960120" y="4114800"/>
            <a:ext cx="457200" cy="457200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45919" y="38862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2918"/>
                </a:solidFill>
              </a:rPr>
              <a:t>약속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886200"/>
            <a:ext cx="679673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많이 안아 주고 많이 칭찬하기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0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7B573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304961" y="419706"/>
            <a:ext cx="81071" cy="8107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104426" y="557575"/>
            <a:ext cx="145576" cy="14557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230385" y="977574"/>
            <a:ext cx="181522" cy="181522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018667" y="1372796"/>
            <a:ext cx="103551" cy="103551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11155751" y="1160276"/>
            <a:ext cx="91338" cy="91338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10779167" y="418037"/>
            <a:ext cx="117784" cy="117784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11383773" y="968252"/>
            <a:ext cx="131343" cy="131343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11425878" y="1166034"/>
            <a:ext cx="159405" cy="159405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10750412" y="1313957"/>
            <a:ext cx="128743" cy="128743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10773744" y="707225"/>
            <a:ext cx="124937" cy="12493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10637753" y="1206431"/>
            <a:ext cx="122131" cy="122131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2918"/>
                </a:solidFill>
              </a:rPr>
              <a:t>가족 사진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777240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1</a:t>
            </a:r>
          </a:p>
        </p:txBody>
      </p:sp>
      <p:sp>
        <p:nvSpPr>
          <p:cNvPr id="16" name="사진 자리"/>
          <p:cNvSpPr/>
          <p:nvPr/>
        </p:nvSpPr>
        <p:spPr>
          <a:xfrm>
            <a:off x="4383938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2</a:t>
            </a:r>
          </a:p>
        </p:txBody>
      </p:sp>
      <p:sp>
        <p:nvSpPr>
          <p:cNvPr id="17" name="사진 자리"/>
          <p:cNvSpPr/>
          <p:nvPr/>
        </p:nvSpPr>
        <p:spPr>
          <a:xfrm>
            <a:off x="7990636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3</a:t>
            </a:r>
          </a:p>
        </p:txBody>
      </p:sp>
      <p:sp>
        <p:nvSpPr>
          <p:cNvPr id="18" name="사진 자리"/>
          <p:cNvSpPr/>
          <p:nvPr/>
        </p:nvSpPr>
        <p:spPr>
          <a:xfrm>
            <a:off x="777240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4</a:t>
            </a:r>
          </a:p>
        </p:txBody>
      </p:sp>
      <p:sp>
        <p:nvSpPr>
          <p:cNvPr id="19" name="사진 자리"/>
          <p:cNvSpPr/>
          <p:nvPr/>
        </p:nvSpPr>
        <p:spPr>
          <a:xfrm>
            <a:off x="4383938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5</a:t>
            </a:r>
          </a:p>
        </p:txBody>
      </p:sp>
      <p:sp>
        <p:nvSpPr>
          <p:cNvPr id="20" name="사진 자리"/>
          <p:cNvSpPr/>
          <p:nvPr/>
        </p:nvSpPr>
        <p:spPr>
          <a:xfrm>
            <a:off x="7990636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EFE0D2"/>
          </a:solidFill>
          <a:ln w="19050">
            <a:solidFill>
              <a:srgbClr val="7B5732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3A2918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57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502920" y="502920"/>
            <a:ext cx="11185855" cy="5852160"/>
          </a:xfrm>
          <a:prstGeom prst="rect">
            <a:avLst/>
          </a:prstGeom>
          <a:solidFill>
            <a:srgbClr val="FFFFFF"/>
          </a:solidFill>
          <a:ln w="38100">
            <a:solidFill>
              <a:srgbClr val="EFE0D2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6639423" y="467436"/>
            <a:ext cx="145927" cy="145927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6278460" y="715600"/>
            <a:ext cx="262036" cy="262036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6505186" y="1471598"/>
            <a:ext cx="326739" cy="326739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6124093" y="2182998"/>
            <a:ext cx="186392" cy="186392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6370844" y="1800461"/>
            <a:ext cx="164409" cy="164409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>
            <a:off x="5692994" y="464431"/>
            <a:ext cx="212011" cy="212011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장식"/>
          <p:cNvSpPr/>
          <p:nvPr/>
        </p:nvSpPr>
        <p:spPr>
          <a:xfrm>
            <a:off x="6781285" y="1454819"/>
            <a:ext cx="236418" cy="236418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장식"/>
          <p:cNvSpPr/>
          <p:nvPr/>
        </p:nvSpPr>
        <p:spPr>
          <a:xfrm>
            <a:off x="6857074" y="1810825"/>
            <a:ext cx="286929" cy="286929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장식"/>
          <p:cNvSpPr/>
          <p:nvPr/>
        </p:nvSpPr>
        <p:spPr>
          <a:xfrm>
            <a:off x="5641233" y="2077086"/>
            <a:ext cx="231738" cy="231738"/>
          </a:xfrm>
          <a:prstGeom prst="ellipse">
            <a:avLst/>
          </a:prstGeom>
          <a:solidFill>
            <a:srgbClr val="3B91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장식"/>
          <p:cNvSpPr/>
          <p:nvPr/>
        </p:nvSpPr>
        <p:spPr>
          <a:xfrm>
            <a:off x="5683233" y="984970"/>
            <a:ext cx="224886" cy="224886"/>
          </a:xfrm>
          <a:prstGeom prst="ellipse">
            <a:avLst/>
          </a:prstGeom>
          <a:solidFill>
            <a:srgbClr val="7B57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장식"/>
          <p:cNvSpPr/>
          <p:nvPr/>
        </p:nvSpPr>
        <p:spPr>
          <a:xfrm>
            <a:off x="5438449" y="1883540"/>
            <a:ext cx="219837" cy="219837"/>
          </a:xfrm>
          <a:prstGeom prst="ellipse">
            <a:avLst/>
          </a:prstGeom>
          <a:solidFill>
            <a:srgbClr val="EFE0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3A2918"/>
                </a:solidFill>
              </a:rPr>
              <a:t>우리 가족을 소개했어요</a:t>
            </a:r>
          </a:p>
        </p:txBody>
      </p:sp>
      <p:sp>
        <p:nvSpPr>
          <p:cNvPr id="15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3A2918"/>
                </a:solidFill>
              </a:rPr>
              <a:t>함께여서 늘 든든합니다</a:t>
            </a:r>
          </a:p>
        </p:txBody>
      </p:sp>
      <p:sp>
        <p:nvSpPr>
          <p:cNvPr id="16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반려동물과 함께 가족 소개">
  <a:themeElements>
    <a:clrScheme name="Office">
      <a:dk1>
        <a:sysClr val="windowText" lastClr="000000"/>
      </a:dk1>
      <a:lt1>
        <a:sysClr val="window" lastClr="FFFFFF"/>
      </a:lt1>
      <a:dk2>
        <a:srgbClr val="3A2918"/>
      </a:dk2>
      <a:lt2>
        <a:srgbClr val="F9F5F1"/>
      </a:lt2>
      <a:accent1>
        <a:srgbClr val="7B5732"/>
      </a:accent1>
      <a:accent2>
        <a:srgbClr val="3B9191"/>
      </a:accent2>
      <a:accent3>
        <a:srgbClr val="3A2918"/>
      </a:accent3>
      <a:accent4>
        <a:srgbClr val="EFE0D2"/>
      </a:accent4>
      <a:accent5>
        <a:srgbClr val="5B7462"/>
      </a:accent5>
      <a:accent6>
        <a:srgbClr val="897F74"/>
      </a:accent6>
      <a:hlink>
        <a:srgbClr val="7B5732"/>
      </a:hlink>
      <a:folHlink>
        <a:srgbClr val="3A291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반려동물과 함께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