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2315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빨간 우체통 앞에서 기다리던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2315"/>
                </a:solidFill>
              </a:rPr>
              <a:t>보호자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2315"/>
                </a:solidFill>
              </a:rPr>
              <a:t>보호자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B2315"/>
                </a:solidFill>
              </a:rPr>
              <a:t>우리 반려동물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우리의 인연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첫 산책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함께한 첫 걸음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가장 웃었던 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잊지 못할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AE43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4329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BF1EE"/>
          </a:solidFill>
          <a:ln w="1270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2315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2315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F5D4CC"/>
          </a:solidFill>
          <a:ln w="19050">
            <a:solidFill>
              <a:srgbClr val="AE43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2315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2315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2315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5B2315"/>
      </a:dk2>
      <a:lt2>
        <a:srgbClr val="FBF1EE"/>
      </a:lt2>
      <a:accent1>
        <a:srgbClr val="AE4329"/>
      </a:accent1>
      <a:accent2>
        <a:srgbClr val="3B9177"/>
      </a:accent2>
      <a:accent3>
        <a:srgbClr val="5B2315"/>
      </a:accent3>
      <a:accent4>
        <a:srgbClr val="F5D4CC"/>
      </a:accent4>
      <a:accent5>
        <a:srgbClr val="746A50"/>
      </a:accent5>
      <a:accent6>
        <a:srgbClr val="9D7B73"/>
      </a:accent6>
      <a:hlink>
        <a:srgbClr val="AE4329"/>
      </a:hlink>
      <a:folHlink>
        <a:srgbClr val="5B23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