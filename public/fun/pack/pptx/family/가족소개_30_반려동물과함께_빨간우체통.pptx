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B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빨간 우체통 앞에서 기다리던 모습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반려동물과 함께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239469" y="1783080"/>
            <a:ext cx="2286000" cy="2286000"/>
          </a:xfrm>
          <a:prstGeom prst="ellipse">
            <a:avLst/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E27"/>
                </a:solidFill>
              </a:rPr>
              <a:t>보호자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952847" y="1783080"/>
            <a:ext cx="2286000" cy="2286000"/>
          </a:xfrm>
          <a:prstGeom prst="ellipse">
            <a:avLst/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E27"/>
                </a:solidFill>
              </a:rPr>
              <a:t>보호자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4898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666226" y="1783080"/>
            <a:ext cx="2286000" cy="2286000"/>
          </a:xfrm>
          <a:prstGeom prst="ellipse">
            <a:avLst/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E27"/>
                </a:solidFill>
              </a:rPr>
              <a:t>우리 반려동물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DC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우리의 인연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입양하던 날의 이야기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첫 산책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함께한 첫 걸음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가장 웃었던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잊지 못할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사진으로 남겨 두세요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산책은 하루도 거르지 않기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건강 검진 날짜 챙기기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B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492E27"/>
      </a:dk2>
      <a:lt2>
        <a:srgbClr val="FBEFEC"/>
      </a:lt2>
      <a:accent1>
        <a:srgbClr val="D88C79"/>
      </a:accent1>
      <a:accent2>
        <a:srgbClr val="E1C998"/>
      </a:accent2>
      <a:accent3>
        <a:srgbClr val="492E27"/>
      </a:accent3>
      <a:accent4>
        <a:srgbClr val="F6DCD5"/>
      </a:accent4>
      <a:accent5>
        <a:srgbClr val="DCAA88"/>
      </a:accent5>
      <a:accent6>
        <a:srgbClr val="92827D"/>
      </a:accent6>
      <a:hlink>
        <a:srgbClr val="D88C79"/>
      </a:hlink>
      <a:folHlink>
        <a:srgbClr val="492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