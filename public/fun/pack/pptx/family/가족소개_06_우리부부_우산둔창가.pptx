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6D2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B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우산 세워 둔 창가에서 차 한 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우리 부부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2167813" y="1783080"/>
            <a:ext cx="2286000" cy="2286000"/>
          </a:xfrm>
          <a:prstGeom prst="ellipse">
            <a:avLst/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남편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737881" y="1783080"/>
            <a:ext cx="2286000" cy="2286000"/>
          </a:xfrm>
          <a:prstGeom prst="ellipse">
            <a:avLst/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147" y="416052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아내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1587" y="461772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E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C9ED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 만났나요?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C9ED"/>
                </a:solidFill>
              </a:rPr>
              <a:t>결혼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함께 시작한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C9ED"/>
                </a:solidFill>
              </a:rPr>
              <a:t>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우리의 보금자리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이사한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97C9E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7C9ED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786384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BAC0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하루에 한 번 서로 안아 주기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3035808"/>
            <a:ext cx="54864" cy="786384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BAC0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화가 나도 잠자리 전엔 풀기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4178808"/>
            <a:ext cx="54864" cy="786384"/>
          </a:xfrm>
          <a:prstGeom prst="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BAC0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B49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048695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6D2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B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273B49"/>
      </a:dk2>
      <a:lt2>
        <a:srgbClr val="EAF5FD"/>
      </a:lt2>
      <a:accent1>
        <a:srgbClr val="97C9ED"/>
      </a:accent1>
      <a:accent2>
        <a:srgbClr val="BAC0F3"/>
      </a:accent2>
      <a:accent3>
        <a:srgbClr val="273B49"/>
      </a:accent3>
      <a:accent4>
        <a:srgbClr val="D1E9FA"/>
      </a:accent4>
      <a:accent5>
        <a:srgbClr val="A8C4F0"/>
      </a:accent5>
      <a:accent6>
        <a:srgbClr val="7D8992"/>
      </a:accent6>
      <a:hlink>
        <a:srgbClr val="97C9ED"/>
      </a:hlink>
      <a:folHlink>
        <a:srgbClr val="273B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