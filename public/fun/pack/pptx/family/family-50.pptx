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642360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010826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190883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72649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우리 가족을 소개합니다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새해 첫 해돋이를 함께 맞은 가족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가족 구성원</a:t>
            </a:r>
          </a:p>
        </p:txBody>
      </p:sp>
      <p:sp>
        <p:nvSpPr>
          <p:cNvPr id="9" name="사진 자리"/>
          <p:cNvSpPr/>
          <p:nvPr/>
        </p:nvSpPr>
        <p:spPr>
          <a:xfrm>
            <a:off x="1410919" y="1600200"/>
            <a:ext cx="2400300" cy="2400300"/>
          </a:xfrm>
          <a:prstGeom prst="ellipse">
            <a:avLst/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84111"/>
                </a:solidFill>
              </a:rPr>
              <a:t>보호자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5032857" y="1600200"/>
            <a:ext cx="2400300" cy="2400300"/>
          </a:xfrm>
          <a:prstGeom prst="ellipse">
            <a:avLst/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338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84111"/>
                </a:solidFill>
              </a:rPr>
              <a:t>보호자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654796" y="1600200"/>
            <a:ext cx="2400300" cy="2400300"/>
          </a:xfrm>
          <a:prstGeom prst="ellipse">
            <a:avLst/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276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84111"/>
                </a:solidFill>
              </a:rPr>
              <a:t>우리 반려동물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9716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우리 가족 이야기</a:t>
            </a:r>
          </a:p>
        </p:txBody>
      </p:sp>
      <p:sp>
        <p:nvSpPr>
          <p:cNvPr id="9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처음 만난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우리의 인연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4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첫 산책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함께한 첫 걸음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8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가장 웃었던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잊지 못할 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22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E36C1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36C1C"/>
                </a:solidFill>
              </a:rPr>
              <a:t>지금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오늘의 우리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우리 가족의 약속</a:t>
            </a:r>
          </a:p>
        </p:txBody>
      </p:sp>
      <p:sp>
        <p:nvSpPr>
          <p:cNvPr id="9" name="줄 1"/>
          <p:cNvSpPr/>
          <p:nvPr/>
        </p:nvSpPr>
        <p:spPr>
          <a:xfrm>
            <a:off x="914400" y="1600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97280" y="1874519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약속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13" name="줄 2"/>
          <p:cNvSpPr/>
          <p:nvPr/>
        </p:nvSpPr>
        <p:spPr>
          <a:xfrm>
            <a:off x="914400" y="2743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약속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88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7" name="줄 3"/>
          <p:cNvSpPr/>
          <p:nvPr/>
        </p:nvSpPr>
        <p:spPr>
          <a:xfrm>
            <a:off x="914400" y="3886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31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가족 사진</a:t>
            </a:r>
          </a:p>
        </p:txBody>
      </p:sp>
      <p:sp>
        <p:nvSpPr>
          <p:cNvPr id="9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642360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010826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190883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72649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우리 가족을 소개했어요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함께여서 늘 든든합니다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