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A5DB357-0867-4FAF-92AE-5C78CFBE9959}">
          <p14:sldIdLst>
            <p14:sldId id="256"/>
          </p14:sldIdLst>
        </p14:section>
        <p14:section name="본문" id="{3D633AF4-2590-494B-BAC8-8818B84A535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B1CB9AE-8918-44AA-87AF-6CD23A89CFD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Donut 8"/>
            <p:cNvSpPr/>
            <p:nvPr/>
          </p:nvSpPr>
          <p:spPr>
            <a:xfrm>
              <a:off x="5844387" y="205739"/>
              <a:ext cx="502920" cy="5029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087C854-D18B-40D2-A161-BF0E997D3B5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Donut 8"/>
            <p:cNvSpPr/>
            <p:nvPr/>
          </p:nvSpPr>
          <p:spPr>
            <a:xfrm>
              <a:off x="5844387" y="205739"/>
              <a:ext cx="502920" cy="50292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812EE09-7B0F-4149-BFCC-A77D596025E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05A2044-566E-474B-8ACD-05651F1C56A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작은 답례품을 하나 더 준비했습니다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E3930-4391-4DF8-BB20-260EFFF9BFE3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1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342B-AAD4-44AF-B5A9-6B9C214C5F77}" type="slidenum">
              <a:rPr lang="en-US"/>
              <a:t>‹#›</a:t>
            </a:fld>
            <a:endParaRPr lang="en-US"/>
          </a:p>
        </p:txBody>
      </p:sp>
      <p:grpSp>
        <p:nvGrpSpPr>
          <p:cNvPr id="6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7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7114-4D4A-4C93-88CA-DF32FB6F67B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B9AF-0BBE-4CFE-8E46-0AE56AA7ABF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086AC-BBC1-4A37-AE61-B7309ED47E0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3A3A64"/>
      </a:dk2>
      <a:lt2>
        <a:srgbClr val="DEF5F9"/>
      </a:lt2>
      <a:accent1>
        <a:srgbClr val="7ED1E2"/>
      </a:accent1>
      <a:accent2>
        <a:srgbClr val="CF869F"/>
      </a:accent2>
      <a:accent3>
        <a:srgbClr val="2C494E"/>
      </a:accent3>
      <a:accent4>
        <a:srgbClr val="C5EFF7"/>
      </a:accent4>
      <a:accent5>
        <a:srgbClr val="AFA3E0"/>
      </a:accent5>
      <a:accent6>
        <a:srgbClr val="BCE6C9"/>
      </a:accent6>
      <a:hlink>
        <a:srgbClr val="3A3A64"/>
      </a:hlink>
      <a:folHlink>
        <a:srgbClr val="2C494E"/>
      </a:folHlink>
    </a:clrScheme>
    <a:fontScheme name="결혼식 슬라이드(감사·답례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