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1F61D33-127B-4D85-A511-4C53EBAB63EA}">
          <p14:sldIdLst>
            <p14:sldId id="256"/>
          </p14:sldIdLst>
        </p14:section>
        <p14:section name="본문" id="{03FB2EAC-6D8D-4629-8609-8F0C9100C80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5D33449-9210-4B0E-9AC8-25CE9B4BE89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8E5E683-6F08-4FD5-93AB-2CAD968AE14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rgbClr val="000000">
                <a:alpha val="4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2ABFE5A-85D5-4CDD-8D66-16393827CA6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E6AB7A9-DA7A-47CA-A3AD-C4521D439A5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일 년을 같이 보내고 나서 결심했습니다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2A5A-AD0C-4C8B-9EF6-F02193DB341B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1B69-F364-4CC6-B4AB-089DE27AD01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ABDDA-D8E5-498F-8B6D-3E137616787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3665143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3710863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6415887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6461607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번호 4"/>
            <p:cNvSpPr txBox="1"/>
            <p:nvPr/>
          </p:nvSpPr>
          <p:spPr>
            <a:xfrm>
              <a:off x="9166631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29" name="번호 밑줄"/>
            <p:cNvCxnSpPr/>
            <p:nvPr/>
          </p:nvCxnSpPr>
          <p:spPr>
            <a:xfrm>
              <a:off x="9212351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949BC-1694-48F8-8A61-5508C6770EE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AFA30-484F-4F90-9761-239E3C137BC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FBF5F4"/>
      </a:dk1>
      <a:lt1>
        <a:srgbClr val="291F22"/>
      </a:lt1>
      <a:dk2>
        <a:srgbClr val="F1DDD6"/>
      </a:dk2>
      <a:lt2>
        <a:srgbClr val="1C1517"/>
      </a:lt2>
      <a:accent1>
        <a:srgbClr val="D49A8A"/>
      </a:accent1>
      <a:accent2>
        <a:srgbClr val="9E7B84"/>
      </a:accent2>
      <a:accent3>
        <a:srgbClr val="110D0E"/>
      </a:accent3>
      <a:accent4>
        <a:srgbClr val="392B2F"/>
      </a:accent4>
      <a:accent5>
        <a:srgbClr val="E0AB9B"/>
      </a:accent5>
      <a:accent6>
        <a:srgbClr val="775C63"/>
      </a:accent6>
      <a:hlink>
        <a:srgbClr val="F1DDD6"/>
      </a:hlink>
      <a:folHlink>
        <a:srgbClr val="110D0E"/>
      </a:folHlink>
    </a:clrScheme>
    <a:fontScheme name="결혼식 슬라이드(러브스토리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