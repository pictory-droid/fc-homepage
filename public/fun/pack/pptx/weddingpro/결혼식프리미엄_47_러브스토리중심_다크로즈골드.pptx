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00B8FC6-9268-4664-8DBE-EA0546A33C06}">
          <p14:sldIdLst>
            <p14:sldId id="256"/>
          </p14:sldIdLst>
        </p14:section>
        <p14:section name="본문" id="{8998CCAD-D6F0-4E59-8EBF-FA79B62F6A0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0E52FE2-A8CA-4B88-806B-972263AF3C4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1356338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1356338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1356338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1356338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853418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rgbClr val="000000">
                <a:alpha val="4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981434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A678195-9E51-4C8C-B8B7-FA5784DCDFB6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1356338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1356338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1356338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1356338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853418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rgbClr val="000000">
                <a:alpha val="4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981434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A69D193-1F82-440C-9B4A-7914E5852AF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8202746-1D9E-4CF5-980D-0E6150660DC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오래 같이 지내 보고 결심했습니다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446A0-1F63-47F6-8F86-4259E37A2882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8E10E3-C595-4572-97C5-7E445D6F92A6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데이트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프러포즈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결혼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77DAF-54FA-4425-9515-FC7A18E8F2C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3665143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3710863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6415887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6461607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번호 4"/>
            <p:cNvSpPr txBox="1"/>
            <p:nvPr/>
          </p:nvSpPr>
          <p:spPr>
            <a:xfrm>
              <a:off x="9166631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No.04</a:t>
              </a:r>
            </a:p>
          </p:txBody>
        </p:sp>
        <p:cxnSp>
          <p:nvCxnSpPr>
            <p:cNvPr id="29" name="번호 밑줄"/>
            <p:cNvCxnSpPr/>
            <p:nvPr/>
          </p:nvCxnSpPr>
          <p:spPr>
            <a:xfrm>
              <a:off x="9212351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0E72B8-BF9C-4602-A85E-20FFE1198A5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EBC46-32AF-45E2-9AB7-F2BF9B0C817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FBF5F4"/>
      </a:dk1>
      <a:lt1>
        <a:srgbClr val="291F22"/>
      </a:lt1>
      <a:dk2>
        <a:srgbClr val="F1DDD6"/>
      </a:dk2>
      <a:lt2>
        <a:srgbClr val="1C1517"/>
      </a:lt2>
      <a:accent1>
        <a:srgbClr val="D49A8A"/>
      </a:accent1>
      <a:accent2>
        <a:srgbClr val="9E7B84"/>
      </a:accent2>
      <a:accent3>
        <a:srgbClr val="110D0E"/>
      </a:accent3>
      <a:accent4>
        <a:srgbClr val="392B2F"/>
      </a:accent4>
      <a:accent5>
        <a:srgbClr val="E0AB9B"/>
      </a:accent5>
      <a:accent6>
        <a:srgbClr val="775C63"/>
      </a:accent6>
      <a:hlink>
        <a:srgbClr val="F1DDD6"/>
      </a:hlink>
      <a:folHlink>
        <a:srgbClr val="110D0E"/>
      </a:folHlink>
    </a:clrScheme>
    <a:fontScheme name="결혼식 슬라이드(러브스토리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