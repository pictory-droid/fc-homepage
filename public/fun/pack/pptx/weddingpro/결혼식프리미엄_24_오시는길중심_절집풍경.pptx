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95AEECE-2EED-4387-903B-309B0BFF8B28}">
          <p14:sldIdLst>
            <p14:sldId id="256"/>
          </p14:sldIdLst>
        </p14:section>
        <p14:section name="본문" id="{30A60276-F635-4150-91A9-29862BF7785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A82A6F1-8F04-43B7-9196-444E9833E8F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112242"/>
            <a:ext cx="731520" cy="633515"/>
            <a:chOff x="7436924" y="3112242"/>
            <a:chExt cx="731520" cy="633515"/>
          </a:xfrm>
        </p:grpSpPr>
        <p:cxnSp>
          <p:nvCxnSpPr>
            <p:cNvPr id="6" name="Connector 5"/>
            <p:cNvCxnSpPr/>
            <p:nvPr/>
          </p:nvCxnSpPr>
          <p:spPr>
            <a:xfrm>
              <a:off x="7436924" y="3429000"/>
              <a:ext cx="73152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7619804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7619804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7729532" y="3355848"/>
              <a:ext cx="146304" cy="1463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41B0C3-F0E4-4F0C-9474-5D43030765F9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2543"/>
            <a:ext cx="274320" cy="237569"/>
            <a:chOff x="5958687" y="1362543"/>
            <a:chExt cx="274320" cy="237569"/>
          </a:xfrm>
        </p:grpSpPr>
        <p:cxnSp>
          <p:nvCxnSpPr>
            <p:cNvPr id="4" name="Connector 3"/>
            <p:cNvCxnSpPr/>
            <p:nvPr/>
          </p:nvCxnSpPr>
          <p:spPr>
            <a:xfrm>
              <a:off x="5958687" y="1481328"/>
              <a:ext cx="27432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6068415" y="1453896"/>
              <a:ext cx="54864" cy="548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112242"/>
            <a:ext cx="731520" cy="633515"/>
            <a:chOff x="7436924" y="3112242"/>
            <a:chExt cx="731520" cy="633515"/>
          </a:xfrm>
        </p:grpSpPr>
        <p:cxnSp>
          <p:nvCxnSpPr>
            <p:cNvPr id="6" name="Connector 5"/>
            <p:cNvCxnSpPr/>
            <p:nvPr/>
          </p:nvCxnSpPr>
          <p:spPr>
            <a:xfrm>
              <a:off x="7436924" y="3429000"/>
              <a:ext cx="73152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7619804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7619804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7729532" y="3355848"/>
              <a:ext cx="146304" cy="1463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A98B387-DDAD-45EA-BD16-C058F2D935D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2543"/>
            <a:ext cx="274320" cy="237569"/>
            <a:chOff x="5958687" y="1362543"/>
            <a:chExt cx="274320" cy="237569"/>
          </a:xfrm>
        </p:grpSpPr>
        <p:cxnSp>
          <p:nvCxnSpPr>
            <p:cNvPr id="4" name="Connector 3"/>
            <p:cNvCxnSpPr/>
            <p:nvPr/>
          </p:nvCxnSpPr>
          <p:spPr>
            <a:xfrm>
              <a:off x="5958687" y="1481328"/>
              <a:ext cx="27432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6068415" y="1453896"/>
              <a:ext cx="54864" cy="548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7D0FA32-86A5-49DB-88ED-4691F826508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48831"/>
            <a:ext cx="548640" cy="475137"/>
            <a:chOff x="5821527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5821527" y="5486400"/>
              <a:ext cx="5486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처마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비 오면 우산이 필요한 길입니다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D4ADB-5F66-4855-AEF9-0D871C7D0D23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5C331-BD98-4B84-A46C-5CE489AA4B5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B9827-908A-4E2A-9B23-A5B8DEA3984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8D1C8-953F-4B38-BFD9-D22F4D1DAD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6FC-5908-4456-872F-F1C6ED3CDF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처마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3A4564"/>
      </a:dk2>
      <a:lt2>
        <a:srgbClr val="DEF7F9"/>
      </a:lt2>
      <a:accent1>
        <a:srgbClr val="7EDAE2"/>
      </a:accent1>
      <a:accent2>
        <a:srgbClr val="CF86C9"/>
      </a:accent2>
      <a:accent3>
        <a:srgbClr val="2C4B4E"/>
      </a:accent3>
      <a:accent4>
        <a:srgbClr val="C5F3F7"/>
      </a:accent4>
      <a:accent5>
        <a:srgbClr val="AAA3E0"/>
      </a:accent5>
      <a:accent6>
        <a:srgbClr val="BCE6C5"/>
      </a:accent6>
      <a:hlink>
        <a:srgbClr val="3A4564"/>
      </a:hlink>
      <a:folHlink>
        <a:srgbClr val="2C4B4E"/>
      </a:folHlink>
    </a:clrScheme>
    <a:fontScheme name="결혼식 슬라이드(오시는 길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