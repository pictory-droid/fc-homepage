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1976CE2-20BF-463F-B4A5-6B360FA434AD}">
          <p14:sldIdLst>
            <p14:sldId id="256"/>
          </p14:sldIdLst>
        </p14:section>
        <p14:section name="본문" id="{88E743DB-C1B5-4E36-AB70-E9B0B8038F6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E129FC9-94F2-4065-B238-FFD97C04E37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0BEFF24-9EAA-47E8-A94D-81CDD42B5626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7CEE307-2C4E-441F-BFFD-881B4776607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BD31666-E444-4659-9DB1-043E4A10AE8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날이라 식은 짧게 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58A6E-F782-4629-A578-99274C4877B2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7DB9-C841-4CC9-A8C5-65AC8E6987A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F6B6-0FF2-4DA7-839D-923039FC49B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B2BA-9228-4A13-86CB-DF2EEDF021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B407A-950A-4088-8B76-7C2EC5A459F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결혼식 슬라이드(식순 중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