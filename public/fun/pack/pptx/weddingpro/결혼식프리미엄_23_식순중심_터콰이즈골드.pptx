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DB087B3-9BBD-43D5-9CD9-89962CEEDDC8}">
          <p14:sldIdLst>
            <p14:sldId id="256"/>
          </p14:sldIdLst>
        </p14:section>
        <p14:section name="본문" id="{5E429F5F-3C6B-43F9-8F65-C92E0EA58E65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32BB8A44-00FD-4F98-9102-5DF39D8A4DE8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5E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3CEC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274246" y="777240"/>
            <a:ext cx="5303520" cy="5303520"/>
          </a:xfrm>
          <a:prstGeom prst="ellipse">
            <a:avLst/>
          </a:prstGeom>
          <a:noFill/>
          <a:ln w="1587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166" y="1280160"/>
            <a:ext cx="4297680" cy="4297680"/>
          </a:xfrm>
          <a:prstGeom prst="ellipse">
            <a:avLst/>
          </a:prstGeom>
          <a:noFill/>
          <a:ln w="63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80086" y="1783080"/>
            <a:ext cx="3291840" cy="3291840"/>
          </a:xfrm>
          <a:prstGeom prst="ellipse">
            <a:avLst/>
          </a:prstGeom>
          <a:noFill/>
          <a:ln w="63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06" y="2286000"/>
            <a:ext cx="2286000" cy="2286000"/>
          </a:xfrm>
          <a:prstGeom prst="ellipse">
            <a:avLst/>
          </a:prstGeom>
          <a:noFill/>
          <a:ln w="63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2103046" y="2606040"/>
            <a:ext cx="1645920" cy="164592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2560246" y="3063240"/>
            <a:ext cx="731520" cy="731520"/>
            <a:chOff x="2560246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2560246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-91513" y="3429000"/>
            <a:ext cx="6035039" cy="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838500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827C273A-2904-4466-A881-3A7573D575BD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274246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166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80086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06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2103046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2560246" y="3063240"/>
            <a:ext cx="731520" cy="731520"/>
            <a:chOff x="2560246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2560246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-91513" y="3429000"/>
            <a:ext cx="6035039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838500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461AD75-2D24-463C-A000-91A888DA6651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D20220D1-D1C4-4149-A876-36BDE1469BF4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TURQUOISE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더운 날이라 식은 짧게 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7199F8-A90D-4046-B535-1E23CBFC3B1B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식순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EC2E9B-FCC5-4AE9-9D39-9A47745C0F8B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5230185"/>
                <a:gridCol w="348679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하객 맞이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신랑 · 신부 입장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혼인 서약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축가 · 감사 인사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기념 촬영 · 식사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하객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A8DF4-303D-40AA-9B0B-3B2CA83D1461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주차 안내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식사 안내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기념 촬영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59042-ED0D-4576-A5AA-7D040B80B4C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62369-1E88-4BA8-B73E-E30D1276E72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TURQUOISE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식순 중심)">
  <a:themeElements>
    <a:clrScheme name="결혼식 슬라이드(식순 중심)">
      <a:dk1>
        <a:srgbClr val="374847"/>
      </a:dk1>
      <a:lt1>
        <a:srgbClr val="FCFDFC"/>
      </a:lt1>
      <a:dk2>
        <a:srgbClr val="16413F"/>
      </a:dk2>
      <a:lt2>
        <a:srgbClr val="F5F8F4"/>
      </a:lt2>
      <a:accent1>
        <a:srgbClr val="1D7F7A"/>
      </a:accent1>
      <a:accent2>
        <a:srgbClr val="C2A25A"/>
      </a:accent2>
      <a:accent3>
        <a:srgbClr val="718B8A"/>
      </a:accent3>
      <a:accent4>
        <a:srgbClr val="CAE0DC"/>
      </a:accent4>
      <a:accent5>
        <a:srgbClr val="C4A45C"/>
      </a:accent5>
      <a:accent6>
        <a:srgbClr val="D9C99F"/>
      </a:accent6>
      <a:hlink>
        <a:srgbClr val="16413F"/>
      </a:hlink>
      <a:folHlink>
        <a:srgbClr val="718B8A"/>
      </a:folHlink>
    </a:clrScheme>
    <a:fontScheme name="결혼식 슬라이드(식순 중심)">
      <a:majorFont>
        <a:latin typeface="Book Antiqu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>결혼식 상영용 슬라이드 · 식순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