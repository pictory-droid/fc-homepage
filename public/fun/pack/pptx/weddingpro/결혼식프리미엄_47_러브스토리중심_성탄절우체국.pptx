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5D1EB8F-7D96-4A9D-8454-F2BFDDB1923A}">
          <p14:sldIdLst>
            <p14:sldId id="256"/>
          </p14:sldIdLst>
        </p14:section>
        <p14:section name="본문" id="{C44C2701-DBF6-487D-9C7C-047E499F559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42A8468-A671-4CB0-AE4C-3C78C109354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858A9B8-0220-4CFA-963D-1DEF9E39BE94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621792" y="6172200"/>
            <a:ext cx="219456" cy="365760"/>
            <a:chOff x="621792" y="6172200"/>
            <a:chExt cx="219456" cy="365760"/>
          </a:xfrm>
        </p:grpSpPr>
        <p:sp>
          <p:nvSpPr>
            <p:cNvPr id="5" name="Moon 4"/>
            <p:cNvSpPr/>
            <p:nvPr/>
          </p:nvSpPr>
          <p:spPr>
            <a:xfrm>
              <a:off x="621792" y="6172200"/>
              <a:ext cx="219456" cy="365760"/>
            </a:xfrm>
            <a:prstGeom prst="mo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F775E54-3F6D-4AD9-AF57-7495A7A4C3F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621792" y="6172200"/>
            <a:ext cx="219456" cy="365760"/>
            <a:chOff x="621792" y="6172200"/>
            <a:chExt cx="219456" cy="365760"/>
          </a:xfrm>
        </p:grpSpPr>
        <p:sp>
          <p:nvSpPr>
            <p:cNvPr id="5" name="Moon 4"/>
            <p:cNvSpPr/>
            <p:nvPr/>
          </p:nvSpPr>
          <p:spPr>
            <a:xfrm>
              <a:off x="621792" y="6172200"/>
              <a:ext cx="219456" cy="365760"/>
            </a:xfrm>
            <a:prstGeom prst="moo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EB4786D-2D7F-4DB8-9D45-52E20CCA97B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31255" y="5212080"/>
            <a:ext cx="329184" cy="548640"/>
            <a:chOff x="5931255" y="5212080"/>
            <a:chExt cx="329184" cy="548640"/>
          </a:xfrm>
        </p:grpSpPr>
        <p:sp>
          <p:nvSpPr>
            <p:cNvPr id="6" name="Moon 5"/>
            <p:cNvSpPr/>
            <p:nvPr/>
          </p:nvSpPr>
          <p:spPr>
            <a:xfrm>
              <a:off x="5931255" y="5212080"/>
              <a:ext cx="329184" cy="548640"/>
            </a:xfrm>
            <a:prstGeom prst="moo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일 년을 같이 보내고 나서 결심했습니다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0F881-C6CA-4009-9D18-A76C1EA22741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5716A-D02D-4FB9-A76F-CC10522FF589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데이트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프러포즈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BF6F3-7E79-4605-B484-63277A3A823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3619423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6370167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 txBox="1"/>
            <p:nvPr/>
          </p:nvSpPr>
          <p:spPr>
            <a:xfrm>
              <a:off x="9120911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3EB69-A6E0-43A9-A326-F70629F394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8302F-45C5-4D9A-A77A-348247613C3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3A644F"/>
      </a:dk2>
      <a:lt2>
        <a:srgbClr val="EBF7EF"/>
      </a:lt2>
      <a:accent1>
        <a:srgbClr val="89CCA0"/>
      </a:accent1>
      <a:accent2>
        <a:srgbClr val="8FBDB5"/>
      </a:accent2>
      <a:accent3>
        <a:srgbClr val="2C4E37"/>
      </a:accent3>
      <a:accent4>
        <a:srgbClr val="CEEED9"/>
      </a:accent4>
      <a:accent5>
        <a:srgbClr val="A3CAE0"/>
      </a:accent5>
      <a:accent6>
        <a:srgbClr val="D2E6BC"/>
      </a:accent6>
      <a:hlink>
        <a:srgbClr val="3A644F"/>
      </a:hlink>
      <a:folHlink>
        <a:srgbClr val="2C4E37"/>
      </a:folHlink>
    </a:clrScheme>
    <a:fontScheme name="결혼식 슬라이드(러브스토리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