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CE25B51-4245-4A9A-8141-1944242DCECF}">
          <p14:sldIdLst>
            <p14:sldId id="256"/>
          </p14:sldIdLst>
        </p14:section>
        <p14:section name="본문" id="{7507E642-0863-4B2A-95C5-9D83DE89CDF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EA6D7CA-9FE1-4C2A-AAA8-30D659C0DDD1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EFA4B94-B610-4CE2-AC14-1689D846E6FD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2E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D0C8C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71F8725-0F60-4AB5-A267-6FE7BED859E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A73D007-4011-427B-8CF6-83C74674626F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COGNAC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택시는 정문 앞에서 내리시면 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날짜 입력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27601-28E7-4E0F-B951-638C94839417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안쪽 선"/>
          <p:cNvSpPr/>
          <p:nvPr/>
        </p:nvSpPr>
        <p:spPr>
          <a:xfrm>
            <a:off x="813816" y="1911095"/>
            <a:ext cx="474253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안쪽 선"/>
          <p:cNvSpPr/>
          <p:nvPr/>
        </p:nvSpPr>
        <p:spPr>
          <a:xfrm>
            <a:off x="6635343" y="1911095"/>
            <a:ext cx="474253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F12F-5FCA-4E26-9751-D2D5F16CA707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A70BC-790E-41C8-B236-159251FFC95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4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4481474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2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안쪽 선"/>
            <p:cNvSpPr/>
            <p:nvPr/>
          </p:nvSpPr>
          <p:spPr>
            <a:xfrm>
              <a:off x="8149132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26AAE-9FB4-4BB5-9CFD-191823CA1CF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3614-67E0-40DF-A721-B252B3EBAC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COGNAC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483D37"/>
      </a:dk1>
      <a:lt1>
        <a:srgbClr val="FEFCF9"/>
      </a:lt1>
      <a:dk2>
        <a:srgbClr val="4A2511"/>
      </a:dk2>
      <a:lt2>
        <a:srgbClr val="FAF3EA"/>
      </a:lt2>
      <a:accent1>
        <a:srgbClr val="9C5328"/>
      </a:accent1>
      <a:accent2>
        <a:srgbClr val="D2A25E"/>
      </a:accent2>
      <a:accent3>
        <a:srgbClr val="8E7B71"/>
      </a:accent3>
      <a:accent4>
        <a:srgbClr val="E7D3C3"/>
      </a:accent4>
      <a:accent5>
        <a:srgbClr val="C48F4F"/>
      </a:accent5>
      <a:accent6>
        <a:srgbClr val="E4C69D"/>
      </a:accent6>
      <a:hlink>
        <a:srgbClr val="4A2511"/>
      </a:hlink>
      <a:folHlink>
        <a:srgbClr val="8E7B71"/>
      </a:folHlink>
    </a:clrScheme>
    <a:fontScheme name="결혼식 슬라이드(오시는 길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반딧불이의 곳간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