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287308A-2EF1-44E2-BDC8-70E2974A1313}">
          <p14:sldIdLst>
            <p14:sldId id="256"/>
          </p14:sldIdLst>
        </p14:section>
        <p14:section name="본문" id="{9EC1880D-21A4-4900-8D61-14EB3F634880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D9569F5C-201E-4173-A90E-6039A20EE911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자리에 두 사람의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서로에게 하고 싶은 말을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C531356A-E60E-4E8B-8D16-EA789F844EAA}" type="slidenum">
              <a:rPr lang="en-US"/>
              <a:t>‹#›</a:t>
            </a:fld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6E2E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D0C8C3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FFFFFF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548640" y="640080"/>
            <a:ext cx="110944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20A3C8DA-7CFB-4104-B7DB-D1677D7AF0F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07127" y="1444752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4907127" y="1499616"/>
            <a:ext cx="237744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4" name="Diamond 3"/>
          <p:cNvSpPr/>
          <p:nvPr/>
        </p:nvSpPr>
        <p:spPr>
          <a:xfrm>
            <a:off x="6031839" y="1408176"/>
            <a:ext cx="128016" cy="128016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347472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291072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fld id="{A38ECD6F-092E-41FE-96E6-0A274272790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499856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6461607" y="6446520"/>
            <a:ext cx="731520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4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5" name="Diamond 4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" name="Connector 5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7" name="Connector 6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8" name="Connector 7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9" name="Diamond 8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저희 결혼합니다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택시는 정문 앞에서 내리시면 됩니다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  <a:p>
            <a:r>
              <a:rPr lang="ko-KR"/>
              <a:t>0000. 00. 00 · 예식장 이름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GROOM &amp; BRIDE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신랑 · 신부 소개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251252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20" name="사진 바탕 2"/>
          <p:cNvSpPr/>
          <p:nvPr/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8072780" y="2057400"/>
            <a:ext cx="1867662" cy="217170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832207-72F0-4281-A622-AA5F88DC9C68}" type="slidenum">
              <a:rPr lang="en-US"/>
              <a:t>‹#›</a:t>
            </a:fld>
            <a:endParaRPr lang="en-US"/>
          </a:p>
        </p:txBody>
      </p:sp>
      <p:sp>
        <p:nvSpPr>
          <p:cNvPr id="13" name="신랑 카드"/>
          <p:cNvSpPr/>
          <p:nvPr/>
        </p:nvSpPr>
        <p:spPr>
          <a:xfrm>
            <a:off x="731520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4" name="안쪽 선"/>
          <p:cNvSpPr/>
          <p:nvPr/>
        </p:nvSpPr>
        <p:spPr>
          <a:xfrm>
            <a:off x="813816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신랑 이름"/>
          <p:cNvSpPr txBox="1"/>
          <p:nvPr/>
        </p:nvSpPr>
        <p:spPr>
          <a:xfrm>
            <a:off x="731520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신랑</a:t>
            </a:r>
          </a:p>
        </p:txBody>
      </p:sp>
      <p:sp>
        <p:nvSpPr>
          <p:cNvPr id="17" name="신랑 소개"/>
          <p:cNvSpPr txBox="1"/>
          <p:nvPr/>
        </p:nvSpPr>
        <p:spPr>
          <a:xfrm>
            <a:off x="822960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신부에게 한마디</a:t>
            </a:r>
          </a:p>
        </p:txBody>
      </p:sp>
      <p:sp>
        <p:nvSpPr>
          <p:cNvPr id="18" name="신부 카드"/>
          <p:cNvSpPr/>
          <p:nvPr/>
        </p:nvSpPr>
        <p:spPr>
          <a:xfrm>
            <a:off x="6553047" y="1828800"/>
            <a:ext cx="4907127" cy="427482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76200" dist="19050" dir="5400000" algn="t" rotWithShape="0">
              <a:schemeClr val="tx2">
                <a:alpha val="8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9" name="안쪽 선"/>
          <p:cNvSpPr/>
          <p:nvPr/>
        </p:nvSpPr>
        <p:spPr>
          <a:xfrm>
            <a:off x="6635343" y="1911095"/>
            <a:ext cx="4742535" cy="4110228"/>
          </a:xfrm>
          <a:prstGeom prst="rect">
            <a:avLst/>
          </a:prstGeom>
          <a:noFill/>
          <a:ln w="6350">
            <a:solidFill>
              <a:schemeClr val="accent5">
                <a:alpha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신부 이름"/>
          <p:cNvSpPr txBox="1"/>
          <p:nvPr/>
        </p:nvSpPr>
        <p:spPr>
          <a:xfrm>
            <a:off x="6553047" y="4320540"/>
            <a:ext cx="490712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신부</a:t>
            </a:r>
          </a:p>
        </p:txBody>
      </p:sp>
      <p:sp>
        <p:nvSpPr>
          <p:cNvPr id="22" name="신부 소개"/>
          <p:cNvSpPr txBox="1"/>
          <p:nvPr/>
        </p:nvSpPr>
        <p:spPr>
          <a:xfrm>
            <a:off x="6644487" y="4777740"/>
            <a:ext cx="472424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신랑에게 한마디</a:t>
            </a:r>
          </a:p>
        </p:txBody>
      </p:sp>
    </p:spTree>
  </p:cSld>
  <p:clrMapOvr>
    <a:masterClrMapping/>
  </p:clrMapOvr>
  <p:transition spd="med">
    <p:wedg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오시는 길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약도 · 지도를 넣어 주세요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6035040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4C1B1-D94B-4100-A5A4-53A2039B908F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7132320" y="1828800"/>
          <a:ext cx="4327855" cy="32918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371600"/>
                <a:gridCol w="295625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예식장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주소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일시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연락처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edg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GUIDE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교통 안내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0FE046-CEF5-48DF-8EE1-93E3C0B3C83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안쪽 선"/>
            <p:cNvSpPr/>
            <p:nvPr/>
          </p:nvSpPr>
          <p:spPr>
            <a:xfrm>
              <a:off x="813816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지하철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안쪽 선"/>
            <p:cNvSpPr/>
            <p:nvPr/>
          </p:nvSpPr>
          <p:spPr>
            <a:xfrm>
              <a:off x="4481474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버스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안쪽 선"/>
            <p:cNvSpPr/>
            <p:nvPr/>
          </p:nvSpPr>
          <p:spPr>
            <a:xfrm>
              <a:off x="8149132" y="1911095"/>
              <a:ext cx="3228746" cy="3401568"/>
            </a:xfrm>
            <a:prstGeom prst="rect">
              <a:avLst/>
            </a:prstGeom>
            <a:noFill/>
            <a:ln w="6350">
              <a:solidFill>
                <a:schemeClr val="accent5">
                  <a:alpha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accent1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자가용 · 주차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입력하세요</a:t>
              </a:r>
            </a:p>
          </p:txBody>
        </p:sp>
      </p:grpSp>
    </p:spTree>
  </p:cSld>
  <p:clrMapOvr>
    <a:masterClrMapping/>
  </p:clrMapOvr>
  <p:transition spd="med">
    <p:wedg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GALLERY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웨딩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442106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4374794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374794" y="1828800"/>
            <a:ext cx="3442106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8018068" y="1828800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8018068" y="1828800"/>
            <a:ext cx="3442106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731520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731520" y="4101084"/>
            <a:ext cx="3442106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4374794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374794" y="4101084"/>
            <a:ext cx="3442106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8018068" y="4101084"/>
            <a:ext cx="3442106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8018068" y="4101084"/>
            <a:ext cx="3442106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1F8D99-8822-470A-A42A-225BE4BB5F36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VOW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서로에게 한마디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398DA8-12D8-4FE0-9A3B-A9707F049C5A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wedg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COGNAC  ·  WEDDING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잘 살겠습니다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신랑 이름 ♥ 신부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결혼식 슬라이드(오시는 길 중심)">
  <a:themeElements>
    <a:clrScheme name="결혼식 슬라이드(오시는 길 중심)">
      <a:dk1>
        <a:srgbClr val="483D37"/>
      </a:dk1>
      <a:lt1>
        <a:srgbClr val="FEFCF9"/>
      </a:lt1>
      <a:dk2>
        <a:srgbClr val="4A2511"/>
      </a:dk2>
      <a:lt2>
        <a:srgbClr val="FAF3EA"/>
      </a:lt2>
      <a:accent1>
        <a:srgbClr val="9C5328"/>
      </a:accent1>
      <a:accent2>
        <a:srgbClr val="D2A25E"/>
      </a:accent2>
      <a:accent3>
        <a:srgbClr val="8E7B71"/>
      </a:accent3>
      <a:accent4>
        <a:srgbClr val="E7D3C3"/>
      </a:accent4>
      <a:accent5>
        <a:srgbClr val="C48F4F"/>
      </a:accent5>
      <a:accent6>
        <a:srgbClr val="E4C69D"/>
      </a:accent6>
      <a:hlink>
        <a:srgbClr val="4A2511"/>
      </a:hlink>
      <a:folHlink>
        <a:srgbClr val="8E7B71"/>
      </a:folHlink>
    </a:clrScheme>
    <a:fontScheme name="결혼식 슬라이드(오시는 길 중심)">
      <a:majorFont>
        <a:latin typeface="Garamond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>결혼식 상영용 슬라이드 · 오시는 길 중심</dc:subject>
  <dc:creator>우체국보험 상담 안내</dc:creator>
  <cp:keywords>결혼식,웨딩,PPT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