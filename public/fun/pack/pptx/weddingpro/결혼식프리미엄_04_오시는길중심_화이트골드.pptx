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A835E3A-21E8-4204-98DC-DF6D4C3E7BC7}">
          <p14:sldIdLst>
            <p14:sldId id="256"/>
          </p14:sldIdLst>
        </p14:section>
        <p14:section name="본문" id="{B8E64832-7692-4B9B-BCFC-9E9B516B5E30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E3B6BC5-E637-4A94-9F6F-9A39EF086D2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F1E9B0B6-344F-4EAC-9C57-BAA4BC39CD95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4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EA9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4CFDA03-8CBA-4D9C-9B88-0E4B5550ED5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9619737-E618-4A64-A7F9-4B2F01AFF8B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GOLD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지하철에서 내려 걸어서 오 분입니다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4AB25-CFE5-4B88-932C-113469CEE0F0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오시는 길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약도 · 지도를 넣어 주세요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C4106-083C-4663-B8A2-CFA7BC2E5776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7132320" y="1828800"/>
          <a:ext cx="4327855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295625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예식장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주소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일시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연락처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교통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31B69-884C-4369-8813-0BE47B0BF5E9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지하철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버스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자가용 · 주차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C4235-FD7A-477D-8CC5-CCD5CAF28E9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224A8-72F9-4BDB-BA81-36F8CFE3490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GOLD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오시는 길 중심)">
  <a:themeElements>
    <a:clrScheme name="결혼식 슬라이드(오시는 길 중심)">
      <a:dk1>
        <a:srgbClr val="413D32"/>
      </a:dk1>
      <a:lt1>
        <a:srgbClr val="FEFEFC"/>
      </a:lt1>
      <a:dk2>
        <a:srgbClr val="3C3726"/>
      </a:dk2>
      <a:lt2>
        <a:srgbClr val="FCFAF4"/>
      </a:lt2>
      <a:accent1>
        <a:srgbClr val="C7A557"/>
      </a:accent1>
      <a:accent2>
        <a:srgbClr val="8B8572"/>
      </a:accent2>
      <a:accent3>
        <a:srgbClr val="403D32"/>
      </a:accent3>
      <a:accent4>
        <a:srgbClr val="F1E9D5"/>
      </a:accent4>
      <a:accent5>
        <a:srgbClr val="D4B56A"/>
      </a:accent5>
      <a:accent6>
        <a:srgbClr val="BEBAAC"/>
      </a:accent6>
      <a:hlink>
        <a:srgbClr val="3C3726"/>
      </a:hlink>
      <a:folHlink>
        <a:srgbClr val="403D32"/>
      </a:folHlink>
    </a:clrScheme>
    <a:fontScheme name="결혼식 슬라이드(오시는 길 중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>결혼식 상영용 슬라이드 · 오시는 길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