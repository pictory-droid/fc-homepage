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1CF3FF8-078B-4E1A-844F-2BCCA1066AD3}">
          <p14:sldIdLst>
            <p14:sldId id="256"/>
          </p14:sldIdLst>
        </p14:section>
        <p14:section name="본문" id="{A535BAFD-DCE6-41BA-A94E-E95ED1DB2AFA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F2B82706-C0CF-479F-8839-104EB15AC1D6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749808"/>
            <a:ext cx="10728655" cy="7315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E134660-48C4-4B79-AF1A-A70BDA519156}" type="slidenum">
              <a:rPr lang="en-US"/>
              <a:t>‹#›</a:t>
            </a:fld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5D4D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AFAEA9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749808"/>
            <a:ext cx="10728655" cy="7315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22446D7-CB07-4881-93ED-33200C3AFFC8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C031AA6-4FDE-41F6-B806-DEE29A742F04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9" name="Diamond 8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12" name="Connector 11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3" name="Diamond 12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GOLD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지하철에서 내려 걸어서 오 분입니다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099233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ellipse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7920761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F473B-0A12-4CF3-B461-F3FC0C42E6C0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오시는 길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6035040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약도 · 지도를 넣어 주세요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6035040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9F5B9-39D6-49AA-BF01-45A695FB77FE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7132320" y="1828800"/>
          <a:ext cx="4327855" cy="3291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71600"/>
                <a:gridCol w="295625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예식장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주소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일시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연락처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교통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2996A-8815-4226-996C-24D8BD6FBA69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14400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지하철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582058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버스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49716" y="2039112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자가용 · 주차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EBECB-7A93-430F-BA65-43E4D7C8639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BC3BE-0133-4107-93EB-B2F93805086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GOLD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오시는 길 중심)">
  <a:themeElements>
    <a:clrScheme name="결혼식 슬라이드(오시는 길 중심)">
      <a:dk1>
        <a:srgbClr val="413D32"/>
      </a:dk1>
      <a:lt1>
        <a:srgbClr val="FEFEFC"/>
      </a:lt1>
      <a:dk2>
        <a:srgbClr val="3C3726"/>
      </a:dk2>
      <a:lt2>
        <a:srgbClr val="FCFAF4"/>
      </a:lt2>
      <a:accent1>
        <a:srgbClr val="C7A557"/>
      </a:accent1>
      <a:accent2>
        <a:srgbClr val="8B8572"/>
      </a:accent2>
      <a:accent3>
        <a:srgbClr val="403D32"/>
      </a:accent3>
      <a:accent4>
        <a:srgbClr val="F1E9D5"/>
      </a:accent4>
      <a:accent5>
        <a:srgbClr val="D4B56A"/>
      </a:accent5>
      <a:accent6>
        <a:srgbClr val="BEBAAC"/>
      </a:accent6>
      <a:hlink>
        <a:srgbClr val="3C3726"/>
      </a:hlink>
      <a:folHlink>
        <a:srgbClr val="403D32"/>
      </a:folHlink>
    </a:clrScheme>
    <a:fontScheme name="결혼식 슬라이드(오시는 길 중심)">
      <a:majorFont>
        <a:latin typeface="Bodoni MT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슬라이드(오시는 길 중심)</dc:title>
  <dc:subject>결혼식 상영용 슬라이드 · 오시는 길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