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97662EA-9DA1-41AA-BDC3-FD72B27C1753}">
          <p14:sldIdLst>
            <p14:sldId id="256"/>
          </p14:sldIdLst>
        </p14:section>
        <p14:section name="본문" id="{09C03AF5-3F58-4B70-BFD8-B3D18137ED4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82701C5-D535-49DB-AF9C-F1A31E81847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39429"/>
            <a:ext cx="502920" cy="435541"/>
            <a:chOff x="5844387" y="239429"/>
            <a:chExt cx="502920" cy="435541"/>
          </a:xfrm>
        </p:grpSpPr>
        <p:cxnSp>
          <p:nvCxnSpPr>
            <p:cNvPr id="9" name="Connector 8"/>
            <p:cNvCxnSpPr/>
            <p:nvPr/>
          </p:nvCxnSpPr>
          <p:spPr>
            <a:xfrm>
              <a:off x="5844387" y="457200"/>
              <a:ext cx="5029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45555" y="406908"/>
              <a:ext cx="100584" cy="100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FA582B3-174A-490B-A4CA-28B50BA255B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6701"/>
            <a:ext cx="365760" cy="316757"/>
            <a:chOff x="11277295" y="6196701"/>
            <a:chExt cx="365760" cy="316757"/>
          </a:xfrm>
        </p:grpSpPr>
        <p:cxnSp>
          <p:nvCxnSpPr>
            <p:cNvPr id="5" name="Connector 4"/>
            <p:cNvCxnSpPr/>
            <p:nvPr/>
          </p:nvCxnSpPr>
          <p:spPr>
            <a:xfrm>
              <a:off x="11277295" y="6355080"/>
              <a:ext cx="36576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11368735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11368735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39429"/>
            <a:ext cx="502920" cy="435541"/>
            <a:chOff x="5844387" y="239429"/>
            <a:chExt cx="502920" cy="435541"/>
          </a:xfrm>
        </p:grpSpPr>
        <p:cxnSp>
          <p:nvCxnSpPr>
            <p:cNvPr id="9" name="Connector 8"/>
            <p:cNvCxnSpPr/>
            <p:nvPr/>
          </p:nvCxnSpPr>
          <p:spPr>
            <a:xfrm>
              <a:off x="5844387" y="457200"/>
              <a:ext cx="5029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45555" y="406908"/>
              <a:ext cx="100584" cy="100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F83B7E7-6FA3-4D66-A7FC-A24F7565739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6701"/>
            <a:ext cx="365760" cy="316757"/>
            <a:chOff x="11277295" y="6196701"/>
            <a:chExt cx="365760" cy="316757"/>
          </a:xfrm>
        </p:grpSpPr>
        <p:cxnSp>
          <p:nvCxnSpPr>
            <p:cNvPr id="5" name="Connector 4"/>
            <p:cNvCxnSpPr/>
            <p:nvPr/>
          </p:nvCxnSpPr>
          <p:spPr>
            <a:xfrm>
              <a:off x="11277295" y="6355080"/>
              <a:ext cx="36576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11368735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11368735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F1A504D-1DED-4272-8AF6-7B8E4405FEC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신랑 신부 입장으로 시작합니다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82340-45ED-42B2-A606-2BDCBFEBC32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820AE-7699-4324-A403-33EA618F1DC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1D7E-8662-4299-A920-7589501A09C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1F2DD-64C6-442A-BBF0-D75B17B1D2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32B8-1007-49DF-B8DA-6AD5A1C78D3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