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AC4A9AA-E066-40B3-81E0-ABB7C87E6D5E}">
          <p14:sldIdLst>
            <p14:sldId id="256"/>
          </p14:sldIdLst>
        </p14:section>
        <p14:section name="본문" id="{939909B3-F1D4-43BE-96C4-37AD5263353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858ED54-38CC-4413-9671-618E3DEBFBC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7AB62DE-08E1-47B5-B529-4B82938B3517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D1D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7A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F9ED812-4F90-4374-8545-CCE791BDA0D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FFFED64-96BE-4033-856C-712B65F196F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예식 순서를 미리 알려 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E8F215-7DEF-43DE-9487-BEE60DEC53A1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1B2B0-18EA-4E44-A44A-FBDD1FD41DB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C0050-3066-4C01-B08E-A239307F239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07186-CD41-42CC-9E26-B7D4EF664C0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742A-992A-4820-BAEE-62CB47CC6BD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OPAL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2F303D"/>
      </a:dk1>
      <a:lt1>
        <a:srgbClr val="FDFDFC"/>
      </a:lt1>
      <a:dk2>
        <a:srgbClr val="3C3F5C"/>
      </a:dk2>
      <a:lt2>
        <a:srgbClr val="F8F7F5"/>
      </a:lt2>
      <a:accent1>
        <a:srgbClr val="9A9DBA"/>
      </a:accent1>
      <a:accent2>
        <a:srgbClr val="D6B7A8"/>
      </a:accent2>
      <a:accent3>
        <a:srgbClr val="2C2E40"/>
      </a:accent3>
      <a:accent4>
        <a:srgbClr val="E5E5E9"/>
      </a:accent4>
      <a:accent5>
        <a:srgbClr val="C6B9AF"/>
      </a:accent5>
      <a:accent6>
        <a:srgbClr val="E5D4CB"/>
      </a:accent6>
      <a:hlink>
        <a:srgbClr val="3C3F5C"/>
      </a:hlink>
      <a:folHlink>
        <a:srgbClr val="2C2E40"/>
      </a:folHlink>
    </a:clrScheme>
    <a:fontScheme name="결혼식 슬라이드(식순 중심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