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A149A10-FD41-4FFC-A73D-2002A37365F9}">
          <p14:sldIdLst>
            <p14:sldId id="256"/>
          </p14:sldIdLst>
        </p14:section>
        <p14:section name="본문" id="{ACF566A0-3577-44A2-8E14-E3C002B36279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0DA78F1A-8ED1-4789-9BDD-8C77BEFA16E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DCEF753B-61DD-42CF-9641-FF1DC0A00242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1D1D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A6A7AF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274246" y="777240"/>
            <a:ext cx="5303520" cy="530352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166" y="1280160"/>
            <a:ext cx="4297680" cy="429768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086" y="1783080"/>
            <a:ext cx="3291840" cy="329184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06" y="2286000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가운데 원"/>
          <p:cNvSpPr/>
          <p:nvPr/>
        </p:nvSpPr>
        <p:spPr>
          <a:xfrm>
            <a:off x="2103046" y="2606040"/>
            <a:ext cx="1645920" cy="164592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장식"/>
          <p:cNvGrpSpPr/>
          <p:nvPr/>
        </p:nvGrpSpPr>
        <p:grpSpPr>
          <a:xfrm>
            <a:off x="2560246" y="3063240"/>
            <a:ext cx="731520" cy="731520"/>
            <a:chOff x="2560246" y="3063240"/>
            <a:chExt cx="731520" cy="731520"/>
          </a:xfrm>
        </p:grpSpPr>
        <p:sp>
          <p:nvSpPr>
            <p:cNvPr id="8" name="4-Point Star 7"/>
            <p:cNvSpPr/>
            <p:nvPr/>
          </p:nvSpPr>
          <p:spPr>
            <a:xfrm>
              <a:off x="2560246" y="3063240"/>
              <a:ext cx="731520" cy="73152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9" name="Connector 8"/>
          <p:cNvCxnSpPr/>
          <p:nvPr/>
        </p:nvCxnSpPr>
        <p:spPr>
          <a:xfrm>
            <a:off x="-91513" y="3429000"/>
            <a:ext cx="6035039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4838500" y="1605609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D1EF9FDF-8C14-44FE-BA78-D1809CD3246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A16E457-BE3B-4EEB-85E2-BD7A48E5FFDD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예식 순서를 미리 알려 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0959-071C-4B2F-8562-91F1FA3BE06F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2BCAC-6DE0-49EE-8595-A70890A3C38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02B21-C761-412B-B9E8-94417FEAF23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34F2A-8B9E-4B19-B7A1-066CE4570A4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27BFE-B350-49E6-AE19-6BF7BBA8D20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OPAL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F303D"/>
      </a:dk1>
      <a:lt1>
        <a:srgbClr val="FDFDFC"/>
      </a:lt1>
      <a:dk2>
        <a:srgbClr val="3C3F5C"/>
      </a:dk2>
      <a:lt2>
        <a:srgbClr val="F8F7F5"/>
      </a:lt2>
      <a:accent1>
        <a:srgbClr val="9A9DBA"/>
      </a:accent1>
      <a:accent2>
        <a:srgbClr val="D6B7A8"/>
      </a:accent2>
      <a:accent3>
        <a:srgbClr val="2C2E40"/>
      </a:accent3>
      <a:accent4>
        <a:srgbClr val="E5E5E9"/>
      </a:accent4>
      <a:accent5>
        <a:srgbClr val="C6B9AF"/>
      </a:accent5>
      <a:accent6>
        <a:srgbClr val="E5D4CB"/>
      </a:accent6>
      <a:hlink>
        <a:srgbClr val="3C3F5C"/>
      </a:hlink>
      <a:folHlink>
        <a:srgbClr val="2C2E40"/>
      </a:folHlink>
    </a:clrScheme>
    <a:fontScheme name="결혼식 슬라이드(식순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