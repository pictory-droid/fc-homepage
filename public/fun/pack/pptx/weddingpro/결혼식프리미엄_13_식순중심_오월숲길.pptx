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1A94A977-E73D-42E0-B9F4-693940BCBB17}">
          <p14:sldIdLst>
            <p14:sldId id="256"/>
          </p14:sldIdLst>
        </p14:section>
        <p14:section name="본문" id="{C5BCC0FE-C29D-4F83-A719-06C79A499BA7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E955AB12-09CF-46BA-98A9-1602DE494C2E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96596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6095847" y="235000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402336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800600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큰 원"/>
          <p:cNvSpPr/>
          <p:nvPr/>
        </p:nvSpPr>
        <p:spPr>
          <a:xfrm>
            <a:off x="-1204008" y="-1097280"/>
            <a:ext cx="6309360" cy="630936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원"/>
          <p:cNvSpPr/>
          <p:nvPr/>
        </p:nvSpPr>
        <p:spPr>
          <a:xfrm>
            <a:off x="-175308" y="-68580"/>
            <a:ext cx="4251960" cy="425196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원 테두리"/>
          <p:cNvSpPr/>
          <p:nvPr/>
        </p:nvSpPr>
        <p:spPr>
          <a:xfrm>
            <a:off x="-792528" y="-685800"/>
            <a:ext cx="5486400" cy="5486400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작은 원"/>
          <p:cNvSpPr/>
          <p:nvPr/>
        </p:nvSpPr>
        <p:spPr>
          <a:xfrm>
            <a:off x="10484857" y="5760720"/>
            <a:ext cx="457200" cy="457200"/>
          </a:xfrm>
          <a:prstGeom prst="ellipse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테마 장식"/>
          <p:cNvGrpSpPr/>
          <p:nvPr/>
        </p:nvGrpSpPr>
        <p:grpSpPr>
          <a:xfrm>
            <a:off x="1447751" y="1554480"/>
            <a:ext cx="1005840" cy="1005840"/>
            <a:chOff x="1447751" y="1554480"/>
            <a:chExt cx="1005840" cy="1005840"/>
          </a:xfrm>
        </p:grpSpPr>
        <p:sp>
          <p:nvSpPr>
            <p:cNvPr id="7" name="4-Point Star 6"/>
            <p:cNvSpPr/>
            <p:nvPr/>
          </p:nvSpPr>
          <p:spPr>
            <a:xfrm>
              <a:off x="1447751" y="1554480"/>
              <a:ext cx="1005840" cy="1005840"/>
            </a:xfrm>
            <a:prstGeom prst="star4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7B85AA2D-E229-4BD8-B313-AEDC9168663A}" type="slidenum">
              <a:rPr lang="en-US"/>
              <a:t>‹#›</a:t>
            </a:fld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685800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548640" y="6172200"/>
            <a:ext cx="365760" cy="365760"/>
            <a:chOff x="548640" y="6172200"/>
            <a:chExt cx="365760" cy="365760"/>
          </a:xfrm>
        </p:grpSpPr>
        <p:sp>
          <p:nvSpPr>
            <p:cNvPr id="5" name="4-Point Star 4"/>
            <p:cNvSpPr/>
            <p:nvPr/>
          </p:nvSpPr>
          <p:spPr>
            <a:xfrm>
              <a:off x="548640" y="6172200"/>
              <a:ext cx="365760" cy="365760"/>
            </a:xfrm>
            <a:prstGeom prst="star4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6095847" y="196596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6095847" y="235000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6095847" y="402336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6095847" y="4800600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큰 원"/>
          <p:cNvSpPr/>
          <p:nvPr/>
        </p:nvSpPr>
        <p:spPr>
          <a:xfrm>
            <a:off x="-1204008" y="-1097280"/>
            <a:ext cx="6309360" cy="630936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원"/>
          <p:cNvSpPr/>
          <p:nvPr/>
        </p:nvSpPr>
        <p:spPr>
          <a:xfrm>
            <a:off x="-175308" y="-68580"/>
            <a:ext cx="4251960" cy="4251960"/>
          </a:xfrm>
          <a:prstGeom prst="ellipse">
            <a:avLst/>
          </a:prstGeom>
          <a:solidFill>
            <a:schemeClr val="accent1">
              <a:alpha val="6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원 테두리"/>
          <p:cNvSpPr/>
          <p:nvPr/>
        </p:nvSpPr>
        <p:spPr>
          <a:xfrm>
            <a:off x="-792528" y="-685800"/>
            <a:ext cx="5486400" cy="5486400"/>
          </a:xfrm>
          <a:prstGeom prst="ellipse">
            <a:avLst/>
          </a:prstGeom>
          <a:noFill/>
          <a:ln w="12700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작은 원"/>
          <p:cNvSpPr/>
          <p:nvPr/>
        </p:nvSpPr>
        <p:spPr>
          <a:xfrm>
            <a:off x="10484857" y="5760720"/>
            <a:ext cx="457200" cy="457200"/>
          </a:xfrm>
          <a:prstGeom prst="ellipse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6" name="테마 장식"/>
          <p:cNvGrpSpPr/>
          <p:nvPr/>
        </p:nvGrpSpPr>
        <p:grpSpPr>
          <a:xfrm>
            <a:off x="1447751" y="1554480"/>
            <a:ext cx="1005840" cy="1005840"/>
            <a:chOff x="1447751" y="1554480"/>
            <a:chExt cx="1005840" cy="1005840"/>
          </a:xfrm>
        </p:grpSpPr>
        <p:sp>
          <p:nvSpPr>
            <p:cNvPr id="7" name="4-Point Star 6"/>
            <p:cNvSpPr/>
            <p:nvPr/>
          </p:nvSpPr>
          <p:spPr>
            <a:xfrm>
              <a:off x="1447751" y="1554480"/>
              <a:ext cx="1005840" cy="1005840"/>
            </a:xfrm>
            <a:prstGeom prst="star4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65760"/>
            <a:ext cx="1072865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1072865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457200"/>
            <a:ext cx="91440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FA4B95A0-BBE7-43CE-89A3-3F7520A8E2AE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머리말 선"/>
          <p:cNvCxnSpPr/>
          <p:nvPr/>
        </p:nvCxnSpPr>
        <p:spPr>
          <a:xfrm>
            <a:off x="731520" y="1572768"/>
            <a:ext cx="10728655" cy="0"/>
          </a:xfrm>
          <a:prstGeom prst="line">
            <a:avLst/>
          </a:prstGeom>
          <a:ln w="12700" cap="rnd">
            <a:solidFill>
              <a:schemeClr val="accent4"/>
            </a:solidFill>
          </a:ln>
        </p:spPr>
      </p:cxnSp>
      <p:sp>
        <p:nvSpPr>
          <p:cNvPr id="3" name="쪽 번호 알약"/>
          <p:cNvSpPr/>
          <p:nvPr/>
        </p:nvSpPr>
        <p:spPr>
          <a:xfrm>
            <a:off x="685800" y="457200"/>
            <a:ext cx="1005840" cy="4572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4" name="테마 장식"/>
          <p:cNvGrpSpPr/>
          <p:nvPr/>
        </p:nvGrpSpPr>
        <p:grpSpPr>
          <a:xfrm>
            <a:off x="548640" y="6172200"/>
            <a:ext cx="365760" cy="365760"/>
            <a:chOff x="548640" y="6172200"/>
            <a:chExt cx="365760" cy="365760"/>
          </a:xfrm>
        </p:grpSpPr>
        <p:sp>
          <p:nvSpPr>
            <p:cNvPr id="5" name="4-Point Star 4"/>
            <p:cNvSpPr/>
            <p:nvPr/>
          </p:nvSpPr>
          <p:spPr>
            <a:xfrm>
              <a:off x="548640" y="6172200"/>
              <a:ext cx="365760" cy="365760"/>
            </a:xfrm>
            <a:prstGeom prst="star4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02A3E268-E23F-4484-AEA5-28101B4AC329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6" name="4-Point Star 5"/>
            <p:cNvSpPr/>
            <p:nvPr/>
          </p:nvSpPr>
          <p:spPr>
            <a:xfrm>
              <a:off x="5821527" y="5212080"/>
              <a:ext cx="548640" cy="548640"/>
            </a:xfrm>
            <a:prstGeom prst="star4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예식 순서를 미리 알려 드립니다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099233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99233" y="2057400"/>
            <a:ext cx="2171700" cy="2171700"/>
          </a:xfrm>
          <a:prstGeom prst="ellipse">
            <a:avLst/>
          </a:prstGeom>
        </p:spPr>
      </p:sp>
      <p:sp>
        <p:nvSpPr>
          <p:cNvPr id="18" name="사진 바탕 2"/>
          <p:cNvSpPr/>
          <p:nvPr/>
        </p:nvSpPr>
        <p:spPr>
          <a:xfrm>
            <a:off x="7920761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20761" y="2057400"/>
            <a:ext cx="2171700" cy="2171700"/>
          </a:xfrm>
          <a:prstGeom prst="ellipse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6E7E77-28F3-451C-8CB1-0B1FF8D94146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6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7" name="신부 카드"/>
          <p:cNvSpPr/>
          <p:nvPr/>
        </p:nvSpPr>
        <p:spPr>
          <a:xfrm>
            <a:off x="6553047" y="1828800"/>
            <a:ext cx="4907127" cy="4274820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0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wedg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식순 안내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89D9E-52DA-4C43-A6E1-C6C73D05C638}" type="slidenum">
              <a:rPr lang="en-US"/>
              <a:t>‹#›</a:t>
            </a:fld>
            <a:endParaRPr lang="en-US"/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31520" y="1828800"/>
          <a:ext cx="10728655" cy="395020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5230185"/>
                <a:gridCol w="3486790"/>
              </a:tblGrid>
              <a:tr h="658368"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시간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순서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 lang="ko-KR">
                          <a:solidFill>
                            <a:schemeClr val="tx1"/>
                          </a:solidFill>
                        </a:rPr>
                        <a:t>담당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하객 맞이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신랑 · 신부 입장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혼인 서약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축가 · 감사 인사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00:00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기념 촬영 · 식사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wedg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하객 안내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9BC153-0A69-4AA8-AC16-0EE7D2BD9426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주차 안내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식사 안내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6000"/>
              </a:avLst>
            </a:prstGeom>
            <a:solidFill>
              <a:schemeClr val="bg1"/>
            </a:solidFill>
            <a:ln>
              <a:noFill/>
            </a:ln>
            <a:effectLst>
              <a:outerShdw blurRad="177800" dist="38100" dir="5400000" algn="t" rotWithShape="0">
                <a:schemeClr val="tx2">
                  <a:alpha val="9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기념 촬영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93C46E-8C4D-4B93-B768-F7F19007286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807E76-A182-4088-AA2E-6DEDD26A7918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edg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SPRING  ·  WEDDING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식순 중심)">
  <a:themeElements>
    <a:clrScheme name="결혼식 슬라이드(식순 중심)">
      <a:dk1>
        <a:srgbClr val="2B2724"/>
      </a:dk1>
      <a:lt1>
        <a:srgbClr val="FFFFFF"/>
      </a:lt1>
      <a:dk2>
        <a:srgbClr val="3A6462"/>
      </a:dk2>
      <a:lt2>
        <a:srgbClr val="E4F9EA"/>
      </a:lt2>
      <a:accent1>
        <a:srgbClr val="73D892"/>
      </a:accent1>
      <a:accent2>
        <a:srgbClr val="927CC5"/>
      </a:accent2>
      <a:accent3>
        <a:srgbClr val="2C4E36"/>
      </a:accent3>
      <a:accent4>
        <a:srgbClr val="C7F4D5"/>
      </a:accent4>
      <a:accent5>
        <a:srgbClr val="A3CCE0"/>
      </a:accent5>
      <a:accent6>
        <a:srgbClr val="D4E6BC"/>
      </a:accent6>
      <a:hlink>
        <a:srgbClr val="3A6462"/>
      </a:hlink>
      <a:folHlink>
        <a:srgbClr val="2C4E36"/>
      </a:folHlink>
    </a:clrScheme>
    <a:fontScheme name="결혼식 슬라이드(식순 중심)">
      <a:majorFont>
        <a:latin typeface="Candar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슬라이드(식순 중심)</dc:title>
  <dc:subject>결혼식 상영용 슬라이드 · 식순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