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166DED1-5A1D-474E-BB4B-ABFF767EE571}">
          <p14:sldIdLst>
            <p14:sldId id="256"/>
          </p14:sldIdLst>
        </p14:section>
        <p14:section name="본문" id="{B3E5A5E8-6F3B-4B26-961E-C3D3D24BAAF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7A739F6-5D45-4D65-9D61-F4C195D50EA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8A42D27D-A91C-4667-AD44-684FA2930288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4DE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BC0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41941C23-2178-47AA-B3FB-A460A7A26C0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62978902-3090-4A72-AF00-1BEB5ED6739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친구 소개로 만나 몇 해를 걸었습니다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ADC10-2C1C-4771-A1F0-35142607C70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55304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467-1BB5-476D-A291-D1622ADED949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D148D-3726-4462-923C-049E80287A1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3482263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3665143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623300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6415887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8983751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 txBox="1"/>
            <p:nvPr/>
          </p:nvSpPr>
          <p:spPr>
            <a:xfrm>
              <a:off x="9166631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9DB39-95E4-4580-BD9D-CBCB1C4DB08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035C-6BDB-4301-AAC6-FB2935EDFFD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483B37"/>
      </a:dk1>
      <a:lt1>
        <a:srgbClr val="FEFCFA"/>
      </a:lt1>
      <a:dk2>
        <a:srgbClr val="5B3023"/>
      </a:dk2>
      <a:lt2>
        <a:srgbClr val="FDF3EC"/>
      </a:lt2>
      <a:accent1>
        <a:srgbClr val="D78C6B"/>
      </a:accent1>
      <a:accent2>
        <a:srgbClr val="A65D43"/>
      </a:accent2>
      <a:accent3>
        <a:srgbClr val="836860"/>
      </a:accent3>
      <a:accent4>
        <a:srgbClr val="F5DED2"/>
      </a:accent4>
      <a:accent5>
        <a:srgbClr val="C98D5C"/>
      </a:accent5>
      <a:accent6>
        <a:srgbClr val="CDA08F"/>
      </a:accent6>
      <a:hlink>
        <a:srgbClr val="5B3023"/>
      </a:hlink>
      <a:folHlink>
        <a:srgbClr val="836860"/>
      </a:folHlink>
    </a:clrScheme>
    <a:fontScheme name="결혼식 슬라이드(러브스토리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