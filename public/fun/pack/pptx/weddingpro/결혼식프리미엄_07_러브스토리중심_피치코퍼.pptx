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14FACD7-0D12-4B09-BE17-33D67760FB84}">
          <p14:sldIdLst>
            <p14:sldId id="256"/>
          </p14:sldIdLst>
        </p14:section>
        <p14:section name="본문" id="{27844923-7F2E-418D-A19A-82B3EA9161C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C30AA0E-B00D-47F3-8834-2F2CF127156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CDAD7155-D5A6-4DA9-BB30-AA63620B99B7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4DE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BC0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DE08C995-EECC-4E07-9621-19C718340DC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06D7F906-E5B3-4637-A031-A885C86F5A5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친구 소개로 만나 몇 해를 걸었습니다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6265D-56CD-4DD8-AFAD-DA7715E4F71D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55304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2D241-84F1-4401-974F-97482497E9CB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첫 데이트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프러포즈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결혼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0560-487B-4914-B60E-416BE4DD389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3482263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3665143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623300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6415887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8983751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 txBox="1"/>
            <p:nvPr/>
          </p:nvSpPr>
          <p:spPr>
            <a:xfrm>
              <a:off x="9166631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82D4F-BF8B-412F-AF47-3E8D2174D0B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4A9DF-66E9-4482-8E5A-767B9AA3C4F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483B37"/>
      </a:dk1>
      <a:lt1>
        <a:srgbClr val="FEFCFA"/>
      </a:lt1>
      <a:dk2>
        <a:srgbClr val="5B3023"/>
      </a:dk2>
      <a:lt2>
        <a:srgbClr val="FDF3EC"/>
      </a:lt2>
      <a:accent1>
        <a:srgbClr val="D78C6B"/>
      </a:accent1>
      <a:accent2>
        <a:srgbClr val="A65D43"/>
      </a:accent2>
      <a:accent3>
        <a:srgbClr val="836860"/>
      </a:accent3>
      <a:accent4>
        <a:srgbClr val="F5DED2"/>
      </a:accent4>
      <a:accent5>
        <a:srgbClr val="C98D5C"/>
      </a:accent5>
      <a:accent6>
        <a:srgbClr val="CDA08F"/>
      </a:accent6>
      <a:hlink>
        <a:srgbClr val="5B3023"/>
      </a:hlink>
      <a:folHlink>
        <a:srgbClr val="836860"/>
      </a:folHlink>
    </a:clrScheme>
    <a:fontScheme name="결혼식 슬라이드(러브스토리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