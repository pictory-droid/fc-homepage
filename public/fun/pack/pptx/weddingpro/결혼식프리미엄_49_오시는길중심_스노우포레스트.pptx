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5362059-7F63-4599-9E47-AC56E63E9567}">
          <p14:sldIdLst>
            <p14:sldId id="256"/>
          </p14:sldIdLst>
        </p14:section>
        <p14:section name="본문" id="{EE60943E-053D-42C8-A060-6E47BD5830A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CB00FDE-D194-421D-80A1-A6C89E21B42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5DD37FA-42F2-40EA-935A-7B65A83C7114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F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C1B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tx2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tx2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47370B7-698D-41EA-B116-6408DFE69C2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99C5293-B94E-41E1-A61F-FED9087174B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안내 전화번호를 적어 두었습니다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B459-210E-42A6-9E67-BC266E2A4C0F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89C8-C16C-42B0-A661-80C03265715D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9C1D-2480-46C0-8020-2B3887C8581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B81B-7929-4AA0-A6C3-A94E3725FF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7C58-1CC0-417E-B91B-D2DEFFF168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374842"/>
      </a:dk1>
      <a:lt1>
        <a:srgbClr val="FCFDFC"/>
      </a:lt1>
      <a:dk2>
        <a:srgbClr val="17342A"/>
      </a:dk2>
      <a:lt2>
        <a:srgbClr val="F4F7F5"/>
      </a:lt2>
      <a:accent1>
        <a:srgbClr val="2F5D4A"/>
      </a:accent1>
      <a:accent2>
        <a:srgbClr val="A9BFB4"/>
      </a:accent2>
      <a:accent3>
        <a:srgbClr val="5A6C65"/>
      </a:accent3>
      <a:accent4>
        <a:srgbClr val="CDD8D3"/>
      </a:accent4>
      <a:accent5>
        <a:srgbClr val="B3B9A8"/>
      </a:accent5>
      <a:accent6>
        <a:srgbClr val="CBD8D1"/>
      </a:accent6>
      <a:hlink>
        <a:srgbClr val="17342A"/>
      </a:hlink>
      <a:folHlink>
        <a:srgbClr val="5A6C65"/>
      </a:folHlink>
    </a:clrScheme>
    <a:fontScheme name="결혼식 슬라이드(오시는 길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