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E605557-929C-446C-A5FB-84D99C74AC83}">
          <p14:sldIdLst>
            <p14:sldId id="256"/>
          </p14:sldIdLst>
        </p14:section>
        <p14:section name="본문" id="{B4F9BAE3-488E-4976-A82F-E836C2B1F59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C354B22-8141-4165-80BF-12184C9EE7A1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A14E277-DF43-482E-BA60-3DBB5B947D57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F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C1B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tx2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tx2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tx2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8CF288E-BBAA-4AA8-A820-BB07B89432D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D1F79EF-D372-4C6B-85FE-0018F9E21B2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안내 전화번호를 적어 두었습니다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1C7DA-56C3-484E-B82C-5C880B2D88FA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351650-0049-4EE4-BC53-1F23A7ACD75A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7132320" y="1828800"/>
          <a:ext cx="432785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95625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EA6B1-E6DE-4FD6-ABB1-D940AF38EFE9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5FDB1B-E4D3-4BE9-9E9C-79C59AF5342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04A8F-FFAE-44A0-919E-DFCEC2588CF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374842"/>
      </a:dk1>
      <a:lt1>
        <a:srgbClr val="FCFDFC"/>
      </a:lt1>
      <a:dk2>
        <a:srgbClr val="17342A"/>
      </a:dk2>
      <a:lt2>
        <a:srgbClr val="F4F7F5"/>
      </a:lt2>
      <a:accent1>
        <a:srgbClr val="2F5D4A"/>
      </a:accent1>
      <a:accent2>
        <a:srgbClr val="A9BFB4"/>
      </a:accent2>
      <a:accent3>
        <a:srgbClr val="5A6C65"/>
      </a:accent3>
      <a:accent4>
        <a:srgbClr val="CDD8D3"/>
      </a:accent4>
      <a:accent5>
        <a:srgbClr val="B3B9A8"/>
      </a:accent5>
      <a:accent6>
        <a:srgbClr val="CBD8D1"/>
      </a:accent6>
      <a:hlink>
        <a:srgbClr val="17342A"/>
      </a:hlink>
      <a:folHlink>
        <a:srgbClr val="5A6C65"/>
      </a:folHlink>
    </a:clrScheme>
    <a:fontScheme name="결혼식 슬라이드(오시는 길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