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DAC7B663-7F14-4705-B4CE-1C6D0D15CF3B}">
          <p14:sldIdLst>
            <p14:sldId id="256"/>
          </p14:sldIdLst>
        </p14:section>
        <p14:section name="본문" id="{2618AED0-B839-4F3C-AE81-46E5827E3094}">
          <p14:sldIdLst>
            <p14:sldId id="257"/>
            <p14:sldId id="258"/>
            <p14:sldId id="259"/>
            <p14:sldId id="260"/>
            <p14:sldId id="261"/>
          </p14:sldIdLst>
        </p14:section>
        <p14:section name="마무리" id="{166937F3-762F-4DC9-91DB-4EDE25EC9875}">
          <p14:sldIdLst>
            <p14:sldId id="26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자리에 두 사람의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자리를 눌러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서로에게 하고 싶은 말을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pattFill prst="pct10">
          <a:fgClr>
            <a:schemeClr val="accent1">
              <a:lumMod val="20000"/>
              <a:lumOff val="80000"/>
            </a:schemeClr>
          </a:fgClr>
          <a:bgClr>
            <a:schemeClr val="accent4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975335" y="1965960"/>
            <a:ext cx="512051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975335" y="2350008"/>
            <a:ext cx="512051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975335" y="4023360"/>
            <a:ext cx="512051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975335" y="4800600"/>
            <a:ext cx="512051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큰 원"/>
          <p:cNvSpPr/>
          <p:nvPr/>
        </p:nvSpPr>
        <p:spPr>
          <a:xfrm>
            <a:off x="7086343" y="-1097280"/>
            <a:ext cx="6309360" cy="630936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안쪽 원"/>
          <p:cNvSpPr/>
          <p:nvPr/>
        </p:nvSpPr>
        <p:spPr>
          <a:xfrm>
            <a:off x="8115043" y="-68580"/>
            <a:ext cx="4251960" cy="4251960"/>
          </a:xfrm>
          <a:prstGeom prst="ellipse">
            <a:avLst/>
          </a:prstGeom>
          <a:solidFill>
            <a:schemeClr val="accent1">
              <a:alpha val="6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원 테두리"/>
          <p:cNvSpPr/>
          <p:nvPr/>
        </p:nvSpPr>
        <p:spPr>
          <a:xfrm>
            <a:off x="7497823" y="-685800"/>
            <a:ext cx="5486400" cy="5486400"/>
          </a:xfrm>
          <a:prstGeom prst="ellipse">
            <a:avLst/>
          </a:prstGeom>
          <a:noFill/>
          <a:ln w="12700">
            <a:solidFill>
              <a:schemeClr val="accent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작은 원"/>
          <p:cNvSpPr/>
          <p:nvPr/>
        </p:nvSpPr>
        <p:spPr>
          <a:xfrm>
            <a:off x="975335" y="5760720"/>
            <a:ext cx="457200" cy="457200"/>
          </a:xfrm>
          <a:prstGeom prst="ellipse">
            <a:avLst/>
          </a:prstGeom>
          <a:solidFill>
            <a:schemeClr val="accent2">
              <a:alpha val="7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6" name="테마 장식"/>
          <p:cNvGrpSpPr/>
          <p:nvPr/>
        </p:nvGrpSpPr>
        <p:grpSpPr>
          <a:xfrm>
            <a:off x="9738103" y="1604772"/>
            <a:ext cx="1005840" cy="905256"/>
            <a:chOff x="9738103" y="1604772"/>
            <a:chExt cx="1005840" cy="905256"/>
          </a:xfrm>
        </p:grpSpPr>
        <p:sp>
          <p:nvSpPr>
            <p:cNvPr id="7" name="Heart 6"/>
            <p:cNvSpPr/>
            <p:nvPr/>
          </p:nvSpPr>
          <p:spPr>
            <a:xfrm>
              <a:off x="9738103" y="1604772"/>
              <a:ext cx="1005840" cy="905256"/>
            </a:xfrm>
            <a:prstGeom prst="hear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pattFill prst="pct10">
          <a:fgClr>
            <a:schemeClr val="accent1">
              <a:lumMod val="20000"/>
              <a:lumOff val="80000"/>
            </a:schemeClr>
          </a:fgClr>
          <a:bgClr>
            <a:schemeClr val="accent4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65760"/>
            <a:ext cx="1072865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658368"/>
            <a:ext cx="1072865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11185855" y="6172200"/>
            <a:ext cx="548640" cy="5486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0">
                <a:solidFill>
                  <a:schemeClr val="bg1"/>
                </a:solidFill>
              </a:defRPr>
            </a:lvl1pPr>
          </a:lstStyle>
          <a:p>
            <a:fld id="{F710D857-C6EF-4BCC-BC11-23C45FB17FDA}" type="slidenum">
              <a:rPr lang="en-US"/>
              <a:t>‹#›</a:t>
            </a:fld>
          </a:p>
        </p:txBody>
      </p:sp>
      <p:sp>
        <p:nvSpPr>
          <p:cNvPr id="2" name="제목 막대"/>
          <p:cNvSpPr/>
          <p:nvPr/>
        </p:nvSpPr>
        <p:spPr>
          <a:xfrm>
            <a:off x="777240" y="1481328"/>
            <a:ext cx="914400" cy="82296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쪽 번호 원"/>
          <p:cNvSpPr/>
          <p:nvPr/>
        </p:nvSpPr>
        <p:spPr>
          <a:xfrm>
            <a:off x="11185855" y="6172200"/>
            <a:ext cx="548640" cy="54864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975335" y="1965960"/>
            <a:ext cx="512051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accent4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975335" y="2350008"/>
            <a:ext cx="512051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975335" y="4023360"/>
            <a:ext cx="512051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975335" y="4800600"/>
            <a:ext cx="512051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accent4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큰 원"/>
          <p:cNvSpPr/>
          <p:nvPr/>
        </p:nvSpPr>
        <p:spPr>
          <a:xfrm>
            <a:off x="7086343" y="-1097280"/>
            <a:ext cx="6309360" cy="630936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안쪽 원"/>
          <p:cNvSpPr/>
          <p:nvPr/>
        </p:nvSpPr>
        <p:spPr>
          <a:xfrm>
            <a:off x="8115043" y="-68580"/>
            <a:ext cx="4251960" cy="4251960"/>
          </a:xfrm>
          <a:prstGeom prst="ellipse">
            <a:avLst/>
          </a:prstGeom>
          <a:solidFill>
            <a:schemeClr val="accent1">
              <a:alpha val="6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원 테두리"/>
          <p:cNvSpPr/>
          <p:nvPr/>
        </p:nvSpPr>
        <p:spPr>
          <a:xfrm>
            <a:off x="7497823" y="-685800"/>
            <a:ext cx="5486400" cy="5486400"/>
          </a:xfrm>
          <a:prstGeom prst="ellipse">
            <a:avLst/>
          </a:prstGeom>
          <a:noFill/>
          <a:ln w="12700">
            <a:solidFill>
              <a:schemeClr val="accent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작은 원"/>
          <p:cNvSpPr/>
          <p:nvPr/>
        </p:nvSpPr>
        <p:spPr>
          <a:xfrm>
            <a:off x="975335" y="5760720"/>
            <a:ext cx="457200" cy="457200"/>
          </a:xfrm>
          <a:prstGeom prst="ellipse">
            <a:avLst/>
          </a:prstGeom>
          <a:solidFill>
            <a:schemeClr val="accent2">
              <a:alpha val="7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6" name="테마 장식"/>
          <p:cNvGrpSpPr/>
          <p:nvPr/>
        </p:nvGrpSpPr>
        <p:grpSpPr>
          <a:xfrm>
            <a:off x="9738103" y="1604772"/>
            <a:ext cx="1005840" cy="905256"/>
            <a:chOff x="9738103" y="1604772"/>
            <a:chExt cx="1005840" cy="905256"/>
          </a:xfrm>
        </p:grpSpPr>
        <p:sp>
          <p:nvSpPr>
            <p:cNvPr id="7" name="Heart 6"/>
            <p:cNvSpPr/>
            <p:nvPr/>
          </p:nvSpPr>
          <p:spPr>
            <a:xfrm>
              <a:off x="9738103" y="1604772"/>
              <a:ext cx="1005840" cy="905256"/>
            </a:xfrm>
            <a:prstGeom prst="hear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pattFill prst="pct10">
          <a:fgClr>
            <a:schemeClr val="accent1">
              <a:lumMod val="20000"/>
              <a:lumOff val="80000"/>
            </a:schemeClr>
          </a:fgClr>
          <a:bgClr>
            <a:schemeClr val="accent4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65760"/>
            <a:ext cx="1072865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658368"/>
            <a:ext cx="1072865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11185855" y="6172200"/>
            <a:ext cx="548640" cy="5486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0">
                <a:solidFill>
                  <a:schemeClr val="bg1"/>
                </a:solidFill>
              </a:defRPr>
            </a:lvl1pPr>
          </a:lstStyle>
          <a:p>
            <a:fld id="{C4BC1F5D-9A3D-4203-A29F-D099AD0171B1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제목 막대"/>
          <p:cNvSpPr/>
          <p:nvPr/>
        </p:nvSpPr>
        <p:spPr>
          <a:xfrm>
            <a:off x="777240" y="1481328"/>
            <a:ext cx="914400" cy="82296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쪽 번호 원"/>
          <p:cNvSpPr/>
          <p:nvPr/>
        </p:nvSpPr>
        <p:spPr>
          <a:xfrm>
            <a:off x="11185855" y="6172200"/>
            <a:ext cx="548640" cy="54864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pattFill prst="pct10">
          <a:fgClr>
            <a:schemeClr val="accent1">
              <a:lumMod val="20000"/>
              <a:lumOff val="80000"/>
            </a:schemeClr>
          </a:fgClr>
          <a:bgClr>
            <a:schemeClr val="accent4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쪽 번호"/>
          <p:cNvSpPr>
            <a:spLocks noGrp="1"/>
          </p:cNvSpPr>
          <p:nvPr>
            <p:ph type="sldNum" sz="quarter" idx="12"/>
          </p:nvPr>
        </p:nvSpPr>
        <p:spPr>
          <a:xfrm>
            <a:off x="5638647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3274B58C-35E5-424A-9957-AA0869EB6550}" type="slidenum">
              <a:rPr lang="en-US"/>
              <a:t>‹#›</a:t>
            </a:fld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84048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grpSp>
        <p:nvGrpSpPr>
          <p:cNvPr id="2" name="따옴표 장식"/>
          <p:cNvGrpSpPr/>
          <p:nvPr/>
        </p:nvGrpSpPr>
        <p:grpSpPr>
          <a:xfrm>
            <a:off x="5437479" y="1371600"/>
            <a:ext cx="1316736" cy="548640"/>
            <a:chOff x="5437479" y="1371600"/>
            <a:chExt cx="1316736" cy="548640"/>
          </a:xfrm>
        </p:grpSpPr>
        <p:sp>
          <p:nvSpPr>
            <p:cNvPr id="3" name="따옴표 방울"/>
            <p:cNvSpPr/>
            <p:nvPr/>
          </p:nvSpPr>
          <p:spPr>
            <a:xfrm rot="16200000">
              <a:off x="5437479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" name="따옴표 방울"/>
            <p:cNvSpPr/>
            <p:nvPr/>
          </p:nvSpPr>
          <p:spPr>
            <a:xfrm rot="16200000">
              <a:off x="6205575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" name="테마 장식"/>
          <p:cNvGrpSpPr/>
          <p:nvPr/>
        </p:nvGrpSpPr>
        <p:grpSpPr>
          <a:xfrm>
            <a:off x="5821527" y="5239512"/>
            <a:ext cx="548640" cy="493776"/>
            <a:chOff x="5821527" y="5239512"/>
            <a:chExt cx="548640" cy="493776"/>
          </a:xfrm>
        </p:grpSpPr>
        <p:sp>
          <p:nvSpPr>
            <p:cNvPr id="6" name="Heart 5"/>
            <p:cNvSpPr/>
            <p:nvPr/>
          </p:nvSpPr>
          <p:spPr>
            <a:xfrm>
              <a:off x="5821527" y="5239512"/>
              <a:ext cx="548640" cy="493776"/>
            </a:xfrm>
            <a:prstGeom prst="heart">
              <a:avLst/>
            </a:prstGeom>
            <a:solidFill>
              <a:schemeClr val="accent1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WINTER  ·  WEDDING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저희 결혼합니다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안내 전화번호를 적어 두었습니다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신랑 이름 ♥ 신부 이름</a:t>
            </a:r>
          </a:p>
          <a:p>
            <a:r>
              <a:rPr lang="ko-KR"/>
              <a:t>0000. 00. 00 · 예식장 이름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GROOM &amp; BRIDE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신랑 · 신부 소개</a:t>
            </a:r>
          </a:p>
        </p:txBody>
      </p:sp>
      <p:sp>
        <p:nvSpPr>
          <p:cNvPr id="14" name="사진 바탕 1"/>
          <p:cNvSpPr/>
          <p:nvPr/>
        </p:nvSpPr>
        <p:spPr>
          <a:xfrm>
            <a:off x="2099233" y="2057400"/>
            <a:ext cx="2171700" cy="21717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2099233" y="2057400"/>
            <a:ext cx="2171700" cy="2171700"/>
          </a:xfrm>
          <a:prstGeom prst="ellipse">
            <a:avLst/>
          </a:prstGeom>
        </p:spPr>
      </p:sp>
      <p:sp>
        <p:nvSpPr>
          <p:cNvPr id="18" name="사진 바탕 2"/>
          <p:cNvSpPr/>
          <p:nvPr/>
        </p:nvSpPr>
        <p:spPr>
          <a:xfrm>
            <a:off x="7920761" y="2057400"/>
            <a:ext cx="2171700" cy="21717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7920761" y="2057400"/>
            <a:ext cx="2171700" cy="2171700"/>
          </a:xfrm>
          <a:prstGeom prst="ellipse">
            <a:avLst/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93825-1EFB-4082-AD19-5887A08E22EF}" type="slidenum">
              <a:rPr lang="en-US"/>
              <a:t>‹#›</a:t>
            </a:fld>
            <a:endParaRPr lang="en-US"/>
          </a:p>
        </p:txBody>
      </p:sp>
      <p:sp>
        <p:nvSpPr>
          <p:cNvPr id="13" name="신랑 카드"/>
          <p:cNvSpPr/>
          <p:nvPr/>
        </p:nvSpPr>
        <p:spPr>
          <a:xfrm>
            <a:off x="731520" y="1828800"/>
            <a:ext cx="4907127" cy="4274820"/>
          </a:xfrm>
          <a:prstGeom prst="roundRect">
            <a:avLst>
              <a:gd name="adj" fmla="val 5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신랑 이름"/>
          <p:cNvSpPr txBox="1"/>
          <p:nvPr/>
        </p:nvSpPr>
        <p:spPr>
          <a:xfrm>
            <a:off x="731520" y="4320540"/>
            <a:ext cx="4907127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신랑</a:t>
            </a:r>
          </a:p>
        </p:txBody>
      </p:sp>
      <p:sp>
        <p:nvSpPr>
          <p:cNvPr id="16" name="신랑 소개"/>
          <p:cNvSpPr txBox="1"/>
          <p:nvPr/>
        </p:nvSpPr>
        <p:spPr>
          <a:xfrm>
            <a:off x="822960" y="4777740"/>
            <a:ext cx="4724247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직업 · 취미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신부에게 한마디</a:t>
            </a:r>
          </a:p>
        </p:txBody>
      </p:sp>
      <p:sp>
        <p:nvSpPr>
          <p:cNvPr id="17" name="신부 카드"/>
          <p:cNvSpPr/>
          <p:nvPr/>
        </p:nvSpPr>
        <p:spPr>
          <a:xfrm>
            <a:off x="6553047" y="1828800"/>
            <a:ext cx="4907127" cy="4274820"/>
          </a:xfrm>
          <a:prstGeom prst="roundRect">
            <a:avLst>
              <a:gd name="adj" fmla="val 5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신부 이름"/>
          <p:cNvSpPr txBox="1"/>
          <p:nvPr/>
        </p:nvSpPr>
        <p:spPr>
          <a:xfrm>
            <a:off x="6553047" y="4320540"/>
            <a:ext cx="4907127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신부</a:t>
            </a:r>
          </a:p>
        </p:txBody>
      </p:sp>
      <p:sp>
        <p:nvSpPr>
          <p:cNvPr id="20" name="신부 소개"/>
          <p:cNvSpPr txBox="1"/>
          <p:nvPr/>
        </p:nvSpPr>
        <p:spPr>
          <a:xfrm>
            <a:off x="6644487" y="4777740"/>
            <a:ext cx="4724247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직업 · 취미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신랑에게 한마디</a:t>
            </a:r>
          </a:p>
        </p:txBody>
      </p:sp>
    </p:spTree>
  </p:cSld>
  <p:clrMapOvr>
    <a:masterClrMapping/>
  </p:clrMapOvr>
  <p:transition spd="med">
    <p:cover dir="l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OUR STORY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오시는 길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6035040" cy="4343400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약도 · 지도를 넣어 주세요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6035040" cy="4343400"/>
          </a:xfrm>
          <a:prstGeom prst="roundRect">
            <a:avLst>
              <a:gd name="adj" fmla="val 600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698FF9-4C91-42B5-A087-F13813FA0631}" type="slidenum">
              <a:rPr lang="en-US"/>
              <a:t>‹#›</a:t>
            </a:fld>
            <a:endParaRPr lang="en-US"/>
          </a:p>
        </p:txBody>
      </p:sp>
      <p:graphicFrame>
        <p:nvGraphicFramePr>
          <p:cNvPr id="14" name="표"/>
          <p:cNvGraphicFramePr>
            <a:graphicFrameLocks noGrp="1"/>
          </p:cNvGraphicFramePr>
          <p:nvPr/>
        </p:nvGraphicFramePr>
        <p:xfrm>
          <a:off x="7132320" y="1828800"/>
          <a:ext cx="4327855" cy="329184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371600"/>
                <a:gridCol w="2956255"/>
              </a:tblGrid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예식장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주소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일시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연락처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cover dir="l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GUIDE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교통 안내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397A7-4FA9-46EE-B171-860EA98994F6}" type="slidenum">
              <a:rPr lang="en-US"/>
              <a:t>‹#›</a:t>
            </a:fld>
            <a:endParaRPr lang="en-US"/>
          </a:p>
        </p:txBody>
      </p:sp>
      <p:grpSp>
        <p:nvGrpSpPr>
          <p:cNvPr id="5" name="카드 1"/>
          <p:cNvGrpSpPr/>
          <p:nvPr/>
        </p:nvGrpSpPr>
        <p:grpSpPr>
          <a:xfrm>
            <a:off x="731520" y="1828800"/>
            <a:ext cx="3393338" cy="3566160"/>
            <a:chOff x="731520" y="1828800"/>
            <a:chExt cx="3393338" cy="3566160"/>
          </a:xfrm>
        </p:grpSpPr>
        <p:sp>
          <p:nvSpPr>
            <p:cNvPr id="6" name="카드 바탕"/>
            <p:cNvSpPr/>
            <p:nvPr/>
          </p:nvSpPr>
          <p:spPr>
            <a:xfrm>
              <a:off x="731520" y="1828800"/>
              <a:ext cx="3393338" cy="3566160"/>
            </a:xfrm>
            <a:prstGeom prst="roundRect">
              <a:avLst>
                <a:gd name="adj" fmla="val 5000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번호 1"/>
            <p:cNvSpPr txBox="1"/>
            <p:nvPr/>
          </p:nvSpPr>
          <p:spPr>
            <a:xfrm>
              <a:off x="868680" y="2039112"/>
              <a:ext cx="91440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300" b="1" i="0" lang="ko-KR">
                  <a:solidFill>
                    <a:schemeClr val="accent1"/>
                  </a:solidFill>
                  <a:latin typeface="+mj-lt"/>
                  <a:ea typeface="+mj-ea"/>
                </a:rPr>
                <a:t>01</a:t>
              </a:r>
            </a:p>
          </p:txBody>
        </p:sp>
        <p:sp>
          <p:nvSpPr>
            <p:cNvPr id="8" name="카드 제목"/>
            <p:cNvSpPr txBox="1"/>
            <p:nvPr/>
          </p:nvSpPr>
          <p:spPr>
            <a:xfrm>
              <a:off x="914400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지하철</a:t>
              </a:r>
            </a:p>
          </p:txBody>
        </p:sp>
        <p:sp>
          <p:nvSpPr>
            <p:cNvPr id="9" name="카드 내용"/>
            <p:cNvSpPr txBox="1"/>
            <p:nvPr/>
          </p:nvSpPr>
          <p:spPr>
            <a:xfrm>
              <a:off x="914400" y="3383280"/>
              <a:ext cx="3027578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입력하세요</a:t>
              </a:r>
            </a:p>
          </p:txBody>
        </p:sp>
      </p:grpSp>
      <p:grpSp>
        <p:nvGrpSpPr>
          <p:cNvPr id="10" name="카드 2"/>
          <p:cNvGrpSpPr/>
          <p:nvPr/>
        </p:nvGrpSpPr>
        <p:grpSpPr>
          <a:xfrm>
            <a:off x="4399178" y="1828800"/>
            <a:ext cx="3393338" cy="3566160"/>
            <a:chOff x="4399178" y="1828800"/>
            <a:chExt cx="3393338" cy="3566160"/>
          </a:xfrm>
        </p:grpSpPr>
        <p:sp>
          <p:nvSpPr>
            <p:cNvPr id="11" name="카드 바탕"/>
            <p:cNvSpPr/>
            <p:nvPr/>
          </p:nvSpPr>
          <p:spPr>
            <a:xfrm>
              <a:off x="4399178" y="1828800"/>
              <a:ext cx="3393338" cy="3566160"/>
            </a:xfrm>
            <a:prstGeom prst="roundRect">
              <a:avLst>
                <a:gd name="adj" fmla="val 5000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번호 2"/>
            <p:cNvSpPr txBox="1"/>
            <p:nvPr/>
          </p:nvSpPr>
          <p:spPr>
            <a:xfrm>
              <a:off x="4536338" y="2039112"/>
              <a:ext cx="91440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300" b="1" i="0" lang="ko-KR">
                  <a:solidFill>
                    <a:schemeClr val="accent1"/>
                  </a:solidFill>
                  <a:latin typeface="+mj-lt"/>
                  <a:ea typeface="+mj-ea"/>
                </a:rPr>
                <a:t>02</a:t>
              </a:r>
            </a:p>
          </p:txBody>
        </p:sp>
        <p:sp>
          <p:nvSpPr>
            <p:cNvPr id="13" name="카드 제목"/>
            <p:cNvSpPr txBox="1"/>
            <p:nvPr/>
          </p:nvSpPr>
          <p:spPr>
            <a:xfrm>
              <a:off x="4582058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버스</a:t>
              </a:r>
            </a:p>
          </p:txBody>
        </p:sp>
        <p:sp>
          <p:nvSpPr>
            <p:cNvPr id="14" name="카드 내용"/>
            <p:cNvSpPr txBox="1"/>
            <p:nvPr/>
          </p:nvSpPr>
          <p:spPr>
            <a:xfrm>
              <a:off x="4582058" y="3383280"/>
              <a:ext cx="3027578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입력하세요</a:t>
              </a:r>
            </a:p>
          </p:txBody>
        </p:sp>
      </p:grpSp>
      <p:grpSp>
        <p:nvGrpSpPr>
          <p:cNvPr id="15" name="카드 3"/>
          <p:cNvGrpSpPr/>
          <p:nvPr/>
        </p:nvGrpSpPr>
        <p:grpSpPr>
          <a:xfrm>
            <a:off x="8066836" y="1828800"/>
            <a:ext cx="3393338" cy="3566160"/>
            <a:chOff x="8066836" y="1828800"/>
            <a:chExt cx="3393338" cy="3566160"/>
          </a:xfrm>
        </p:grpSpPr>
        <p:sp>
          <p:nvSpPr>
            <p:cNvPr id="16" name="카드 바탕"/>
            <p:cNvSpPr/>
            <p:nvPr/>
          </p:nvSpPr>
          <p:spPr>
            <a:xfrm>
              <a:off x="8066836" y="1828800"/>
              <a:ext cx="3393338" cy="3566160"/>
            </a:xfrm>
            <a:prstGeom prst="roundRect">
              <a:avLst>
                <a:gd name="adj" fmla="val 5000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번호 3"/>
            <p:cNvSpPr txBox="1"/>
            <p:nvPr/>
          </p:nvSpPr>
          <p:spPr>
            <a:xfrm>
              <a:off x="8203996" y="2039112"/>
              <a:ext cx="91440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300" b="1" i="0" lang="ko-KR">
                  <a:solidFill>
                    <a:schemeClr val="accent1"/>
                  </a:solidFill>
                  <a:latin typeface="+mj-lt"/>
                  <a:ea typeface="+mj-ea"/>
                </a:rPr>
                <a:t>03</a:t>
              </a:r>
            </a:p>
          </p:txBody>
        </p:sp>
        <p:sp>
          <p:nvSpPr>
            <p:cNvPr id="18" name="카드 제목"/>
            <p:cNvSpPr txBox="1"/>
            <p:nvPr/>
          </p:nvSpPr>
          <p:spPr>
            <a:xfrm>
              <a:off x="8249716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자가용 · 주차</a:t>
              </a:r>
            </a:p>
          </p:txBody>
        </p:sp>
        <p:sp>
          <p:nvSpPr>
            <p:cNvPr id="19" name="카드 내용"/>
            <p:cNvSpPr txBox="1"/>
            <p:nvPr/>
          </p:nvSpPr>
          <p:spPr>
            <a:xfrm>
              <a:off x="8249716" y="3383280"/>
              <a:ext cx="3027578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입력하세요</a:t>
              </a:r>
            </a:p>
          </p:txBody>
        </p:sp>
      </p:grp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GALLERY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웨딩 사진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1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4" name="사진 바탕 2"/>
          <p:cNvSpPr/>
          <p:nvPr/>
        </p:nvSpPr>
        <p:spPr>
          <a:xfrm>
            <a:off x="4374794" y="1828800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2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4374794" y="1828800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5" name="사진 바탕 3"/>
          <p:cNvSpPr/>
          <p:nvPr/>
        </p:nvSpPr>
        <p:spPr>
          <a:xfrm>
            <a:off x="8018068" y="1828800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3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8018068" y="1828800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6" name="사진 바탕 4"/>
          <p:cNvSpPr/>
          <p:nvPr/>
        </p:nvSpPr>
        <p:spPr>
          <a:xfrm>
            <a:off x="731520" y="4101084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4</a:t>
            </a:r>
          </a:p>
        </p:txBody>
      </p:sp>
      <p:sp>
        <p:nvSpPr>
          <p:cNvPr id="7" name="Picture Placeholder 6" descr="사진 자리 — 아이콘을 누르면 사진을 넣을 수 있어요"/>
          <p:cNvSpPr>
            <a:spLocks noGrp="1"/>
          </p:cNvSpPr>
          <p:nvPr>
            <p:ph type="pic" idx="16" sz="quarter"/>
          </p:nvPr>
        </p:nvSpPr>
        <p:spPr>
          <a:xfrm>
            <a:off x="731520" y="4101084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7" name="사진 바탕 5"/>
          <p:cNvSpPr/>
          <p:nvPr/>
        </p:nvSpPr>
        <p:spPr>
          <a:xfrm>
            <a:off x="4374794" y="4101084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5</a:t>
            </a:r>
          </a:p>
        </p:txBody>
      </p:sp>
      <p:sp>
        <p:nvSpPr>
          <p:cNvPr id="8" name="Picture Placeholder 7" descr="사진 자리 — 아이콘을 누르면 사진을 넣을 수 있어요"/>
          <p:cNvSpPr>
            <a:spLocks noGrp="1"/>
          </p:cNvSpPr>
          <p:nvPr>
            <p:ph type="pic" idx="17" sz="quarter"/>
          </p:nvPr>
        </p:nvSpPr>
        <p:spPr>
          <a:xfrm>
            <a:off x="4374794" y="4101084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8" name="사진 바탕 6"/>
          <p:cNvSpPr/>
          <p:nvPr/>
        </p:nvSpPr>
        <p:spPr>
          <a:xfrm>
            <a:off x="8018068" y="4101084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6</a:t>
            </a:r>
          </a:p>
        </p:txBody>
      </p:sp>
      <p:sp>
        <p:nvSpPr>
          <p:cNvPr id="9" name="Picture Placeholder 8" descr="사진 자리 — 아이콘을 누르면 사진을 넣을 수 있어요"/>
          <p:cNvSpPr>
            <a:spLocks noGrp="1"/>
          </p:cNvSpPr>
          <p:nvPr>
            <p:ph type="pic" idx="18" sz="quarter"/>
          </p:nvPr>
        </p:nvSpPr>
        <p:spPr>
          <a:xfrm>
            <a:off x="8018068" y="4101084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C3DBF-B6AD-47A8-AF99-97D29116CE40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cover dir="l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VOW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서로에게 한마디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582B6-CA1D-44ED-BB10-F1182CD101A1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cover dir="l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WINTER  ·  WEDDING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와 주셔서 고맙습니다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잘 살겠습니다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신랑 이름 ♥ 신부 이름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결혼식 슬라이드(오시는 길 중심)">
  <a:themeElements>
    <a:clrScheme name="결혼식 슬라이드(오시는 길 중심)">
      <a:dk1>
        <a:srgbClr val="2B2724"/>
      </a:dk1>
      <a:lt1>
        <a:srgbClr val="FFFFFF"/>
      </a:lt1>
      <a:dk2>
        <a:srgbClr val="643A5F"/>
      </a:dk2>
      <a:lt2>
        <a:srgbClr val="EBEBF7"/>
      </a:lt2>
      <a:accent1>
        <a:srgbClr val="8989CC"/>
      </a:accent1>
      <a:accent2>
        <a:srgbClr val="ADBD8F"/>
      </a:accent2>
      <a:accent3>
        <a:srgbClr val="2C2C4E"/>
      </a:accent3>
      <a:accent4>
        <a:srgbClr val="CECEEE"/>
      </a:accent4>
      <a:accent5>
        <a:srgbClr val="E0A3DE"/>
      </a:accent5>
      <a:accent6>
        <a:srgbClr val="BCE0E6"/>
      </a:accent6>
      <a:hlink>
        <a:srgbClr val="643A5F"/>
      </a:hlink>
      <a:folHlink>
        <a:srgbClr val="2C2C4E"/>
      </a:folHlink>
    </a:clrScheme>
    <a:fontScheme name="결혼식 슬라이드(오시는 길 중심)">
      <a:majorFont>
        <a:latin typeface="Constantia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결혼식 슬라이드(오시는 길 중심)</dc:title>
  <dc:subject>결혼식 상영용 슬라이드 · 오시는 길 중심</dc:subject>
  <dc:creator>우체국보험 상담 안내</dc:creator>
  <cp:keywords>결혼식,웨딩,PPT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