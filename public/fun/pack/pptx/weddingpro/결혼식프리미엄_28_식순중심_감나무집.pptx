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91959D6-713E-41F6-AD3C-76723CC5A848}">
          <p14:sldIdLst>
            <p14:sldId id="256"/>
          </p14:sldIdLst>
        </p14:section>
        <p14:section name="본문" id="{33941134-CE1C-4FF8-9BF1-602900121FA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348CBC4-728A-4424-9153-47E61AE4070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6BE128-7823-415C-A4F4-13E12674F41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E6C4AB8-929A-4D49-8A71-FB0D774A1DF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E905CFA-3DAE-4570-96AE-21F6E7A9558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축가는 친구가 불러 줍니다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56DC1-21CE-4597-8209-8525CB95F6D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59AC-5ED8-42B3-A49A-44F6995B255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4E4B-B9E3-48E6-A498-A5F7588364F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B12D-5361-4AE5-B10A-61DCBCA97C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6B1D-8CFB-4EBC-9081-F9F9FA63FA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4A643A"/>
      </a:dk2>
      <a:lt2>
        <a:srgbClr val="F5EBE2"/>
      </a:lt2>
      <a:accent1>
        <a:srgbClr val="CFA37C"/>
      </a:accent1>
      <a:accent2>
        <a:srgbClr val="8385BE"/>
      </a:accent2>
      <a:accent3>
        <a:srgbClr val="4E3C2C"/>
      </a:accent3>
      <a:accent4>
        <a:srgbClr val="F0DDCB"/>
      </a:accent4>
      <a:accent5>
        <a:srgbClr val="C2E0A3"/>
      </a:accent5>
      <a:accent6>
        <a:srgbClr val="E6BCCD"/>
      </a:accent6>
      <a:hlink>
        <a:srgbClr val="4A643A"/>
      </a:hlink>
      <a:folHlink>
        <a:srgbClr val="4E3C2C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