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078E3EA8-C51F-4AE3-AFA0-5853F2264FFA}">
          <p14:sldIdLst>
            <p14:sldId id="256"/>
          </p14:sldIdLst>
        </p14:section>
        <p14:section name="본문" id="{2EA41F05-7966-43D9-9710-E26484DCCCEE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B91F54B-4109-405C-80E7-DE4A55E8D29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460F6D1E-2B34-4262-A9E7-DE7E2DC8006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전체 사진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전체 화면 사진 — 아이콘을 눌러 넣으세요</a:t>
            </a:r>
          </a:p>
        </p:txBody>
      </p:sp>
      <p:sp>
        <p:nvSpPr>
          <p:cNvPr id="102" name="세로 글씨"/>
          <p:cNvSpPr>
            <a:spLocks noGrp="1"/>
          </p:cNvSpPr>
          <p:nvPr>
            <p:ph type="body" sz="quarter" idx="12"/>
          </p:nvPr>
        </p:nvSpPr>
        <p:spPr>
          <a:xfrm>
            <a:off x="6720675" y="822959"/>
            <a:ext cx="457200" cy="52120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200" b="0" spc="60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035" y="1645920"/>
            <a:ext cx="4328019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7315035" y="2029968"/>
            <a:ext cx="4328019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7315035" y="3703320"/>
            <a:ext cx="4328019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7315035" y="4480559"/>
            <a:ext cx="4328019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사진 바탕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사진 안내"/>
          <p:cNvSpPr txBox="1"/>
          <p:nvPr/>
        </p:nvSpPr>
        <p:spPr>
          <a:xfrm>
            <a:off x="0" y="3154680"/>
            <a:ext cx="6583515" cy="54864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 (전체 화면)</a:t>
            </a:r>
          </a:p>
        </p:txBody>
      </p:sp>
      <p:sp>
        <p:nvSpPr>
          <p:cNvPr id="4" name="글 면"/>
          <p:cNvSpPr/>
          <p:nvPr/>
        </p:nvSpPr>
        <p:spPr>
          <a:xfrm>
            <a:off x="6583515" y="0"/>
            <a:ext cx="5608179" cy="6858000"/>
          </a:xfrm>
          <a:prstGeom prst="rect">
            <a:avLst/>
          </a:prstGeom>
          <a:solidFill>
            <a:schemeClr val="accent3">
              <a:alpha val="86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6903555" y="685800"/>
            <a:ext cx="0" cy="5486400"/>
          </a:xfrm>
          <a:prstGeom prst="line">
            <a:avLst/>
          </a:prstGeom>
          <a:ln w="9525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861F957C-9EAF-4287-BFE2-668263BDF8C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3202AC1D-7D79-4A8C-AA45-FC1EB0F683E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39512"/>
            <a:ext cx="548640" cy="493776"/>
            <a:chOff x="5821527" y="5239512"/>
            <a:chExt cx="548640" cy="493776"/>
          </a:xfrm>
        </p:grpSpPr>
        <p:sp>
          <p:nvSpPr>
            <p:cNvPr id="7" name="Heart 6"/>
            <p:cNvSpPr/>
            <p:nvPr/>
          </p:nvSpPr>
          <p:spPr>
            <a:xfrm>
              <a:off x="5821527" y="5239512"/>
              <a:ext cx="548640" cy="493776"/>
            </a:xfrm>
            <a:prstGeom prst="heart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주차는 건물 지하를 이용해 주세요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2"/>
          <p:cNvSpPr/>
          <p:nvPr/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1B8FE-D19C-42B0-B8CE-D9131429EC73}" type="slidenum">
              <a:rPr lang="en-US"/>
              <a:t>‹#›</a:t>
            </a:fld>
            <a:endParaRPr lang="en-US"/>
          </a:p>
        </p:txBody>
      </p:sp>
      <p:sp>
        <p:nvSpPr>
          <p:cNvPr id="14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1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89691C-3421-41E1-AD24-C1F95F8B7215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1490DA-8661-40E7-9CD3-E90B46E89B65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sp>
          <p:nvSpPr>
            <p:cNvPr id="15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6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7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9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sp>
          <p:nvSpPr>
            <p:cNvPr id="20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06E1-3FB8-4FA5-B552-1E6BB039FC9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F17A8-694A-41B8-826D-04DB613097A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모내기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2B2724"/>
      </a:dk1>
      <a:lt1>
        <a:srgbClr val="FFFFFF"/>
      </a:lt1>
      <a:dk2>
        <a:srgbClr val="3A645D"/>
      </a:dk2>
      <a:lt2>
        <a:srgbClr val="E4F9E4"/>
      </a:lt2>
      <a:accent1>
        <a:srgbClr val="73D873"/>
      </a:accent1>
      <a:accent2>
        <a:srgbClr val="A17CC5"/>
      </a:accent2>
      <a:accent3>
        <a:srgbClr val="2C4E2C"/>
      </a:accent3>
      <a:accent4>
        <a:srgbClr val="C7F4C7"/>
      </a:accent4>
      <a:accent5>
        <a:srgbClr val="A3DEE0"/>
      </a:accent5>
      <a:accent6>
        <a:srgbClr val="E0E6BC"/>
      </a:accent6>
      <a:hlink>
        <a:srgbClr val="3A645D"/>
      </a:hlink>
      <a:folHlink>
        <a:srgbClr val="2C4E2C"/>
      </a:folHlink>
    </a:clrScheme>
    <a:fontScheme name="결혼식 슬라이드(오시는 길 중심)">
      <a:majorFont>
        <a:latin typeface="Constant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