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118D2E8-E7EC-4B99-9901-DD63CD01ADCA}">
          <p14:sldIdLst>
            <p14:sldId id="256"/>
          </p14:sldIdLst>
        </p14:section>
        <p14:section name="본문" id="{0B912398-7B09-4582-9C69-912C2933B48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92DE1DF-7437-41D8-8001-03A27EC5FD0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14C8B3D-2125-45AA-AFB6-BD15D6DB70DE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FD9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2B7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2621FA6-DB42-4BB7-845F-A79FA89EF18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2FD4499-6B5A-4928-86C5-D29310EC456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주차는 건물 지하를 이용해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F852A-E087-4237-B0AE-950641354CC8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47C9F-806D-490D-BE00-69DA4EF93666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814AE-7AF9-487A-B00E-97B5BE3A24F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C7186-3153-4747-A63B-1CAFC4E0E0D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6939F-067E-4E57-98AA-1133F40776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48373D"/>
      </a:dk1>
      <a:lt1>
        <a:srgbClr val="FEFCFB"/>
      </a:lt1>
      <a:dk2>
        <a:srgbClr val="4C2230"/>
      </a:dk2>
      <a:lt2>
        <a:srgbClr val="FBF4F2"/>
      </a:lt2>
      <a:accent1>
        <a:srgbClr val="B3626E"/>
      </a:accent1>
      <a:accent2>
        <a:srgbClr val="9A7A5E"/>
      </a:accent2>
      <a:accent3>
        <a:srgbClr val="6E545D"/>
      </a:accent3>
      <a:accent4>
        <a:srgbClr val="EDD7D8"/>
      </a:accent4>
      <a:accent5>
        <a:srgbClr val="B88A60"/>
      </a:accent5>
      <a:accent6>
        <a:srgbClr val="C6B1A1"/>
      </a:accent6>
      <a:hlink>
        <a:srgbClr val="4C2230"/>
      </a:hlink>
      <a:folHlink>
        <a:srgbClr val="6E545D"/>
      </a:folHlink>
    </a:clrScheme>
    <a:fontScheme name="결혼식 슬라이드(오시는 길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