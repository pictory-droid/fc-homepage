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69BBCCB-06CD-4AB6-BE6F-9E08A210E3AE}">
          <p14:sldIdLst>
            <p14:sldId id="256"/>
          </p14:sldIdLst>
        </p14:section>
        <p14:section name="본문" id="{02F5940F-440A-47D3-8A8A-685BE3877E5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634E1B4-9D9C-42B8-8549-92771C93221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2FF0D8-A7F8-4DC9-B0E5-BB6CA42B2147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F82CE2F-8008-4235-A78B-B1218C0191A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DBCEA60-3BA6-42D2-86A8-FAE533C96FC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주차는 건물 지하를 이용해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5173-C468-492D-B612-649FA19489C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CD17-7463-4532-BF63-9C0C0E6440A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9461D-3F8C-4590-8382-BFC65A7F471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FC181-218C-48AD-87BC-B0266B9102B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8AEB-9CEC-4ADC-ACDA-0E0E703D34C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결혼식 슬라이드(오시는 길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