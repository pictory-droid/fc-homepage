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42E0A755-FD0F-45FC-A42C-FAFDFF05444F}">
          <p14:sldIdLst>
            <p14:sldId id="256"/>
          </p14:sldIdLst>
        </p14:section>
        <p14:section name="본문" id="{1EDB3210-D223-49DD-A091-5DBF65F787D0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05C96B26-83BF-4C42-99B3-086B4BE48D81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7443033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뒤 아치"/>
          <p:cNvSpPr/>
          <p:nvPr/>
        </p:nvSpPr>
        <p:spPr>
          <a:xfrm>
            <a:off x="6857817" y="1097280"/>
            <a:ext cx="3657508" cy="521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7443033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10561045" y="4983480"/>
            <a:ext cx="822960" cy="822960"/>
          </a:xfrm>
          <a:prstGeom prst="ellipse">
            <a:avLst/>
          </a:prstGeom>
          <a:solidFill>
            <a:schemeClr val="accent2">
              <a:alpha val="88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A82B6601-CEF9-4945-AAA5-668E6F93DC4E}" type="slidenum">
              <a:rPr lang="en-US"/>
              <a:t>‹#›</a:t>
            </a:fld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78771" y="1338681"/>
            <a:ext cx="234151" cy="271147"/>
            <a:chOff x="5978771" y="1338681"/>
            <a:chExt cx="234151" cy="271147"/>
          </a:xfrm>
        </p:grpSpPr>
        <p:sp>
          <p:nvSpPr>
            <p:cNvPr id="4" name="Oval 3"/>
            <p:cNvSpPr/>
            <p:nvPr/>
          </p:nvSpPr>
          <p:spPr>
            <a:xfrm>
              <a:off x="6049213" y="1338681"/>
              <a:ext cx="93268" cy="1371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 rot="4320000">
              <a:off x="6119654" y="1389860"/>
              <a:ext cx="93268" cy="1371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 rot="8640000">
              <a:off x="6092748" y="1472668"/>
              <a:ext cx="93268" cy="1371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 rot="12960000">
              <a:off x="6005678" y="1472668"/>
              <a:ext cx="93268" cy="1371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 rot="17280000">
              <a:off x="5978771" y="1389860"/>
              <a:ext cx="93268" cy="1371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6065672" y="1451152"/>
              <a:ext cx="60350" cy="603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7443033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뒤 아치"/>
          <p:cNvSpPr/>
          <p:nvPr/>
        </p:nvSpPr>
        <p:spPr>
          <a:xfrm>
            <a:off x="6857817" y="1097280"/>
            <a:ext cx="3657508" cy="521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7443033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10561045" y="4983480"/>
            <a:ext cx="822960" cy="822960"/>
          </a:xfrm>
          <a:prstGeom prst="ellipse">
            <a:avLst/>
          </a:prstGeom>
          <a:solidFill>
            <a:schemeClr val="accent2">
              <a:alpha val="88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8F5573FA-8E0B-494A-919A-98C49E391D7A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78771" y="1338681"/>
            <a:ext cx="234151" cy="271147"/>
            <a:chOff x="5978771" y="1338681"/>
            <a:chExt cx="234151" cy="271147"/>
          </a:xfrm>
        </p:grpSpPr>
        <p:sp>
          <p:nvSpPr>
            <p:cNvPr id="4" name="Oval 3"/>
            <p:cNvSpPr/>
            <p:nvPr/>
          </p:nvSpPr>
          <p:spPr>
            <a:xfrm>
              <a:off x="6049213" y="1338681"/>
              <a:ext cx="93268" cy="1371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 rot="4320000">
              <a:off x="6119654" y="1389860"/>
              <a:ext cx="93268" cy="1371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 rot="8640000">
              <a:off x="6092748" y="1472668"/>
              <a:ext cx="93268" cy="1371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 rot="12960000">
              <a:off x="6005678" y="1472668"/>
              <a:ext cx="93268" cy="1371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 rot="17280000">
              <a:off x="5978771" y="1389860"/>
              <a:ext cx="93268" cy="1371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6065672" y="1451152"/>
              <a:ext cx="60350" cy="603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8C35B76F-67C8-4795-B1CC-BE63822C5A83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61696" y="5201107"/>
            <a:ext cx="468302" cy="542294"/>
            <a:chOff x="5861696" y="5201107"/>
            <a:chExt cx="468302" cy="542294"/>
          </a:xfrm>
        </p:grpSpPr>
        <p:sp>
          <p:nvSpPr>
            <p:cNvPr id="6" name="Oval 5"/>
            <p:cNvSpPr/>
            <p:nvPr/>
          </p:nvSpPr>
          <p:spPr>
            <a:xfrm>
              <a:off x="6002578" y="5201107"/>
              <a:ext cx="186537" cy="274320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 rot="4320000">
              <a:off x="6143461" y="5303464"/>
              <a:ext cx="186537" cy="274320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 rot="8640000">
              <a:off x="6089649" y="5469081"/>
              <a:ext cx="186537" cy="274320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 rot="12960000">
              <a:off x="5915508" y="5469081"/>
              <a:ext cx="186537" cy="274320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 rot="17280000">
              <a:off x="5861696" y="5303464"/>
              <a:ext cx="186537" cy="274320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6035497" y="5426049"/>
              <a:ext cx="120700" cy="120700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WEDDING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사진은 정리되는 대로 보내 드리겠습니다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2"/>
          <p:cNvSpPr/>
          <p:nvPr/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874EA-FBDD-4AFA-ADF5-8E38BAAD04DE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oundRect">
            <a:avLst>
              <a:gd name="adj" fmla="val 7000"/>
            </a:avLst>
          </a:prstGeom>
          <a:solidFill>
            <a:schemeClr val="bg1">
              <a:alpha val="55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6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7" name="신부 카드"/>
          <p:cNvSpPr/>
          <p:nvPr/>
        </p:nvSpPr>
        <p:spPr>
          <a:xfrm>
            <a:off x="6553047" y="1828800"/>
            <a:ext cx="4907127" cy="4274820"/>
          </a:xfrm>
          <a:prstGeom prst="roundRect">
            <a:avLst>
              <a:gd name="adj" fmla="val 7000"/>
            </a:avLst>
          </a:prstGeom>
          <a:solidFill>
            <a:schemeClr val="bg1">
              <a:alpha val="55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0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감사의 말씀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FE31-93EF-4745-A168-C9B79F72B375}" type="slidenum">
              <a:rPr lang="en-US"/>
              <a:t>‹#›</a:t>
            </a:fld>
            <a:endParaRPr lang="en-US"/>
          </a:p>
        </p:txBody>
      </p:sp>
      <p:grpSp>
        <p:nvGrpSpPr>
          <p:cNvPr id="5" name="감사 글 칸"/>
          <p:cNvGrpSpPr/>
          <p:nvPr/>
        </p:nvGrpSpPr>
        <p:grpSpPr>
          <a:xfrm>
            <a:off x="731520" y="1828800"/>
            <a:ext cx="10728655" cy="4343400"/>
            <a:chOff x="731520" y="1828800"/>
            <a:chExt cx="10728655" cy="4343400"/>
          </a:xfrm>
        </p:grpSpPr>
        <p:sp>
          <p:nvSpPr>
            <p:cNvPr id="6" name="감사 글 칸"/>
            <p:cNvSpPr/>
            <p:nvPr/>
          </p:nvSpPr>
          <p:spPr>
            <a:xfrm>
              <a:off x="731520" y="1828800"/>
              <a:ext cx="10728655" cy="434340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감사 글"/>
            <p:cNvSpPr txBox="1"/>
            <p:nvPr/>
          </p:nvSpPr>
          <p:spPr>
            <a:xfrm>
              <a:off x="1280160" y="2194560"/>
              <a:ext cx="9631375" cy="36118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바쁘신 중에 와 주셔서 고맙습니다.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보내 주신 마음 잊지 않고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잘 살겠습니다.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신랑 · 신부 드림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답례 안내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7FD97-37C0-47FF-AA10-297160AB42BB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답례품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방명록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사진 · 영상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2BBBD-1873-4E24-A71A-1D50E84E8A9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9C18F-93FB-4EF4-82C3-8DF3AE6EDDA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WEDDING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감사·답례 중심)">
  <a:themeElements>
    <a:clrScheme name="결혼식 슬라이드(감사·답례 중심)">
      <a:dk1>
        <a:srgbClr val="2B2724"/>
      </a:dk1>
      <a:lt1>
        <a:srgbClr val="FFFFFF"/>
      </a:lt1>
      <a:dk2>
        <a:srgbClr val="4A643A"/>
      </a:dk2>
      <a:lt2>
        <a:srgbClr val="F5ECE2"/>
      </a:lt2>
      <a:accent1>
        <a:srgbClr val="CFA67C"/>
      </a:accent1>
      <a:accent2>
        <a:srgbClr val="838DBE"/>
      </a:accent2>
      <a:accent3>
        <a:srgbClr val="4E3D2C"/>
      </a:accent3>
      <a:accent4>
        <a:srgbClr val="F0DECB"/>
      </a:accent4>
      <a:accent5>
        <a:srgbClr val="C0E0A3"/>
      </a:accent5>
      <a:accent6>
        <a:srgbClr val="E6BCCC"/>
      </a:accent6>
      <a:hlink>
        <a:srgbClr val="4A643A"/>
      </a:hlink>
      <a:folHlink>
        <a:srgbClr val="4E3D2C"/>
      </a:folHlink>
    </a:clrScheme>
    <a:fontScheme name="결혼식 슬라이드(감사·답례 중심)">
      <a:majorFont>
        <a:latin typeface="Garamond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슬라이드(감사·답례 중심)</dc:title>
  <dc:subject>결혼식 상영용 슬라이드 · 감사·답례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