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CCFEF9E-3DE8-4A73-998A-ADEEFFE9F04F}">
          <p14:sldIdLst>
            <p14:sldId id="256"/>
          </p14:sldIdLst>
        </p14:section>
        <p14:section name="본문" id="{5C9D8FE5-5198-4D19-BBAE-B718228685B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EEBDEDD-04F1-462D-97D3-B417B3DF0A71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ACF669F7-B711-46DB-9738-B6FDF4C27672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2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A9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2BB76107-52CD-495B-9515-73202C43550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09B0911A-F88C-43C6-9E8A-EDF5ED30B3A0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만난 날부터 오늘까지 적어 봤습니다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날짜 입력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02244-9C19-4101-8AC7-132DFDD9F86C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B0DD-C008-42C2-9C29-CB55497C9F0C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E6379E-9E38-41BE-A42C-D11183D76AF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5ACC9-F911-4A53-B846-95DB262768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C12AC-E9D4-42C0-A0AF-97CC7678997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433534"/>
      </a:dk1>
      <a:lt1>
        <a:srgbClr val="FEFCFB"/>
      </a:lt1>
      <a:dk2>
        <a:srgbClr val="5A3B38"/>
      </a:dk2>
      <a:lt2>
        <a:srgbClr val="FBF4F1"/>
      </a:lt2>
      <a:accent1>
        <a:srgbClr val="D4A39B"/>
      </a:accent1>
      <a:accent2>
        <a:srgbClr val="B48866"/>
      </a:accent2>
      <a:accent3>
        <a:srgbClr val="463331"/>
      </a:accent3>
      <a:accent4>
        <a:srgbClr val="F3E4E0"/>
      </a:accent4>
      <a:accent5>
        <a:srgbClr val="C9AA7C"/>
      </a:accent5>
      <a:accent6>
        <a:srgbClr val="D4B9A5"/>
      </a:accent6>
      <a:hlink>
        <a:srgbClr val="5A3B38"/>
      </a:hlink>
      <a:folHlink>
        <a:srgbClr val="463331"/>
      </a:folHlink>
    </a:clrScheme>
    <a:fontScheme name="결혼식 슬라이드(러브스토리 중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반딧불이의 곳간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