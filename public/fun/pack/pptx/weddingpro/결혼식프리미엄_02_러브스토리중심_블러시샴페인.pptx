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06DDAAF-0CC8-4AF1-A6AE-3436F064DD43}">
          <p14:sldIdLst>
            <p14:sldId id="256"/>
          </p14:sldIdLst>
        </p14:section>
        <p14:section name="본문" id="{17D0247A-E46A-4DFD-9D0C-BD8238180666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BCA59CEA-8F26-4829-B2EF-6911AD022F24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7238085D-33E7-47DF-99A2-AB85542A9DA7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6D2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1A9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B1257FC1-82DE-45EA-8F41-69E36593A1F6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F7C611AC-2192-466C-BCC9-5D620864BD76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BLUSH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처음 만난 날부터 오늘까지 적어 봤습니다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236959-21B0-431B-9849-2B6E7F66462D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169DD9-5B24-4BF2-B8C7-901474B96E0E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어떻게?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데이트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설레던 하루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무엇을 했나요?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프러포즈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평생을 약속하다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이야기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결혼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함께 시작합니다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첫 번째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55CCA-8295-4746-916F-E1E4B3C90C38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여행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어디였나요?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2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3710863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선물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18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6461607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다툼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어떻게 풀었나요?</a:t>
              </a:r>
            </a:p>
          </p:txBody>
        </p:sp>
      </p:grpSp>
      <p:grpSp>
        <p:nvGrpSpPr>
          <p:cNvPr id="23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4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9212351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약속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C0006-3203-432E-BF2E-FEBFB637455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61F4B4-D187-4BC6-82E9-A4ADA16342D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BLUSH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러브스토리 중심)">
  <a:themeElements>
    <a:clrScheme name="결혼식 슬라이드(러브스토리 중심)">
      <a:dk1>
        <a:srgbClr val="433534"/>
      </a:dk1>
      <a:lt1>
        <a:srgbClr val="FEFCFB"/>
      </a:lt1>
      <a:dk2>
        <a:srgbClr val="5A3B38"/>
      </a:dk2>
      <a:lt2>
        <a:srgbClr val="FBF4F1"/>
      </a:lt2>
      <a:accent1>
        <a:srgbClr val="D4A39B"/>
      </a:accent1>
      <a:accent2>
        <a:srgbClr val="B48866"/>
      </a:accent2>
      <a:accent3>
        <a:srgbClr val="463331"/>
      </a:accent3>
      <a:accent4>
        <a:srgbClr val="F3E4E0"/>
      </a:accent4>
      <a:accent5>
        <a:srgbClr val="C9AA7C"/>
      </a:accent5>
      <a:accent6>
        <a:srgbClr val="D4B9A5"/>
      </a:accent6>
      <a:hlink>
        <a:srgbClr val="5A3B38"/>
      </a:hlink>
      <a:folHlink>
        <a:srgbClr val="463331"/>
      </a:folHlink>
    </a:clrScheme>
    <a:fontScheme name="결혼식 슬라이드(러브스토리 중심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>결혼식 상영용 슬라이드 · 러브스토리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