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B1E7389-1D7F-40AD-B6D3-7FD8E4DBFF79}">
          <p14:sldIdLst>
            <p14:sldId id="256"/>
          </p14:sldIdLst>
        </p14:section>
        <p14:section name="본문" id="{8DCFF2EF-BA88-477B-B49D-8E3B7841DE5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73955AB-324E-407F-A3A3-B6618DCDFEA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50FA62BD-D0CC-42C8-92BB-25F8DBFD247B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CF8CBA52-0FB0-49F3-A5ED-B9123C42500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1C84B44-57A1-4FAE-BCBA-6A27AA74F58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5821527" y="5212080"/>
              <a:ext cx="548640" cy="5486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같이 떠난 첫 여름 여행이 시작이었습니다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B6EF6-0A52-4B9F-AD49-2A6AA412FDA8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6571335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38435-1219-4319-913B-C6EC2EEDBA40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데이트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프러포즈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46B8-1047-4C5C-8FF3-FD39F299F8E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3500551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3619423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6251295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6370167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9002039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 txBox="1"/>
            <p:nvPr/>
          </p:nvSpPr>
          <p:spPr>
            <a:xfrm>
              <a:off x="9120911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BC6B-54B9-4154-910D-0C189ACAC6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AF779-CE78-417F-91AD-D2DB38976F6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2B2724"/>
      </a:dk1>
      <a:lt1>
        <a:srgbClr val="FFFFFF"/>
      </a:lt1>
      <a:dk2>
        <a:srgbClr val="3A4A64"/>
      </a:dk2>
      <a:lt2>
        <a:srgbClr val="DEEDF9"/>
      </a:lt2>
      <a:accent1>
        <a:srgbClr val="7EB3E2"/>
      </a:accent1>
      <a:accent2>
        <a:srgbClr val="8689CF"/>
      </a:accent2>
      <a:accent3>
        <a:srgbClr val="2C3E4E"/>
      </a:accent3>
      <a:accent4>
        <a:srgbClr val="C5E0F7"/>
      </a:accent4>
      <a:accent5>
        <a:srgbClr val="C2A3E0"/>
      </a:accent5>
      <a:accent6>
        <a:srgbClr val="BCE6D5"/>
      </a:accent6>
      <a:hlink>
        <a:srgbClr val="3A4A64"/>
      </a:hlink>
      <a:folHlink>
        <a:srgbClr val="2C3E4E"/>
      </a:folHlink>
    </a:clrScheme>
    <a:fontScheme name="결혼식 슬라이드(러브스토리 중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