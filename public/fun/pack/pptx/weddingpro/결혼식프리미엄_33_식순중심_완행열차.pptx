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F12216A-444B-42BC-89D1-2EB8645B9628}">
          <p14:sldIdLst>
            <p14:sldId id="256"/>
          </p14:sldIdLst>
        </p14:section>
        <p14:section name="본문" id="{1E872289-ECC1-4B34-A4B7-6BDAD0E7D59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A10CF3F-CCB8-4307-800D-F54D98CEA81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86797A0B-67BF-4F13-90BB-A7DF802E8031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0010DCAB-19FB-40BA-B527-961ECF702F9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D1F39A1-8825-4A46-A81C-DAF356EB52F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완행열차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식 끝나고 바로 식사하시면 됩니다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980D-9FA3-4AD2-AC9E-FF385E42D5BF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E1E54-7D33-4C9A-B8DB-739B590DEE2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8B78-99F6-4ACE-A312-C70FF6313C1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4555-652B-4723-955B-3000B176283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DBC4-D8A9-488B-96F8-18D838573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완행열차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643E3A"/>
      </a:dk2>
      <a:lt2>
        <a:srgbClr val="F5E8E2"/>
      </a:lt2>
      <a:accent1>
        <a:srgbClr val="CF957C"/>
      </a:accent1>
      <a:accent2>
        <a:srgbClr val="BE8399"/>
      </a:accent2>
      <a:accent3>
        <a:srgbClr val="4E362C"/>
      </a:accent3>
      <a:accent4>
        <a:srgbClr val="F0D6CB"/>
      </a:accent4>
      <a:accent5>
        <a:srgbClr val="CCE0A3"/>
      </a:accent5>
      <a:accent6>
        <a:srgbClr val="E6BCD4"/>
      </a:accent6>
      <a:hlink>
        <a:srgbClr val="643E3A"/>
      </a:hlink>
      <a:folHlink>
        <a:srgbClr val="4E362C"/>
      </a:folHlink>
    </a:clrScheme>
    <a:fontScheme name="결혼식 슬라이드(식순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