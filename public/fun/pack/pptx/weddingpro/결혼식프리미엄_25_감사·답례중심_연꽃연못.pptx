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896FD33-EB66-4250-B0BD-9D5EC1FAB840}">
          <p14:sldIdLst>
            <p14:sldId id="256"/>
          </p14:sldIdLst>
        </p14:section>
        <p14:section name="본문" id="{45A9768C-B4FD-4D7D-A29A-87C5C78595C3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77C65511-FBA4-44F9-A7CC-FA2D368FCCD6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7086343" y="-1097280"/>
            <a:ext cx="6309360" cy="63093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8115043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7497823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975335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9738103" y="1604772"/>
            <a:ext cx="1005840" cy="905256"/>
            <a:chOff x="9738103" y="1604772"/>
            <a:chExt cx="1005840" cy="905256"/>
          </a:xfrm>
        </p:grpSpPr>
        <p:sp>
          <p:nvSpPr>
            <p:cNvPr id="7" name="Heart 6"/>
            <p:cNvSpPr/>
            <p:nvPr/>
          </p:nvSpPr>
          <p:spPr>
            <a:xfrm>
              <a:off x="9738103" y="1604772"/>
              <a:ext cx="1005840" cy="905256"/>
            </a:xfrm>
            <a:prstGeom prst="hear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01E4FC06-E9EE-4AD3-A307-5774AC01DC79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7086343" y="-1097280"/>
            <a:ext cx="6309360" cy="630936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8115043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7497823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975335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9738103" y="1604772"/>
            <a:ext cx="1005840" cy="905256"/>
            <a:chOff x="9738103" y="1604772"/>
            <a:chExt cx="1005840" cy="905256"/>
          </a:xfrm>
        </p:grpSpPr>
        <p:sp>
          <p:nvSpPr>
            <p:cNvPr id="7" name="Heart 6"/>
            <p:cNvSpPr/>
            <p:nvPr/>
          </p:nvSpPr>
          <p:spPr>
            <a:xfrm>
              <a:off x="9738103" y="1604772"/>
              <a:ext cx="1005840" cy="905256"/>
            </a:xfrm>
            <a:prstGeom prst="hear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222FC361-04A0-4E68-8559-ED048A02051D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9C88ECE9-A3C2-465E-9831-1D31481C5218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39512"/>
            <a:ext cx="548640" cy="493776"/>
            <a:chOff x="5821527" y="5239512"/>
            <a:chExt cx="548640" cy="493776"/>
          </a:xfrm>
        </p:grpSpPr>
        <p:sp>
          <p:nvSpPr>
            <p:cNvPr id="7" name="Heart 6"/>
            <p:cNvSpPr/>
            <p:nvPr/>
          </p:nvSpPr>
          <p:spPr>
            <a:xfrm>
              <a:off x="5821527" y="5239512"/>
              <a:ext cx="548640" cy="493776"/>
            </a:xfrm>
            <a:prstGeom prst="heart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더운 날 와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099233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ellipse">
            <a:avLst/>
          </a:prstGeom>
        </p:spPr>
      </p:sp>
      <p:sp>
        <p:nvSpPr>
          <p:cNvPr id="19" name="사진 바탕 2"/>
          <p:cNvSpPr/>
          <p:nvPr/>
        </p:nvSpPr>
        <p:spPr>
          <a:xfrm>
            <a:off x="7920761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ellipse">
            <a:avLst/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068D7-C236-4245-92DA-BAC405E272FF}" type="slidenum">
              <a:rPr lang="en-US"/>
              <a:t>‹#›</a:t>
            </a:fld>
            <a:endParaRPr lang="en-US"/>
          </a:p>
        </p:txBody>
      </p:sp>
      <p:sp>
        <p:nvSpPr>
          <p:cNvPr id="14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1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감사의 말씀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D3E29-88B3-425D-ABEA-65635037DCC7}" type="slidenum">
              <a:rPr lang="en-US"/>
              <a:t>‹#›</a:t>
            </a:fld>
            <a:endParaRPr lang="en-US"/>
          </a:p>
        </p:txBody>
      </p:sp>
      <p:grpSp>
        <p:nvGrpSpPr>
          <p:cNvPr id="6" name="감사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7" name="감사 글 칸"/>
            <p:cNvSpPr/>
            <p:nvPr/>
          </p:nvSpPr>
          <p:spPr>
            <a:xfrm>
              <a:off x="731520" y="1828800"/>
              <a:ext cx="10728655" cy="4343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감사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바쁘신 중에 와 주셔서 고맙습니다.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보내 주신 마음 잊지 않고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잘 살겠습니다.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신랑 · 신부 드림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답례 안내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97E71-D685-40EB-AD07-8FE6EFB6DF5E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답례품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방명록</a:t>
              </a:r>
            </a:p>
          </p:txBody>
        </p:sp>
        <p:sp>
          <p:nvSpPr>
            <p:cNvPr id="15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6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7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9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사진 · 영상</a:t>
              </a:r>
            </a:p>
          </p:txBody>
        </p:sp>
        <p:sp>
          <p:nvSpPr>
            <p:cNvPr id="20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19CE-4F93-4BB5-9D22-85056B69DD2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5AA34-67D0-46BE-AE12-EDA9D9CB9F9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감사·답례 중심)">
  <a:themeElements>
    <a:clrScheme name="결혼식 슬라이드(감사·답례 중심)">
      <a:dk1>
        <a:srgbClr val="2B2724"/>
      </a:dk1>
      <a:lt1>
        <a:srgbClr val="FFFFFF"/>
      </a:lt1>
      <a:dk2>
        <a:srgbClr val="643A48"/>
      </a:dk2>
      <a:lt2>
        <a:srgbClr val="F9DEEC"/>
      </a:lt2>
      <a:accent1>
        <a:srgbClr val="E27EB0"/>
      </a:accent1>
      <a:accent2>
        <a:srgbClr val="CF8686"/>
      </a:accent2>
      <a:accent3>
        <a:srgbClr val="4E2C3D"/>
      </a:accent3>
      <a:accent4>
        <a:srgbClr val="F7C5DE"/>
      </a:accent4>
      <a:accent5>
        <a:srgbClr val="E0C4A3"/>
      </a:accent5>
      <a:accent6>
        <a:srgbClr val="D7BCE6"/>
      </a:accent6>
      <a:hlink>
        <a:srgbClr val="643A48"/>
      </a:hlink>
      <a:folHlink>
        <a:srgbClr val="4E2C3D"/>
      </a:folHlink>
    </a:clrScheme>
    <a:fontScheme name="결혼식 슬라이드(감사·답례 중심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>결혼식 상영용 슬라이드 · 감사·답례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