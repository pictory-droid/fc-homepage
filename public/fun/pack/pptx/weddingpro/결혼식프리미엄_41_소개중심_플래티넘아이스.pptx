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6FE97D5B-B076-4DB3-9B2E-C8B04DE60DA8}">
          <p14:sldIdLst>
            <p14:sldId id="256"/>
          </p14:sldIdLst>
        </p14:section>
        <p14:section name="본문" id="{EB872568-EB7B-4A49-AEA0-2F353CB6FF13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7664ED91-B399-4836-BF81-7480FB4E5363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헥스 격자"/>
          <p:cNvGrpSpPr/>
          <p:nvPr/>
        </p:nvGrpSpPr>
        <p:grpSpPr>
          <a:xfrm>
            <a:off x="217627" y="350131"/>
            <a:ext cx="4708245" cy="5958032"/>
            <a:chOff x="217627" y="350131"/>
            <a:chExt cx="4708245" cy="5958032"/>
          </a:xfrm>
        </p:grpSpPr>
        <p:sp>
          <p:nvSpPr>
            <p:cNvPr id="3" name="Hexagon 2"/>
            <p:cNvSpPr/>
            <p:nvPr/>
          </p:nvSpPr>
          <p:spPr>
            <a:xfrm>
              <a:off x="217627" y="350131"/>
              <a:ext cx="799185" cy="692094"/>
            </a:xfrm>
            <a:prstGeom prst="hexagon">
              <a:avLst/>
            </a:prstGeom>
            <a:solidFill>
              <a:schemeClr val="accent1">
                <a:alpha val="8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Hexagon 3"/>
            <p:cNvSpPr/>
            <p:nvPr/>
          </p:nvSpPr>
          <p:spPr>
            <a:xfrm>
              <a:off x="217627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exagon 4"/>
            <p:cNvSpPr/>
            <p:nvPr/>
          </p:nvSpPr>
          <p:spPr>
            <a:xfrm>
              <a:off x="217627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Hexagon 5"/>
            <p:cNvSpPr/>
            <p:nvPr/>
          </p:nvSpPr>
          <p:spPr>
            <a:xfrm>
              <a:off x="217627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Hexagon 6"/>
            <p:cNvSpPr/>
            <p:nvPr/>
          </p:nvSpPr>
          <p:spPr>
            <a:xfrm>
              <a:off x="217627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xagon 7"/>
            <p:cNvSpPr/>
            <p:nvPr/>
          </p:nvSpPr>
          <p:spPr>
            <a:xfrm>
              <a:off x="217627" y="4111515"/>
              <a:ext cx="799185" cy="692094"/>
            </a:xfrm>
            <a:prstGeom prst="hexagon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Hexagon 8"/>
            <p:cNvSpPr/>
            <p:nvPr/>
          </p:nvSpPr>
          <p:spPr>
            <a:xfrm>
              <a:off x="217627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Hexagon 9"/>
            <p:cNvSpPr/>
            <p:nvPr/>
          </p:nvSpPr>
          <p:spPr>
            <a:xfrm>
              <a:off x="21762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Hexagon 10"/>
            <p:cNvSpPr/>
            <p:nvPr/>
          </p:nvSpPr>
          <p:spPr>
            <a:xfrm>
              <a:off x="869137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xagon 11"/>
            <p:cNvSpPr/>
            <p:nvPr/>
          </p:nvSpPr>
          <p:spPr>
            <a:xfrm>
              <a:off x="869137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Hexagon 12"/>
            <p:cNvSpPr/>
            <p:nvPr/>
          </p:nvSpPr>
          <p:spPr>
            <a:xfrm>
              <a:off x="869137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Hexagon 13"/>
            <p:cNvSpPr/>
            <p:nvPr/>
          </p:nvSpPr>
          <p:spPr>
            <a:xfrm>
              <a:off x="869137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Hexagon 14"/>
            <p:cNvSpPr/>
            <p:nvPr/>
          </p:nvSpPr>
          <p:spPr>
            <a:xfrm>
              <a:off x="869137" y="3735377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xagon 15"/>
            <p:cNvSpPr/>
            <p:nvPr/>
          </p:nvSpPr>
          <p:spPr>
            <a:xfrm>
              <a:off x="869137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Hexagon 16"/>
            <p:cNvSpPr/>
            <p:nvPr/>
          </p:nvSpPr>
          <p:spPr>
            <a:xfrm>
              <a:off x="869137" y="5239930"/>
              <a:ext cx="799185" cy="692094"/>
            </a:xfrm>
            <a:prstGeom prst="hexagon">
              <a:avLst/>
            </a:prstGeom>
            <a:solidFill>
              <a:schemeClr val="accent1">
                <a:alpha val="68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Hexagon 17"/>
            <p:cNvSpPr/>
            <p:nvPr/>
          </p:nvSpPr>
          <p:spPr>
            <a:xfrm>
              <a:off x="1520647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Hexagon 18"/>
            <p:cNvSpPr/>
            <p:nvPr/>
          </p:nvSpPr>
          <p:spPr>
            <a:xfrm>
              <a:off x="1520647" y="1102407"/>
              <a:ext cx="799185" cy="692094"/>
            </a:xfrm>
            <a:prstGeom prst="hexagon">
              <a:avLst/>
            </a:prstGeom>
            <a:solidFill>
              <a:schemeClr val="accent1">
                <a:alpha val="56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xagon 19"/>
            <p:cNvSpPr/>
            <p:nvPr/>
          </p:nvSpPr>
          <p:spPr>
            <a:xfrm>
              <a:off x="1520647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exagon 20"/>
            <p:cNvSpPr/>
            <p:nvPr/>
          </p:nvSpPr>
          <p:spPr>
            <a:xfrm>
              <a:off x="1520647" y="2606961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exagon 21"/>
            <p:cNvSpPr/>
            <p:nvPr/>
          </p:nvSpPr>
          <p:spPr>
            <a:xfrm>
              <a:off x="1520647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Hexagon 22"/>
            <p:cNvSpPr/>
            <p:nvPr/>
          </p:nvSpPr>
          <p:spPr>
            <a:xfrm>
              <a:off x="1520647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xagon 23"/>
            <p:cNvSpPr/>
            <p:nvPr/>
          </p:nvSpPr>
          <p:spPr>
            <a:xfrm>
              <a:off x="1520647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Hexagon 24"/>
            <p:cNvSpPr/>
            <p:nvPr/>
          </p:nvSpPr>
          <p:spPr>
            <a:xfrm>
              <a:off x="152064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Hexagon 25"/>
            <p:cNvSpPr/>
            <p:nvPr/>
          </p:nvSpPr>
          <p:spPr>
            <a:xfrm>
              <a:off x="2172157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Hexagon 26"/>
            <p:cNvSpPr/>
            <p:nvPr/>
          </p:nvSpPr>
          <p:spPr>
            <a:xfrm>
              <a:off x="2172157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Hexagon 27"/>
            <p:cNvSpPr/>
            <p:nvPr/>
          </p:nvSpPr>
          <p:spPr>
            <a:xfrm>
              <a:off x="2172157" y="2230823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Hexagon 28"/>
            <p:cNvSpPr/>
            <p:nvPr/>
          </p:nvSpPr>
          <p:spPr>
            <a:xfrm>
              <a:off x="2172157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Hexagon 29"/>
            <p:cNvSpPr/>
            <p:nvPr/>
          </p:nvSpPr>
          <p:spPr>
            <a:xfrm>
              <a:off x="2172157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Hexagon 30"/>
            <p:cNvSpPr/>
            <p:nvPr/>
          </p:nvSpPr>
          <p:spPr>
            <a:xfrm>
              <a:off x="2172157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Hexagon 31"/>
            <p:cNvSpPr/>
            <p:nvPr/>
          </p:nvSpPr>
          <p:spPr>
            <a:xfrm>
              <a:off x="2172157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Hexagon 32"/>
            <p:cNvSpPr/>
            <p:nvPr/>
          </p:nvSpPr>
          <p:spPr>
            <a:xfrm>
              <a:off x="2823667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Hexagon 33"/>
            <p:cNvSpPr/>
            <p:nvPr/>
          </p:nvSpPr>
          <p:spPr>
            <a:xfrm>
              <a:off x="2823667" y="1102407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Hexagon 34"/>
            <p:cNvSpPr/>
            <p:nvPr/>
          </p:nvSpPr>
          <p:spPr>
            <a:xfrm>
              <a:off x="2823667" y="1854684"/>
              <a:ext cx="799185" cy="692094"/>
            </a:xfrm>
            <a:prstGeom prst="hexagon">
              <a:avLst/>
            </a:prstGeom>
            <a:solidFill>
              <a:schemeClr val="accent1">
                <a:alpha val="33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Hexagon 35"/>
            <p:cNvSpPr/>
            <p:nvPr/>
          </p:nvSpPr>
          <p:spPr>
            <a:xfrm>
              <a:off x="2823667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Hexagon 36"/>
            <p:cNvSpPr/>
            <p:nvPr/>
          </p:nvSpPr>
          <p:spPr>
            <a:xfrm>
              <a:off x="2823667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Hexagon 37"/>
            <p:cNvSpPr/>
            <p:nvPr/>
          </p:nvSpPr>
          <p:spPr>
            <a:xfrm>
              <a:off x="2823667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Hexagon 38"/>
            <p:cNvSpPr/>
            <p:nvPr/>
          </p:nvSpPr>
          <p:spPr>
            <a:xfrm>
              <a:off x="2823667" y="4863792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Hexagon 39"/>
            <p:cNvSpPr/>
            <p:nvPr/>
          </p:nvSpPr>
          <p:spPr>
            <a:xfrm>
              <a:off x="282366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Hexagon 40"/>
            <p:cNvSpPr/>
            <p:nvPr/>
          </p:nvSpPr>
          <p:spPr>
            <a:xfrm>
              <a:off x="3475177" y="726269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Hexagon 41"/>
            <p:cNvSpPr/>
            <p:nvPr/>
          </p:nvSpPr>
          <p:spPr>
            <a:xfrm>
              <a:off x="3475177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Hexagon 42"/>
            <p:cNvSpPr/>
            <p:nvPr/>
          </p:nvSpPr>
          <p:spPr>
            <a:xfrm>
              <a:off x="3475177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Hexagon 43"/>
            <p:cNvSpPr/>
            <p:nvPr/>
          </p:nvSpPr>
          <p:spPr>
            <a:xfrm>
              <a:off x="3475177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Hexagon 44"/>
            <p:cNvSpPr/>
            <p:nvPr/>
          </p:nvSpPr>
          <p:spPr>
            <a:xfrm>
              <a:off x="3475177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Hexagon 45"/>
            <p:cNvSpPr/>
            <p:nvPr/>
          </p:nvSpPr>
          <p:spPr>
            <a:xfrm>
              <a:off x="3475177" y="4487653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Hexagon 46"/>
            <p:cNvSpPr/>
            <p:nvPr/>
          </p:nvSpPr>
          <p:spPr>
            <a:xfrm>
              <a:off x="3475177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Hexagon 47"/>
            <p:cNvSpPr/>
            <p:nvPr/>
          </p:nvSpPr>
          <p:spPr>
            <a:xfrm>
              <a:off x="4126687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Hexagon 48"/>
            <p:cNvSpPr/>
            <p:nvPr/>
          </p:nvSpPr>
          <p:spPr>
            <a:xfrm>
              <a:off x="4126687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Hexagon 49"/>
            <p:cNvSpPr/>
            <p:nvPr/>
          </p:nvSpPr>
          <p:spPr>
            <a:xfrm>
              <a:off x="4126687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Hexagon 50"/>
            <p:cNvSpPr/>
            <p:nvPr/>
          </p:nvSpPr>
          <p:spPr>
            <a:xfrm>
              <a:off x="4126687" y="2606961"/>
              <a:ext cx="799185" cy="692094"/>
            </a:xfrm>
            <a:prstGeom prst="hexagon">
              <a:avLst/>
            </a:prstGeom>
            <a:solidFill>
              <a:schemeClr val="accent1">
                <a:alpha val="25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Hexagon 51"/>
            <p:cNvSpPr/>
            <p:nvPr/>
          </p:nvSpPr>
          <p:spPr>
            <a:xfrm>
              <a:off x="4126687" y="3359238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Hexagon 52"/>
            <p:cNvSpPr/>
            <p:nvPr/>
          </p:nvSpPr>
          <p:spPr>
            <a:xfrm>
              <a:off x="4126687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Hexagon 53"/>
            <p:cNvSpPr/>
            <p:nvPr/>
          </p:nvSpPr>
          <p:spPr>
            <a:xfrm>
              <a:off x="4126687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Hexagon 54"/>
            <p:cNvSpPr/>
            <p:nvPr/>
          </p:nvSpPr>
          <p:spPr>
            <a:xfrm>
              <a:off x="412668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1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68680" y="365760"/>
            <a:ext cx="94484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291072"/>
            <a:ext cx="91440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8E735C9C-7F49-4877-8838-B0B8A1207AC1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292608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1487607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92608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92608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1487607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99087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sp>
        <p:nvSpPr>
          <p:cNvPr id="10" name="라벨 표시"/>
          <p:cNvSpPr/>
          <p:nvPr/>
        </p:nvSpPr>
        <p:spPr>
          <a:xfrm>
            <a:off x="731520" y="429768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731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188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645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2103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2560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017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3474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931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4389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846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5303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760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217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6675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132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7589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8046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8503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8961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9418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9875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10332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0789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11247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ADCD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8BCC2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헥스 격자"/>
          <p:cNvGrpSpPr/>
          <p:nvPr/>
        </p:nvGrpSpPr>
        <p:grpSpPr>
          <a:xfrm>
            <a:off x="217627" y="350131"/>
            <a:ext cx="4708245" cy="5958032"/>
            <a:chOff x="217627" y="350131"/>
            <a:chExt cx="4708245" cy="5958032"/>
          </a:xfrm>
        </p:grpSpPr>
        <p:sp>
          <p:nvSpPr>
            <p:cNvPr id="3" name="Hexagon 2"/>
            <p:cNvSpPr/>
            <p:nvPr/>
          </p:nvSpPr>
          <p:spPr>
            <a:xfrm>
              <a:off x="217627" y="350131"/>
              <a:ext cx="799185" cy="692094"/>
            </a:xfrm>
            <a:prstGeom prst="hexagon">
              <a:avLst/>
            </a:prstGeom>
            <a:solidFill>
              <a:schemeClr val="tx2">
                <a:alpha val="8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Hexagon 3"/>
            <p:cNvSpPr/>
            <p:nvPr/>
          </p:nvSpPr>
          <p:spPr>
            <a:xfrm>
              <a:off x="217627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exagon 4"/>
            <p:cNvSpPr/>
            <p:nvPr/>
          </p:nvSpPr>
          <p:spPr>
            <a:xfrm>
              <a:off x="217627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Hexagon 5"/>
            <p:cNvSpPr/>
            <p:nvPr/>
          </p:nvSpPr>
          <p:spPr>
            <a:xfrm>
              <a:off x="217627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Hexagon 6"/>
            <p:cNvSpPr/>
            <p:nvPr/>
          </p:nvSpPr>
          <p:spPr>
            <a:xfrm>
              <a:off x="217627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xagon 7"/>
            <p:cNvSpPr/>
            <p:nvPr/>
          </p:nvSpPr>
          <p:spPr>
            <a:xfrm>
              <a:off x="217627" y="4111515"/>
              <a:ext cx="799185" cy="692094"/>
            </a:xfrm>
            <a:prstGeom prst="hexagon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Hexagon 8"/>
            <p:cNvSpPr/>
            <p:nvPr/>
          </p:nvSpPr>
          <p:spPr>
            <a:xfrm>
              <a:off x="217627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Hexagon 9"/>
            <p:cNvSpPr/>
            <p:nvPr/>
          </p:nvSpPr>
          <p:spPr>
            <a:xfrm>
              <a:off x="21762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Hexagon 10"/>
            <p:cNvSpPr/>
            <p:nvPr/>
          </p:nvSpPr>
          <p:spPr>
            <a:xfrm>
              <a:off x="869137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xagon 11"/>
            <p:cNvSpPr/>
            <p:nvPr/>
          </p:nvSpPr>
          <p:spPr>
            <a:xfrm>
              <a:off x="869137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Hexagon 12"/>
            <p:cNvSpPr/>
            <p:nvPr/>
          </p:nvSpPr>
          <p:spPr>
            <a:xfrm>
              <a:off x="869137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Hexagon 13"/>
            <p:cNvSpPr/>
            <p:nvPr/>
          </p:nvSpPr>
          <p:spPr>
            <a:xfrm>
              <a:off x="869137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Hexagon 14"/>
            <p:cNvSpPr/>
            <p:nvPr/>
          </p:nvSpPr>
          <p:spPr>
            <a:xfrm>
              <a:off x="869137" y="3735377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xagon 15"/>
            <p:cNvSpPr/>
            <p:nvPr/>
          </p:nvSpPr>
          <p:spPr>
            <a:xfrm>
              <a:off x="869137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Hexagon 16"/>
            <p:cNvSpPr/>
            <p:nvPr/>
          </p:nvSpPr>
          <p:spPr>
            <a:xfrm>
              <a:off x="869137" y="5239930"/>
              <a:ext cx="799185" cy="692094"/>
            </a:xfrm>
            <a:prstGeom prst="hexagon">
              <a:avLst/>
            </a:prstGeom>
            <a:solidFill>
              <a:schemeClr val="tx2">
                <a:alpha val="68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Hexagon 17"/>
            <p:cNvSpPr/>
            <p:nvPr/>
          </p:nvSpPr>
          <p:spPr>
            <a:xfrm>
              <a:off x="1520647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Hexagon 18"/>
            <p:cNvSpPr/>
            <p:nvPr/>
          </p:nvSpPr>
          <p:spPr>
            <a:xfrm>
              <a:off x="1520647" y="1102407"/>
              <a:ext cx="799185" cy="692094"/>
            </a:xfrm>
            <a:prstGeom prst="hexagon">
              <a:avLst/>
            </a:prstGeom>
            <a:solidFill>
              <a:schemeClr val="tx2">
                <a:alpha val="56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xagon 19"/>
            <p:cNvSpPr/>
            <p:nvPr/>
          </p:nvSpPr>
          <p:spPr>
            <a:xfrm>
              <a:off x="1520647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exagon 20"/>
            <p:cNvSpPr/>
            <p:nvPr/>
          </p:nvSpPr>
          <p:spPr>
            <a:xfrm>
              <a:off x="1520647" y="2606961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exagon 21"/>
            <p:cNvSpPr/>
            <p:nvPr/>
          </p:nvSpPr>
          <p:spPr>
            <a:xfrm>
              <a:off x="1520647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Hexagon 22"/>
            <p:cNvSpPr/>
            <p:nvPr/>
          </p:nvSpPr>
          <p:spPr>
            <a:xfrm>
              <a:off x="1520647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xagon 23"/>
            <p:cNvSpPr/>
            <p:nvPr/>
          </p:nvSpPr>
          <p:spPr>
            <a:xfrm>
              <a:off x="1520647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Hexagon 24"/>
            <p:cNvSpPr/>
            <p:nvPr/>
          </p:nvSpPr>
          <p:spPr>
            <a:xfrm>
              <a:off x="152064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Hexagon 25"/>
            <p:cNvSpPr/>
            <p:nvPr/>
          </p:nvSpPr>
          <p:spPr>
            <a:xfrm>
              <a:off x="2172157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Hexagon 26"/>
            <p:cNvSpPr/>
            <p:nvPr/>
          </p:nvSpPr>
          <p:spPr>
            <a:xfrm>
              <a:off x="2172157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Hexagon 27"/>
            <p:cNvSpPr/>
            <p:nvPr/>
          </p:nvSpPr>
          <p:spPr>
            <a:xfrm>
              <a:off x="2172157" y="2230823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Hexagon 28"/>
            <p:cNvSpPr/>
            <p:nvPr/>
          </p:nvSpPr>
          <p:spPr>
            <a:xfrm>
              <a:off x="2172157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Hexagon 29"/>
            <p:cNvSpPr/>
            <p:nvPr/>
          </p:nvSpPr>
          <p:spPr>
            <a:xfrm>
              <a:off x="2172157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Hexagon 30"/>
            <p:cNvSpPr/>
            <p:nvPr/>
          </p:nvSpPr>
          <p:spPr>
            <a:xfrm>
              <a:off x="2172157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Hexagon 31"/>
            <p:cNvSpPr/>
            <p:nvPr/>
          </p:nvSpPr>
          <p:spPr>
            <a:xfrm>
              <a:off x="2172157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Hexagon 32"/>
            <p:cNvSpPr/>
            <p:nvPr/>
          </p:nvSpPr>
          <p:spPr>
            <a:xfrm>
              <a:off x="2823667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Hexagon 33"/>
            <p:cNvSpPr/>
            <p:nvPr/>
          </p:nvSpPr>
          <p:spPr>
            <a:xfrm>
              <a:off x="2823667" y="1102407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Hexagon 34"/>
            <p:cNvSpPr/>
            <p:nvPr/>
          </p:nvSpPr>
          <p:spPr>
            <a:xfrm>
              <a:off x="2823667" y="1854684"/>
              <a:ext cx="799185" cy="692094"/>
            </a:xfrm>
            <a:prstGeom prst="hexagon">
              <a:avLst/>
            </a:prstGeom>
            <a:solidFill>
              <a:schemeClr val="tx2">
                <a:alpha val="33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Hexagon 35"/>
            <p:cNvSpPr/>
            <p:nvPr/>
          </p:nvSpPr>
          <p:spPr>
            <a:xfrm>
              <a:off x="2823667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Hexagon 36"/>
            <p:cNvSpPr/>
            <p:nvPr/>
          </p:nvSpPr>
          <p:spPr>
            <a:xfrm>
              <a:off x="2823667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Hexagon 37"/>
            <p:cNvSpPr/>
            <p:nvPr/>
          </p:nvSpPr>
          <p:spPr>
            <a:xfrm>
              <a:off x="2823667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Hexagon 38"/>
            <p:cNvSpPr/>
            <p:nvPr/>
          </p:nvSpPr>
          <p:spPr>
            <a:xfrm>
              <a:off x="2823667" y="4863792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Hexagon 39"/>
            <p:cNvSpPr/>
            <p:nvPr/>
          </p:nvSpPr>
          <p:spPr>
            <a:xfrm>
              <a:off x="282366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Hexagon 40"/>
            <p:cNvSpPr/>
            <p:nvPr/>
          </p:nvSpPr>
          <p:spPr>
            <a:xfrm>
              <a:off x="3475177" y="726269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Hexagon 41"/>
            <p:cNvSpPr/>
            <p:nvPr/>
          </p:nvSpPr>
          <p:spPr>
            <a:xfrm>
              <a:off x="3475177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Hexagon 42"/>
            <p:cNvSpPr/>
            <p:nvPr/>
          </p:nvSpPr>
          <p:spPr>
            <a:xfrm>
              <a:off x="3475177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Hexagon 43"/>
            <p:cNvSpPr/>
            <p:nvPr/>
          </p:nvSpPr>
          <p:spPr>
            <a:xfrm>
              <a:off x="3475177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Hexagon 44"/>
            <p:cNvSpPr/>
            <p:nvPr/>
          </p:nvSpPr>
          <p:spPr>
            <a:xfrm>
              <a:off x="3475177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Hexagon 45"/>
            <p:cNvSpPr/>
            <p:nvPr/>
          </p:nvSpPr>
          <p:spPr>
            <a:xfrm>
              <a:off x="3475177" y="4487653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Hexagon 46"/>
            <p:cNvSpPr/>
            <p:nvPr/>
          </p:nvSpPr>
          <p:spPr>
            <a:xfrm>
              <a:off x="3475177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Hexagon 47"/>
            <p:cNvSpPr/>
            <p:nvPr/>
          </p:nvSpPr>
          <p:spPr>
            <a:xfrm>
              <a:off x="4126687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Hexagon 48"/>
            <p:cNvSpPr/>
            <p:nvPr/>
          </p:nvSpPr>
          <p:spPr>
            <a:xfrm>
              <a:off x="4126687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Hexagon 49"/>
            <p:cNvSpPr/>
            <p:nvPr/>
          </p:nvSpPr>
          <p:spPr>
            <a:xfrm>
              <a:off x="4126687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Hexagon 50"/>
            <p:cNvSpPr/>
            <p:nvPr/>
          </p:nvSpPr>
          <p:spPr>
            <a:xfrm>
              <a:off x="4126687" y="2606961"/>
              <a:ext cx="799185" cy="692094"/>
            </a:xfrm>
            <a:prstGeom prst="hexagon">
              <a:avLst/>
            </a:prstGeom>
            <a:solidFill>
              <a:schemeClr val="tx2">
                <a:alpha val="25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Hexagon 51"/>
            <p:cNvSpPr/>
            <p:nvPr/>
          </p:nvSpPr>
          <p:spPr>
            <a:xfrm>
              <a:off x="4126687" y="3359238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Hexagon 52"/>
            <p:cNvSpPr/>
            <p:nvPr/>
          </p:nvSpPr>
          <p:spPr>
            <a:xfrm>
              <a:off x="4126687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Hexagon 53"/>
            <p:cNvSpPr/>
            <p:nvPr/>
          </p:nvSpPr>
          <p:spPr>
            <a:xfrm>
              <a:off x="4126687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Hexagon 54"/>
            <p:cNvSpPr/>
            <p:nvPr/>
          </p:nvSpPr>
          <p:spPr>
            <a:xfrm>
              <a:off x="412668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68680" y="365760"/>
            <a:ext cx="94484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291072"/>
            <a:ext cx="91440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258B943F-3037-47C2-A0CF-B02182EDEDA2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92608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1487607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92608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92608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1487607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99087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sp>
        <p:nvSpPr>
          <p:cNvPr id="10" name="라벨 표시"/>
          <p:cNvSpPr/>
          <p:nvPr/>
        </p:nvSpPr>
        <p:spPr>
          <a:xfrm>
            <a:off x="731520" y="429768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731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188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645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2103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2560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017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3474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931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4389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846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5303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760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217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6675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132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7589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8046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8503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8961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9418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9875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10332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0789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11247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68680" y="365760"/>
            <a:ext cx="94484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291072"/>
            <a:ext cx="91440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325D6B00-7E21-4B6A-A1D0-3861D95C7502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92608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1487607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92608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92608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1487607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99087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sp>
        <p:nvSpPr>
          <p:cNvPr id="10" name="라벨 표시"/>
          <p:cNvSpPr/>
          <p:nvPr/>
        </p:nvSpPr>
        <p:spPr>
          <a:xfrm>
            <a:off x="731520" y="429768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731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188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645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2103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2560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017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3474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931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4389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846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5303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760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217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6675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132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7589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8046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8503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8961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9418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9875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10332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0789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11247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grpSp>
        <p:nvGrpSpPr>
          <p:cNvPr id="3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37" name="Diamond 3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8" name="Connector 3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39" name="Connector 3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40" name="Connector 3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41" name="Diamond 4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PLATINUM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추운 날이지만 따뜻하게 모시겠습니다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BC077-501A-41F8-91C4-47E019DF8CD9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ect">
            <a:avLst/>
          </a:prstGeom>
          <a:solidFill>
            <a:schemeClr val="bg1">
              <a:alpha val="62000"/>
            </a:schemeClr>
          </a:solidFill>
          <a:ln w="9525">
            <a:solidFill>
              <a:schemeClr val="accent1">
                <a:alpha val="80000"/>
              </a:schemeClr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ect">
            <a:avLst/>
          </a:prstGeom>
          <a:solidFill>
            <a:schemeClr val="bg1">
              <a:alpha val="62000"/>
            </a:schemeClr>
          </a:solidFill>
          <a:ln w="9525">
            <a:solidFill>
              <a:schemeClr val="accent1">
                <a:alpha val="80000"/>
              </a:schemeClr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두 사람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06997-ABDB-4317-94BD-12C663BD3668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FFFFFF"/>
                  </a:solidFill>
                </a:rPr>
                <a:t>닮은 점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다른 점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하고 싶은 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0035A-3F5D-46E2-B577-965855DD4414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FFFFFF"/>
                  </a:solidFill>
                </a:rPr>
                <a:t>신랑이 신부에게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신부가 신랑에게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CE567-DA5A-48AE-B10B-BF84F24007C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D41B-CB61-47D9-9E1E-758928A8C2D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PLATINUM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소개 중심)">
  <a:themeElements>
    <a:clrScheme name="결혼식 슬라이드(소개 중심)">
      <a:dk1>
        <a:srgbClr val="373F48"/>
      </a:dk1>
      <a:lt1>
        <a:srgbClr val="FBFCFD"/>
      </a:lt1>
      <a:dk2>
        <a:srgbClr val="1F3045"/>
      </a:dk2>
      <a:lt2>
        <a:srgbClr val="F1F4F7"/>
      </a:lt2>
      <a:accent1>
        <a:srgbClr val="5E7894"/>
      </a:accent1>
      <a:accent2>
        <a:srgbClr val="38B6CF"/>
      </a:accent2>
      <a:accent3>
        <a:srgbClr val="55606D"/>
      </a:accent3>
      <a:accent4>
        <a:srgbClr val="D4DBE3"/>
      </a:accent4>
      <a:accent5>
        <a:srgbClr val="BCC6D0"/>
      </a:accent5>
      <a:accent6>
        <a:srgbClr val="8BD2E1"/>
      </a:accent6>
      <a:hlink>
        <a:srgbClr val="1F3045"/>
      </a:hlink>
      <a:folHlink>
        <a:srgbClr val="55606D"/>
      </a:folHlink>
    </a:clrScheme>
    <a:fontScheme name="결혼식 슬라이드(소개 중심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>결혼식 상영용 슬라이드 · 소개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