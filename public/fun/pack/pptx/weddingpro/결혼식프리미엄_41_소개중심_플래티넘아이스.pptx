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D19A918-0EC3-4C92-9861-714406DB99A4}">
          <p14:sldIdLst>
            <p14:sldId id="256"/>
          </p14:sldIdLst>
        </p14:section>
        <p14:section name="본문" id="{533CAA93-9AC3-44D2-9077-1F6278264F6D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6743E6A9-BA40-4FE8-8E31-69F748A4C48F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217627" y="350131"/>
            <a:ext cx="4708245" cy="5958032"/>
            <a:chOff x="217627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217627" y="35013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21762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21762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21762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21762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217627" y="4111515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21762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21762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86913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86913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86913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86913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869137" y="3735377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86913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869137" y="5239930"/>
              <a:ext cx="799185" cy="692094"/>
            </a:xfrm>
            <a:prstGeom prst="hexagon">
              <a:avLst/>
            </a:prstGeom>
            <a:solidFill>
              <a:schemeClr val="accent1">
                <a:alpha val="68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152064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1520647" y="1102407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152064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1520647" y="2606961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52064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152064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152064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152064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217215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217215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2172157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217215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217215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217215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217215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282366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2823667" y="110240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2823667" y="1854684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282366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282366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282366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2823667" y="4863792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282366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3475177" y="726269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347517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347517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347517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347517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3475177" y="448765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347517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412668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412668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412668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4126687" y="260696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4126687" y="3359238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412668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412668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412668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71C4B5AA-B4B4-4611-89AD-27252B67D882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CD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CC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217627" y="350131"/>
            <a:ext cx="4708245" cy="5958032"/>
            <a:chOff x="217627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217627" y="350131"/>
              <a:ext cx="799185" cy="692094"/>
            </a:xfrm>
            <a:prstGeom prst="hexagon">
              <a:avLst/>
            </a:prstGeom>
            <a:solidFill>
              <a:schemeClr val="tx2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21762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21762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21762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21762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217627" y="4111515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21762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21762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86913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86913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86913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86913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869137" y="3735377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86913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869137" y="5239930"/>
              <a:ext cx="799185" cy="692094"/>
            </a:xfrm>
            <a:prstGeom prst="hexagon">
              <a:avLst/>
            </a:prstGeom>
            <a:solidFill>
              <a:schemeClr val="tx2">
                <a:alpha val="68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152064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1520647" y="1102407"/>
              <a:ext cx="799185" cy="692094"/>
            </a:xfrm>
            <a:prstGeom prst="hexagon">
              <a:avLst/>
            </a:prstGeom>
            <a:solidFill>
              <a:schemeClr val="tx2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152064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1520647" y="2606961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52064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152064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152064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152064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217215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217215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2172157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217215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217215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217215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217215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282366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2823667" y="110240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2823667" y="1854684"/>
              <a:ext cx="799185" cy="692094"/>
            </a:xfrm>
            <a:prstGeom prst="hexagon">
              <a:avLst/>
            </a:prstGeom>
            <a:solidFill>
              <a:schemeClr val="tx2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282366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282366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282366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2823667" y="4863792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282366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3475177" y="726269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347517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347517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347517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347517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3475177" y="448765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347517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412668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412668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412668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4126687" y="2606961"/>
              <a:ext cx="799185" cy="692094"/>
            </a:xfrm>
            <a:prstGeom prst="hexagon">
              <a:avLst/>
            </a:prstGeom>
            <a:solidFill>
              <a:schemeClr val="tx2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4126687" y="3359238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412668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412668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412668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7C772795-FA20-49BD-8290-16390E716F2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0CAD90D6-5042-4872-9F77-0C215B69BD1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grpSp>
        <p:nvGrpSpPr>
          <p:cNvPr id="3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7" name="Diamond 3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40" name="Connector 3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41" name="Diamond 4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PLATINUM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추운 날이지만 따뜻하게 모시겠습니다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FCCD1-B5A7-4B8B-8E0E-48E063B7A9C6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1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1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두 사람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8F85A-913B-4C3B-8A8E-DB85F45484DE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닮은 점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다른 점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하고 싶은 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BAC7-F860-46AA-9F04-3DFF8879C61F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신랑이 신부에게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신부가 신랑에게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EFB70-8EFF-4AC2-BDDA-587B9A4C9DC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58C583-17ED-4BAE-8060-3C35BF9BC21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PLATINUM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소개 중심)">
  <a:themeElements>
    <a:clrScheme name="결혼식 슬라이드(소개 중심)">
      <a:dk1>
        <a:srgbClr val="373F48"/>
      </a:dk1>
      <a:lt1>
        <a:srgbClr val="FBFCFD"/>
      </a:lt1>
      <a:dk2>
        <a:srgbClr val="1F3045"/>
      </a:dk2>
      <a:lt2>
        <a:srgbClr val="F1F4F7"/>
      </a:lt2>
      <a:accent1>
        <a:srgbClr val="5E7894"/>
      </a:accent1>
      <a:accent2>
        <a:srgbClr val="38B6CF"/>
      </a:accent2>
      <a:accent3>
        <a:srgbClr val="55606D"/>
      </a:accent3>
      <a:accent4>
        <a:srgbClr val="D4DBE3"/>
      </a:accent4>
      <a:accent5>
        <a:srgbClr val="BCC6D0"/>
      </a:accent5>
      <a:accent6>
        <a:srgbClr val="8BD2E1"/>
      </a:accent6>
      <a:hlink>
        <a:srgbClr val="1F3045"/>
      </a:hlink>
      <a:folHlink>
        <a:srgbClr val="55606D"/>
      </a:folHlink>
    </a:clrScheme>
    <a:fontScheme name="결혼식 슬라이드(소개 중심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>결혼식 상영용 슬라이드 · 소개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