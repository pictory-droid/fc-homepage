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E5D4C4AB-1A6B-4FC9-971B-4F8F9ADD80B9}">
          <p14:sldIdLst>
            <p14:sldId id="256"/>
          </p14:sldIdLst>
        </p14:section>
        <p14:section name="본문" id="{98FD3D71-AB08-44DC-A59E-FD5620574D10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A4FEAB5C-84D0-48BE-AAEA-3E731C5CEDE5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75335" y="1508760"/>
            <a:ext cx="731520" cy="38404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0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38339" y="178308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2438339" y="216712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2438339" y="384048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461772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384048" y="384048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84048" y="384048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0984687" y="384048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07647" y="384048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84048" y="6473952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384048" y="5650992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0984687" y="6473952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07647" y="5650992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grpSp>
        <p:nvGrpSpPr>
          <p:cNvPr id="10" name="테마 장식"/>
          <p:cNvGrpSpPr/>
          <p:nvPr/>
        </p:nvGrpSpPr>
        <p:grpSpPr>
          <a:xfrm>
            <a:off x="5867247" y="1143000"/>
            <a:ext cx="457200" cy="457200"/>
            <a:chOff x="5867247" y="1143000"/>
            <a:chExt cx="457200" cy="457200"/>
          </a:xfrm>
        </p:grpSpPr>
        <p:sp>
          <p:nvSpPr>
            <p:cNvPr id="11" name="Round Diagonal Corner Rectangle 10"/>
            <p:cNvSpPr/>
            <p:nvPr/>
          </p:nvSpPr>
          <p:spPr>
            <a:xfrm>
              <a:off x="5867247" y="1143000"/>
              <a:ext cx="457200" cy="4572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2" name="Connector 11"/>
          <p:cNvCxnSpPr/>
          <p:nvPr/>
        </p:nvCxnSpPr>
        <p:spPr>
          <a:xfrm>
            <a:off x="49071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65073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9C42AADC-7B84-4CF0-8121-321E9ED1AA46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75335" y="1508760"/>
            <a:ext cx="731520" cy="38404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0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38339" y="178308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38339" y="216712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2438339" y="384048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461772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384048" y="384048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84048" y="384048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0984687" y="384048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07647" y="384048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84048" y="6473952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384048" y="5650992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0984687" y="6473952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07647" y="5650992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grpSp>
        <p:nvGrpSpPr>
          <p:cNvPr id="10" name="테마 장식"/>
          <p:cNvGrpSpPr/>
          <p:nvPr/>
        </p:nvGrpSpPr>
        <p:grpSpPr>
          <a:xfrm>
            <a:off x="5867247" y="1143000"/>
            <a:ext cx="457200" cy="457200"/>
            <a:chOff x="5867247" y="1143000"/>
            <a:chExt cx="457200" cy="457200"/>
          </a:xfrm>
        </p:grpSpPr>
        <p:sp>
          <p:nvSpPr>
            <p:cNvPr id="11" name="Round Diagonal Corner Rectangle 10"/>
            <p:cNvSpPr/>
            <p:nvPr/>
          </p:nvSpPr>
          <p:spPr>
            <a:xfrm>
              <a:off x="5867247" y="1143000"/>
              <a:ext cx="457200" cy="4572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2" name="Connector 11"/>
          <p:cNvCxnSpPr/>
          <p:nvPr/>
        </p:nvCxnSpPr>
        <p:spPr>
          <a:xfrm>
            <a:off x="49071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65073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2121E6DD-0424-4B40-BE15-B8DB6DA56B4C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398EAEE2-849D-4773-BBBE-8E2098C0B575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Round Diagonal Corner Rectangle 5"/>
            <p:cNvSpPr/>
            <p:nvPr/>
          </p:nvSpPr>
          <p:spPr>
            <a:xfrm>
              <a:off x="5821527" y="5212080"/>
              <a:ext cx="548640" cy="54864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군고구마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사진 촬영은 식이 끝난 뒤에 합니다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2"/>
          <p:cNvSpPr/>
          <p:nvPr/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CA41F-D5BB-4631-BC50-2E8B31706AE8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6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7" name="신부 카드"/>
          <p:cNvSpPr/>
          <p:nvPr/>
        </p:nvSpPr>
        <p:spPr>
          <a:xfrm>
            <a:off x="6553047" y="1828800"/>
            <a:ext cx="4907127" cy="42748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0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식순 안내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1DA54-6652-48D2-BC5D-770ADE03C360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5230185"/>
                <a:gridCol w="3486790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시간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순서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담당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하객 맞이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신랑 · 신부 입장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혼인 서약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축가 · 감사 인사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기념 촬영 · 식사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하객 안내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6F4FA-5FC1-4E3B-A83E-59EEF4D7CE77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주차 안내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식사 안내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기념 촬영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3C353-EE2C-4600-9756-5058D1E4C24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60AF1-2983-4F14-8A8C-492475B391C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군고구마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식순 중심)">
  <a:themeElements>
    <a:clrScheme name="결혼식 슬라이드(식순 중심)">
      <a:dk1>
        <a:srgbClr val="2B2724"/>
      </a:dk1>
      <a:lt1>
        <a:srgbClr val="FFFFFF"/>
      </a:lt1>
      <a:dk2>
        <a:srgbClr val="62643A"/>
      </a:dk2>
      <a:lt2>
        <a:srgbClr val="F5E9E2"/>
      </a:lt2>
      <a:accent1>
        <a:srgbClr val="CF9B7C"/>
      </a:accent1>
      <a:accent2>
        <a:srgbClr val="83BE99"/>
      </a:accent2>
      <a:accent3>
        <a:srgbClr val="4E392C"/>
      </a:accent3>
      <a:accent4>
        <a:srgbClr val="F0D9CB"/>
      </a:accent4>
      <a:accent5>
        <a:srgbClr val="C8E0A3"/>
      </a:accent5>
      <a:accent6>
        <a:srgbClr val="E6BCD1"/>
      </a:accent6>
      <a:hlink>
        <a:srgbClr val="62643A"/>
      </a:hlink>
      <a:folHlink>
        <a:srgbClr val="4E392C"/>
      </a:folHlink>
    </a:clrScheme>
    <a:fontScheme name="결혼식 슬라이드(식순 중심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슬라이드(식순 중심)</dc:title>
  <dc:subject>결혼식 상영용 슬라이드 · 식순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