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289865F-CCE9-4AEE-8A79-8B6C75B6EF08}">
          <p14:sldIdLst>
            <p14:sldId id="256"/>
          </p14:sldIdLst>
        </p14:section>
        <p14:section name="본문" id="{D6A20B07-EEF9-42F0-BFCA-B6D323F68C58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30B0376D-5D7A-4D4B-A758-F3B250C58887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3150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3500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193850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54201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314551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374902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249629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2576029" y="700796"/>
            <a:ext cx="389169" cy="152887"/>
            <a:chOff x="2576029" y="700796"/>
            <a:chExt cx="389169" cy="152887"/>
          </a:xfrm>
        </p:grpSpPr>
        <p:sp>
          <p:nvSpPr>
            <p:cNvPr id="10" name="Isosceles Triangle 9"/>
            <p:cNvSpPr/>
            <p:nvPr/>
          </p:nvSpPr>
          <p:spPr>
            <a:xfrm rot="5400000">
              <a:off x="2576029" y="700796"/>
              <a:ext cx="173736" cy="152887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Isosceles Triangle 10"/>
            <p:cNvSpPr/>
            <p:nvPr/>
          </p:nvSpPr>
          <p:spPr>
            <a:xfrm rot="16200000">
              <a:off x="2791462" y="700796"/>
              <a:ext cx="173736" cy="152887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2735866" y="742492"/>
              <a:ext cx="69494" cy="6949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C6932F0-F5D7-4DBE-A035-27CDD71F9220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42228" y="1420977"/>
            <a:ext cx="307238" cy="120700"/>
            <a:chOff x="5942228" y="1420977"/>
            <a:chExt cx="307238" cy="120700"/>
          </a:xfrm>
        </p:grpSpPr>
        <p:sp>
          <p:nvSpPr>
            <p:cNvPr id="4" name="Isosceles Triangle 3"/>
            <p:cNvSpPr/>
            <p:nvPr/>
          </p:nvSpPr>
          <p:spPr>
            <a:xfrm rot="5400000">
              <a:off x="5942228" y="1420977"/>
              <a:ext cx="137160" cy="120700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Isosceles Triangle 4"/>
            <p:cNvSpPr/>
            <p:nvPr/>
          </p:nvSpPr>
          <p:spPr>
            <a:xfrm rot="16200000">
              <a:off x="6112306" y="1420977"/>
              <a:ext cx="137160" cy="120700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6068415" y="1453896"/>
              <a:ext cx="54864" cy="5486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3150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3500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193850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54201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314551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374902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249629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2576029" y="700796"/>
            <a:ext cx="389169" cy="152887"/>
            <a:chOff x="2576029" y="700796"/>
            <a:chExt cx="389169" cy="152887"/>
          </a:xfrm>
        </p:grpSpPr>
        <p:sp>
          <p:nvSpPr>
            <p:cNvPr id="10" name="Isosceles Triangle 9"/>
            <p:cNvSpPr/>
            <p:nvPr/>
          </p:nvSpPr>
          <p:spPr>
            <a:xfrm rot="5400000">
              <a:off x="2576029" y="700796"/>
              <a:ext cx="173736" cy="152887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Isosceles Triangle 10"/>
            <p:cNvSpPr/>
            <p:nvPr/>
          </p:nvSpPr>
          <p:spPr>
            <a:xfrm rot="16200000">
              <a:off x="2791462" y="700796"/>
              <a:ext cx="173736" cy="152887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2735866" y="742492"/>
              <a:ext cx="69494" cy="6949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9FEBF4D-EB06-45BA-A777-66A881BB2CA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42228" y="1420977"/>
            <a:ext cx="307238" cy="120700"/>
            <a:chOff x="5942228" y="1420977"/>
            <a:chExt cx="307238" cy="120700"/>
          </a:xfrm>
        </p:grpSpPr>
        <p:sp>
          <p:nvSpPr>
            <p:cNvPr id="4" name="Isosceles Triangle 3"/>
            <p:cNvSpPr/>
            <p:nvPr/>
          </p:nvSpPr>
          <p:spPr>
            <a:xfrm rot="5400000">
              <a:off x="5942228" y="1420977"/>
              <a:ext cx="137160" cy="120700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Isosceles Triangle 4"/>
            <p:cNvSpPr/>
            <p:nvPr/>
          </p:nvSpPr>
          <p:spPr>
            <a:xfrm rot="16200000">
              <a:off x="6112306" y="1420977"/>
              <a:ext cx="137160" cy="120700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6068415" y="1453896"/>
              <a:ext cx="54864" cy="5486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75912DF-B937-40AD-BC81-9347FCA022F1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788609" y="5365699"/>
            <a:ext cx="614477" cy="241401"/>
            <a:chOff x="5788609" y="5365699"/>
            <a:chExt cx="614477" cy="241401"/>
          </a:xfrm>
        </p:grpSpPr>
        <p:sp>
          <p:nvSpPr>
            <p:cNvPr id="6" name="Isosceles Triangle 5"/>
            <p:cNvSpPr/>
            <p:nvPr/>
          </p:nvSpPr>
          <p:spPr>
            <a:xfrm rot="5400000">
              <a:off x="5788609" y="5365699"/>
              <a:ext cx="274320" cy="241401"/>
            </a:xfrm>
            <a:prstGeom prst="triangl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Isosceles Triangle 6"/>
            <p:cNvSpPr/>
            <p:nvPr/>
          </p:nvSpPr>
          <p:spPr>
            <a:xfrm rot="16200000">
              <a:off x="6128766" y="5365699"/>
              <a:ext cx="274320" cy="241401"/>
            </a:xfrm>
            <a:prstGeom prst="triangl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6040983" y="5431536"/>
              <a:ext cx="109728" cy="10972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주례 없이 직접 인사드립니다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5B87C-D53D-4F89-91A8-84F982F1123D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식순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6DC60-440F-48E6-897F-90D2151EE360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5230185"/>
                <a:gridCol w="348679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순서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하객 맞이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신랑 · 신부 입장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혼인 서약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축가 · 감사 인사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기념 촬영 · 식사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하객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F7DA-4134-4171-8790-29FFADDAF0A8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주차 안내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식사 안내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기념 촬영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56667-212B-4E72-9D7D-7A565973382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159F1-CA01-4042-B099-A9FAAB04968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식순 중심)">
  <a:themeElements>
    <a:clrScheme name="결혼식 슬라이드(식순 중심)">
      <a:dk1>
        <a:srgbClr val="2B2724"/>
      </a:dk1>
      <a:lt1>
        <a:srgbClr val="FFFFFF"/>
      </a:lt1>
      <a:dk2>
        <a:srgbClr val="3A5E64"/>
      </a:dk2>
      <a:lt2>
        <a:srgbClr val="DEF1F9"/>
      </a:lt2>
      <a:accent1>
        <a:srgbClr val="7EC4E2"/>
      </a:accent1>
      <a:accent2>
        <a:srgbClr val="86CFC1"/>
      </a:accent2>
      <a:accent3>
        <a:srgbClr val="2C444E"/>
      </a:accent3>
      <a:accent4>
        <a:srgbClr val="C5E8F7"/>
      </a:accent4>
      <a:accent5>
        <a:srgbClr val="B8A3E0"/>
      </a:accent5>
      <a:accent6>
        <a:srgbClr val="BCE6CE"/>
      </a:accent6>
      <a:hlink>
        <a:srgbClr val="3A5E64"/>
      </a:hlink>
      <a:folHlink>
        <a:srgbClr val="2C444E"/>
      </a:folHlink>
    </a:clrScheme>
    <a:fontScheme name="결혼식 슬라이드(식순 중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>결혼식 상영용 슬라이드 · 식순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