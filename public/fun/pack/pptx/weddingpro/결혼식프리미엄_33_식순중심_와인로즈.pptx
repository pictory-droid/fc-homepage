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319C586F-20A1-4B49-8188-7DDC57EE7122}">
          <p14:sldIdLst>
            <p14:sldId id="256"/>
          </p14:sldIdLst>
        </p14:section>
        <p14:section name="본문" id="{C05D778F-02B9-4B12-8E71-0A0E209D1DD7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B8E366AE-0751-4511-99EF-0F42FAD9B864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자리에 두 사람의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서로에게 하고 싶은 말을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pct10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6095847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6095847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6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6095847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6095847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731520" y="566928"/>
            <a:ext cx="10728655" cy="0"/>
          </a:xfrm>
          <a:prstGeom prst="line">
            <a:avLst/>
          </a:prstGeom>
          <a:ln w="38100" cap="rnd">
            <a:solidFill>
              <a:schemeClr val="tx2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658368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629107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731520" y="6199632"/>
            <a:ext cx="10728655" cy="0"/>
          </a:xfrm>
          <a:prstGeom prst="line">
            <a:avLst/>
          </a:prstGeom>
          <a:ln w="38100" cap="rnd">
            <a:solidFill>
              <a:schemeClr val="tx2"/>
            </a:solidFill>
          </a:ln>
        </p:spPr>
      </p:cxnSp>
      <p:sp>
        <p:nvSpPr>
          <p:cNvPr id="6" name="Oval 5"/>
          <p:cNvSpPr/>
          <p:nvPr/>
        </p:nvSpPr>
        <p:spPr>
          <a:xfrm>
            <a:off x="8716975" y="137159"/>
            <a:ext cx="6583680" cy="6583680"/>
          </a:xfrm>
          <a:prstGeom prst="ellipse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38690" y="1058875"/>
            <a:ext cx="4740249" cy="4740249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Diamond 7"/>
          <p:cNvSpPr/>
          <p:nvPr/>
        </p:nvSpPr>
        <p:spPr>
          <a:xfrm>
            <a:off x="9565538" y="335584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pct10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640080" y="27432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800" b="0" spc="0">
                <a:solidFill>
                  <a:schemeClr val="accent1"/>
                </a:solidFill>
                <a:latin typeface="+mj-lt"/>
                <a:ea typeface="+mj-ea"/>
              </a:defRPr>
            </a:lvl1pPr>
          </a:lstStyle>
          <a:p>
            <a:fld id="{E8D1F568-25DB-469D-B944-97D45260BB95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468880" y="384048"/>
            <a:ext cx="8991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2468880" y="676656"/>
            <a:ext cx="8991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331720" y="411480"/>
            <a:ext cx="0" cy="914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62763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6095847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6095847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6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6095847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6E0E2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6095847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FC4C7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731520" y="566928"/>
            <a:ext cx="10728655" cy="0"/>
          </a:xfrm>
          <a:prstGeom prst="line">
            <a:avLst/>
          </a:prstGeom>
          <a:ln w="38100" cap="rnd">
            <a:solidFill>
              <a:srgbClr val="FFFFF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658368"/>
            <a:ext cx="10728655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6291072"/>
            <a:ext cx="10728655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731520" y="6199632"/>
            <a:ext cx="10728655" cy="0"/>
          </a:xfrm>
          <a:prstGeom prst="line">
            <a:avLst/>
          </a:prstGeom>
          <a:ln w="38100" cap="rnd">
            <a:solidFill>
              <a:srgbClr val="FFFFFF"/>
            </a:solidFill>
          </a:ln>
        </p:spPr>
      </p:cxnSp>
      <p:sp>
        <p:nvSpPr>
          <p:cNvPr id="6" name="Oval 5"/>
          <p:cNvSpPr/>
          <p:nvPr/>
        </p:nvSpPr>
        <p:spPr>
          <a:xfrm>
            <a:off x="8716975" y="137159"/>
            <a:ext cx="6583680" cy="6583680"/>
          </a:xfrm>
          <a:prstGeom prst="ellipse">
            <a:avLst/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38690" y="1058875"/>
            <a:ext cx="4740249" cy="4740249"/>
          </a:xfrm>
          <a:prstGeom prst="ellipse">
            <a:avLst/>
          </a:prstGeom>
          <a:noFill/>
          <a:ln w="635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Diamond 7"/>
          <p:cNvSpPr/>
          <p:nvPr/>
        </p:nvSpPr>
        <p:spPr>
          <a:xfrm>
            <a:off x="9565538" y="3355848"/>
            <a:ext cx="146304" cy="146304"/>
          </a:xfrm>
          <a:prstGeom prst="diamond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pct10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640080" y="27432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800" b="0" spc="0">
                <a:solidFill>
                  <a:schemeClr val="accent1"/>
                </a:solidFill>
                <a:latin typeface="+mj-lt"/>
                <a:ea typeface="+mj-ea"/>
              </a:defRPr>
            </a:lvl1pPr>
          </a:lstStyle>
          <a:p>
            <a:fld id="{59797E3F-BD55-4753-8704-6DCA996A55F9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468880" y="384048"/>
            <a:ext cx="8991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2468880" y="676656"/>
            <a:ext cx="8991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331720" y="411480"/>
            <a:ext cx="0" cy="914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62763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pct10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640080" y="22860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800" b="0" spc="0">
                <a:solidFill>
                  <a:schemeClr val="accent1"/>
                </a:solidFill>
                <a:latin typeface="+mj-lt"/>
                <a:ea typeface="+mj-ea"/>
              </a:defRPr>
            </a:lvl1pPr>
          </a:lstStyle>
          <a:p>
            <a:fld id="{F874088E-0DED-42EE-8674-77B8ED7A5F4F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468880" y="384048"/>
            <a:ext cx="8991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331720" y="411480"/>
            <a:ext cx="0" cy="914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62763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5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6" name="Diamond 5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8" name="Connector 7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9" name="Connector 8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0" name="Diamond 9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WINE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저희 결혼합니다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식 끝나고 바로 식사하시면 됩니다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  <a:p>
            <a:r>
              <a:rPr lang="ko-KR"/>
              <a:t>날짜 입력 · 예식장 이름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GROOM &amp; BRIDE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신랑 · 신부 소개</a:t>
            </a:r>
          </a:p>
        </p:txBody>
      </p:sp>
      <p:sp>
        <p:nvSpPr>
          <p:cNvPr id="15" name="사진 바탕 1"/>
          <p:cNvSpPr/>
          <p:nvPr/>
        </p:nvSpPr>
        <p:spPr>
          <a:xfrm>
            <a:off x="2099233" y="2057400"/>
            <a:ext cx="2171700" cy="21717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2099233" y="2057400"/>
            <a:ext cx="2171700" cy="2171700"/>
          </a:xfrm>
          <a:prstGeom prst="rect">
            <a:avLst/>
          </a:prstGeom>
        </p:spPr>
      </p:sp>
      <p:sp>
        <p:nvSpPr>
          <p:cNvPr id="20" name="사진 바탕 2"/>
          <p:cNvSpPr/>
          <p:nvPr/>
        </p:nvSpPr>
        <p:spPr>
          <a:xfrm>
            <a:off x="7920761" y="2057400"/>
            <a:ext cx="2171700" cy="21717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7920761" y="2057400"/>
            <a:ext cx="2171700" cy="2171700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3F55A2-2A2F-40C7-A1B5-71BBD1CD962B}" type="slidenum">
              <a:rPr lang="en-US"/>
              <a:t>‹#›</a:t>
            </a:fld>
            <a:endParaRPr lang="en-US"/>
          </a:p>
        </p:txBody>
      </p:sp>
      <p:sp>
        <p:nvSpPr>
          <p:cNvPr id="13" name="신랑 카드"/>
          <p:cNvSpPr/>
          <p:nvPr/>
        </p:nvSpPr>
        <p:spPr>
          <a:xfrm>
            <a:off x="731520" y="1828800"/>
            <a:ext cx="4907127" cy="42748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4" name="윗선"/>
          <p:cNvSpPr/>
          <p:nvPr/>
        </p:nvSpPr>
        <p:spPr>
          <a:xfrm>
            <a:off x="731520" y="1828800"/>
            <a:ext cx="4907127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신랑 이름"/>
          <p:cNvSpPr txBox="1"/>
          <p:nvPr/>
        </p:nvSpPr>
        <p:spPr>
          <a:xfrm>
            <a:off x="731520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신랑</a:t>
            </a:r>
          </a:p>
        </p:txBody>
      </p:sp>
      <p:sp>
        <p:nvSpPr>
          <p:cNvPr id="17" name="신랑 소개"/>
          <p:cNvSpPr txBox="1"/>
          <p:nvPr/>
        </p:nvSpPr>
        <p:spPr>
          <a:xfrm>
            <a:off x="822960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신부에게 한마디</a:t>
            </a:r>
          </a:p>
        </p:txBody>
      </p:sp>
      <p:sp>
        <p:nvSpPr>
          <p:cNvPr id="18" name="신부 카드"/>
          <p:cNvSpPr/>
          <p:nvPr/>
        </p:nvSpPr>
        <p:spPr>
          <a:xfrm>
            <a:off x="6553047" y="1828800"/>
            <a:ext cx="4907127" cy="42748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윗선"/>
          <p:cNvSpPr/>
          <p:nvPr/>
        </p:nvSpPr>
        <p:spPr>
          <a:xfrm>
            <a:off x="6553047" y="1828800"/>
            <a:ext cx="4907127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신부 이름"/>
          <p:cNvSpPr txBox="1"/>
          <p:nvPr/>
        </p:nvSpPr>
        <p:spPr>
          <a:xfrm>
            <a:off x="6553047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신부</a:t>
            </a:r>
          </a:p>
        </p:txBody>
      </p:sp>
      <p:sp>
        <p:nvSpPr>
          <p:cNvPr id="22" name="신부 소개"/>
          <p:cNvSpPr txBox="1"/>
          <p:nvPr/>
        </p:nvSpPr>
        <p:spPr>
          <a:xfrm>
            <a:off x="6644487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신랑에게 한마디</a:t>
            </a:r>
          </a:p>
        </p:txBody>
      </p:sp>
    </p:spTree>
  </p:cSld>
  <p:clrMapOvr>
    <a:masterClrMapping/>
  </p:clrMapOvr>
  <p:transition spd="med">
    <p:cover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식순 안내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87B616-3BD0-461C-9F27-41B141554C09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5" cy="395020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11680"/>
                <a:gridCol w="5230185"/>
                <a:gridCol w="3486790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시간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순서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담당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00:00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하객 맞이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00:00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신랑 · 신부 입장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00:00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혼인 서약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00:00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축가 · 감사 인사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00:00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기념 촬영 · 식사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cover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GUIDE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하객 안내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7E44DC-A9FB-4042-9D71-3443CEFEFD9C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윗선"/>
            <p:cNvSpPr/>
            <p:nvPr/>
          </p:nvSpPr>
          <p:spPr>
            <a:xfrm>
              <a:off x="731520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960120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주차 안내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3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윗선"/>
            <p:cNvSpPr/>
            <p:nvPr/>
          </p:nvSpPr>
          <p:spPr>
            <a:xfrm>
              <a:off x="4399178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4627778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6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식사 안내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20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윗선"/>
            <p:cNvSpPr/>
            <p:nvPr/>
          </p:nvSpPr>
          <p:spPr>
            <a:xfrm>
              <a:off x="8066836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8295436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3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기념 촬영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GALLERY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웨딩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DB790C-87F0-44AA-9AF5-670DFB302C88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cover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VOW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서로에게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A1A5F8-DB6F-450E-8855-AE89DA50E3F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cover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WINE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잘 살겠습니다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결혼식 슬라이드(식순 중심)">
  <a:themeElements>
    <a:clrScheme name="결혼식 슬라이드(식순 중심)">
      <a:dk1>
        <a:srgbClr val="48373D"/>
      </a:dk1>
      <a:lt1>
        <a:srgbClr val="FDFBFB"/>
      </a:lt1>
      <a:dk2>
        <a:srgbClr val="451524"/>
      </a:dk2>
      <a:lt2>
        <a:srgbClr val="F9F1F0"/>
      </a:lt2>
      <a:accent1>
        <a:srgbClr val="8A2D45"/>
      </a:accent1>
      <a:accent2>
        <a:srgbClr val="D69AA3"/>
      </a:accent2>
      <a:accent3>
        <a:srgbClr val="8D727A"/>
      </a:accent3>
      <a:accent4>
        <a:srgbClr val="E3CACE"/>
      </a:accent4>
      <a:accent5>
        <a:srgbClr val="C79A82"/>
      </a:accent5>
      <a:accent6>
        <a:srgbClr val="E6C1C6"/>
      </a:accent6>
      <a:hlink>
        <a:srgbClr val="451524"/>
      </a:hlink>
      <a:folHlink>
        <a:srgbClr val="8D727A"/>
      </a:folHlink>
    </a:clrScheme>
    <a:fontScheme name="결혼식 슬라이드(식순 중심)">
      <a:majorFont>
        <a:latin typeface="Franklin Gothic Medium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슬라이드(식순 중심)</dc:title>
  <dc:subject>결혼식 상영용 슬라이드 · 식순 중심</dc:subject>
  <dc:creator>반딧불이의 곳간</dc:creator>
  <cp:keywords>결혼식,웨딩,PPT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