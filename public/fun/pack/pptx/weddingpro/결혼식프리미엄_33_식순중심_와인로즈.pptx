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5AEF684-A1C5-46AD-AFF1-0B7DCC81AD30}">
          <p14:sldIdLst>
            <p14:sldId id="256"/>
          </p14:sldIdLst>
        </p14:section>
        <p14:section name="본문" id="{581B2F2B-C0E1-4F5C-B178-0173E59F76E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441758F-204A-4A7E-820B-4EC877050F6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8716975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38690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565538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84E3EAC9-6387-42B4-85BF-E3AB191EE20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0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FC4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sp>
        <p:nvSpPr>
          <p:cNvPr id="6" name="Oval 5"/>
          <p:cNvSpPr/>
          <p:nvPr/>
        </p:nvSpPr>
        <p:spPr>
          <a:xfrm>
            <a:off x="8716975" y="137159"/>
            <a:ext cx="6583680" cy="658368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38690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565538" y="3355848"/>
            <a:ext cx="146304" cy="146304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ED0B6376-DE19-48D6-BE55-546EEFAC0CB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47A4B0B6-1ED4-433D-BA42-6EF0B9FB94D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WINE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식 끝나고 바로 식사하시면 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ect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7920761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BD2CD-AE15-4557-8110-3FEC6ED26A21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윗선"/>
          <p:cNvSpPr/>
          <p:nvPr/>
        </p:nvSpPr>
        <p:spPr>
          <a:xfrm>
            <a:off x="731520" y="1828800"/>
            <a:ext cx="490712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윗선"/>
          <p:cNvSpPr/>
          <p:nvPr/>
        </p:nvSpPr>
        <p:spPr>
          <a:xfrm>
            <a:off x="6553047" y="1828800"/>
            <a:ext cx="490712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606D9-EB52-412A-AF00-516AE57818A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3D5D4-761A-40BE-A913-B555B51906D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1A6F-CEE9-4696-A218-A13BBB9492D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A388C-C871-44DB-84A6-EED6E66F2B0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WINE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48373D"/>
      </a:dk1>
      <a:lt1>
        <a:srgbClr val="FDFBFB"/>
      </a:lt1>
      <a:dk2>
        <a:srgbClr val="451524"/>
      </a:dk2>
      <a:lt2>
        <a:srgbClr val="F9F1F0"/>
      </a:lt2>
      <a:accent1>
        <a:srgbClr val="8A2D45"/>
      </a:accent1>
      <a:accent2>
        <a:srgbClr val="D69AA3"/>
      </a:accent2>
      <a:accent3>
        <a:srgbClr val="8D727A"/>
      </a:accent3>
      <a:accent4>
        <a:srgbClr val="E3CACE"/>
      </a:accent4>
      <a:accent5>
        <a:srgbClr val="C79A82"/>
      </a:accent5>
      <a:accent6>
        <a:srgbClr val="E6C1C6"/>
      </a:accent6>
      <a:hlink>
        <a:srgbClr val="451524"/>
      </a:hlink>
      <a:folHlink>
        <a:srgbClr val="8D727A"/>
      </a:folHlink>
    </a:clrScheme>
    <a:fontScheme name="결혼식 슬라이드(식순 중심)">
      <a:majorFont>
        <a:latin typeface="Franklin Gothic Medium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