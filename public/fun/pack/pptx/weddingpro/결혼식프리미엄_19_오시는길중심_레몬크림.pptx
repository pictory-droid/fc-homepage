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947E333-375B-4895-8808-14E51F83D7B8}">
          <p14:sldIdLst>
            <p14:sldId id="256"/>
          </p14:sldIdLst>
        </p14:section>
        <p14:section name="본문" id="{3A14AD66-329F-48D0-BAE9-6F7ABD9DC63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7222AB0-E799-4830-B0DD-70ED9900305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320040" y="457200"/>
            <a:ext cx="3794760" cy="3291840"/>
            <a:chOff x="320040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365760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1188720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320040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108960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177539" y="937259"/>
              <a:ext cx="411480" cy="411480"/>
              <a:chOff x="3177539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177539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7985455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7AC74EB9-38BE-44D5-A1EE-15F6F8EA947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5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DC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320040" y="457200"/>
            <a:ext cx="3794760" cy="3291840"/>
            <a:chOff x="320040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365760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1188720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320040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3108960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3177539" y="937259"/>
              <a:ext cx="411480" cy="411480"/>
              <a:chOff x="3177539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3177539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7985455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A1C00EBD-1494-45F8-AC79-DFF5D47EA38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UpDiag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F547342-691D-46BE-8B7C-E79B011F76E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버스는 정류장에서 바로 보입니다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185920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859203" y="2057400"/>
            <a:ext cx="2171700" cy="2171700"/>
          </a:xfrm>
          <a:prstGeom prst="rect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738355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383551" y="2057400"/>
            <a:ext cx="2171700" cy="2171700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6BE52-8992-4B5B-852A-39F84AFD123A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640080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640080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640080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731519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164427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윗선"/>
          <p:cNvSpPr/>
          <p:nvPr/>
        </p:nvSpPr>
        <p:spPr>
          <a:xfrm>
            <a:off x="6164427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16442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625586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55465-6AD7-460E-AB8E-564312B47C68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040880" y="1828800"/>
          <a:ext cx="373349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36189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6B85-83B6-47EB-B3CC-0E3A51EC48B1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640080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 txBox="1"/>
            <p:nvPr/>
          </p:nvSpPr>
          <p:spPr>
            <a:xfrm>
              <a:off x="822959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10" name="번호 밑줄"/>
            <p:cNvCxnSpPr/>
            <p:nvPr/>
          </p:nvCxnSpPr>
          <p:spPr>
            <a:xfrm>
              <a:off x="86868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1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12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3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4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5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윗선"/>
            <p:cNvSpPr/>
            <p:nvPr/>
          </p:nvSpPr>
          <p:spPr>
            <a:xfrm>
              <a:off x="410961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2"/>
            <p:cNvSpPr txBox="1"/>
            <p:nvPr/>
          </p:nvSpPr>
          <p:spPr>
            <a:xfrm>
              <a:off x="429249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8" name="번호 밑줄"/>
            <p:cNvCxnSpPr/>
            <p:nvPr/>
          </p:nvCxnSpPr>
          <p:spPr>
            <a:xfrm>
              <a:off x="433821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9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20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1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2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23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윗선"/>
            <p:cNvSpPr/>
            <p:nvPr/>
          </p:nvSpPr>
          <p:spPr>
            <a:xfrm>
              <a:off x="757915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3"/>
            <p:cNvSpPr txBox="1"/>
            <p:nvPr/>
          </p:nvSpPr>
          <p:spPr>
            <a:xfrm>
              <a:off x="776203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6" name="번호 밑줄"/>
            <p:cNvCxnSpPr/>
            <p:nvPr/>
          </p:nvCxnSpPr>
          <p:spPr>
            <a:xfrm>
              <a:off x="780775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7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8AAF2-D6E7-4054-81CD-0E2D2599B7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LEMON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5B0BA-0990-41DC-A482-B531FD6D7DD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484437"/>
      </a:dk1>
      <a:lt1>
        <a:srgbClr val="FFFEF9"/>
      </a:lt1>
      <a:dk2>
        <a:srgbClr val="4A3C0F"/>
      </a:dk2>
      <a:lt2>
        <a:srgbClr val="FFFBEA"/>
      </a:lt2>
      <a:accent1>
        <a:srgbClr val="E3B21E"/>
      </a:accent1>
      <a:accent2>
        <a:srgbClr val="7C9A6B"/>
      </a:accent2>
      <a:accent3>
        <a:srgbClr val="8D8772"/>
      </a:accent3>
      <a:accent4>
        <a:srgbClr val="F9ECC1"/>
      </a:accent4>
      <a:accent5>
        <a:srgbClr val="D2AE4E"/>
      </a:accent5>
      <a:accent6>
        <a:srgbClr val="B7C6A4"/>
      </a:accent6>
      <a:hlink>
        <a:srgbClr val="4A3C0F"/>
      </a:hlink>
      <a:folHlink>
        <a:srgbClr val="8D8772"/>
      </a:folHlink>
    </a:clrScheme>
    <a:fontScheme name="결혼식 슬라이드(오시는 길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