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BA56424-3323-4420-B82D-C31D1CCED11E}">
          <p14:sldIdLst>
            <p14:sldId id="256"/>
          </p14:sldIdLst>
        </p14:section>
        <p14:section name="본문" id="{BA1DDF7D-70DA-40EA-98E9-BC2E73B7DB6B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F55548E-28F3-46F2-B2AA-97FAD2FDF31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D5861C4-363E-483D-9FBC-CDAEC80C46B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1788324-2746-4CDF-853E-5B711A8C6DD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17E1443-1AF8-4B01-9508-719E0D61066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버스는 정류장에서 바로 보입니다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185920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859203" y="2057400"/>
            <a:ext cx="2171700" cy="2171700"/>
          </a:xfrm>
          <a:prstGeom prst="rect">
            <a:avLst/>
          </a:prstGeom>
        </p:spPr>
      </p:sp>
      <p:sp>
        <p:nvSpPr>
          <p:cNvPr id="21" name="사진 바탕 2"/>
          <p:cNvSpPr/>
          <p:nvPr/>
        </p:nvSpPr>
        <p:spPr>
          <a:xfrm>
            <a:off x="738355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383551" y="2057400"/>
            <a:ext cx="2171700" cy="2171700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509C7-FE32-4B88-8CE0-CF1C690B7CAA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640080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16442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윗선"/>
          <p:cNvSpPr/>
          <p:nvPr/>
        </p:nvSpPr>
        <p:spPr>
          <a:xfrm>
            <a:off x="6164427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1B24B-36C2-447C-97F6-1E0180F48EF6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7040880" y="1828800"/>
          <a:ext cx="373349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36189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D328E-83FB-49B8-9980-C02CAD3B1CFC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82295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86868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5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410961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429249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433821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23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757915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776203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780775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8D9A-81FF-4CBC-B259-96D5ED3DC14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6F85B-A3E8-4ED6-8A82-BBE290F5E4C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결혼식 슬라이드(오시는 길 중심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