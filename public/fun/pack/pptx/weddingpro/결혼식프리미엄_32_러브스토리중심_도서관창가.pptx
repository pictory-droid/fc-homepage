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70BAA560-485D-4178-9BDD-FE4B5BEEF73D}">
          <p14:sldIdLst>
            <p14:sldId id="256"/>
          </p14:sldIdLst>
        </p14:section>
        <p14:section name="본문" id="{E21E2165-B77D-4A4F-A5A5-949AE6FC896D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8F3C51EB-3CBA-4967-AB93-91DF874F16AF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자리에 두 사람의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서로에게 하고 싶은 말을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950671" y="1828800"/>
            <a:ext cx="8290352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1950671" y="2212848"/>
            <a:ext cx="8290352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950671" y="3886200"/>
            <a:ext cx="8290352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1950671" y="4663440"/>
            <a:ext cx="8290352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바깥 테두리"/>
          <p:cNvSpPr/>
          <p:nvPr/>
        </p:nvSpPr>
        <p:spPr>
          <a:xfrm>
            <a:off x="320040" y="320040"/>
            <a:ext cx="11551615" cy="6217920"/>
          </a:xfrm>
          <a:prstGeom prst="rect">
            <a:avLst/>
          </a:prstGeom>
          <a:solidFill>
            <a:schemeClr val="bg1">
              <a:alpha val="55000"/>
            </a:schemeClr>
          </a:solidFill>
          <a:ln w="19050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안쪽 테두리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  <a:ln w="9525">
            <a:solidFill>
              <a:schemeClr val="accent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모서리 장식"/>
          <p:cNvSpPr/>
          <p:nvPr/>
        </p:nvSpPr>
        <p:spPr>
          <a:xfrm>
            <a:off x="210311" y="210311"/>
            <a:ext cx="219456" cy="219456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모서리 장식"/>
          <p:cNvSpPr/>
          <p:nvPr/>
        </p:nvSpPr>
        <p:spPr>
          <a:xfrm>
            <a:off x="11761927" y="210311"/>
            <a:ext cx="219456" cy="219456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모서리 장식"/>
          <p:cNvSpPr/>
          <p:nvPr/>
        </p:nvSpPr>
        <p:spPr>
          <a:xfrm>
            <a:off x="210311" y="6428232"/>
            <a:ext cx="219456" cy="219456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모서리 장식"/>
          <p:cNvSpPr/>
          <p:nvPr/>
        </p:nvSpPr>
        <p:spPr>
          <a:xfrm>
            <a:off x="11761927" y="6428232"/>
            <a:ext cx="219456" cy="219456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8" name="테마 장식"/>
          <p:cNvGrpSpPr/>
          <p:nvPr/>
        </p:nvGrpSpPr>
        <p:grpSpPr>
          <a:xfrm>
            <a:off x="5844387" y="239429"/>
            <a:ext cx="502920" cy="435541"/>
            <a:chOff x="5844387" y="239429"/>
            <a:chExt cx="502920" cy="435541"/>
          </a:xfrm>
        </p:grpSpPr>
        <p:cxnSp>
          <p:nvCxnSpPr>
            <p:cNvPr id="9" name="Connector 8"/>
            <p:cNvCxnSpPr/>
            <p:nvPr/>
          </p:nvCxnSpPr>
          <p:spPr>
            <a:xfrm>
              <a:off x="5844387" y="457200"/>
              <a:ext cx="502920" cy="0"/>
            </a:xfrm>
            <a:prstGeom prst="line">
              <a:avLst/>
            </a:prstGeom>
            <a:ln w="25400" cap="rnd">
              <a:solidFill>
                <a:schemeClr val="accent1"/>
              </a:solidFill>
            </a:ln>
          </p:spPr>
        </p:cxnSp>
        <p:cxnSp>
          <p:nvCxnSpPr>
            <p:cNvPr id="10" name="Connector 9"/>
            <p:cNvCxnSpPr/>
            <p:nvPr/>
          </p:nvCxnSpPr>
          <p:spPr>
            <a:xfrm>
              <a:off x="5970117" y="239429"/>
              <a:ext cx="251460" cy="435541"/>
            </a:xfrm>
            <a:prstGeom prst="line">
              <a:avLst/>
            </a:prstGeom>
            <a:ln w="25400" cap="rnd">
              <a:solidFill>
                <a:schemeClr val="accent1"/>
              </a:solidFill>
            </a:ln>
          </p:spPr>
        </p:cxnSp>
        <p:cxnSp>
          <p:nvCxnSpPr>
            <p:cNvPr id="11" name="Connector 10"/>
            <p:cNvCxnSpPr/>
            <p:nvPr/>
          </p:nvCxnSpPr>
          <p:spPr>
            <a:xfrm flipH="1">
              <a:off x="5970117" y="239429"/>
              <a:ext cx="251460" cy="435541"/>
            </a:xfrm>
            <a:prstGeom prst="line">
              <a:avLst/>
            </a:prstGeom>
            <a:ln w="25400" cap="rnd">
              <a:solidFill>
                <a:schemeClr val="accent1"/>
              </a:solidFill>
            </a:ln>
          </p:spPr>
        </p:cxnSp>
        <p:sp>
          <p:nvSpPr>
            <p:cNvPr id="12" name="Oval 11"/>
            <p:cNvSpPr/>
            <p:nvPr/>
          </p:nvSpPr>
          <p:spPr>
            <a:xfrm>
              <a:off x="6045555" y="406908"/>
              <a:ext cx="100584" cy="10058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제목"/>
          <p:cNvSpPr>
            <a:spLocks noGrp="1"/>
          </p:cNvSpPr>
          <p:nvPr>
            <p:ph type="title"/>
          </p:nvPr>
        </p:nvSpPr>
        <p:spPr>
          <a:xfrm>
            <a:off x="731520" y="320040"/>
            <a:ext cx="7558851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8290371" y="457200"/>
            <a:ext cx="3169804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2188969B-E2B5-432B-94D3-F217966AD1FB}" type="slidenum">
              <a:rPr lang="en-US"/>
              <a:t>‹#›</a:t>
            </a:fld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371600"/>
            <a:ext cx="12191695" cy="0"/>
          </a:xfrm>
          <a:prstGeom prst="line">
            <a:avLst/>
          </a:prstGeom>
          <a:ln w="19050" cap="rnd">
            <a:solidFill>
              <a:schemeClr val="accent1"/>
            </a:solidFill>
          </a:ln>
        </p:spPr>
      </p:cxnSp>
      <p:grpSp>
        <p:nvGrpSpPr>
          <p:cNvPr id="4" name="테마 장식"/>
          <p:cNvGrpSpPr/>
          <p:nvPr/>
        </p:nvGrpSpPr>
        <p:grpSpPr>
          <a:xfrm>
            <a:off x="11208715" y="775818"/>
            <a:ext cx="320040" cy="277163"/>
            <a:chOff x="11208715" y="775818"/>
            <a:chExt cx="320040" cy="277163"/>
          </a:xfrm>
        </p:grpSpPr>
        <p:cxnSp>
          <p:nvCxnSpPr>
            <p:cNvPr id="5" name="Connector 4"/>
            <p:cNvCxnSpPr/>
            <p:nvPr/>
          </p:nvCxnSpPr>
          <p:spPr>
            <a:xfrm>
              <a:off x="11208715" y="914400"/>
              <a:ext cx="320040" cy="0"/>
            </a:xfrm>
            <a:prstGeom prst="line">
              <a:avLst/>
            </a:prstGeom>
            <a:ln w="25400" cap="rnd">
              <a:solidFill>
                <a:schemeClr val="accent1"/>
              </a:solidFill>
            </a:ln>
          </p:spPr>
        </p:cxnSp>
        <p:cxnSp>
          <p:nvCxnSpPr>
            <p:cNvPr id="6" name="Connector 5"/>
            <p:cNvCxnSpPr/>
            <p:nvPr/>
          </p:nvCxnSpPr>
          <p:spPr>
            <a:xfrm>
              <a:off x="11288725" y="775818"/>
              <a:ext cx="160020" cy="277163"/>
            </a:xfrm>
            <a:prstGeom prst="line">
              <a:avLst/>
            </a:prstGeom>
            <a:ln w="25400" cap="rnd">
              <a:solidFill>
                <a:schemeClr val="accent1"/>
              </a:solidFill>
            </a:ln>
          </p:spPr>
        </p:cxnSp>
        <p:cxnSp>
          <p:nvCxnSpPr>
            <p:cNvPr id="7" name="Connector 6"/>
            <p:cNvCxnSpPr/>
            <p:nvPr/>
          </p:nvCxnSpPr>
          <p:spPr>
            <a:xfrm flipH="1">
              <a:off x="11288725" y="775818"/>
              <a:ext cx="160020" cy="277163"/>
            </a:xfrm>
            <a:prstGeom prst="line">
              <a:avLst/>
            </a:prstGeom>
            <a:ln w="25400" cap="rnd">
              <a:solidFill>
                <a:schemeClr val="accent1"/>
              </a:solidFill>
            </a:ln>
          </p:spPr>
        </p:cxnSp>
        <p:sp>
          <p:nvSpPr>
            <p:cNvPr id="8" name="Oval 7"/>
            <p:cNvSpPr/>
            <p:nvPr/>
          </p:nvSpPr>
          <p:spPr>
            <a:xfrm>
              <a:off x="11336731" y="882396"/>
              <a:ext cx="64007" cy="6400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950671" y="1828800"/>
            <a:ext cx="8290352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1950671" y="2212848"/>
            <a:ext cx="8290352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950671" y="3886200"/>
            <a:ext cx="8290352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1950671" y="4663440"/>
            <a:ext cx="8290352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바깥 테두리"/>
          <p:cNvSpPr/>
          <p:nvPr/>
        </p:nvSpPr>
        <p:spPr>
          <a:xfrm>
            <a:off x="320040" y="320040"/>
            <a:ext cx="11551615" cy="6217920"/>
          </a:xfrm>
          <a:prstGeom prst="rect">
            <a:avLst/>
          </a:prstGeom>
          <a:noFill/>
          <a:ln w="19050">
            <a:solidFill>
              <a:schemeClr val="accent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안쪽 테두리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  <a:ln w="9525"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모서리 장식"/>
          <p:cNvSpPr/>
          <p:nvPr/>
        </p:nvSpPr>
        <p:spPr>
          <a:xfrm>
            <a:off x="210311" y="210311"/>
            <a:ext cx="219456" cy="219456"/>
          </a:xfrm>
          <a:prstGeom prst="diamond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모서리 장식"/>
          <p:cNvSpPr/>
          <p:nvPr/>
        </p:nvSpPr>
        <p:spPr>
          <a:xfrm>
            <a:off x="11761927" y="210311"/>
            <a:ext cx="219456" cy="219456"/>
          </a:xfrm>
          <a:prstGeom prst="diamond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모서리 장식"/>
          <p:cNvSpPr/>
          <p:nvPr/>
        </p:nvSpPr>
        <p:spPr>
          <a:xfrm>
            <a:off x="210311" y="6428232"/>
            <a:ext cx="219456" cy="219456"/>
          </a:xfrm>
          <a:prstGeom prst="diamond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모서리 장식"/>
          <p:cNvSpPr/>
          <p:nvPr/>
        </p:nvSpPr>
        <p:spPr>
          <a:xfrm>
            <a:off x="11761927" y="6428232"/>
            <a:ext cx="219456" cy="219456"/>
          </a:xfrm>
          <a:prstGeom prst="diamond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8" name="테마 장식"/>
          <p:cNvGrpSpPr/>
          <p:nvPr/>
        </p:nvGrpSpPr>
        <p:grpSpPr>
          <a:xfrm>
            <a:off x="5844387" y="239429"/>
            <a:ext cx="502920" cy="435541"/>
            <a:chOff x="5844387" y="239429"/>
            <a:chExt cx="502920" cy="435541"/>
          </a:xfrm>
        </p:grpSpPr>
        <p:cxnSp>
          <p:nvCxnSpPr>
            <p:cNvPr id="9" name="Connector 8"/>
            <p:cNvCxnSpPr/>
            <p:nvPr/>
          </p:nvCxnSpPr>
          <p:spPr>
            <a:xfrm>
              <a:off x="5844387" y="457200"/>
              <a:ext cx="502920" cy="0"/>
            </a:xfrm>
            <a:prstGeom prst="line">
              <a:avLst/>
            </a:prstGeom>
            <a:ln w="25400" cap="rnd">
              <a:solidFill>
                <a:schemeClr val="accent1"/>
              </a:solidFill>
            </a:ln>
          </p:spPr>
        </p:cxnSp>
        <p:cxnSp>
          <p:nvCxnSpPr>
            <p:cNvPr id="10" name="Connector 9"/>
            <p:cNvCxnSpPr/>
            <p:nvPr/>
          </p:nvCxnSpPr>
          <p:spPr>
            <a:xfrm>
              <a:off x="5970117" y="239429"/>
              <a:ext cx="251460" cy="435541"/>
            </a:xfrm>
            <a:prstGeom prst="line">
              <a:avLst/>
            </a:prstGeom>
            <a:ln w="25400" cap="rnd">
              <a:solidFill>
                <a:schemeClr val="accent1"/>
              </a:solidFill>
            </a:ln>
          </p:spPr>
        </p:cxnSp>
        <p:cxnSp>
          <p:nvCxnSpPr>
            <p:cNvPr id="11" name="Connector 10"/>
            <p:cNvCxnSpPr/>
            <p:nvPr/>
          </p:nvCxnSpPr>
          <p:spPr>
            <a:xfrm flipH="1">
              <a:off x="5970117" y="239429"/>
              <a:ext cx="251460" cy="435541"/>
            </a:xfrm>
            <a:prstGeom prst="line">
              <a:avLst/>
            </a:prstGeom>
            <a:ln w="25400" cap="rnd">
              <a:solidFill>
                <a:schemeClr val="accent1"/>
              </a:solidFill>
            </a:ln>
          </p:spPr>
        </p:cxnSp>
        <p:sp>
          <p:nvSpPr>
            <p:cNvPr id="12" name="Oval 11"/>
            <p:cNvSpPr/>
            <p:nvPr/>
          </p:nvSpPr>
          <p:spPr>
            <a:xfrm>
              <a:off x="6045555" y="406908"/>
              <a:ext cx="100584" cy="10058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제목"/>
          <p:cNvSpPr>
            <a:spLocks noGrp="1"/>
          </p:cNvSpPr>
          <p:nvPr>
            <p:ph type="title"/>
          </p:nvPr>
        </p:nvSpPr>
        <p:spPr>
          <a:xfrm>
            <a:off x="731520" y="320040"/>
            <a:ext cx="7558851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8290371" y="457200"/>
            <a:ext cx="3169804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6783D05F-742B-43AF-BD1E-644FFE865814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371600"/>
            <a:ext cx="12191695" cy="0"/>
          </a:xfrm>
          <a:prstGeom prst="line">
            <a:avLst/>
          </a:prstGeom>
          <a:ln w="19050" cap="rnd">
            <a:solidFill>
              <a:schemeClr val="accent1"/>
            </a:solidFill>
          </a:ln>
        </p:spPr>
      </p:cxnSp>
      <p:grpSp>
        <p:nvGrpSpPr>
          <p:cNvPr id="4" name="테마 장식"/>
          <p:cNvGrpSpPr/>
          <p:nvPr/>
        </p:nvGrpSpPr>
        <p:grpSpPr>
          <a:xfrm>
            <a:off x="11208715" y="775818"/>
            <a:ext cx="320040" cy="277163"/>
            <a:chOff x="11208715" y="775818"/>
            <a:chExt cx="320040" cy="277163"/>
          </a:xfrm>
        </p:grpSpPr>
        <p:cxnSp>
          <p:nvCxnSpPr>
            <p:cNvPr id="5" name="Connector 4"/>
            <p:cNvCxnSpPr/>
            <p:nvPr/>
          </p:nvCxnSpPr>
          <p:spPr>
            <a:xfrm>
              <a:off x="11208715" y="914400"/>
              <a:ext cx="320040" cy="0"/>
            </a:xfrm>
            <a:prstGeom prst="line">
              <a:avLst/>
            </a:prstGeom>
            <a:ln w="25400" cap="rnd">
              <a:solidFill>
                <a:schemeClr val="accent1"/>
              </a:solidFill>
            </a:ln>
          </p:spPr>
        </p:cxnSp>
        <p:cxnSp>
          <p:nvCxnSpPr>
            <p:cNvPr id="6" name="Connector 5"/>
            <p:cNvCxnSpPr/>
            <p:nvPr/>
          </p:nvCxnSpPr>
          <p:spPr>
            <a:xfrm>
              <a:off x="11288725" y="775818"/>
              <a:ext cx="160020" cy="277163"/>
            </a:xfrm>
            <a:prstGeom prst="line">
              <a:avLst/>
            </a:prstGeom>
            <a:ln w="25400" cap="rnd">
              <a:solidFill>
                <a:schemeClr val="accent1"/>
              </a:solidFill>
            </a:ln>
          </p:spPr>
        </p:cxnSp>
        <p:cxnSp>
          <p:nvCxnSpPr>
            <p:cNvPr id="7" name="Connector 6"/>
            <p:cNvCxnSpPr/>
            <p:nvPr/>
          </p:nvCxnSpPr>
          <p:spPr>
            <a:xfrm flipH="1">
              <a:off x="11288725" y="775818"/>
              <a:ext cx="160020" cy="277163"/>
            </a:xfrm>
            <a:prstGeom prst="line">
              <a:avLst/>
            </a:prstGeom>
            <a:ln w="25400" cap="rnd">
              <a:solidFill>
                <a:schemeClr val="accent1"/>
              </a:solidFill>
            </a:ln>
          </p:spPr>
        </p:cxnSp>
        <p:sp>
          <p:nvSpPr>
            <p:cNvPr id="8" name="Oval 7"/>
            <p:cNvSpPr/>
            <p:nvPr/>
          </p:nvSpPr>
          <p:spPr>
            <a:xfrm>
              <a:off x="11336731" y="882396"/>
              <a:ext cx="64007" cy="6400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6E9434A2-592D-466C-9217-B7092E6A4FDD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3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4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" name="테마 장식"/>
          <p:cNvGrpSpPr/>
          <p:nvPr/>
        </p:nvGrpSpPr>
        <p:grpSpPr>
          <a:xfrm>
            <a:off x="5821527" y="5248831"/>
            <a:ext cx="548640" cy="475137"/>
            <a:chOff x="5821527" y="5248831"/>
            <a:chExt cx="548640" cy="475137"/>
          </a:xfrm>
        </p:grpSpPr>
        <p:cxnSp>
          <p:nvCxnSpPr>
            <p:cNvPr id="7" name="Connector 6"/>
            <p:cNvCxnSpPr/>
            <p:nvPr/>
          </p:nvCxnSpPr>
          <p:spPr>
            <a:xfrm>
              <a:off x="5821527" y="5486400"/>
              <a:ext cx="548640" cy="0"/>
            </a:xfrm>
            <a:prstGeom prst="line">
              <a:avLst/>
            </a:prstGeom>
            <a:ln w="25400" cap="rnd">
              <a:solidFill>
                <a:schemeClr val="accent1"/>
              </a:solidFill>
            </a:ln>
          </p:spPr>
        </p:cxnSp>
        <p:cxnSp>
          <p:nvCxnSpPr>
            <p:cNvPr id="8" name="Connector 7"/>
            <p:cNvCxnSpPr/>
            <p:nvPr/>
          </p:nvCxnSpPr>
          <p:spPr>
            <a:xfrm>
              <a:off x="5958687" y="5248831"/>
              <a:ext cx="274320" cy="475137"/>
            </a:xfrm>
            <a:prstGeom prst="line">
              <a:avLst/>
            </a:prstGeom>
            <a:ln w="25400" cap="rnd">
              <a:solidFill>
                <a:schemeClr val="accent1"/>
              </a:solidFill>
            </a:ln>
          </p:spPr>
        </p:cxnSp>
        <p:cxnSp>
          <p:nvCxnSpPr>
            <p:cNvPr id="9" name="Connector 8"/>
            <p:cNvCxnSpPr/>
            <p:nvPr/>
          </p:nvCxnSpPr>
          <p:spPr>
            <a:xfrm flipH="1">
              <a:off x="5958687" y="5248831"/>
              <a:ext cx="274320" cy="475137"/>
            </a:xfrm>
            <a:prstGeom prst="line">
              <a:avLst/>
            </a:prstGeom>
            <a:ln w="25400" cap="rnd">
              <a:solidFill>
                <a:schemeClr val="accent1"/>
              </a:solidFill>
            </a:ln>
          </p:spPr>
        </p:cxnSp>
        <p:sp>
          <p:nvSpPr>
            <p:cNvPr id="10" name="Oval 9"/>
            <p:cNvSpPr/>
            <p:nvPr/>
          </p:nvSpPr>
          <p:spPr>
            <a:xfrm>
              <a:off x="6040983" y="5431536"/>
              <a:ext cx="109728" cy="109728"/>
            </a:xfrm>
            <a:prstGeom prst="ellipse">
              <a:avLst/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AUTUMN  ·  WEDDING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저희 결혼합니다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프러포즈는 아주 소박했습니다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신랑 이름 ♥ 신부 이름</a:t>
            </a:r>
          </a:p>
          <a:p>
            <a:r>
              <a:rPr lang="ko-KR"/>
              <a:t>0000. 00. 00 · 예식장 이름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신랑 · 신부 소개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GROOM &amp; BRIDE</a:t>
            </a:r>
          </a:p>
        </p:txBody>
      </p:sp>
      <p:sp>
        <p:nvSpPr>
          <p:cNvPr id="15" name="사진 바탕 1"/>
          <p:cNvSpPr/>
          <p:nvPr/>
        </p:nvSpPr>
        <p:spPr>
          <a:xfrm>
            <a:off x="2251252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2251252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20" name="사진 바탕 2"/>
          <p:cNvSpPr/>
          <p:nvPr/>
        </p:nvSpPr>
        <p:spPr>
          <a:xfrm>
            <a:off x="8072780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8072780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56E62-7258-45E8-A57A-3724BB52E69A}" type="slidenum">
              <a:rPr lang="en-US"/>
              <a:t>‹#›</a:t>
            </a:fld>
            <a:endParaRPr lang="en-US"/>
          </a:p>
        </p:txBody>
      </p:sp>
      <p:sp>
        <p:nvSpPr>
          <p:cNvPr id="13" name="신랑 카드"/>
          <p:cNvSpPr/>
          <p:nvPr/>
        </p:nvSpPr>
        <p:spPr>
          <a:xfrm>
            <a:off x="731520" y="1828800"/>
            <a:ext cx="4907127" cy="4274820"/>
          </a:xfrm>
          <a:prstGeom prst="roundRect">
            <a:avLst>
              <a:gd name="adj" fmla="val 3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4" name="위쪽 띠"/>
          <p:cNvSpPr/>
          <p:nvPr/>
        </p:nvSpPr>
        <p:spPr>
          <a:xfrm>
            <a:off x="749808" y="1828800"/>
            <a:ext cx="4870551" cy="822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신랑 이름"/>
          <p:cNvSpPr txBox="1"/>
          <p:nvPr/>
        </p:nvSpPr>
        <p:spPr>
          <a:xfrm>
            <a:off x="731520" y="4320540"/>
            <a:ext cx="490712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신랑</a:t>
            </a:r>
          </a:p>
        </p:txBody>
      </p:sp>
      <p:sp>
        <p:nvSpPr>
          <p:cNvPr id="17" name="신랑 소개"/>
          <p:cNvSpPr txBox="1"/>
          <p:nvPr/>
        </p:nvSpPr>
        <p:spPr>
          <a:xfrm>
            <a:off x="822960" y="4777740"/>
            <a:ext cx="472424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신부에게 한마디</a:t>
            </a:r>
          </a:p>
        </p:txBody>
      </p:sp>
      <p:sp>
        <p:nvSpPr>
          <p:cNvPr id="18" name="신부 카드"/>
          <p:cNvSpPr/>
          <p:nvPr/>
        </p:nvSpPr>
        <p:spPr>
          <a:xfrm>
            <a:off x="6553047" y="1828800"/>
            <a:ext cx="4907127" cy="4274820"/>
          </a:xfrm>
          <a:prstGeom prst="roundRect">
            <a:avLst>
              <a:gd name="adj" fmla="val 3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9" name="위쪽 띠"/>
          <p:cNvSpPr/>
          <p:nvPr/>
        </p:nvSpPr>
        <p:spPr>
          <a:xfrm>
            <a:off x="6571335" y="1828800"/>
            <a:ext cx="4870551" cy="822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신부 이름"/>
          <p:cNvSpPr txBox="1"/>
          <p:nvPr/>
        </p:nvSpPr>
        <p:spPr>
          <a:xfrm>
            <a:off x="6553047" y="4320540"/>
            <a:ext cx="490712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신부</a:t>
            </a:r>
          </a:p>
        </p:txBody>
      </p:sp>
      <p:sp>
        <p:nvSpPr>
          <p:cNvPr id="22" name="신부 소개"/>
          <p:cNvSpPr txBox="1"/>
          <p:nvPr/>
        </p:nvSpPr>
        <p:spPr>
          <a:xfrm>
            <a:off x="6644487" y="4777740"/>
            <a:ext cx="472424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신랑에게 한마디</a:t>
            </a:r>
          </a:p>
        </p:txBody>
      </p:sp>
    </p:spTree>
  </p:cSld>
  <p:clrMapOvr>
    <a:masterClrMapping/>
  </p:clrMapOvr>
  <p:transition spd="med">
    <p:wipe dir="r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우리의 이야기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OUR STORY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A2F3A-40B2-4526-AA5A-6107CFBF9A72}" type="slidenum">
              <a:rPr lang="en-US"/>
              <a:t>‹#›</a:t>
            </a:fld>
            <a:endParaRPr lang="en-US"/>
          </a:p>
        </p:txBody>
      </p:sp>
      <p:cxnSp>
        <p:nvCxnSpPr>
          <p:cNvPr id="5" name="타임라인 선"/>
          <p:cNvCxnSpPr/>
          <p:nvPr/>
        </p:nvCxnSpPr>
        <p:spPr>
          <a:xfrm>
            <a:off x="731520" y="3493008"/>
            <a:ext cx="10728655" cy="0"/>
          </a:xfrm>
          <a:prstGeom prst="line">
            <a:avLst/>
          </a:prstGeom>
          <a:ln w="38100" cap="rnd">
            <a:solidFill>
              <a:schemeClr val="accent4"/>
            </a:solidFill>
            <a:tailEnd type="triangle"/>
          </a:ln>
        </p:spPr>
      </p:cxnSp>
      <p:grpSp>
        <p:nvGrpSpPr>
          <p:cNvPr id="6" name="때 1"/>
          <p:cNvGrpSpPr/>
          <p:nvPr/>
        </p:nvGrpSpPr>
        <p:grpSpPr>
          <a:xfrm>
            <a:off x="777240" y="2651760"/>
            <a:ext cx="2590723" cy="3383280"/>
            <a:chOff x="777240" y="2651760"/>
            <a:chExt cx="2590723" cy="3383280"/>
          </a:xfrm>
        </p:grpSpPr>
        <p:sp>
          <p:nvSpPr>
            <p:cNvPr id="7" name="점"/>
            <p:cNvSpPr/>
            <p:nvPr/>
          </p:nvSpPr>
          <p:spPr>
            <a:xfrm>
              <a:off x="1871433" y="3291840"/>
              <a:ext cx="402336" cy="402336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때"/>
            <p:cNvSpPr txBox="1"/>
            <p:nvPr/>
          </p:nvSpPr>
          <p:spPr>
            <a:xfrm>
              <a:off x="777240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처음 만난 날</a:t>
              </a:r>
            </a:p>
          </p:txBody>
        </p:sp>
        <p:sp>
          <p:nvSpPr>
            <p:cNvPr id="9" name="제목"/>
            <p:cNvSpPr txBox="1"/>
            <p:nvPr/>
          </p:nvSpPr>
          <p:spPr>
            <a:xfrm>
              <a:off x="822960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첫 만남</a:t>
              </a:r>
            </a:p>
          </p:txBody>
        </p:sp>
        <p:sp>
          <p:nvSpPr>
            <p:cNvPr id="10" name="내용"/>
            <p:cNvSpPr txBox="1"/>
            <p:nvPr/>
          </p:nvSpPr>
          <p:spPr>
            <a:xfrm>
              <a:off x="822960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어디에서 어떻게?</a:t>
              </a:r>
            </a:p>
          </p:txBody>
        </p:sp>
      </p:grpSp>
      <p:grpSp>
        <p:nvGrpSpPr>
          <p:cNvPr id="11" name="때 2"/>
          <p:cNvGrpSpPr/>
          <p:nvPr/>
        </p:nvGrpSpPr>
        <p:grpSpPr>
          <a:xfrm>
            <a:off x="3459403" y="2651760"/>
            <a:ext cx="2590723" cy="3383280"/>
            <a:chOff x="3459403" y="2651760"/>
            <a:chExt cx="2590723" cy="3383280"/>
          </a:xfrm>
        </p:grpSpPr>
        <p:sp>
          <p:nvSpPr>
            <p:cNvPr id="12" name="점"/>
            <p:cNvSpPr/>
            <p:nvPr/>
          </p:nvSpPr>
          <p:spPr>
            <a:xfrm>
              <a:off x="4553597" y="3291840"/>
              <a:ext cx="402336" cy="402336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때"/>
            <p:cNvSpPr txBox="1"/>
            <p:nvPr/>
          </p:nvSpPr>
          <p:spPr>
            <a:xfrm>
              <a:off x="3459403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첫 데이트</a:t>
              </a:r>
            </a:p>
          </p:txBody>
        </p:sp>
        <p:sp>
          <p:nvSpPr>
            <p:cNvPr id="14" name="제목"/>
            <p:cNvSpPr txBox="1"/>
            <p:nvPr/>
          </p:nvSpPr>
          <p:spPr>
            <a:xfrm>
              <a:off x="3505123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설레던 하루</a:t>
              </a:r>
            </a:p>
          </p:txBody>
        </p:sp>
        <p:sp>
          <p:nvSpPr>
            <p:cNvPr id="15" name="내용"/>
            <p:cNvSpPr txBox="1"/>
            <p:nvPr/>
          </p:nvSpPr>
          <p:spPr>
            <a:xfrm>
              <a:off x="3505123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무엇을 했나요?</a:t>
              </a:r>
            </a:p>
          </p:txBody>
        </p:sp>
      </p:grpSp>
      <p:grpSp>
        <p:nvGrpSpPr>
          <p:cNvPr id="16" name="때 3"/>
          <p:cNvGrpSpPr/>
          <p:nvPr/>
        </p:nvGrpSpPr>
        <p:grpSpPr>
          <a:xfrm>
            <a:off x="6141567" y="2651760"/>
            <a:ext cx="2590723" cy="3383280"/>
            <a:chOff x="6141567" y="2651760"/>
            <a:chExt cx="2590723" cy="3383280"/>
          </a:xfrm>
        </p:grpSpPr>
        <p:sp>
          <p:nvSpPr>
            <p:cNvPr id="17" name="점"/>
            <p:cNvSpPr/>
            <p:nvPr/>
          </p:nvSpPr>
          <p:spPr>
            <a:xfrm>
              <a:off x="7235761" y="3291840"/>
              <a:ext cx="402336" cy="402336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때"/>
            <p:cNvSpPr txBox="1"/>
            <p:nvPr/>
          </p:nvSpPr>
          <p:spPr>
            <a:xfrm>
              <a:off x="6141567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프러포즈</a:t>
              </a:r>
            </a:p>
          </p:txBody>
        </p:sp>
        <p:sp>
          <p:nvSpPr>
            <p:cNvPr id="19" name="제목"/>
            <p:cNvSpPr txBox="1"/>
            <p:nvPr/>
          </p:nvSpPr>
          <p:spPr>
            <a:xfrm>
              <a:off x="6187287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평생을 약속하다</a:t>
              </a:r>
            </a:p>
          </p:txBody>
        </p:sp>
        <p:sp>
          <p:nvSpPr>
            <p:cNvPr id="20" name="내용"/>
            <p:cNvSpPr txBox="1"/>
            <p:nvPr/>
          </p:nvSpPr>
          <p:spPr>
            <a:xfrm>
              <a:off x="6187287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그날의 이야기</a:t>
              </a:r>
            </a:p>
          </p:txBody>
        </p:sp>
      </p:grpSp>
      <p:grpSp>
        <p:nvGrpSpPr>
          <p:cNvPr id="21" name="때 4"/>
          <p:cNvGrpSpPr/>
          <p:nvPr/>
        </p:nvGrpSpPr>
        <p:grpSpPr>
          <a:xfrm>
            <a:off x="8823731" y="2651760"/>
            <a:ext cx="2590723" cy="3383280"/>
            <a:chOff x="8823731" y="2651760"/>
            <a:chExt cx="2590723" cy="3383280"/>
          </a:xfrm>
        </p:grpSpPr>
        <p:sp>
          <p:nvSpPr>
            <p:cNvPr id="22" name="점"/>
            <p:cNvSpPr/>
            <p:nvPr/>
          </p:nvSpPr>
          <p:spPr>
            <a:xfrm>
              <a:off x="9917925" y="3291840"/>
              <a:ext cx="402336" cy="402336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때"/>
            <p:cNvSpPr txBox="1"/>
            <p:nvPr/>
          </p:nvSpPr>
          <p:spPr>
            <a:xfrm>
              <a:off x="8823731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결혼</a:t>
              </a:r>
            </a:p>
          </p:txBody>
        </p:sp>
        <p:sp>
          <p:nvSpPr>
            <p:cNvPr id="24" name="제목"/>
            <p:cNvSpPr txBox="1"/>
            <p:nvPr/>
          </p:nvSpPr>
          <p:spPr>
            <a:xfrm>
              <a:off x="8869451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오늘의 우리</a:t>
              </a:r>
            </a:p>
          </p:txBody>
        </p:sp>
        <p:sp>
          <p:nvSpPr>
            <p:cNvPr id="25" name="내용"/>
            <p:cNvSpPr txBox="1"/>
            <p:nvPr/>
          </p:nvSpPr>
          <p:spPr>
            <a:xfrm>
              <a:off x="8869451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함께 시작합니다</a:t>
              </a:r>
            </a:p>
          </p:txBody>
        </p:sp>
      </p:grp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우리의 첫 번째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GUIDE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603DD-BB9D-4B8D-8EB8-B7319EADCA67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2476423" cy="3566160"/>
            <a:chOff x="731520" y="1828800"/>
            <a:chExt cx="2476423" cy="356616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2476423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위쪽 띠"/>
            <p:cNvSpPr/>
            <p:nvPr/>
          </p:nvSpPr>
          <p:spPr>
            <a:xfrm>
              <a:off x="749808" y="1828800"/>
              <a:ext cx="2439847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/>
            <p:nvPr/>
          </p:nvSpPr>
          <p:spPr>
            <a:xfrm>
              <a:off x="960120" y="2084832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9" name="카드 제목"/>
            <p:cNvSpPr txBox="1"/>
            <p:nvPr/>
          </p:nvSpPr>
          <p:spPr>
            <a:xfrm>
              <a:off x="914400" y="2697480"/>
              <a:ext cx="211066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첫 여행</a:t>
              </a:r>
            </a:p>
          </p:txBody>
        </p:sp>
        <p:sp>
          <p:nvSpPr>
            <p:cNvPr id="10" name="카드 내용"/>
            <p:cNvSpPr txBox="1"/>
            <p:nvPr/>
          </p:nvSpPr>
          <p:spPr>
            <a:xfrm>
              <a:off x="914400" y="3383280"/>
              <a:ext cx="2110663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어디였나요?</a:t>
              </a:r>
            </a:p>
          </p:txBody>
        </p:sp>
      </p:grpSp>
      <p:grpSp>
        <p:nvGrpSpPr>
          <p:cNvPr id="11" name="카드 2"/>
          <p:cNvGrpSpPr/>
          <p:nvPr/>
        </p:nvGrpSpPr>
        <p:grpSpPr>
          <a:xfrm>
            <a:off x="3482263" y="1828800"/>
            <a:ext cx="2476423" cy="3566160"/>
            <a:chOff x="3482263" y="1828800"/>
            <a:chExt cx="2476423" cy="3566160"/>
          </a:xfrm>
        </p:grpSpPr>
        <p:sp>
          <p:nvSpPr>
            <p:cNvPr id="12" name="카드 바탕"/>
            <p:cNvSpPr/>
            <p:nvPr/>
          </p:nvSpPr>
          <p:spPr>
            <a:xfrm>
              <a:off x="3482263" y="1828800"/>
              <a:ext cx="2476423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위쪽 띠"/>
            <p:cNvSpPr/>
            <p:nvPr/>
          </p:nvSpPr>
          <p:spPr>
            <a:xfrm>
              <a:off x="3500551" y="1828800"/>
              <a:ext cx="2439847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번호 2"/>
            <p:cNvSpPr/>
            <p:nvPr/>
          </p:nvSpPr>
          <p:spPr>
            <a:xfrm>
              <a:off x="3710863" y="2084832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15" name="카드 제목"/>
            <p:cNvSpPr txBox="1"/>
            <p:nvPr/>
          </p:nvSpPr>
          <p:spPr>
            <a:xfrm>
              <a:off x="3665143" y="2697480"/>
              <a:ext cx="211066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첫 선물</a:t>
              </a:r>
            </a:p>
          </p:txBody>
        </p:sp>
        <p:sp>
          <p:nvSpPr>
            <p:cNvPr id="16" name="카드 내용"/>
            <p:cNvSpPr txBox="1"/>
            <p:nvPr/>
          </p:nvSpPr>
          <p:spPr>
            <a:xfrm>
              <a:off x="3665143" y="3383280"/>
              <a:ext cx="2110663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무엇이었나요?</a:t>
              </a:r>
            </a:p>
          </p:txBody>
        </p:sp>
      </p:grpSp>
      <p:grpSp>
        <p:nvGrpSpPr>
          <p:cNvPr id="17" name="카드 3"/>
          <p:cNvGrpSpPr/>
          <p:nvPr/>
        </p:nvGrpSpPr>
        <p:grpSpPr>
          <a:xfrm>
            <a:off x="6233007" y="1828800"/>
            <a:ext cx="2476423" cy="3566160"/>
            <a:chOff x="6233007" y="1828800"/>
            <a:chExt cx="2476423" cy="3566160"/>
          </a:xfrm>
        </p:grpSpPr>
        <p:sp>
          <p:nvSpPr>
            <p:cNvPr id="18" name="카드 바탕"/>
            <p:cNvSpPr/>
            <p:nvPr/>
          </p:nvSpPr>
          <p:spPr>
            <a:xfrm>
              <a:off x="6233007" y="1828800"/>
              <a:ext cx="2476423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위쪽 띠"/>
            <p:cNvSpPr/>
            <p:nvPr/>
          </p:nvSpPr>
          <p:spPr>
            <a:xfrm>
              <a:off x="6251295" y="1828800"/>
              <a:ext cx="2439847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번호 3"/>
            <p:cNvSpPr/>
            <p:nvPr/>
          </p:nvSpPr>
          <p:spPr>
            <a:xfrm>
              <a:off x="6461607" y="2084832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21" name="카드 제목"/>
            <p:cNvSpPr txBox="1"/>
            <p:nvPr/>
          </p:nvSpPr>
          <p:spPr>
            <a:xfrm>
              <a:off x="6415887" y="2697480"/>
              <a:ext cx="211066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첫 다툼</a:t>
              </a:r>
            </a:p>
          </p:txBody>
        </p:sp>
        <p:sp>
          <p:nvSpPr>
            <p:cNvPr id="22" name="카드 내용"/>
            <p:cNvSpPr txBox="1"/>
            <p:nvPr/>
          </p:nvSpPr>
          <p:spPr>
            <a:xfrm>
              <a:off x="6415887" y="3383280"/>
              <a:ext cx="2110663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어떻게 풀었나요?</a:t>
              </a:r>
            </a:p>
          </p:txBody>
        </p:sp>
      </p:grpSp>
      <p:grpSp>
        <p:nvGrpSpPr>
          <p:cNvPr id="23" name="카드 4"/>
          <p:cNvGrpSpPr/>
          <p:nvPr/>
        </p:nvGrpSpPr>
        <p:grpSpPr>
          <a:xfrm>
            <a:off x="8983751" y="1828800"/>
            <a:ext cx="2476423" cy="3566160"/>
            <a:chOff x="8983751" y="1828800"/>
            <a:chExt cx="2476423" cy="3566160"/>
          </a:xfrm>
        </p:grpSpPr>
        <p:sp>
          <p:nvSpPr>
            <p:cNvPr id="24" name="카드 바탕"/>
            <p:cNvSpPr/>
            <p:nvPr/>
          </p:nvSpPr>
          <p:spPr>
            <a:xfrm>
              <a:off x="8983751" y="1828800"/>
              <a:ext cx="2476423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위쪽 띠"/>
            <p:cNvSpPr/>
            <p:nvPr/>
          </p:nvSpPr>
          <p:spPr>
            <a:xfrm>
              <a:off x="9002039" y="1828800"/>
              <a:ext cx="2439847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번호 4"/>
            <p:cNvSpPr/>
            <p:nvPr/>
          </p:nvSpPr>
          <p:spPr>
            <a:xfrm>
              <a:off x="9212351" y="2084832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bg1"/>
                  </a:solidFill>
                </a:rPr>
                <a:t>4</a:t>
              </a:r>
            </a:p>
          </p:txBody>
        </p:sp>
        <p:sp>
          <p:nvSpPr>
            <p:cNvPr id="27" name="카드 제목"/>
            <p:cNvSpPr txBox="1"/>
            <p:nvPr/>
          </p:nvSpPr>
          <p:spPr>
            <a:xfrm>
              <a:off x="9166631" y="2697480"/>
              <a:ext cx="211066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첫 약속</a:t>
              </a:r>
            </a:p>
          </p:txBody>
        </p:sp>
        <p:sp>
          <p:nvSpPr>
            <p:cNvPr id="28" name="카드 내용"/>
            <p:cNvSpPr txBox="1"/>
            <p:nvPr/>
          </p:nvSpPr>
          <p:spPr>
            <a:xfrm>
              <a:off x="9166631" y="3383280"/>
              <a:ext cx="2110663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무엇이었나요?</a:t>
              </a:r>
            </a:p>
          </p:txBody>
        </p:sp>
      </p:grp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웨딩 사진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GALLERY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4" name="사진 바탕 2"/>
          <p:cNvSpPr/>
          <p:nvPr/>
        </p:nvSpPr>
        <p:spPr>
          <a:xfrm>
            <a:off x="4374794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4374794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5" name="사진 바탕 3"/>
          <p:cNvSpPr/>
          <p:nvPr/>
        </p:nvSpPr>
        <p:spPr>
          <a:xfrm>
            <a:off x="8018068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8018068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6" name="사진 바탕 4"/>
          <p:cNvSpPr/>
          <p:nvPr/>
        </p:nvSpPr>
        <p:spPr>
          <a:xfrm>
            <a:off x="731520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731520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7" name="사진 바탕 5"/>
          <p:cNvSpPr/>
          <p:nvPr/>
        </p:nvSpPr>
        <p:spPr>
          <a:xfrm>
            <a:off x="4374794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4374794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8" name="사진 바탕 6"/>
          <p:cNvSpPr/>
          <p:nvPr/>
        </p:nvSpPr>
        <p:spPr>
          <a:xfrm>
            <a:off x="8018068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8018068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8FC13-8964-4B44-975B-419AE1AD49E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VOW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서로에게 한마디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B9A63-2FC4-42D9-B4C6-56C17FC5D2D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AUTUMN  ·  WEDDING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와 주셔서 고맙습니다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잘 살겠습니다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신랑 이름 ♥ 신부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결혼식 슬라이드(러브스토리 중심)">
  <a:themeElements>
    <a:clrScheme name="결혼식 슬라이드(러브스토리 중심)">
      <a:dk1>
        <a:srgbClr val="2B2724"/>
      </a:dk1>
      <a:lt1>
        <a:srgbClr val="FFFFFF"/>
      </a:lt1>
      <a:dk2>
        <a:srgbClr val="4F643A"/>
      </a:dk2>
      <a:lt2>
        <a:srgbClr val="F5EAE2"/>
      </a:lt2>
      <a:accent1>
        <a:srgbClr val="CF9D7C"/>
      </a:accent1>
      <a:accent2>
        <a:srgbClr val="8393BE"/>
      </a:accent2>
      <a:accent3>
        <a:srgbClr val="4E3A2C"/>
      </a:accent3>
      <a:accent4>
        <a:srgbClr val="F0DACB"/>
      </a:accent4>
      <a:accent5>
        <a:srgbClr val="C6E0A3"/>
      </a:accent5>
      <a:accent6>
        <a:srgbClr val="E6BCD0"/>
      </a:accent6>
      <a:hlink>
        <a:srgbClr val="4F643A"/>
      </a:hlink>
      <a:folHlink>
        <a:srgbClr val="4E3A2C"/>
      </a:folHlink>
    </a:clrScheme>
    <a:fontScheme name="결혼식 슬라이드(러브스토리 중심)">
      <a:majorFont>
        <a:latin typeface="Trebuchet MS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결혼식 슬라이드(러브스토리 중심)</dc:title>
  <dc:subject>결혼식 상영용 슬라이드 · 러브스토리 중심</dc:subject>
  <dc:creator>우체국보험 상담 안내</dc:creator>
  <cp:keywords>결혼식,웨딩,PPT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