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E405187-12F4-4801-84AE-D3DAB806900A}">
          <p14:sldIdLst>
            <p14:sldId id="256"/>
          </p14:sldIdLst>
        </p14:section>
        <p14:section name="본문" id="{64193DDA-ED71-4992-8206-38BF366C83B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D51C07F-7DA5-425B-9C4E-555D972A0D5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6777117E-7681-460E-B439-134C43B88795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7FAF9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5BEB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53D4889-DCCA-4A70-B9EA-BF7CAB5A72D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F950D1B-A92F-4DE5-80DA-9ACAD6D230B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같이 걸으며 마음을 정했습니다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E09E-513A-48B3-951F-056C3EFDF45F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C7DDB-C3BE-4B28-BBDB-3A7263E86D37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1523F-02E9-4B15-9CEF-ABA7DCD9ED3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61607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212351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A44BB-2C9A-48F1-A615-55701C502D8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A024F-A666-4FFD-813C-F5375B31F4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JADE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F7FAF9"/>
      </a:dk1>
      <a:lt1>
        <a:srgbClr val="133630"/>
      </a:lt1>
      <a:dk2>
        <a:srgbClr val="E4ECE9"/>
      </a:dk2>
      <a:lt2>
        <a:srgbClr val="0D2521"/>
      </a:lt2>
      <a:accent1>
        <a:srgbClr val="BFC9C6"/>
      </a:accent1>
      <a:accent2>
        <a:srgbClr val="3F9C85"/>
      </a:accent2>
      <a:accent3>
        <a:srgbClr val="081714"/>
      </a:accent3>
      <a:accent4>
        <a:srgbClr val="1A4B43"/>
      </a:accent4>
      <a:accent5>
        <a:srgbClr val="CDD6D3"/>
      </a:accent5>
      <a:accent6>
        <a:srgbClr val="307867"/>
      </a:accent6>
      <a:hlink>
        <a:srgbClr val="E4ECE9"/>
      </a:hlink>
      <a:folHlink>
        <a:srgbClr val="081714"/>
      </a:folHlink>
    </a:clrScheme>
    <a:fontScheme name="결혼식 슬라이드(러브스토리 중심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