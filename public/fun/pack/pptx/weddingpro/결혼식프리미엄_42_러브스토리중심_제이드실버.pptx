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74B371D-F313-44B4-9CEE-CACF4DC93C68}">
          <p14:sldIdLst>
            <p14:sldId id="256"/>
          </p14:sldIdLst>
        </p14:section>
        <p14:section name="본문" id="{CEABB9E1-2A78-4D0E-AA7A-09EDA74C465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76785780-25AE-4649-BE7B-532FB3C44919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7FAF9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EB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00A2B907-3BBA-4414-93DD-17939A188742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2697479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3081527"/>
            <a:ext cx="8534186" cy="12344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200" b="0" spc="0">
                <a:solidFill>
                  <a:srgbClr val="F7FAF9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438912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EB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828754" y="5074920"/>
            <a:ext cx="8534186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cxnSp>
        <p:nvCxnSpPr>
          <p:cNvPr id="2" name="Connector 1"/>
          <p:cNvCxnSpPr/>
          <p:nvPr/>
        </p:nvCxnSpPr>
        <p:spPr>
          <a:xfrm flipH="1" flipV="1">
            <a:off x="4114729" y="1982395"/>
            <a:ext cx="1485839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 flipH="1" flipV="1">
            <a:off x="4205486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 flipV="1">
            <a:off x="4353681" y="1325879"/>
            <a:ext cx="1306625" cy="7543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4554811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4802764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0900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 flipV="1">
            <a:off x="5407812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5746523" y="350601"/>
            <a:ext cx="261993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6095847" y="320039"/>
            <a:ext cx="0" cy="150876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6183178" y="350601"/>
            <a:ext cx="261994" cy="1485839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6267856" y="441359"/>
            <a:ext cx="516026" cy="141777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6347307" y="589554"/>
            <a:ext cx="754380" cy="1306624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6419118" y="790683"/>
            <a:ext cx="969812" cy="115577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6481106" y="1038637"/>
            <a:ext cx="1155777" cy="969812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6531389" y="1325879"/>
            <a:ext cx="1306624" cy="75438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6568437" y="1643684"/>
            <a:ext cx="1417771" cy="516027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6591127" y="1982395"/>
            <a:ext cx="1485838" cy="26199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19" name="Arc 18"/>
          <p:cNvSpPr/>
          <p:nvPr/>
        </p:nvSpPr>
        <p:spPr>
          <a:xfrm>
            <a:off x="5592927" y="1828799"/>
            <a:ext cx="1005840" cy="1005840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Arc 19"/>
          <p:cNvSpPr/>
          <p:nvPr/>
        </p:nvSpPr>
        <p:spPr>
          <a:xfrm>
            <a:off x="4989423" y="1225295"/>
            <a:ext cx="2212848" cy="221284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Arc 20"/>
          <p:cNvSpPr/>
          <p:nvPr/>
        </p:nvSpPr>
        <p:spPr>
          <a:xfrm>
            <a:off x="4486503" y="722375"/>
            <a:ext cx="3218688" cy="3218688"/>
          </a:xfrm>
          <a:prstGeom prst="arc">
            <a:avLst>
              <a:gd name="adj1" fmla="val 108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Arc 21"/>
          <p:cNvSpPr/>
          <p:nvPr/>
        </p:nvSpPr>
        <p:spPr>
          <a:xfrm>
            <a:off x="4084167" y="320039"/>
            <a:ext cx="4023360" cy="4023360"/>
          </a:xfrm>
          <a:prstGeom prst="arc">
            <a:avLst>
              <a:gd name="adj1" fmla="val 10800000"/>
              <a:gd name="adj2" fmla="val 0"/>
            </a:avLst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3535527" y="2331720"/>
            <a:ext cx="512064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4" name="Diamond 23"/>
          <p:cNvSpPr/>
          <p:nvPr/>
        </p:nvSpPr>
        <p:spPr>
          <a:xfrm>
            <a:off x="6004407" y="2240279"/>
            <a:ext cx="182880" cy="182880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바깥 선"/>
          <p:cNvSpPr/>
          <p:nvPr/>
        </p:nvSpPr>
        <p:spPr>
          <a:xfrm>
            <a:off x="292608" y="292608"/>
            <a:ext cx="11606479" cy="6272784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안쪽 선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7911A8FF-4329-45AC-A671-71DDEF7472BA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8538B040-EA51-4F45-9FFD-C1D29575A086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JADE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눈 오는 날 같이 걸으며 정했습니다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2099233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99233" y="2057400"/>
            <a:ext cx="2171700" cy="2171700"/>
          </a:xfrm>
          <a:prstGeom prst="rect">
            <a:avLst/>
          </a:prstGeom>
        </p:spPr>
      </p:sp>
      <p:sp>
        <p:nvSpPr>
          <p:cNvPr id="18" name="사진 바탕 2"/>
          <p:cNvSpPr/>
          <p:nvPr/>
        </p:nvSpPr>
        <p:spPr>
          <a:xfrm>
            <a:off x="7920761" y="2057400"/>
            <a:ext cx="2171700" cy="2171700"/>
          </a:xfrm>
          <a:prstGeom prst="rect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920761" y="2057400"/>
            <a:ext cx="2171700" cy="2171700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EC325C-47A2-41A3-9ECF-63DC62A13B60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5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6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신부에게 한마디</a:t>
            </a:r>
          </a:p>
        </p:txBody>
      </p:sp>
      <p:sp>
        <p:nvSpPr>
          <p:cNvPr id="17" name="신부 카드"/>
          <p:cNvSpPr/>
          <p:nvPr/>
        </p:nvSpPr>
        <p:spPr>
          <a:xfrm>
            <a:off x="6553047" y="1828800"/>
            <a:ext cx="490712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0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pull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이야기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3810F4-97FC-4B5C-BDE2-3E012CCA2BD7}" type="slidenum">
              <a:rPr lang="en-US"/>
              <a:t>‹#›</a:t>
            </a:fld>
            <a:endParaRPr lang="en-US"/>
          </a:p>
        </p:txBody>
      </p:sp>
      <p:cxnSp>
        <p:nvCxnSpPr>
          <p:cNvPr id="5" name="타임라인 선"/>
          <p:cNvCxnSpPr/>
          <p:nvPr/>
        </p:nvCxnSpPr>
        <p:spPr>
          <a:xfrm>
            <a:off x="731520" y="3493008"/>
            <a:ext cx="1072865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6" name="때 1"/>
          <p:cNvGrpSpPr/>
          <p:nvPr/>
        </p:nvGrpSpPr>
        <p:grpSpPr>
          <a:xfrm>
            <a:off x="777240" y="2651760"/>
            <a:ext cx="2590723" cy="3383280"/>
            <a:chOff x="777240" y="2651760"/>
            <a:chExt cx="2590723" cy="3383280"/>
          </a:xfrm>
        </p:grpSpPr>
        <p:sp>
          <p:nvSpPr>
            <p:cNvPr id="7" name="점"/>
            <p:cNvSpPr/>
            <p:nvPr/>
          </p:nvSpPr>
          <p:spPr>
            <a:xfrm>
              <a:off x="1871433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때"/>
            <p:cNvSpPr txBox="1"/>
            <p:nvPr/>
          </p:nvSpPr>
          <p:spPr>
            <a:xfrm>
              <a:off x="777240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처음 만난 날</a:t>
              </a:r>
            </a:p>
          </p:txBody>
        </p:sp>
        <p:sp>
          <p:nvSpPr>
            <p:cNvPr id="9" name="제목"/>
            <p:cNvSpPr txBox="1"/>
            <p:nvPr/>
          </p:nvSpPr>
          <p:spPr>
            <a:xfrm>
              <a:off x="822960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10" name="내용"/>
            <p:cNvSpPr txBox="1"/>
            <p:nvPr/>
          </p:nvSpPr>
          <p:spPr>
            <a:xfrm>
              <a:off x="822960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어떻게?</a:t>
              </a:r>
            </a:p>
          </p:txBody>
        </p:sp>
      </p:grpSp>
      <p:grpSp>
        <p:nvGrpSpPr>
          <p:cNvPr id="11" name="때 2"/>
          <p:cNvGrpSpPr/>
          <p:nvPr/>
        </p:nvGrpSpPr>
        <p:grpSpPr>
          <a:xfrm>
            <a:off x="3459403" y="2651760"/>
            <a:ext cx="2590723" cy="3383280"/>
            <a:chOff x="3459403" y="2651760"/>
            <a:chExt cx="2590723" cy="3383280"/>
          </a:xfrm>
        </p:grpSpPr>
        <p:sp>
          <p:nvSpPr>
            <p:cNvPr id="12" name="점"/>
            <p:cNvSpPr/>
            <p:nvPr/>
          </p:nvSpPr>
          <p:spPr>
            <a:xfrm>
              <a:off x="4553597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때"/>
            <p:cNvSpPr txBox="1"/>
            <p:nvPr/>
          </p:nvSpPr>
          <p:spPr>
            <a:xfrm>
              <a:off x="3459403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데이트</a:t>
              </a:r>
            </a:p>
          </p:txBody>
        </p:sp>
        <p:sp>
          <p:nvSpPr>
            <p:cNvPr id="14" name="제목"/>
            <p:cNvSpPr txBox="1"/>
            <p:nvPr/>
          </p:nvSpPr>
          <p:spPr>
            <a:xfrm>
              <a:off x="3505123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설레던 하루</a:t>
              </a:r>
            </a:p>
          </p:txBody>
        </p:sp>
        <p:sp>
          <p:nvSpPr>
            <p:cNvPr id="15" name="내용"/>
            <p:cNvSpPr txBox="1"/>
            <p:nvPr/>
          </p:nvSpPr>
          <p:spPr>
            <a:xfrm>
              <a:off x="3505123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무엇을 했나요?</a:t>
              </a:r>
            </a:p>
          </p:txBody>
        </p:sp>
      </p:grpSp>
      <p:grpSp>
        <p:nvGrpSpPr>
          <p:cNvPr id="16" name="때 3"/>
          <p:cNvGrpSpPr/>
          <p:nvPr/>
        </p:nvGrpSpPr>
        <p:grpSpPr>
          <a:xfrm>
            <a:off x="6141567" y="2651760"/>
            <a:ext cx="2590723" cy="3383280"/>
            <a:chOff x="6141567" y="2651760"/>
            <a:chExt cx="2590723" cy="3383280"/>
          </a:xfrm>
        </p:grpSpPr>
        <p:sp>
          <p:nvSpPr>
            <p:cNvPr id="17" name="점"/>
            <p:cNvSpPr/>
            <p:nvPr/>
          </p:nvSpPr>
          <p:spPr>
            <a:xfrm>
              <a:off x="7235761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때"/>
            <p:cNvSpPr txBox="1"/>
            <p:nvPr/>
          </p:nvSpPr>
          <p:spPr>
            <a:xfrm>
              <a:off x="6141567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프러포즈</a:t>
              </a:r>
            </a:p>
          </p:txBody>
        </p:sp>
        <p:sp>
          <p:nvSpPr>
            <p:cNvPr id="19" name="제목"/>
            <p:cNvSpPr txBox="1"/>
            <p:nvPr/>
          </p:nvSpPr>
          <p:spPr>
            <a:xfrm>
              <a:off x="6187287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평생을 약속하다</a:t>
              </a:r>
            </a:p>
          </p:txBody>
        </p:sp>
        <p:sp>
          <p:nvSpPr>
            <p:cNvPr id="20" name="내용"/>
            <p:cNvSpPr txBox="1"/>
            <p:nvPr/>
          </p:nvSpPr>
          <p:spPr>
            <a:xfrm>
              <a:off x="6187287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이야기</a:t>
              </a:r>
            </a:p>
          </p:txBody>
        </p:sp>
      </p:grpSp>
      <p:grpSp>
        <p:nvGrpSpPr>
          <p:cNvPr id="21" name="때 4"/>
          <p:cNvGrpSpPr/>
          <p:nvPr/>
        </p:nvGrpSpPr>
        <p:grpSpPr>
          <a:xfrm>
            <a:off x="8823731" y="2651760"/>
            <a:ext cx="2590723" cy="3383280"/>
            <a:chOff x="8823731" y="2651760"/>
            <a:chExt cx="2590723" cy="3383280"/>
          </a:xfrm>
        </p:grpSpPr>
        <p:sp>
          <p:nvSpPr>
            <p:cNvPr id="22" name="점"/>
            <p:cNvSpPr/>
            <p:nvPr/>
          </p:nvSpPr>
          <p:spPr>
            <a:xfrm>
              <a:off x="9917925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때"/>
            <p:cNvSpPr txBox="1"/>
            <p:nvPr/>
          </p:nvSpPr>
          <p:spPr>
            <a:xfrm>
              <a:off x="8823731" y="2651760"/>
              <a:ext cx="259072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결혼</a:t>
              </a:r>
            </a:p>
          </p:txBody>
        </p:sp>
        <p:sp>
          <p:nvSpPr>
            <p:cNvPr id="24" name="제목"/>
            <p:cNvSpPr txBox="1"/>
            <p:nvPr/>
          </p:nvSpPr>
          <p:spPr>
            <a:xfrm>
              <a:off x="8869451" y="3886200"/>
              <a:ext cx="249928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5" name="내용"/>
            <p:cNvSpPr txBox="1"/>
            <p:nvPr/>
          </p:nvSpPr>
          <p:spPr>
            <a:xfrm>
              <a:off x="8869451" y="4389120"/>
              <a:ext cx="249928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함께 시작합니다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우리의 첫 번째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335DCF-3B64-4DCF-9E88-EC293C4B5140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2476423" cy="3566160"/>
            <a:chOff x="731520" y="1828800"/>
            <a:chExt cx="2476423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2476423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여행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019223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어디였나요?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3482263" y="1828800"/>
            <a:ext cx="2476423" cy="3566160"/>
            <a:chOff x="3482263" y="1828800"/>
            <a:chExt cx="2476423" cy="3566160"/>
          </a:xfrm>
        </p:grpSpPr>
        <p:sp>
          <p:nvSpPr>
            <p:cNvPr id="12" name="카드 바탕"/>
            <p:cNvSpPr/>
            <p:nvPr/>
          </p:nvSpPr>
          <p:spPr>
            <a:xfrm>
              <a:off x="3482263" y="1828800"/>
              <a:ext cx="2476423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3710863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3665143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선물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3710863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3665143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6233007" y="1828800"/>
            <a:ext cx="2476423" cy="3566160"/>
            <a:chOff x="6233007" y="1828800"/>
            <a:chExt cx="2476423" cy="3566160"/>
          </a:xfrm>
        </p:grpSpPr>
        <p:sp>
          <p:nvSpPr>
            <p:cNvPr id="18" name="카드 바탕"/>
            <p:cNvSpPr/>
            <p:nvPr/>
          </p:nvSpPr>
          <p:spPr>
            <a:xfrm>
              <a:off x="6233007" y="1828800"/>
              <a:ext cx="2476423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6461607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6415887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다툼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6461607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6415887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어떻게 풀었나요?</a:t>
              </a:r>
            </a:p>
          </p:txBody>
        </p:sp>
      </p:grpSp>
      <p:grpSp>
        <p:nvGrpSpPr>
          <p:cNvPr id="23" name="카드 4"/>
          <p:cNvGrpSpPr/>
          <p:nvPr/>
        </p:nvGrpSpPr>
        <p:grpSpPr>
          <a:xfrm>
            <a:off x="8983751" y="1828800"/>
            <a:ext cx="2476423" cy="3566160"/>
            <a:chOff x="8983751" y="1828800"/>
            <a:chExt cx="2476423" cy="3566160"/>
          </a:xfrm>
        </p:grpSpPr>
        <p:sp>
          <p:nvSpPr>
            <p:cNvPr id="24" name="카드 바탕"/>
            <p:cNvSpPr/>
            <p:nvPr/>
          </p:nvSpPr>
          <p:spPr>
            <a:xfrm>
              <a:off x="8983751" y="1828800"/>
              <a:ext cx="2476423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9212351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카드 제목"/>
            <p:cNvSpPr txBox="1"/>
            <p:nvPr/>
          </p:nvSpPr>
          <p:spPr>
            <a:xfrm>
              <a:off x="9166631" y="2697480"/>
              <a:ext cx="2110663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약속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9212351" y="3364991"/>
              <a:ext cx="2019224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9166631" y="3456432"/>
              <a:ext cx="2110663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무엇이었나요?</a:t>
              </a:r>
            </a:p>
          </p:txBody>
        </p:sp>
      </p:grpSp>
    </p:spTree>
  </p:cSld>
  <p:clrMapOvr>
    <a:masterClrMapping/>
  </p:clrMapOvr>
  <p:transition spd="med">
    <p:pull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8CE525-3287-4E06-8AD4-978255681FA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C48BA1-4814-4342-BF75-9587983F640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ll dir="r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JADE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러브스토리 중심)">
  <a:themeElements>
    <a:clrScheme name="결혼식 슬라이드(러브스토리 중심)">
      <a:dk1>
        <a:srgbClr val="F7FAF9"/>
      </a:dk1>
      <a:lt1>
        <a:srgbClr val="133630"/>
      </a:lt1>
      <a:dk2>
        <a:srgbClr val="E4ECE9"/>
      </a:dk2>
      <a:lt2>
        <a:srgbClr val="0D2521"/>
      </a:lt2>
      <a:accent1>
        <a:srgbClr val="BFC9C6"/>
      </a:accent1>
      <a:accent2>
        <a:srgbClr val="3F9C85"/>
      </a:accent2>
      <a:accent3>
        <a:srgbClr val="081714"/>
      </a:accent3>
      <a:accent4>
        <a:srgbClr val="1A4B43"/>
      </a:accent4>
      <a:accent5>
        <a:srgbClr val="CDD6D3"/>
      </a:accent5>
      <a:accent6>
        <a:srgbClr val="307867"/>
      </a:accent6>
      <a:hlink>
        <a:srgbClr val="E4ECE9"/>
      </a:hlink>
      <a:folHlink>
        <a:srgbClr val="081714"/>
      </a:folHlink>
    </a:clrScheme>
    <a:fontScheme name="결혼식 슬라이드(러브스토리 중심)">
      <a:majorFont>
        <a:latin typeface="Book Antiqu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슬라이드(러브스토리 중심)</dc:title>
  <dc:subject>결혼식 상영용 슬라이드 · 러브스토리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