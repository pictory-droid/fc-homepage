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8A769DD-529E-4364-82F3-D4EBCB6ED5BE}">
          <p14:sldIdLst>
            <p14:sldId id="256"/>
          </p14:sldIdLst>
        </p14:section>
        <p14:section name="본문" id="{20F286ED-6C51-4D6A-9835-ED530C107D73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8BB80D1-B175-4026-9F07-65EA68B2DE9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95F18C5-2EFA-4946-AC67-9052D5971043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4-Point Star 3"/>
            <p:cNvSpPr/>
            <p:nvPr/>
          </p:nvSpPr>
          <p:spPr>
            <a:xfrm>
              <a:off x="571500" y="62407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4-Point Star 5"/>
            <p:cNvSpPr/>
            <p:nvPr/>
          </p:nvSpPr>
          <p:spPr>
            <a:xfrm>
              <a:off x="11300155" y="62407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C80555C-656C-4DA1-AC15-83DC1FE3612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4-Point Star 3"/>
            <p:cNvSpPr/>
            <p:nvPr/>
          </p:nvSpPr>
          <p:spPr>
            <a:xfrm>
              <a:off x="571500" y="62407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4-Point Star 5"/>
            <p:cNvSpPr/>
            <p:nvPr/>
          </p:nvSpPr>
          <p:spPr>
            <a:xfrm>
              <a:off x="11300155" y="6240780"/>
              <a:ext cx="320040" cy="3200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wave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2BFFD3A-84B1-4BF3-BD23-FF3BFD23FF8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한지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추운 날 와 주셔서 더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3D7D2-F8B2-4C87-A196-D66FD292806A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F3998-D681-4FA5-8222-947922210743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87E6-E973-4330-97FE-7E5F79EAD1D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7ED5C-2A30-4969-9B02-CDAF6943477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CEE77-1A86-4FB9-B86A-3024D3D1D0C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한지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2B2724"/>
      </a:dk1>
      <a:lt1>
        <a:srgbClr val="FFFFFF"/>
      </a:lt1>
      <a:dk2>
        <a:srgbClr val="50643A"/>
      </a:dk2>
      <a:lt2>
        <a:srgbClr val="F7F3EB"/>
      </a:lt2>
      <a:accent1>
        <a:srgbClr val="CCB489"/>
      </a:accent1>
      <a:accent2>
        <a:srgbClr val="8FB7BD"/>
      </a:accent2>
      <a:accent3>
        <a:srgbClr val="4E422C"/>
      </a:accent3>
      <a:accent4>
        <a:srgbClr val="EEE2CE"/>
      </a:accent4>
      <a:accent5>
        <a:srgbClr val="B8E0A3"/>
      </a:accent5>
      <a:accent6>
        <a:srgbClr val="E6BCC6"/>
      </a:accent6>
      <a:hlink>
        <a:srgbClr val="50643A"/>
      </a:hlink>
      <a:folHlink>
        <a:srgbClr val="4E422C"/>
      </a:folHlink>
    </a:clrScheme>
    <a:fontScheme name="결혼식 슬라이드(감사·답례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