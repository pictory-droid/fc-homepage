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F40E539-EC30-420D-8CF2-B736F3FBA8CF}">
          <p14:sldIdLst>
            <p14:sldId id="256"/>
          </p14:sldIdLst>
        </p14:section>
        <p14:section name="본문" id="{1A4AE890-F6AD-4143-A012-0D08FA992BBE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492131E4-A57B-4624-A860-A6319AF12D39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3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61EEAA29-31C9-49C1-BD78-EFBD034B9D4A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3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C6060136-1CC9-4BCB-8948-4BB3CC238EE2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AC9A9D18-A181-41A6-964D-73659CC93EBD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IMPERIAL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먼 길 와 주신 분들께 특별히 인사드립니다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1859203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859203" y="2057400"/>
            <a:ext cx="2171700" cy="2171700"/>
          </a:xfrm>
          <a:prstGeom prst="ellipse">
            <a:avLst/>
          </a:prstGeom>
        </p:spPr>
      </p:sp>
      <p:sp>
        <p:nvSpPr>
          <p:cNvPr id="19" name="사진 바탕 2"/>
          <p:cNvSpPr/>
          <p:nvPr/>
        </p:nvSpPr>
        <p:spPr>
          <a:xfrm>
            <a:off x="7383551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383551" y="2057400"/>
            <a:ext cx="2171700" cy="2171700"/>
          </a:xfrm>
          <a:prstGeom prst="ellipse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A441BE-429A-4797-A9C3-30B9179EF2EF}" type="slidenum">
              <a:rPr lang="en-US"/>
              <a:t>‹#›</a:t>
            </a:fld>
            <a:endParaRPr lang="en-US"/>
          </a:p>
        </p:txBody>
      </p:sp>
      <p:sp>
        <p:nvSpPr>
          <p:cNvPr id="14" name="신랑 카드"/>
          <p:cNvSpPr/>
          <p:nvPr/>
        </p:nvSpPr>
        <p:spPr>
          <a:xfrm>
            <a:off x="640080" y="1828800"/>
            <a:ext cx="460994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640080" y="4320540"/>
            <a:ext cx="460994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731519" y="4777740"/>
            <a:ext cx="442706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164427" y="1828800"/>
            <a:ext cx="460994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신부 이름"/>
          <p:cNvSpPr txBox="1"/>
          <p:nvPr/>
        </p:nvSpPr>
        <p:spPr>
          <a:xfrm>
            <a:off x="6164427" y="4320540"/>
            <a:ext cx="460994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1" name="신부 소개"/>
          <p:cNvSpPr txBox="1"/>
          <p:nvPr/>
        </p:nvSpPr>
        <p:spPr>
          <a:xfrm>
            <a:off x="6255867" y="4777740"/>
            <a:ext cx="442706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감사의 말씀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D7D78-F419-457E-9C1F-F2B58FF7EF29}" type="slidenum">
              <a:rPr lang="en-US"/>
              <a:t>‹#›</a:t>
            </a:fld>
            <a:endParaRPr lang="en-US"/>
          </a:p>
        </p:txBody>
      </p:sp>
      <p:grpSp>
        <p:nvGrpSpPr>
          <p:cNvPr id="6" name="감사 글 칸"/>
          <p:cNvGrpSpPr/>
          <p:nvPr/>
        </p:nvGrpSpPr>
        <p:grpSpPr>
          <a:xfrm>
            <a:off x="640080" y="1828800"/>
            <a:ext cx="10134295" cy="4343400"/>
            <a:chOff x="640080" y="1828800"/>
            <a:chExt cx="10134295" cy="4343400"/>
          </a:xfrm>
        </p:grpSpPr>
        <p:sp>
          <p:nvSpPr>
            <p:cNvPr id="7" name="감사 글 칸"/>
            <p:cNvSpPr/>
            <p:nvPr/>
          </p:nvSpPr>
          <p:spPr>
            <a:xfrm>
              <a:off x="640080" y="1828800"/>
              <a:ext cx="10134295" cy="4343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감사 글"/>
            <p:cNvSpPr txBox="1"/>
            <p:nvPr/>
          </p:nvSpPr>
          <p:spPr>
            <a:xfrm>
              <a:off x="1188719" y="2194560"/>
              <a:ext cx="903701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바쁘신 중에 와 주셔서 고맙습니다.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보내 주신 마음 잊지 않고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잘 살겠습니다.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신랑 · 신부 드림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답례 안내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16D756-4265-4CBB-B9CF-6CD09EA172FA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640080" y="1828800"/>
            <a:ext cx="3195218" cy="3566160"/>
            <a:chOff x="640080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640080" y="1828800"/>
              <a:ext cx="319521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86868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82295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답례품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868680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82295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109618" y="1828800"/>
            <a:ext cx="3195218" cy="3566160"/>
            <a:chOff x="4109618" y="1828800"/>
            <a:chExt cx="319521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109618" y="1828800"/>
              <a:ext cx="319521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433821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5" name="카드 제목"/>
            <p:cNvSpPr txBox="1"/>
            <p:nvPr/>
          </p:nvSpPr>
          <p:spPr>
            <a:xfrm>
              <a:off x="429249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방명록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433821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카드 내용"/>
            <p:cNvSpPr txBox="1"/>
            <p:nvPr/>
          </p:nvSpPr>
          <p:spPr>
            <a:xfrm>
              <a:off x="429249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8" name="카드 3"/>
          <p:cNvGrpSpPr/>
          <p:nvPr/>
        </p:nvGrpSpPr>
        <p:grpSpPr>
          <a:xfrm>
            <a:off x="7579156" y="1828800"/>
            <a:ext cx="3195218" cy="3566160"/>
            <a:chOff x="7579156" y="1828800"/>
            <a:chExt cx="3195218" cy="3566160"/>
          </a:xfrm>
        </p:grpSpPr>
        <p:sp>
          <p:nvSpPr>
            <p:cNvPr id="19" name="카드 바탕"/>
            <p:cNvSpPr/>
            <p:nvPr/>
          </p:nvSpPr>
          <p:spPr>
            <a:xfrm>
              <a:off x="7579156" y="1828800"/>
              <a:ext cx="319521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780775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1" name="카드 제목"/>
            <p:cNvSpPr txBox="1"/>
            <p:nvPr/>
          </p:nvSpPr>
          <p:spPr>
            <a:xfrm>
              <a:off x="776203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사진 · 영상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780775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카드 내용"/>
            <p:cNvSpPr txBox="1"/>
            <p:nvPr/>
          </p:nvSpPr>
          <p:spPr>
            <a:xfrm>
              <a:off x="776203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3"/>
          <p:cNvSpPr/>
          <p:nvPr/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4"/>
          <p:cNvSpPr/>
          <p:nvPr/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5"/>
          <p:cNvSpPr/>
          <p:nvPr/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9" name="사진 바탕 6"/>
          <p:cNvSpPr/>
          <p:nvPr/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10F07-6290-4662-8D18-5C7F6137053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FF847-F552-42AC-A390-54C883D08F2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IMPERIAL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IMPERIAL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감사·답례 중심)">
  <a:themeElements>
    <a:clrScheme name="결혼식 슬라이드(감사·답례 중심)">
      <a:dk1>
        <a:srgbClr val="F9F6EE"/>
      </a:dk1>
      <a:lt1>
        <a:srgbClr val="251641"/>
      </a:lt1>
      <a:dk2>
        <a:srgbClr val="EADFC2"/>
      </a:dk2>
      <a:lt2>
        <a:srgbClr val="1B1030"/>
      </a:lt2>
      <a:accent1>
        <a:srgbClr val="C9A24B"/>
      </a:accent1>
      <a:accent2>
        <a:srgbClr val="8F6CD2"/>
      </a:accent2>
      <a:accent3>
        <a:srgbClr val="110A1E"/>
      </a:accent3>
      <a:accent4>
        <a:srgbClr val="311D56"/>
      </a:accent4>
      <a:accent5>
        <a:srgbClr val="D8B766"/>
      </a:accent5>
      <a:accent6>
        <a:srgbClr val="6C50A1"/>
      </a:accent6>
      <a:hlink>
        <a:srgbClr val="EADFC2"/>
      </a:hlink>
      <a:folHlink>
        <a:srgbClr val="110A1E"/>
      </a:folHlink>
    </a:clrScheme>
    <a:fontScheme name="결혼식 슬라이드(감사·답례 중심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>결혼식 상영용 슬라이드 · 감사·답례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