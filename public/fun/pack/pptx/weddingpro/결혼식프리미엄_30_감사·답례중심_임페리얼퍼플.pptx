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1D68D51-B8DF-4F3F-B39B-B9200D0C4408}">
          <p14:sldIdLst>
            <p14:sldId id="256"/>
          </p14:sldIdLst>
        </p14:section>
        <p14:section name="본문" id="{463158C4-FDAA-4971-8DC0-F1185EE5E50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768AE70-1486-4C3C-ADFA-690B468CF56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919ACDD7-3150-40E3-9909-AFB3809C929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52F343E2-1FF6-4FBC-9716-2E72001934D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EDA6F32-16C1-405E-A2FF-C88366CDF5E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먼 길 와 주신 분들께 특별히 인사드립니다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859203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859203" y="2057400"/>
            <a:ext cx="2171700" cy="2171700"/>
          </a:xfrm>
          <a:prstGeom prst="ellipse">
            <a:avLst/>
          </a:prstGeom>
        </p:spPr>
      </p:sp>
      <p:sp>
        <p:nvSpPr>
          <p:cNvPr id="19" name="사진 바탕 2"/>
          <p:cNvSpPr/>
          <p:nvPr/>
        </p:nvSpPr>
        <p:spPr>
          <a:xfrm>
            <a:off x="7383551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383551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C059F-DB26-4679-9352-5F6E2E286C34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640080" y="1828800"/>
            <a:ext cx="460994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640080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731519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164427" y="1828800"/>
            <a:ext cx="460994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신부 이름"/>
          <p:cNvSpPr txBox="1"/>
          <p:nvPr/>
        </p:nvSpPr>
        <p:spPr>
          <a:xfrm>
            <a:off x="6164427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1" name="신부 소개"/>
          <p:cNvSpPr txBox="1"/>
          <p:nvPr/>
        </p:nvSpPr>
        <p:spPr>
          <a:xfrm>
            <a:off x="6255867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964B-D3DC-4966-A5F6-F49E9E509B00}" type="slidenum">
              <a:rPr lang="en-US"/>
              <a:t>‹#›</a:t>
            </a:fld>
            <a:endParaRPr lang="en-US"/>
          </a:p>
        </p:txBody>
      </p:sp>
      <p:grpSp>
        <p:nvGrpSpPr>
          <p:cNvPr id="6" name="감사 글 칸"/>
          <p:cNvGrpSpPr/>
          <p:nvPr/>
        </p:nvGrpSpPr>
        <p:grpSpPr>
          <a:xfrm>
            <a:off x="640080" y="1828800"/>
            <a:ext cx="10134295" cy="4343400"/>
            <a:chOff x="640080" y="1828800"/>
            <a:chExt cx="10134295" cy="4343400"/>
          </a:xfrm>
        </p:grpSpPr>
        <p:sp>
          <p:nvSpPr>
            <p:cNvPr id="7" name="감사 글 칸"/>
            <p:cNvSpPr/>
            <p:nvPr/>
          </p:nvSpPr>
          <p:spPr>
            <a:xfrm>
              <a:off x="640080" y="1828800"/>
              <a:ext cx="1013429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감사 글"/>
            <p:cNvSpPr txBox="1"/>
            <p:nvPr/>
          </p:nvSpPr>
          <p:spPr>
            <a:xfrm>
              <a:off x="1188719" y="2194560"/>
              <a:ext cx="903701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BE8F9-CE12-46FC-B26F-3AE7C996F6E5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566160"/>
            <a:chOff x="640080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86868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82295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109618" y="1828800"/>
            <a:ext cx="3195218" cy="3566160"/>
            <a:chOff x="4109618" y="1828800"/>
            <a:chExt cx="319521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109618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33821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429249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7579156" y="1828800"/>
            <a:ext cx="3195218" cy="3566160"/>
            <a:chOff x="7579156" y="1828800"/>
            <a:chExt cx="319521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7579156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780775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776203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573BB-1A95-4AD7-8E80-833A599158E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5BE27-5F25-469F-AA38-5B5F4DAA3E8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F9F6EE"/>
      </a:dk1>
      <a:lt1>
        <a:srgbClr val="251641"/>
      </a:lt1>
      <a:dk2>
        <a:srgbClr val="EADFC2"/>
      </a:dk2>
      <a:lt2>
        <a:srgbClr val="1B1030"/>
      </a:lt2>
      <a:accent1>
        <a:srgbClr val="C9A24B"/>
      </a:accent1>
      <a:accent2>
        <a:srgbClr val="8F6CD2"/>
      </a:accent2>
      <a:accent3>
        <a:srgbClr val="110A1E"/>
      </a:accent3>
      <a:accent4>
        <a:srgbClr val="311D56"/>
      </a:accent4>
      <a:accent5>
        <a:srgbClr val="D8B766"/>
      </a:accent5>
      <a:accent6>
        <a:srgbClr val="6C50A1"/>
      </a:accent6>
      <a:hlink>
        <a:srgbClr val="EADFC2"/>
      </a:hlink>
      <a:folHlink>
        <a:srgbClr val="110A1E"/>
      </a:folHlink>
    </a:clrScheme>
    <a:fontScheme name="결혼식 슬라이드(감사·답례 중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