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6A73F62B-94BD-432B-BAED-C01F1BE01266}">
          <p14:sldIdLst>
            <p14:sldId id="256"/>
          </p14:sldIdLst>
        </p14:section>
        <p14:section name="본문" id="{BA0AEC6F-71BE-4640-85A2-392F69776C74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FED94E4D-CAEF-4DAA-9DE6-499F5F4D436F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-365750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9509522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-30000"/>
              <a:gd name="adj2" fmla="val 66000"/>
              <a:gd name="adj3" fmla="val 16667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F4511B8-0D7A-43A4-91C9-C3A6308B464E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32146" y="747979"/>
            <a:ext cx="273176" cy="316338"/>
            <a:chOff x="11232146" y="747979"/>
            <a:chExt cx="273176" cy="316338"/>
          </a:xfrm>
        </p:grpSpPr>
        <p:sp>
          <p:nvSpPr>
            <p:cNvPr id="5" name="Oval 4"/>
            <p:cNvSpPr/>
            <p:nvPr/>
          </p:nvSpPr>
          <p:spPr>
            <a:xfrm>
              <a:off x="11314328" y="747979"/>
              <a:ext cx="108813" cy="1600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 rot="4320000">
              <a:off x="11396509" y="807687"/>
              <a:ext cx="108813" cy="1600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8640000">
              <a:off x="11365119" y="904297"/>
              <a:ext cx="108813" cy="1600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12960000">
              <a:off x="11263537" y="904297"/>
              <a:ext cx="108813" cy="1600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 rot="17280000">
              <a:off x="11232146" y="807687"/>
              <a:ext cx="108813" cy="1600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11333530" y="879195"/>
              <a:ext cx="70408" cy="704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-365750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9509522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-30000"/>
              <a:gd name="adj2" fmla="val 66000"/>
              <a:gd name="adj3" fmla="val 16667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FEFF5A9-7459-4F38-9406-6F0AE97B993F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32146" y="747979"/>
            <a:ext cx="273176" cy="316338"/>
            <a:chOff x="11232146" y="747979"/>
            <a:chExt cx="273176" cy="316338"/>
          </a:xfrm>
        </p:grpSpPr>
        <p:sp>
          <p:nvSpPr>
            <p:cNvPr id="5" name="Oval 4"/>
            <p:cNvSpPr/>
            <p:nvPr/>
          </p:nvSpPr>
          <p:spPr>
            <a:xfrm>
              <a:off x="11314328" y="747979"/>
              <a:ext cx="108813" cy="1600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 rot="4320000">
              <a:off x="11396509" y="807687"/>
              <a:ext cx="108813" cy="1600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8640000">
              <a:off x="11365119" y="904297"/>
              <a:ext cx="108813" cy="1600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12960000">
              <a:off x="11263537" y="904297"/>
              <a:ext cx="108813" cy="1600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 rot="17280000">
              <a:off x="11232146" y="807687"/>
              <a:ext cx="108813" cy="1600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11333530" y="879195"/>
              <a:ext cx="70408" cy="704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B0FE65D-DF45-4938-8542-B1D7D860BC35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61696" y="5201107"/>
            <a:ext cx="468302" cy="542294"/>
            <a:chOff x="5861696" y="5201107"/>
            <a:chExt cx="468302" cy="542294"/>
          </a:xfrm>
        </p:grpSpPr>
        <p:sp>
          <p:nvSpPr>
            <p:cNvPr id="7" name="Oval 6"/>
            <p:cNvSpPr/>
            <p:nvPr/>
          </p:nvSpPr>
          <p:spPr>
            <a:xfrm>
              <a:off x="6002578" y="5201107"/>
              <a:ext cx="186537" cy="274320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4320000">
              <a:off x="6143461" y="5303464"/>
              <a:ext cx="186537" cy="274320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 rot="8640000">
              <a:off x="6089649" y="5469081"/>
              <a:ext cx="186537" cy="274320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 rot="12960000">
              <a:off x="5915508" y="5469081"/>
              <a:ext cx="186537" cy="274320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 rot="17280000">
              <a:off x="5861696" y="5303464"/>
              <a:ext cx="186537" cy="274320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6035497" y="5426049"/>
              <a:ext cx="120700" cy="120700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겨울이라 실내에서만 진행합니다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099233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ellipse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7920761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961E-7DA9-4562-A3FA-01AC2ACF7EBA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식순 안내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93011-1DC2-4686-9FA2-809834459513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5230185"/>
                <a:gridCol w="3486790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시간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순서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담당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하객 맞이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신랑 · 신부 입장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혼인 서약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축가 · 감사 인사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기념 촬영 · 식사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하객 안내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35585-8675-4F1D-B66D-A7A4B8D49EBC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주차 안내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식사 안내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기념 촬영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2069B-4296-4A8A-8EA5-870C59E5D46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A1BC4-33F0-42A0-BD58-560A90A6D3B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식순 중심)">
  <a:themeElements>
    <a:clrScheme name="결혼식 슬라이드(식순 중심)">
      <a:dk1>
        <a:srgbClr val="2B2724"/>
      </a:dk1>
      <a:lt1>
        <a:srgbClr val="FFFFFF"/>
      </a:lt1>
      <a:dk2>
        <a:srgbClr val="643A48"/>
      </a:dk2>
      <a:lt2>
        <a:srgbClr val="F7EBED"/>
      </a:lt2>
      <a:accent1>
        <a:srgbClr val="CC8995"/>
      </a:accent1>
      <a:accent2>
        <a:srgbClr val="BD8FAD"/>
      </a:accent2>
      <a:accent3>
        <a:srgbClr val="4E2C32"/>
      </a:accent3>
      <a:accent4>
        <a:srgbClr val="EECED3"/>
      </a:accent4>
      <a:accent5>
        <a:srgbClr val="E0D8A3"/>
      </a:accent5>
      <a:accent6>
        <a:srgbClr val="E4BCE6"/>
      </a:accent6>
      <a:hlink>
        <a:srgbClr val="643A48"/>
      </a:hlink>
      <a:folHlink>
        <a:srgbClr val="4E2C32"/>
      </a:folHlink>
    </a:clrScheme>
    <a:fontScheme name="결혼식 슬라이드(식순 중심)">
      <a:majorFont>
        <a:latin typeface="Candar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>결혼식 상영용 슬라이드 · 식순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