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15FAAB8-B550-4C9E-B29E-75BAAB5DF77D}">
          <p14:sldIdLst>
            <p14:sldId id="256"/>
          </p14:sldIdLst>
        </p14:section>
        <p14:section name="본문" id="{91F677B3-E441-4E6E-B5D0-ED55E940FD3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76A1642E-A4B3-416C-89B7-5CE6B11DE515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03503"/>
            <a:ext cx="347472" cy="347472"/>
            <a:chOff x="9424227" y="603503"/>
            <a:chExt cx="347472" cy="347472"/>
          </a:xfrm>
        </p:grpSpPr>
        <p:sp>
          <p:nvSpPr>
            <p:cNvPr id="10" name="Round Diagonal Corner Rectangle 9"/>
            <p:cNvSpPr/>
            <p:nvPr/>
          </p:nvSpPr>
          <p:spPr>
            <a:xfrm>
              <a:off x="9424227" y="603503"/>
              <a:ext cx="347472" cy="34747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F6467EF-5359-4240-B088-1BCC100682A9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Round Diagonal Corner Rectangle 4"/>
            <p:cNvSpPr/>
            <p:nvPr/>
          </p:nvSpPr>
          <p:spPr>
            <a:xfrm>
              <a:off x="11277295" y="6172200"/>
              <a:ext cx="365760" cy="36576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03503"/>
            <a:ext cx="347472" cy="347472"/>
            <a:chOff x="9424227" y="603503"/>
            <a:chExt cx="347472" cy="347472"/>
          </a:xfrm>
        </p:grpSpPr>
        <p:sp>
          <p:nvSpPr>
            <p:cNvPr id="10" name="Round Diagonal Corner Rectangle 9"/>
            <p:cNvSpPr/>
            <p:nvPr/>
          </p:nvSpPr>
          <p:spPr>
            <a:xfrm>
              <a:off x="9424227" y="603503"/>
              <a:ext cx="347472" cy="347472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2A86A635-269E-4985-842A-9EB93FF906DF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10500055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11277295" y="6172200"/>
            <a:ext cx="365760" cy="365760"/>
            <a:chOff x="11277295" y="6172200"/>
            <a:chExt cx="365760" cy="365760"/>
          </a:xfrm>
        </p:grpSpPr>
        <p:sp>
          <p:nvSpPr>
            <p:cNvPr id="5" name="Round Diagonal Corner Rectangle 4"/>
            <p:cNvSpPr/>
            <p:nvPr/>
          </p:nvSpPr>
          <p:spPr>
            <a:xfrm>
              <a:off x="11277295" y="6172200"/>
              <a:ext cx="365760" cy="36576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DE7FA1E-F0D0-42CA-917A-7E5ABEA400CF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Round Diagonal Corner Rectangle 5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먼 길 와 주신 분들께 특별히 인사드립니다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FA8133-5243-4441-80DF-FB86C996BEAD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45B9B-A034-4BDD-8F57-1C08010264F8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8A77B1-36BD-41AB-A465-BB8102CA96F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319B52-F8BD-4E5F-9328-4900F2F699B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D93771-61D7-4595-A9E6-DF6DED7B913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643A3B"/>
      </a:dk2>
      <a:lt2>
        <a:srgbClr val="F5E6E2"/>
      </a:lt2>
      <a:accent1>
        <a:srgbClr val="CF8D7C"/>
      </a:accent1>
      <a:accent2>
        <a:srgbClr val="BE839F"/>
      </a:accent2>
      <a:accent3>
        <a:srgbClr val="4E332C"/>
      </a:accent3>
      <a:accent4>
        <a:srgbClr val="F0D3CB"/>
      </a:accent4>
      <a:accent5>
        <a:srgbClr val="D2E0A3"/>
      </a:accent5>
      <a:accent6>
        <a:srgbClr val="E6BCD8"/>
      </a:accent6>
      <a:hlink>
        <a:srgbClr val="643A3B"/>
      </a:hlink>
      <a:folHlink>
        <a:srgbClr val="4E332C"/>
      </a:folHlink>
    </a:clrScheme>
    <a:fontScheme name="결혼식 슬라이드(감사·답례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