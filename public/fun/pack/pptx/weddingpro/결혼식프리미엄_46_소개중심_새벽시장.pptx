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</p:sldIdLst>
  <p:sldSz cx="1219169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시작" id="{EA7DF6C9-75EC-400C-B3D1-D340DAFF7F5B}">
          <p14:sldIdLst>
            <p14:sldId id="256"/>
          </p14:sldIdLst>
        </p14:section>
        <p14:section name="본문" id="{BD389F4E-5AEF-41AF-ACB1-81F2D136363F}">
          <p14:sldIdLst>
            <p14:sldId id="257"/>
            <p14:sldId id="258"/>
            <p14:sldId id="259"/>
            <p14:sldId id="260"/>
            <p14:sldId id="261"/>
          </p14:sldIdLst>
        </p14:section>
        <p14:section name="마무리" id="{CB9154E7-5269-4B53-9FA7-485C88F13FFE}">
          <p14:sldIdLst>
            <p14:sldId id="262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표지입니다. 제목·글은 눌러서 바로 고치세요. 사진 자리는 가운데 아이콘을 누르면 사진을 넣을 수 있고, 모양에 맞춰 자동으로 잘려요. 색·글꼴은 [디자인 &gt; 변형]에서 한 번에 바꿀 수 있어요.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사진 자리에 두 사람의 사진을 넣으세요.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내용을 입력하세요.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내용을 입력하세요.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사진 자리를 눌러 사진을 넣으세요.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서로에게 하고 싶은 말을 적어 보세요.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글은 눌러서 바로 고치세요. 사진 자리는 가운데 아이콘을 누르면 사진을 넣을 수 있어요. 색·글꼴은 [디자인 &gt; 변형]에서 한 번에 바꿀 수 있어요.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표지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3367963" y="891539"/>
            <a:ext cx="5455767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ctrTitle"/>
          </p:nvPr>
        </p:nvSpPr>
        <p:spPr>
          <a:xfrm>
            <a:off x="3367963" y="1275587"/>
            <a:ext cx="5455767" cy="16002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04000"/>
              </a:lnSpc>
              <a:spcBef>
                <a:spcPts val="0"/>
              </a:spcBef>
              <a:buNone/>
              <a:defRPr sz="40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제목을 입력하세요</a:t>
            </a:r>
          </a:p>
        </p:txBody>
      </p:sp>
      <p:sp>
        <p:nvSpPr>
          <p:cNvPr id="103" name="한 줄 문구"/>
          <p:cNvSpPr>
            <a:spLocks noGrp="1"/>
          </p:cNvSpPr>
          <p:nvPr>
            <p:ph type="subTitle" idx="1"/>
          </p:nvPr>
        </p:nvSpPr>
        <p:spPr>
          <a:xfrm>
            <a:off x="3367963" y="2948939"/>
            <a:ext cx="5455767" cy="64008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r>
              <a:rPr lang="ko-KR"/>
              <a:t>한 줄 문구</a:t>
            </a:r>
          </a:p>
        </p:txBody>
      </p:sp>
      <p:sp>
        <p:nvSpPr>
          <p:cNvPr id="104" name="안내 문구"/>
          <p:cNvSpPr>
            <a:spLocks noGrp="1"/>
          </p:cNvSpPr>
          <p:nvPr>
            <p:ph type="body" sz="quarter" idx="11"/>
          </p:nvPr>
        </p:nvSpPr>
        <p:spPr>
          <a:xfrm>
            <a:off x="2743145" y="5554980"/>
            <a:ext cx="6705404" cy="73152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2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안내 문구</a:t>
            </a:r>
          </a:p>
        </p:txBody>
      </p:sp>
      <p:sp>
        <p:nvSpPr>
          <p:cNvPr id="2" name="편지지"/>
          <p:cNvSpPr/>
          <p:nvPr/>
        </p:nvSpPr>
        <p:spPr>
          <a:xfrm>
            <a:off x="3047923" y="617219"/>
            <a:ext cx="6095847" cy="4937759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330200" dist="101600" dir="5400000" algn="t" rotWithShape="0">
              <a:schemeClr val="tx2">
                <a:alpha val="14000"/>
              </a:scheme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3" name="봉투 앞면"/>
          <p:cNvSpPr/>
          <p:nvPr/>
        </p:nvSpPr>
        <p:spPr>
          <a:xfrm>
            <a:off x="2194505" y="3291839"/>
            <a:ext cx="7802685" cy="3291840"/>
          </a:xfrm>
          <a:custGeom>
            <a:avLst/>
            <a:gdLst/>
            <a:ahLst/>
            <a:cxnLst/>
            <a:rect l="l" t="t" r="r" b="b"/>
            <a:pathLst>
              <a:path w="7802685" h="3291840">
                <a:moveTo>
                  <a:pt x="0" y="0"/>
                </a:moveTo>
                <a:lnTo>
                  <a:pt x="3901342" y="1508761"/>
                </a:lnTo>
                <a:lnTo>
                  <a:pt x="7802685" y="0"/>
                </a:lnTo>
                <a:lnTo>
                  <a:pt x="7802685" y="3291840"/>
                </a:lnTo>
                <a:lnTo>
                  <a:pt x="0" y="329184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  <a:effectLst>
            <a:outerShdw blurRad="177800" dist="38100" dir="5400000" algn="t" rotWithShape="0">
              <a:schemeClr val="tx2">
                <a:alpha val="9000"/>
              </a:schemeClr>
            </a:outerShdw>
          </a:effectLst>
        </p:spPr>
        <p:txBody>
          <a:bodyPr rtlCol="0" anchor="ctr"/>
          <a:lstStyle/>
          <a:p>
            <a:pPr algn="ctr"/>
          </a:p>
        </p:txBody>
      </p:sp>
      <p:cxnSp>
        <p:nvCxnSpPr>
          <p:cNvPr id="4" name="Connector 3"/>
          <p:cNvCxnSpPr/>
          <p:nvPr/>
        </p:nvCxnSpPr>
        <p:spPr>
          <a:xfrm>
            <a:off x="2194505" y="3291839"/>
            <a:ext cx="3901342" cy="1508761"/>
          </a:xfrm>
          <a:prstGeom prst="line">
            <a:avLst/>
          </a:prstGeom>
          <a:ln w="19050" cap="rnd">
            <a:solidFill>
              <a:schemeClr val="bg1"/>
            </a:solidFill>
          </a:ln>
        </p:spPr>
      </p:cxnSp>
      <p:cxnSp>
        <p:nvCxnSpPr>
          <p:cNvPr id="5" name="Connector 4"/>
          <p:cNvCxnSpPr/>
          <p:nvPr/>
        </p:nvCxnSpPr>
        <p:spPr>
          <a:xfrm flipH="1">
            <a:off x="6095847" y="3291839"/>
            <a:ext cx="3901343" cy="1508761"/>
          </a:xfrm>
          <a:prstGeom prst="line">
            <a:avLst/>
          </a:prstGeom>
          <a:ln w="19050" cap="rnd">
            <a:solidFill>
              <a:schemeClr val="bg1"/>
            </a:solidFill>
          </a:ln>
        </p:spPr>
      </p:cxnSp>
      <p:sp>
        <p:nvSpPr>
          <p:cNvPr id="6" name="봉인"/>
          <p:cNvSpPr/>
          <p:nvPr/>
        </p:nvSpPr>
        <p:spPr>
          <a:xfrm>
            <a:off x="5684367" y="4389120"/>
            <a:ext cx="822959" cy="822959"/>
          </a:xfrm>
          <a:prstGeom prst="star12">
            <a:avLst/>
          </a:prstGeom>
          <a:solidFill>
            <a:schemeClr val="accent2"/>
          </a:solidFill>
          <a:ln>
            <a:noFill/>
          </a:ln>
          <a:effectLst>
            <a:outerShdw blurRad="177800" dist="38100" dir="5400000" algn="t" rotWithShape="0">
              <a:schemeClr val="tx2">
                <a:alpha val="9000"/>
              </a:scheme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7" name="봉인 하트"/>
          <p:cNvSpPr/>
          <p:nvPr/>
        </p:nvSpPr>
        <p:spPr>
          <a:xfrm>
            <a:off x="5944971" y="4663440"/>
            <a:ext cx="301751" cy="274320"/>
          </a:xfrm>
          <a:prstGeom prst="heart">
            <a:avLst/>
          </a:prstGeom>
          <a:solidFill>
            <a:schemeClr val="bg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457200" y="347472"/>
            <a:ext cx="11277295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title"/>
          </p:nvPr>
        </p:nvSpPr>
        <p:spPr>
          <a:xfrm>
            <a:off x="548640" y="640080"/>
            <a:ext cx="11094415" cy="7772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28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</a:t>
            </a:r>
          </a:p>
        </p:txBody>
      </p:sp>
      <p:sp>
        <p:nvSpPr>
          <p:cNvPr id="103" name="쪽 번호"/>
          <p:cNvSpPr>
            <a:spLocks noGrp="1"/>
          </p:cNvSpPr>
          <p:nvPr>
            <p:ph type="sldNum" sz="quarter" idx="12"/>
          </p:nvPr>
        </p:nvSpPr>
        <p:spPr>
          <a:xfrm>
            <a:off x="5638647" y="6309360"/>
            <a:ext cx="914400" cy="36576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000" b="0" spc="20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fld id="{32801C30-4072-4A8F-B6D5-23E659DE7D21}" type="slidenum">
              <a:rPr lang="en-US"/>
              <a:t>‹#›</a:t>
            </a:fld>
          </a:p>
        </p:txBody>
      </p:sp>
      <p:cxnSp>
        <p:nvCxnSpPr>
          <p:cNvPr id="2" name="제목 밑줄"/>
          <p:cNvCxnSpPr/>
          <p:nvPr/>
        </p:nvCxnSpPr>
        <p:spPr>
          <a:xfrm>
            <a:off x="5547207" y="1481328"/>
            <a:ext cx="1097280" cy="0"/>
          </a:xfrm>
          <a:prstGeom prst="line">
            <a:avLst/>
          </a:prstGeom>
          <a:ln w="31750" cap="rnd">
            <a:solidFill>
              <a:schemeClr val="accent1"/>
            </a:solidFill>
          </a:ln>
        </p:spPr>
      </p:cxnSp>
      <p:grpSp>
        <p:nvGrpSpPr>
          <p:cNvPr id="3" name="테마 장식"/>
          <p:cNvGrpSpPr/>
          <p:nvPr/>
        </p:nvGrpSpPr>
        <p:grpSpPr>
          <a:xfrm>
            <a:off x="5958687" y="1344168"/>
            <a:ext cx="274320" cy="274320"/>
            <a:chOff x="5958687" y="1344168"/>
            <a:chExt cx="274320" cy="274320"/>
          </a:xfrm>
        </p:grpSpPr>
        <p:sp>
          <p:nvSpPr>
            <p:cNvPr id="4" name="Round Diagonal Corner Rectangle 3"/>
            <p:cNvSpPr/>
            <p:nvPr/>
          </p:nvSpPr>
          <p:spPr>
            <a:xfrm>
              <a:off x="5958687" y="1344168"/>
              <a:ext cx="274320" cy="274320"/>
            </a:xfrm>
            <a:prstGeom prst="round2DiagRect">
              <a:avLst>
                <a:gd name="adj1" fmla="val 50000"/>
                <a:gd name="adj2" fmla="val 0"/>
              </a:avLst>
            </a:prstGeom>
            <a:solidFill>
              <a:schemeClr val="accent4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마무리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3367963" y="891539"/>
            <a:ext cx="5455767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title"/>
          </p:nvPr>
        </p:nvSpPr>
        <p:spPr>
          <a:xfrm>
            <a:off x="3367963" y="1275587"/>
            <a:ext cx="5455767" cy="16002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04000"/>
              </a:lnSpc>
              <a:spcBef>
                <a:spcPts val="0"/>
              </a:spcBef>
              <a:buNone/>
              <a:defRPr sz="40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제목을 입력하세요</a:t>
            </a:r>
          </a:p>
        </p:txBody>
      </p:sp>
      <p:sp>
        <p:nvSpPr>
          <p:cNvPr id="103" name="한 줄 문구"/>
          <p:cNvSpPr>
            <a:spLocks noGrp="1"/>
          </p:cNvSpPr>
          <p:nvPr>
            <p:ph type="subTitle" idx="1"/>
          </p:nvPr>
        </p:nvSpPr>
        <p:spPr>
          <a:xfrm>
            <a:off x="3367963" y="2948939"/>
            <a:ext cx="5455767" cy="64008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r>
              <a:rPr lang="ko-KR"/>
              <a:t>한 줄 문구</a:t>
            </a:r>
          </a:p>
        </p:txBody>
      </p:sp>
      <p:sp>
        <p:nvSpPr>
          <p:cNvPr id="104" name="안내 문구"/>
          <p:cNvSpPr>
            <a:spLocks noGrp="1"/>
          </p:cNvSpPr>
          <p:nvPr>
            <p:ph type="body" sz="quarter" idx="11"/>
          </p:nvPr>
        </p:nvSpPr>
        <p:spPr>
          <a:xfrm>
            <a:off x="2743145" y="5554980"/>
            <a:ext cx="6705404" cy="73152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2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안내 문구</a:t>
            </a:r>
          </a:p>
        </p:txBody>
      </p:sp>
      <p:sp>
        <p:nvSpPr>
          <p:cNvPr id="2" name="편지지"/>
          <p:cNvSpPr/>
          <p:nvPr/>
        </p:nvSpPr>
        <p:spPr>
          <a:xfrm>
            <a:off x="3047923" y="617219"/>
            <a:ext cx="6095847" cy="4937759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330200" dist="101600" dir="5400000" algn="t" rotWithShape="0">
              <a:schemeClr val="tx2">
                <a:alpha val="14000"/>
              </a:scheme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3" name="봉투 앞면"/>
          <p:cNvSpPr/>
          <p:nvPr/>
        </p:nvSpPr>
        <p:spPr>
          <a:xfrm>
            <a:off x="2194505" y="3291839"/>
            <a:ext cx="7802685" cy="3291840"/>
          </a:xfrm>
          <a:custGeom>
            <a:avLst/>
            <a:gdLst/>
            <a:ahLst/>
            <a:cxnLst/>
            <a:rect l="l" t="t" r="r" b="b"/>
            <a:pathLst>
              <a:path w="7802685" h="3291840">
                <a:moveTo>
                  <a:pt x="0" y="0"/>
                </a:moveTo>
                <a:lnTo>
                  <a:pt x="3901342" y="1508761"/>
                </a:lnTo>
                <a:lnTo>
                  <a:pt x="7802685" y="0"/>
                </a:lnTo>
                <a:lnTo>
                  <a:pt x="7802685" y="3291840"/>
                </a:lnTo>
                <a:lnTo>
                  <a:pt x="0" y="329184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  <a:effectLst>
            <a:outerShdw blurRad="177800" dist="38100" dir="5400000" algn="t" rotWithShape="0">
              <a:schemeClr val="tx2">
                <a:alpha val="9000"/>
              </a:schemeClr>
            </a:outerShdw>
          </a:effectLst>
        </p:spPr>
        <p:txBody>
          <a:bodyPr rtlCol="0" anchor="ctr"/>
          <a:lstStyle/>
          <a:p>
            <a:pPr algn="ctr"/>
          </a:p>
        </p:txBody>
      </p:sp>
      <p:cxnSp>
        <p:nvCxnSpPr>
          <p:cNvPr id="4" name="Connector 3"/>
          <p:cNvCxnSpPr/>
          <p:nvPr/>
        </p:nvCxnSpPr>
        <p:spPr>
          <a:xfrm>
            <a:off x="2194505" y="3291839"/>
            <a:ext cx="3901342" cy="1508761"/>
          </a:xfrm>
          <a:prstGeom prst="line">
            <a:avLst/>
          </a:prstGeom>
          <a:ln w="19050" cap="rnd">
            <a:solidFill>
              <a:schemeClr val="bg1"/>
            </a:solidFill>
          </a:ln>
        </p:spPr>
      </p:cxnSp>
      <p:cxnSp>
        <p:nvCxnSpPr>
          <p:cNvPr id="5" name="Connector 4"/>
          <p:cNvCxnSpPr/>
          <p:nvPr/>
        </p:nvCxnSpPr>
        <p:spPr>
          <a:xfrm flipH="1">
            <a:off x="6095847" y="3291839"/>
            <a:ext cx="3901343" cy="1508761"/>
          </a:xfrm>
          <a:prstGeom prst="line">
            <a:avLst/>
          </a:prstGeom>
          <a:ln w="19050" cap="rnd">
            <a:solidFill>
              <a:schemeClr val="bg1"/>
            </a:solidFill>
          </a:ln>
        </p:spPr>
      </p:cxnSp>
      <p:sp>
        <p:nvSpPr>
          <p:cNvPr id="6" name="봉인"/>
          <p:cNvSpPr/>
          <p:nvPr/>
        </p:nvSpPr>
        <p:spPr>
          <a:xfrm>
            <a:off x="5684367" y="4389120"/>
            <a:ext cx="822959" cy="822959"/>
          </a:xfrm>
          <a:prstGeom prst="star12">
            <a:avLst/>
          </a:prstGeom>
          <a:solidFill>
            <a:schemeClr val="accent2"/>
          </a:solidFill>
          <a:ln>
            <a:noFill/>
          </a:ln>
          <a:effectLst>
            <a:outerShdw blurRad="177800" dist="38100" dir="5400000" algn="t" rotWithShape="0">
              <a:schemeClr val="tx2">
                <a:alpha val="9000"/>
              </a:scheme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7" name="봉인 하트"/>
          <p:cNvSpPr/>
          <p:nvPr/>
        </p:nvSpPr>
        <p:spPr>
          <a:xfrm>
            <a:off x="5944971" y="4663440"/>
            <a:ext cx="301751" cy="274320"/>
          </a:xfrm>
          <a:prstGeom prst="heart">
            <a:avLst/>
          </a:prstGeom>
          <a:solidFill>
            <a:schemeClr val="bg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 + 사진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457200" y="347472"/>
            <a:ext cx="11277295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title"/>
          </p:nvPr>
        </p:nvSpPr>
        <p:spPr>
          <a:xfrm>
            <a:off x="548640" y="640080"/>
            <a:ext cx="11094415" cy="7772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28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</a:t>
            </a:r>
          </a:p>
        </p:txBody>
      </p:sp>
      <p:sp>
        <p:nvSpPr>
          <p:cNvPr id="103" name="쪽 번호"/>
          <p:cNvSpPr>
            <a:spLocks noGrp="1"/>
          </p:cNvSpPr>
          <p:nvPr>
            <p:ph type="sldNum" sz="quarter" idx="12"/>
          </p:nvPr>
        </p:nvSpPr>
        <p:spPr>
          <a:xfrm>
            <a:off x="5638647" y="6309360"/>
            <a:ext cx="914400" cy="36576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000" b="0" spc="20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fld id="{9DB54EF1-B0BB-4C6F-8EB7-2F20C17081E4}" type="slidenum">
              <a:rPr lang="en-US"/>
              <a:t>‹#›</a:t>
            </a:fld>
          </a:p>
        </p:txBody>
      </p:sp>
      <p:sp>
        <p:nvSpPr>
          <p:cNvPr id="104" name="사진 1"/>
          <p:cNvSpPr>
            <a:spLocks noGrp="1"/>
          </p:cNvSpPr>
          <p:nvPr>
            <p:ph type="pic" sz="quarter" idx="13"/>
          </p:nvPr>
        </p:nvSpPr>
        <p:spPr>
          <a:xfrm>
            <a:off x="7315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bg1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5" name="사진 2"/>
          <p:cNvSpPr>
            <a:spLocks noGrp="1"/>
          </p:cNvSpPr>
          <p:nvPr>
            <p:ph type="pic" sz="quarter" idx="14"/>
          </p:nvPr>
        </p:nvSpPr>
        <p:spPr>
          <a:xfrm>
            <a:off x="21031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bg1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6" name="사진 3"/>
          <p:cNvSpPr>
            <a:spLocks noGrp="1"/>
          </p:cNvSpPr>
          <p:nvPr>
            <p:ph type="pic" sz="quarter" idx="15"/>
          </p:nvPr>
        </p:nvSpPr>
        <p:spPr>
          <a:xfrm>
            <a:off x="34747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bg1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7" name="사진 4"/>
          <p:cNvSpPr>
            <a:spLocks noGrp="1"/>
          </p:cNvSpPr>
          <p:nvPr>
            <p:ph type="pic" sz="quarter" idx="16"/>
          </p:nvPr>
        </p:nvSpPr>
        <p:spPr>
          <a:xfrm>
            <a:off x="48463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bg1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8" name="사진 5"/>
          <p:cNvSpPr>
            <a:spLocks noGrp="1"/>
          </p:cNvSpPr>
          <p:nvPr>
            <p:ph type="pic" sz="quarter" idx="17"/>
          </p:nvPr>
        </p:nvSpPr>
        <p:spPr>
          <a:xfrm>
            <a:off x="7315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bg1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9" name="사진 6"/>
          <p:cNvSpPr>
            <a:spLocks noGrp="1"/>
          </p:cNvSpPr>
          <p:nvPr>
            <p:ph type="pic" sz="quarter" idx="18"/>
          </p:nvPr>
        </p:nvSpPr>
        <p:spPr>
          <a:xfrm>
            <a:off x="21031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bg1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0" name="사진 7"/>
          <p:cNvSpPr>
            <a:spLocks noGrp="1"/>
          </p:cNvSpPr>
          <p:nvPr>
            <p:ph type="pic" sz="quarter" idx="19"/>
          </p:nvPr>
        </p:nvSpPr>
        <p:spPr>
          <a:xfrm>
            <a:off x="34747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bg1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1" name="사진 8"/>
          <p:cNvSpPr>
            <a:spLocks noGrp="1"/>
          </p:cNvSpPr>
          <p:nvPr>
            <p:ph type="pic" sz="quarter" idx="20"/>
          </p:nvPr>
        </p:nvSpPr>
        <p:spPr>
          <a:xfrm>
            <a:off x="48463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bg1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cxnSp>
        <p:nvCxnSpPr>
          <p:cNvPr id="2" name="제목 밑줄"/>
          <p:cNvCxnSpPr/>
          <p:nvPr/>
        </p:nvCxnSpPr>
        <p:spPr>
          <a:xfrm>
            <a:off x="5547207" y="1481328"/>
            <a:ext cx="1097280" cy="0"/>
          </a:xfrm>
          <a:prstGeom prst="line">
            <a:avLst/>
          </a:prstGeom>
          <a:ln w="31750" cap="rnd">
            <a:solidFill>
              <a:schemeClr val="accent1"/>
            </a:solidFill>
          </a:ln>
        </p:spPr>
      </p:cxnSp>
      <p:grpSp>
        <p:nvGrpSpPr>
          <p:cNvPr id="3" name="테마 장식"/>
          <p:cNvGrpSpPr/>
          <p:nvPr/>
        </p:nvGrpSpPr>
        <p:grpSpPr>
          <a:xfrm>
            <a:off x="5958687" y="1344168"/>
            <a:ext cx="274320" cy="274320"/>
            <a:chOff x="5958687" y="1344168"/>
            <a:chExt cx="274320" cy="274320"/>
          </a:xfrm>
        </p:grpSpPr>
        <p:sp>
          <p:nvSpPr>
            <p:cNvPr id="4" name="Round Diagonal Corner Rectangle 3"/>
            <p:cNvSpPr/>
            <p:nvPr/>
          </p:nvSpPr>
          <p:spPr>
            <a:xfrm>
              <a:off x="5958687" y="1344168"/>
              <a:ext cx="274320" cy="274320"/>
            </a:xfrm>
            <a:prstGeom prst="round2DiagRect">
              <a:avLst>
                <a:gd name="adj1" fmla="val 50000"/>
                <a:gd name="adj2" fmla="val 0"/>
              </a:avLst>
            </a:prstGeom>
            <a:solidFill>
              <a:schemeClr val="accent4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한 문장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쪽 번호"/>
          <p:cNvSpPr>
            <a:spLocks noGrp="1"/>
          </p:cNvSpPr>
          <p:nvPr>
            <p:ph type="sldNum" sz="quarter" idx="12"/>
          </p:nvPr>
        </p:nvSpPr>
        <p:spPr>
          <a:xfrm>
            <a:off x="5638647" y="6309360"/>
            <a:ext cx="914400" cy="36576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000" b="0" spc="20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fld id="{FA6FF424-94FC-4D81-A63C-81327BD7C16A}" type="slidenum">
              <a:rPr lang="en-US"/>
              <a:t>‹#›</a:t>
            </a:fld>
          </a:p>
        </p:txBody>
      </p:sp>
      <p:sp>
        <p:nvSpPr>
          <p:cNvPr id="102" name="영문 라벨"/>
          <p:cNvSpPr>
            <a:spLocks noGrp="1"/>
          </p:cNvSpPr>
          <p:nvPr>
            <p:ph type="body" sz="quarter" idx="10"/>
          </p:nvPr>
        </p:nvSpPr>
        <p:spPr>
          <a:xfrm>
            <a:off x="457200" y="384048"/>
            <a:ext cx="11277295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3" name="한 문장"/>
          <p:cNvSpPr>
            <a:spLocks noGrp="1"/>
          </p:cNvSpPr>
          <p:nvPr>
            <p:ph type="title"/>
          </p:nvPr>
        </p:nvSpPr>
        <p:spPr>
          <a:xfrm>
            <a:off x="1463003" y="2331720"/>
            <a:ext cx="9265688" cy="233172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30000"/>
              </a:lnSpc>
              <a:spcBef>
                <a:spcPts val="0"/>
              </a:spcBef>
              <a:buNone/>
              <a:defRPr sz="34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한 문장으로 말하면</a:t>
            </a:r>
          </a:p>
        </p:txBody>
      </p:sp>
      <p:grpSp>
        <p:nvGrpSpPr>
          <p:cNvPr id="2" name="따옴표 장식"/>
          <p:cNvGrpSpPr/>
          <p:nvPr/>
        </p:nvGrpSpPr>
        <p:grpSpPr>
          <a:xfrm>
            <a:off x="5437479" y="1371600"/>
            <a:ext cx="1316736" cy="548640"/>
            <a:chOff x="5437479" y="1371600"/>
            <a:chExt cx="1316736" cy="548640"/>
          </a:xfrm>
        </p:grpSpPr>
        <p:sp>
          <p:nvSpPr>
            <p:cNvPr id="3" name="따옴표 방울"/>
            <p:cNvSpPr/>
            <p:nvPr/>
          </p:nvSpPr>
          <p:spPr>
            <a:xfrm rot="16200000">
              <a:off x="5437479" y="1371600"/>
              <a:ext cx="548640" cy="548640"/>
            </a:xfrm>
            <a:prstGeom prst="teardrop">
              <a:avLst/>
            </a:prstGeom>
            <a:solidFill>
              <a:schemeClr val="accent1">
                <a:alpha val="75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" name="따옴표 방울"/>
            <p:cNvSpPr/>
            <p:nvPr/>
          </p:nvSpPr>
          <p:spPr>
            <a:xfrm rot="16200000">
              <a:off x="6205575" y="1371600"/>
              <a:ext cx="548640" cy="548640"/>
            </a:xfrm>
            <a:prstGeom prst="teardrop">
              <a:avLst/>
            </a:prstGeom>
            <a:solidFill>
              <a:schemeClr val="accent1">
                <a:alpha val="75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5" name="테마 장식"/>
          <p:cNvGrpSpPr/>
          <p:nvPr/>
        </p:nvGrpSpPr>
        <p:grpSpPr>
          <a:xfrm>
            <a:off x="5821527" y="5212080"/>
            <a:ext cx="548640" cy="548640"/>
            <a:chOff x="5821527" y="5212080"/>
            <a:chExt cx="548640" cy="548640"/>
          </a:xfrm>
        </p:grpSpPr>
        <p:sp>
          <p:nvSpPr>
            <p:cNvPr id="6" name="Round Diagonal Corner Rectangle 5"/>
            <p:cNvSpPr/>
            <p:nvPr/>
          </p:nvSpPr>
          <p:spPr>
            <a:xfrm>
              <a:off x="5821527" y="5212080"/>
              <a:ext cx="548640" cy="548640"/>
            </a:xfrm>
            <a:prstGeom prst="round2DiagRect">
              <a:avLst>
                <a:gd name="adj1" fmla="val 50000"/>
                <a:gd name="adj2" fmla="val 0"/>
              </a:avLst>
            </a:prstGeom>
            <a:solidFill>
              <a:schemeClr val="accent4">
                <a:alpha val="70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84" y="274638"/>
            <a:ext cx="10972525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600200"/>
            <a:ext cx="10972525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584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495" y="6356350"/>
            <a:ext cx="38607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381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4" r:id="rId6"/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WINTER  ·  WEDDING</a:t>
            </a:r>
          </a:p>
        </p:txBody>
      </p:sp>
      <p:sp>
        <p:nvSpPr>
          <p:cNvPr id="3" name="Title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/>
              <a:t>저희 결혼합니다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/>
              <a:t>새해 첫 달에 결혼식을 올립니다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rPr lang="ko-KR"/>
              <a:t>신랑 이름 ♥ 신부 이름</a:t>
            </a:r>
          </a:p>
          <a:p>
            <a:r>
              <a:rPr lang="ko-KR"/>
              <a:t>0000. 00. 00 · 예식장 이름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GROOM &amp; BRIDE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신랑 · 신부 소개</a:t>
            </a:r>
          </a:p>
        </p:txBody>
      </p:sp>
      <p:sp>
        <p:nvSpPr>
          <p:cNvPr id="15" name="사진 바탕 1"/>
          <p:cNvSpPr/>
          <p:nvPr/>
        </p:nvSpPr>
        <p:spPr>
          <a:xfrm>
            <a:off x="2099233" y="2057400"/>
            <a:ext cx="2171700" cy="21717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</a:t>
            </a:r>
          </a:p>
        </p:txBody>
      </p:sp>
      <p:sp>
        <p:nvSpPr>
          <p:cNvPr id="4" name="Picture Placeholder 3" descr="사진 자리 — 아이콘을 누르면 사진을 넣을 수 있어요"/>
          <p:cNvSpPr>
            <a:spLocks noGrp="1"/>
          </p:cNvSpPr>
          <p:nvPr>
            <p:ph type="pic" idx="13" sz="quarter"/>
          </p:nvPr>
        </p:nvSpPr>
        <p:spPr>
          <a:xfrm>
            <a:off x="2099233" y="2057400"/>
            <a:ext cx="2171700" cy="2171700"/>
          </a:xfrm>
          <a:prstGeom prst="ellipse">
            <a:avLst/>
          </a:prstGeom>
        </p:spPr>
      </p:sp>
      <p:sp>
        <p:nvSpPr>
          <p:cNvPr id="20" name="사진 바탕 2"/>
          <p:cNvSpPr/>
          <p:nvPr/>
        </p:nvSpPr>
        <p:spPr>
          <a:xfrm>
            <a:off x="7920761" y="2057400"/>
            <a:ext cx="2171700" cy="21717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</a:t>
            </a:r>
          </a:p>
        </p:txBody>
      </p:sp>
      <p:sp>
        <p:nvSpPr>
          <p:cNvPr id="5" name="Picture Placeholder 4" descr="사진 자리 — 아이콘을 누르면 사진을 넣을 수 있어요"/>
          <p:cNvSpPr>
            <a:spLocks noGrp="1"/>
          </p:cNvSpPr>
          <p:nvPr>
            <p:ph type="pic" idx="14" sz="quarter"/>
          </p:nvPr>
        </p:nvSpPr>
        <p:spPr>
          <a:xfrm>
            <a:off x="7920761" y="2057400"/>
            <a:ext cx="2171700" cy="2171700"/>
          </a:xfrm>
          <a:prstGeom prst="ellipse">
            <a:avLst/>
          </a:prstGeom>
        </p:spPr>
      </p:sp>
      <p:sp>
        <p:nvSpPr>
          <p:cNvPr id="12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21B708-6FC8-4686-9EBC-16531E8CD7AE}" type="slidenum">
              <a:rPr lang="en-US"/>
              <a:t>‹#›</a:t>
            </a:fld>
            <a:endParaRPr lang="en-US"/>
          </a:p>
        </p:txBody>
      </p:sp>
      <p:sp>
        <p:nvSpPr>
          <p:cNvPr id="13" name="신랑 카드"/>
          <p:cNvSpPr/>
          <p:nvPr/>
        </p:nvSpPr>
        <p:spPr>
          <a:xfrm>
            <a:off x="731520" y="1828800"/>
            <a:ext cx="4907127" cy="4274820"/>
          </a:xfrm>
          <a:prstGeom prst="roundRect">
            <a:avLst>
              <a:gd name="adj" fmla="val 3000"/>
            </a:avLst>
          </a:prstGeom>
          <a:solidFill>
            <a:schemeClr val="bg1"/>
          </a:solidFill>
          <a:ln>
            <a:noFill/>
          </a:ln>
          <a:effectLst>
            <a:outerShdw blurRad="76200" dist="19050" dir="5400000" algn="t" rotWithShape="0">
              <a:schemeClr val="tx2">
                <a:alpha val="8000"/>
              </a:scheme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14" name="포인트 막대"/>
          <p:cNvSpPr/>
          <p:nvPr/>
        </p:nvSpPr>
        <p:spPr>
          <a:xfrm>
            <a:off x="731520" y="1938528"/>
            <a:ext cx="64008" cy="405536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신랑 이름"/>
          <p:cNvSpPr txBox="1"/>
          <p:nvPr/>
        </p:nvSpPr>
        <p:spPr>
          <a:xfrm>
            <a:off x="731520" y="4320540"/>
            <a:ext cx="4907127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1" i="0" lang="ko-KR">
                <a:solidFill>
                  <a:schemeClr val="tx2"/>
                </a:solidFill>
                <a:latin typeface="+mj-lt"/>
                <a:ea typeface="+mj-ea"/>
              </a:rPr>
              <a:t>신랑</a:t>
            </a:r>
          </a:p>
        </p:txBody>
      </p:sp>
      <p:sp>
        <p:nvSpPr>
          <p:cNvPr id="17" name="신랑 소개"/>
          <p:cNvSpPr txBox="1"/>
          <p:nvPr/>
        </p:nvSpPr>
        <p:spPr>
          <a:xfrm>
            <a:off x="822960" y="4777740"/>
            <a:ext cx="4724247" cy="1234439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이름 · 나이</a:t>
            </a:r>
          </a:p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직업 · 취미</a:t>
            </a:r>
          </a:p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신부에게 한마디</a:t>
            </a:r>
          </a:p>
        </p:txBody>
      </p:sp>
      <p:sp>
        <p:nvSpPr>
          <p:cNvPr id="18" name="신부 카드"/>
          <p:cNvSpPr/>
          <p:nvPr/>
        </p:nvSpPr>
        <p:spPr>
          <a:xfrm>
            <a:off x="6553047" y="1828800"/>
            <a:ext cx="4907127" cy="4274820"/>
          </a:xfrm>
          <a:prstGeom prst="roundRect">
            <a:avLst>
              <a:gd name="adj" fmla="val 3000"/>
            </a:avLst>
          </a:prstGeom>
          <a:solidFill>
            <a:schemeClr val="bg1"/>
          </a:solidFill>
          <a:ln>
            <a:noFill/>
          </a:ln>
          <a:effectLst>
            <a:outerShdw blurRad="76200" dist="19050" dir="5400000" algn="t" rotWithShape="0">
              <a:schemeClr val="tx2">
                <a:alpha val="8000"/>
              </a:scheme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19" name="포인트 막대"/>
          <p:cNvSpPr/>
          <p:nvPr/>
        </p:nvSpPr>
        <p:spPr>
          <a:xfrm>
            <a:off x="6553047" y="1938528"/>
            <a:ext cx="64008" cy="405536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신부 이름"/>
          <p:cNvSpPr txBox="1"/>
          <p:nvPr/>
        </p:nvSpPr>
        <p:spPr>
          <a:xfrm>
            <a:off x="6553047" y="4320540"/>
            <a:ext cx="4907127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1" i="0" lang="ko-KR">
                <a:solidFill>
                  <a:schemeClr val="tx2"/>
                </a:solidFill>
                <a:latin typeface="+mj-lt"/>
                <a:ea typeface="+mj-ea"/>
              </a:rPr>
              <a:t>신부</a:t>
            </a:r>
          </a:p>
        </p:txBody>
      </p:sp>
      <p:sp>
        <p:nvSpPr>
          <p:cNvPr id="22" name="신부 소개"/>
          <p:cNvSpPr txBox="1"/>
          <p:nvPr/>
        </p:nvSpPr>
        <p:spPr>
          <a:xfrm>
            <a:off x="6644487" y="4777740"/>
            <a:ext cx="4724247" cy="1234439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이름 · 나이</a:t>
            </a:r>
          </a:p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직업 · 취미</a:t>
            </a:r>
          </a:p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신랑에게 한마디</a:t>
            </a:r>
          </a:p>
        </p:txBody>
      </p:sp>
    </p:spTree>
  </p:cSld>
  <p:clrMapOvr>
    <a:masterClrMapping/>
  </p:clrMapOvr>
  <p:transition spd="med">
    <p:fade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OUR STORY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우리 두 사람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CFAB4C-BFAD-426F-AACE-2A3AC54C0846}" type="slidenum">
              <a:rPr lang="en-US"/>
              <a:t>‹#›</a:t>
            </a:fld>
            <a:endParaRPr lang="en-US"/>
          </a:p>
        </p:txBody>
      </p:sp>
      <p:grpSp>
        <p:nvGrpSpPr>
          <p:cNvPr id="5" name="왼쪽 칸"/>
          <p:cNvGrpSpPr/>
          <p:nvPr/>
        </p:nvGrpSpPr>
        <p:grpSpPr>
          <a:xfrm>
            <a:off x="731520" y="1828800"/>
            <a:ext cx="5181447" cy="3566160"/>
            <a:chOff x="731520" y="1828800"/>
            <a:chExt cx="5181447" cy="3566160"/>
          </a:xfrm>
        </p:grpSpPr>
        <p:sp>
          <p:nvSpPr>
            <p:cNvPr id="6" name="칸 바탕"/>
            <p:cNvSpPr/>
            <p:nvPr/>
          </p:nvSpPr>
          <p:spPr>
            <a:xfrm>
              <a:off x="731520" y="1828800"/>
              <a:ext cx="5181447" cy="3566160"/>
            </a:xfrm>
            <a:prstGeom prst="roundRect">
              <a:avLst>
                <a:gd name="adj" fmla="val 3000"/>
              </a:avLst>
            </a:prstGeom>
            <a:solidFill>
              <a:schemeClr val="bg1"/>
            </a:solidFill>
            <a:ln>
              <a:noFill/>
            </a:ln>
            <a:effectLst>
              <a:outerShdw blurRad="76200" dist="19050" dir="5400000" algn="t" rotWithShape="0">
                <a:schemeClr val="tx2">
                  <a:alpha val="8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" name="포인트 막대"/>
            <p:cNvSpPr/>
            <p:nvPr/>
          </p:nvSpPr>
          <p:spPr>
            <a:xfrm>
              <a:off x="731520" y="1938528"/>
              <a:ext cx="64008" cy="3346704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" name="칸 제목 알약"/>
            <p:cNvSpPr/>
            <p:nvPr/>
          </p:nvSpPr>
          <p:spPr>
            <a:xfrm>
              <a:off x="914400" y="2011680"/>
              <a:ext cx="4815687" cy="59436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700" b="1" i="0" lang="ko-KR">
                  <a:solidFill>
                    <a:schemeClr val="tx1"/>
                  </a:solidFill>
                </a:rPr>
                <a:t>닮은 점</a:t>
              </a:r>
            </a:p>
          </p:txBody>
        </p:sp>
        <p:sp>
          <p:nvSpPr>
            <p:cNvPr id="9" name="칸 내용"/>
            <p:cNvSpPr txBox="1"/>
            <p:nvPr/>
          </p:nvSpPr>
          <p:spPr>
            <a:xfrm>
              <a:off x="1005840" y="2788920"/>
              <a:ext cx="4632807" cy="246888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 marL="228600" indent="-228600">
                <a:lnSpc>
                  <a:spcPct val="130000"/>
                </a:lnSpc>
                <a:spcAft>
                  <a:spcPts val="600"/>
                </a:spcAft>
                <a:buClr>
                  <a:schemeClr val="accent1"/>
                </a:buClr>
                <a:buFont typeface="Arial"/>
                <a:buChar char="•"/>
              </a:pPr>
              <a:r>
                <a:rPr sz="1500" b="0" i="0" lang="ko-KR">
                  <a:solidFill>
                    <a:schemeClr val="tx1"/>
                  </a:solidFill>
                </a:rPr>
                <a:t>내용을 입력하세요</a:t>
              </a:r>
            </a:p>
            <a:p>
              <a:pPr algn="l" marL="228600" indent="-228600">
                <a:lnSpc>
                  <a:spcPct val="130000"/>
                </a:lnSpc>
                <a:spcAft>
                  <a:spcPts val="600"/>
                </a:spcAft>
                <a:buClr>
                  <a:schemeClr val="accent1"/>
                </a:buClr>
                <a:buFont typeface="Arial"/>
                <a:buChar char="•"/>
              </a:pPr>
              <a:r>
                <a:rPr sz="1500" b="0" i="0" lang="ko-KR">
                  <a:solidFill>
                    <a:schemeClr val="tx1"/>
                  </a:solidFill>
                </a:rPr>
                <a:t>내용을 입력하세요</a:t>
              </a:r>
            </a:p>
            <a:p>
              <a:pPr algn="l" marL="228600" indent="-228600">
                <a:lnSpc>
                  <a:spcPct val="130000"/>
                </a:lnSpc>
                <a:spcAft>
                  <a:spcPts val="600"/>
                </a:spcAft>
                <a:buClr>
                  <a:schemeClr val="accent1"/>
                </a:buClr>
                <a:buFont typeface="Arial"/>
                <a:buChar char="•"/>
              </a:pPr>
              <a:r>
                <a:rPr sz="1500" b="0" i="0" lang="ko-KR">
                  <a:solidFill>
                    <a:schemeClr val="tx1"/>
                  </a:solidFill>
                </a:rPr>
                <a:t>내용을 입력하세요</a:t>
              </a:r>
            </a:p>
          </p:txBody>
        </p:sp>
      </p:grpSp>
      <p:grpSp>
        <p:nvGrpSpPr>
          <p:cNvPr id="10" name="오른쪽 칸"/>
          <p:cNvGrpSpPr/>
          <p:nvPr/>
        </p:nvGrpSpPr>
        <p:grpSpPr>
          <a:xfrm>
            <a:off x="6278727" y="1828800"/>
            <a:ext cx="5181447" cy="3566160"/>
            <a:chOff x="6278727" y="1828800"/>
            <a:chExt cx="5181447" cy="3566160"/>
          </a:xfrm>
        </p:grpSpPr>
        <p:sp>
          <p:nvSpPr>
            <p:cNvPr id="11" name="칸 바탕"/>
            <p:cNvSpPr/>
            <p:nvPr/>
          </p:nvSpPr>
          <p:spPr>
            <a:xfrm>
              <a:off x="6278727" y="1828800"/>
              <a:ext cx="5181447" cy="3566160"/>
            </a:xfrm>
            <a:prstGeom prst="roundRect">
              <a:avLst>
                <a:gd name="adj" fmla="val 3000"/>
              </a:avLst>
            </a:prstGeom>
            <a:solidFill>
              <a:schemeClr val="bg1"/>
            </a:solidFill>
            <a:ln>
              <a:noFill/>
            </a:ln>
            <a:effectLst>
              <a:outerShdw blurRad="76200" dist="19050" dir="5400000" algn="t" rotWithShape="0">
                <a:schemeClr val="tx2">
                  <a:alpha val="8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2" name="포인트 막대"/>
            <p:cNvSpPr/>
            <p:nvPr/>
          </p:nvSpPr>
          <p:spPr>
            <a:xfrm>
              <a:off x="6278727" y="1938528"/>
              <a:ext cx="64008" cy="3346704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3" name="칸 제목 알약"/>
            <p:cNvSpPr/>
            <p:nvPr/>
          </p:nvSpPr>
          <p:spPr>
            <a:xfrm>
              <a:off x="6461607" y="2011680"/>
              <a:ext cx="4815687" cy="594360"/>
            </a:xfrm>
            <a:prstGeom prst="roundRect">
              <a:avLst>
                <a:gd name="adj" fmla="val 50000"/>
              </a:avLst>
            </a:prstGeom>
            <a:solidFill>
              <a:schemeClr val="tx2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700" b="1" i="0" lang="ko-KR">
                  <a:solidFill>
                    <a:schemeClr val="bg1"/>
                  </a:solidFill>
                </a:rPr>
                <a:t>다른 점</a:t>
              </a:r>
            </a:p>
          </p:txBody>
        </p:sp>
        <p:sp>
          <p:nvSpPr>
            <p:cNvPr id="14" name="칸 내용"/>
            <p:cNvSpPr txBox="1"/>
            <p:nvPr/>
          </p:nvSpPr>
          <p:spPr>
            <a:xfrm>
              <a:off x="6553047" y="2788920"/>
              <a:ext cx="4632807" cy="246888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 marL="228600" indent="-228600">
                <a:lnSpc>
                  <a:spcPct val="130000"/>
                </a:lnSpc>
                <a:spcAft>
                  <a:spcPts val="600"/>
                </a:spcAft>
                <a:buClr>
                  <a:schemeClr val="accent1"/>
                </a:buClr>
                <a:buFont typeface="Arial"/>
                <a:buChar char="•"/>
              </a:pPr>
              <a:r>
                <a:rPr sz="1500" b="0" i="0" lang="ko-KR">
                  <a:solidFill>
                    <a:schemeClr val="tx1"/>
                  </a:solidFill>
                </a:rPr>
                <a:t>내용을 입력하세요</a:t>
              </a:r>
            </a:p>
            <a:p>
              <a:pPr algn="l" marL="228600" indent="-228600">
                <a:lnSpc>
                  <a:spcPct val="130000"/>
                </a:lnSpc>
                <a:spcAft>
                  <a:spcPts val="600"/>
                </a:spcAft>
                <a:buClr>
                  <a:schemeClr val="accent1"/>
                </a:buClr>
                <a:buFont typeface="Arial"/>
                <a:buChar char="•"/>
              </a:pPr>
              <a:r>
                <a:rPr sz="1500" b="0" i="0" lang="ko-KR">
                  <a:solidFill>
                    <a:schemeClr val="tx1"/>
                  </a:solidFill>
                </a:rPr>
                <a:t>내용을 입력하세요</a:t>
              </a:r>
            </a:p>
            <a:p>
              <a:pPr algn="l" marL="228600" indent="-228600">
                <a:lnSpc>
                  <a:spcPct val="130000"/>
                </a:lnSpc>
                <a:spcAft>
                  <a:spcPts val="600"/>
                </a:spcAft>
                <a:buClr>
                  <a:schemeClr val="accent1"/>
                </a:buClr>
                <a:buFont typeface="Arial"/>
                <a:buChar char="•"/>
              </a:pPr>
              <a:r>
                <a:rPr sz="1500" b="0" i="0" lang="ko-KR">
                  <a:solidFill>
                    <a:schemeClr val="tx1"/>
                  </a:solidFill>
                </a:rPr>
                <a:t>내용을 입력하세요</a:t>
              </a:r>
            </a:p>
          </p:txBody>
        </p:sp>
      </p:grp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450"/>
                            </p:stCondLst>
                            <p:childTnLst>
                              <p:par>
                                <p:cTn id="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GUIDE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서로에게 하고 싶은 말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085364-52E3-4FC1-AAD0-964864208E64}" type="slidenum">
              <a:rPr lang="en-US"/>
              <a:t>‹#›</a:t>
            </a:fld>
            <a:endParaRPr lang="en-US"/>
          </a:p>
        </p:txBody>
      </p:sp>
      <p:grpSp>
        <p:nvGrpSpPr>
          <p:cNvPr id="5" name="왼쪽 칸"/>
          <p:cNvGrpSpPr/>
          <p:nvPr/>
        </p:nvGrpSpPr>
        <p:grpSpPr>
          <a:xfrm>
            <a:off x="731520" y="1828800"/>
            <a:ext cx="5181447" cy="3566160"/>
            <a:chOff x="731520" y="1828800"/>
            <a:chExt cx="5181447" cy="3566160"/>
          </a:xfrm>
        </p:grpSpPr>
        <p:sp>
          <p:nvSpPr>
            <p:cNvPr id="6" name="칸 바탕"/>
            <p:cNvSpPr/>
            <p:nvPr/>
          </p:nvSpPr>
          <p:spPr>
            <a:xfrm>
              <a:off x="731520" y="1828800"/>
              <a:ext cx="5181447" cy="3566160"/>
            </a:xfrm>
            <a:prstGeom prst="roundRect">
              <a:avLst>
                <a:gd name="adj" fmla="val 3000"/>
              </a:avLst>
            </a:prstGeom>
            <a:solidFill>
              <a:schemeClr val="bg1"/>
            </a:solidFill>
            <a:ln>
              <a:noFill/>
            </a:ln>
            <a:effectLst>
              <a:outerShdw blurRad="76200" dist="19050" dir="5400000" algn="t" rotWithShape="0">
                <a:schemeClr val="tx2">
                  <a:alpha val="8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" name="포인트 막대"/>
            <p:cNvSpPr/>
            <p:nvPr/>
          </p:nvSpPr>
          <p:spPr>
            <a:xfrm>
              <a:off x="731520" y="1938528"/>
              <a:ext cx="64008" cy="3346704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" name="칸 제목 알약"/>
            <p:cNvSpPr/>
            <p:nvPr/>
          </p:nvSpPr>
          <p:spPr>
            <a:xfrm>
              <a:off x="914400" y="2011680"/>
              <a:ext cx="4815687" cy="59436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700" b="1" i="0" lang="ko-KR">
                  <a:solidFill>
                    <a:schemeClr val="tx1"/>
                  </a:solidFill>
                </a:rPr>
                <a:t>신랑이 신부에게</a:t>
              </a:r>
            </a:p>
          </p:txBody>
        </p:sp>
        <p:sp>
          <p:nvSpPr>
            <p:cNvPr id="9" name="칸 내용"/>
            <p:cNvSpPr txBox="1"/>
            <p:nvPr/>
          </p:nvSpPr>
          <p:spPr>
            <a:xfrm>
              <a:off x="1005840" y="2788920"/>
              <a:ext cx="4632807" cy="246888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 marL="228600" indent="-228600">
                <a:lnSpc>
                  <a:spcPct val="130000"/>
                </a:lnSpc>
                <a:spcAft>
                  <a:spcPts val="600"/>
                </a:spcAft>
                <a:buClr>
                  <a:schemeClr val="accent1"/>
                </a:buClr>
                <a:buFont typeface="Arial"/>
                <a:buChar char="•"/>
              </a:pPr>
              <a:r>
                <a:rPr sz="1500" b="0" i="0" lang="ko-KR">
                  <a:solidFill>
                    <a:schemeClr val="tx1"/>
                  </a:solidFill>
                </a:rPr>
                <a:t>하고 싶은 말을 적어 주세요</a:t>
              </a:r>
            </a:p>
          </p:txBody>
        </p:sp>
      </p:grpSp>
      <p:grpSp>
        <p:nvGrpSpPr>
          <p:cNvPr id="10" name="오른쪽 칸"/>
          <p:cNvGrpSpPr/>
          <p:nvPr/>
        </p:nvGrpSpPr>
        <p:grpSpPr>
          <a:xfrm>
            <a:off x="6278727" y="1828800"/>
            <a:ext cx="5181447" cy="3566160"/>
            <a:chOff x="6278727" y="1828800"/>
            <a:chExt cx="5181447" cy="3566160"/>
          </a:xfrm>
        </p:grpSpPr>
        <p:sp>
          <p:nvSpPr>
            <p:cNvPr id="11" name="칸 바탕"/>
            <p:cNvSpPr/>
            <p:nvPr/>
          </p:nvSpPr>
          <p:spPr>
            <a:xfrm>
              <a:off x="6278727" y="1828800"/>
              <a:ext cx="5181447" cy="3566160"/>
            </a:xfrm>
            <a:prstGeom prst="roundRect">
              <a:avLst>
                <a:gd name="adj" fmla="val 3000"/>
              </a:avLst>
            </a:prstGeom>
            <a:solidFill>
              <a:schemeClr val="bg1"/>
            </a:solidFill>
            <a:ln>
              <a:noFill/>
            </a:ln>
            <a:effectLst>
              <a:outerShdw blurRad="76200" dist="19050" dir="5400000" algn="t" rotWithShape="0">
                <a:schemeClr val="tx2">
                  <a:alpha val="8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2" name="포인트 막대"/>
            <p:cNvSpPr/>
            <p:nvPr/>
          </p:nvSpPr>
          <p:spPr>
            <a:xfrm>
              <a:off x="6278727" y="1938528"/>
              <a:ext cx="64008" cy="3346704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3" name="칸 제목 알약"/>
            <p:cNvSpPr/>
            <p:nvPr/>
          </p:nvSpPr>
          <p:spPr>
            <a:xfrm>
              <a:off x="6461607" y="2011680"/>
              <a:ext cx="4815687" cy="594360"/>
            </a:xfrm>
            <a:prstGeom prst="roundRect">
              <a:avLst>
                <a:gd name="adj" fmla="val 50000"/>
              </a:avLst>
            </a:prstGeom>
            <a:solidFill>
              <a:schemeClr val="tx2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700" b="1" i="0" lang="ko-KR">
                  <a:solidFill>
                    <a:schemeClr val="bg1"/>
                  </a:solidFill>
                </a:rPr>
                <a:t>신부가 신랑에게</a:t>
              </a:r>
            </a:p>
          </p:txBody>
        </p:sp>
        <p:sp>
          <p:nvSpPr>
            <p:cNvPr id="14" name="칸 내용"/>
            <p:cNvSpPr txBox="1"/>
            <p:nvPr/>
          </p:nvSpPr>
          <p:spPr>
            <a:xfrm>
              <a:off x="6553047" y="2788920"/>
              <a:ext cx="4632807" cy="246888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 marL="228600" indent="-228600">
                <a:lnSpc>
                  <a:spcPct val="130000"/>
                </a:lnSpc>
                <a:spcAft>
                  <a:spcPts val="600"/>
                </a:spcAft>
                <a:buClr>
                  <a:schemeClr val="accent1"/>
                </a:buClr>
                <a:buFont typeface="Arial"/>
                <a:buChar char="•"/>
              </a:pPr>
              <a:r>
                <a:rPr sz="1500" b="0" i="0" lang="ko-KR">
                  <a:solidFill>
                    <a:schemeClr val="tx1"/>
                  </a:solidFill>
                </a:rPr>
                <a:t>하고 싶은 말을 적어 주세요</a:t>
              </a:r>
            </a:p>
          </p:txBody>
        </p:sp>
      </p:grp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450"/>
                            </p:stCondLst>
                            <p:childTnLst>
                              <p:par>
                                <p:cTn id="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GALLERY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웨딩 사진</a:t>
            </a:r>
          </a:p>
        </p:txBody>
      </p:sp>
      <p:sp>
        <p:nvSpPr>
          <p:cNvPr id="13" name="사진 바탕 1"/>
          <p:cNvSpPr/>
          <p:nvPr/>
        </p:nvSpPr>
        <p:spPr>
          <a:xfrm>
            <a:off x="731520" y="1828800"/>
            <a:ext cx="3442106" cy="2071116"/>
          </a:xfrm>
          <a:prstGeom prst="roundRect">
            <a:avLst>
              <a:gd name="adj" fmla="val 6000"/>
            </a:avLst>
          </a:prstGeom>
          <a:solidFill>
            <a:schemeClr val="bg1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1</a:t>
            </a:r>
          </a:p>
        </p:txBody>
      </p:sp>
      <p:sp>
        <p:nvSpPr>
          <p:cNvPr id="4" name="Picture Placeholder 3" descr="사진 자리 — 아이콘을 누르면 사진을 넣을 수 있어요"/>
          <p:cNvSpPr>
            <a:spLocks noGrp="1"/>
          </p:cNvSpPr>
          <p:nvPr>
            <p:ph type="pic" idx="13" sz="quarter"/>
          </p:nvPr>
        </p:nvSpPr>
        <p:spPr>
          <a:xfrm>
            <a:off x="731520" y="1828800"/>
            <a:ext cx="3442106" cy="2071116"/>
          </a:xfrm>
          <a:prstGeom prst="roundRect">
            <a:avLst>
              <a:gd name="adj" fmla="val 6000"/>
            </a:avLst>
          </a:prstGeom>
        </p:spPr>
      </p:sp>
      <p:sp>
        <p:nvSpPr>
          <p:cNvPr id="14" name="사진 바탕 2"/>
          <p:cNvSpPr/>
          <p:nvPr/>
        </p:nvSpPr>
        <p:spPr>
          <a:xfrm>
            <a:off x="4374794" y="1828800"/>
            <a:ext cx="3442106" cy="2071116"/>
          </a:xfrm>
          <a:prstGeom prst="roundRect">
            <a:avLst>
              <a:gd name="adj" fmla="val 6000"/>
            </a:avLst>
          </a:prstGeom>
          <a:solidFill>
            <a:schemeClr val="bg1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2</a:t>
            </a:r>
          </a:p>
        </p:txBody>
      </p:sp>
      <p:sp>
        <p:nvSpPr>
          <p:cNvPr id="5" name="Picture Placeholder 4" descr="사진 자리 — 아이콘을 누르면 사진을 넣을 수 있어요"/>
          <p:cNvSpPr>
            <a:spLocks noGrp="1"/>
          </p:cNvSpPr>
          <p:nvPr>
            <p:ph type="pic" idx="14" sz="quarter"/>
          </p:nvPr>
        </p:nvSpPr>
        <p:spPr>
          <a:xfrm>
            <a:off x="4374794" y="1828800"/>
            <a:ext cx="3442106" cy="2071116"/>
          </a:xfrm>
          <a:prstGeom prst="roundRect">
            <a:avLst>
              <a:gd name="adj" fmla="val 6000"/>
            </a:avLst>
          </a:prstGeom>
        </p:spPr>
      </p:sp>
      <p:sp>
        <p:nvSpPr>
          <p:cNvPr id="15" name="사진 바탕 3"/>
          <p:cNvSpPr/>
          <p:nvPr/>
        </p:nvSpPr>
        <p:spPr>
          <a:xfrm>
            <a:off x="8018068" y="1828800"/>
            <a:ext cx="3442106" cy="2071116"/>
          </a:xfrm>
          <a:prstGeom prst="roundRect">
            <a:avLst>
              <a:gd name="adj" fmla="val 6000"/>
            </a:avLst>
          </a:prstGeom>
          <a:solidFill>
            <a:schemeClr val="bg1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3</a:t>
            </a:r>
          </a:p>
        </p:txBody>
      </p:sp>
      <p:sp>
        <p:nvSpPr>
          <p:cNvPr id="6" name="Picture Placeholder 5" descr="사진 자리 — 아이콘을 누르면 사진을 넣을 수 있어요"/>
          <p:cNvSpPr>
            <a:spLocks noGrp="1"/>
          </p:cNvSpPr>
          <p:nvPr>
            <p:ph type="pic" idx="15" sz="quarter"/>
          </p:nvPr>
        </p:nvSpPr>
        <p:spPr>
          <a:xfrm>
            <a:off x="8018068" y="1828800"/>
            <a:ext cx="3442106" cy="2071116"/>
          </a:xfrm>
          <a:prstGeom prst="roundRect">
            <a:avLst>
              <a:gd name="adj" fmla="val 6000"/>
            </a:avLst>
          </a:prstGeom>
        </p:spPr>
      </p:sp>
      <p:sp>
        <p:nvSpPr>
          <p:cNvPr id="16" name="사진 바탕 4"/>
          <p:cNvSpPr/>
          <p:nvPr/>
        </p:nvSpPr>
        <p:spPr>
          <a:xfrm>
            <a:off x="731520" y="4101084"/>
            <a:ext cx="3442106" cy="2071116"/>
          </a:xfrm>
          <a:prstGeom prst="roundRect">
            <a:avLst>
              <a:gd name="adj" fmla="val 6000"/>
            </a:avLst>
          </a:prstGeom>
          <a:solidFill>
            <a:schemeClr val="bg1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4</a:t>
            </a:r>
          </a:p>
        </p:txBody>
      </p:sp>
      <p:sp>
        <p:nvSpPr>
          <p:cNvPr id="7" name="Picture Placeholder 6" descr="사진 자리 — 아이콘을 누르면 사진을 넣을 수 있어요"/>
          <p:cNvSpPr>
            <a:spLocks noGrp="1"/>
          </p:cNvSpPr>
          <p:nvPr>
            <p:ph type="pic" idx="16" sz="quarter"/>
          </p:nvPr>
        </p:nvSpPr>
        <p:spPr>
          <a:xfrm>
            <a:off x="731520" y="4101084"/>
            <a:ext cx="3442106" cy="2071116"/>
          </a:xfrm>
          <a:prstGeom prst="roundRect">
            <a:avLst>
              <a:gd name="adj" fmla="val 6000"/>
            </a:avLst>
          </a:prstGeom>
        </p:spPr>
      </p:sp>
      <p:sp>
        <p:nvSpPr>
          <p:cNvPr id="17" name="사진 바탕 5"/>
          <p:cNvSpPr/>
          <p:nvPr/>
        </p:nvSpPr>
        <p:spPr>
          <a:xfrm>
            <a:off x="4374794" y="4101084"/>
            <a:ext cx="3442106" cy="2071116"/>
          </a:xfrm>
          <a:prstGeom prst="roundRect">
            <a:avLst>
              <a:gd name="adj" fmla="val 6000"/>
            </a:avLst>
          </a:prstGeom>
          <a:solidFill>
            <a:schemeClr val="bg1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5</a:t>
            </a:r>
          </a:p>
        </p:txBody>
      </p:sp>
      <p:sp>
        <p:nvSpPr>
          <p:cNvPr id="8" name="Picture Placeholder 7" descr="사진 자리 — 아이콘을 누르면 사진을 넣을 수 있어요"/>
          <p:cNvSpPr>
            <a:spLocks noGrp="1"/>
          </p:cNvSpPr>
          <p:nvPr>
            <p:ph type="pic" idx="17" sz="quarter"/>
          </p:nvPr>
        </p:nvSpPr>
        <p:spPr>
          <a:xfrm>
            <a:off x="4374794" y="4101084"/>
            <a:ext cx="3442106" cy="2071116"/>
          </a:xfrm>
          <a:prstGeom prst="roundRect">
            <a:avLst>
              <a:gd name="adj" fmla="val 6000"/>
            </a:avLst>
          </a:prstGeom>
        </p:spPr>
      </p:sp>
      <p:sp>
        <p:nvSpPr>
          <p:cNvPr id="18" name="사진 바탕 6"/>
          <p:cNvSpPr/>
          <p:nvPr/>
        </p:nvSpPr>
        <p:spPr>
          <a:xfrm>
            <a:off x="8018068" y="4101084"/>
            <a:ext cx="3442106" cy="2071116"/>
          </a:xfrm>
          <a:prstGeom prst="roundRect">
            <a:avLst>
              <a:gd name="adj" fmla="val 6000"/>
            </a:avLst>
          </a:prstGeom>
          <a:solidFill>
            <a:schemeClr val="bg1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6</a:t>
            </a:r>
          </a:p>
        </p:txBody>
      </p:sp>
      <p:sp>
        <p:nvSpPr>
          <p:cNvPr id="9" name="Picture Placeholder 8" descr="사진 자리 — 아이콘을 누르면 사진을 넣을 수 있어요"/>
          <p:cNvSpPr>
            <a:spLocks noGrp="1"/>
          </p:cNvSpPr>
          <p:nvPr>
            <p:ph type="pic" idx="18" sz="quarter"/>
          </p:nvPr>
        </p:nvSpPr>
        <p:spPr>
          <a:xfrm>
            <a:off x="8018068" y="4101084"/>
            <a:ext cx="3442106" cy="2071116"/>
          </a:xfrm>
          <a:prstGeom prst="roundRect">
            <a:avLst>
              <a:gd name="adj" fmla="val 6000"/>
            </a:avLst>
          </a:prstGeom>
        </p:spPr>
      </p:sp>
      <p:sp>
        <p:nvSpPr>
          <p:cNvPr id="12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0F61FD-3DD0-41C1-BE48-CCEFD2483BF0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  <p:transition spd="med">
    <p:fade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VOW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서로에게 한마디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AFB41A-58E6-4305-8FCE-E3428B89ADCC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  <p:transition spd="med">
    <p:fade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WINTER  ·  WEDDING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와 주셔서 고맙습니다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/>
              <a:t>잘 살겠습니다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rPr lang="ko-KR"/>
              <a:t>신랑 이름 ♥ 신부 이름</a:t>
            </a: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결혼식 슬라이드(소개 중심)">
  <a:themeElements>
    <a:clrScheme name="결혼식 슬라이드(소개 중심)">
      <a:dk1>
        <a:srgbClr val="2B2724"/>
      </a:dk1>
      <a:lt1>
        <a:srgbClr val="FFFFFF"/>
      </a:lt1>
      <a:dk2>
        <a:srgbClr val="493A64"/>
      </a:dk2>
      <a:lt2>
        <a:srgbClr val="EBF4F7"/>
      </a:lt2>
      <a:accent1>
        <a:srgbClr val="89BCCC"/>
      </a:accent1>
      <a:accent2>
        <a:srgbClr val="BDAA8F"/>
      </a:accent2>
      <a:accent3>
        <a:srgbClr val="2C464E"/>
      </a:accent3>
      <a:accent4>
        <a:srgbClr val="CEE6EE"/>
      </a:accent4>
      <a:accent5>
        <a:srgbClr val="B5A3E0"/>
      </a:accent5>
      <a:accent6>
        <a:srgbClr val="BCE6CC"/>
      </a:accent6>
      <a:hlink>
        <a:srgbClr val="493A64"/>
      </a:hlink>
      <a:folHlink>
        <a:srgbClr val="2C464E"/>
      </a:folHlink>
    </a:clrScheme>
    <a:fontScheme name="결혼식 슬라이드(소개 중심)">
      <a:majorFont>
        <a:latin typeface="Bookman Old Style"/>
        <a:ea typeface="바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결혼식 슬라이드(소개 중심)</dc:title>
  <dc:subject>결혼식 상영용 슬라이드 · 소개 중심</dc:subject>
  <dc:creator>우체국보험 상담 안내</dc:creator>
  <cp:keywords>결혼식,웨딩,PPT</cp:keywords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템플릿</cp:category>
  <dc:language>ko-KR</dc:language>
</cp:coreProperties>
</file>