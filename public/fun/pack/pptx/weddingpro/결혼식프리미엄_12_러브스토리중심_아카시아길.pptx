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70BD1ED-9963-42D8-8283-FB8D1DC7FD9A}">
          <p14:sldIdLst>
            <p14:sldId id="256"/>
          </p14:sldIdLst>
        </p14:section>
        <p14:section name="본문" id="{7518AA16-F1C7-41EE-B3CF-7496322E3E3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05B9304-CA2C-4A10-AB4B-9E6784166D8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4023250" y="3063240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A5D59D6-003A-4B7B-B1F6-DCAD62C1E3E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4023250" y="3063240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E8687F6-6DC2-4700-AA30-7709971A238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Donut 3"/>
            <p:cNvSpPr/>
            <p:nvPr/>
          </p:nvSpPr>
          <p:spPr>
            <a:xfrm>
              <a:off x="571500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Donut 5"/>
            <p:cNvSpPr/>
            <p:nvPr/>
          </p:nvSpPr>
          <p:spPr>
            <a:xfrm>
              <a:off x="11300155" y="62407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016123-4961-4175-BFD5-348D8AB0232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아카시아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데이트는 서툴렀지만 즐거웠습니다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BB13-3BCB-41E2-8BCA-B457C2788F9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3F71-9C67-4492-B8B5-D0674F027C87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82E47-D2C5-4A2A-A3F6-750E8173E10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B23FC-AC39-4749-BB06-831E31FE862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E8FB-6E30-4A7A-8F1D-EFFCB49375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아카시아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3A6448"/>
      </a:dk2>
      <a:lt2>
        <a:srgbClr val="F2F9E4"/>
      </a:lt2>
      <a:accent1>
        <a:srgbClr val="B7D873"/>
      </a:accent1>
      <a:accent2>
        <a:srgbClr val="957CC5"/>
      </a:accent2>
      <a:accent3>
        <a:srgbClr val="434E2C"/>
      </a:accent3>
      <a:accent4>
        <a:srgbClr val="E5F4C7"/>
      </a:accent4>
      <a:accent5>
        <a:srgbClr val="A3E0BA"/>
      </a:accent5>
      <a:accent6>
        <a:srgbClr val="E6D0BC"/>
      </a:accent6>
      <a:hlink>
        <a:srgbClr val="3A6448"/>
      </a:hlink>
      <a:folHlink>
        <a:srgbClr val="434E2C"/>
      </a:folHlink>
    </a:clrScheme>
    <a:fontScheme name="결혼식 슬라이드(러브스토리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