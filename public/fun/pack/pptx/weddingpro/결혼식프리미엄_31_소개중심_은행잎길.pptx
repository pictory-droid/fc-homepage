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77688AA-D6E1-4999-ACC7-8EBE38810EAB}">
          <p14:sldIdLst>
            <p14:sldId id="256"/>
          </p14:sldIdLst>
        </p14:section>
        <p14:section name="본문" id="{83D5CD03-6A17-405D-A962-6130A1748AF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4C9F27E-D029-4D16-A68B-18F7DC692CB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D5B287FC-0800-452B-A530-DF2FCE45EBF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AF00E60-9F53-4FD1-AF94-0F12BE472BC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8C4FBAF-49EF-4F14-9CA6-35B4D8A35E5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931255" y="5212080"/>
            <a:ext cx="329184" cy="548640"/>
            <a:chOff x="5931255" y="5212080"/>
            <a:chExt cx="329184" cy="548640"/>
          </a:xfrm>
        </p:grpSpPr>
        <p:sp>
          <p:nvSpPr>
            <p:cNvPr id="7" name="Moon 6"/>
            <p:cNvSpPr/>
            <p:nvPr/>
          </p:nvSpPr>
          <p:spPr>
            <a:xfrm>
              <a:off x="5931255" y="5212080"/>
              <a:ext cx="329184" cy="548640"/>
            </a:xfrm>
            <a:prstGeom prst="mo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작게 하지만 정성껏 준비했습니다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F789-2D70-4E32-A9A5-73AC821899B7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534-E7A0-48F4-BED9-AB45864A0A63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2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FC51-F336-43E9-B9EC-890B185EB673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2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1E64F-65A3-4220-9730-795F2F19BD0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54135-87BB-41A7-B4BE-9795FACAD78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4A643A"/>
      </a:dk2>
      <a:lt2>
        <a:srgbClr val="F5F2E2"/>
      </a:lt2>
      <a:accent1>
        <a:srgbClr val="CFBF7C"/>
      </a:accent1>
      <a:accent2>
        <a:srgbClr val="83ACBE"/>
      </a:accent2>
      <a:accent3>
        <a:srgbClr val="4E472C"/>
      </a:accent3>
      <a:accent4>
        <a:srgbClr val="F0E9CB"/>
      </a:accent4>
      <a:accent5>
        <a:srgbClr val="ADE0A3"/>
      </a:accent5>
      <a:accent6>
        <a:srgbClr val="E6BCBF"/>
      </a:accent6>
      <a:hlink>
        <a:srgbClr val="4A643A"/>
      </a:hlink>
      <a:folHlink>
        <a:srgbClr val="4E472C"/>
      </a:folHlink>
    </a:clrScheme>
    <a:fontScheme name="결혼식 슬라이드(소개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