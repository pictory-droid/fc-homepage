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19167C0-B8C0-4D26-AC31-DA66ADA66AE0}">
          <p14:sldIdLst>
            <p14:sldId id="256"/>
          </p14:sldIdLst>
        </p14:section>
        <p14:section name="본문" id="{182E0839-5732-4475-BC9B-0238AA8EDE5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3A852E9-0103-4FAA-98B4-A631A1E9D02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9F5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94EF5F4D-7F63-4504-BC7A-7B497256DC45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9F5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E8DD017-0F4D-413C-A7D4-00B730A93FF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1D6223F-DC86-4FC1-9402-208C9969620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NOIR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대중교통으로 오시는 게 편합니다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BFDE-5C19-4F83-B652-637E1AEDD7FC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6635343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0446-ED99-4E93-B32F-71CF6F69EA5C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F809E-D004-4B9B-9954-A556D963AC3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E8816-B061-44B9-8C57-4DD693490C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C3B63-E2C8-42EE-ABD6-ABB436A6E3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NOIR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FCF9F5"/>
      </a:dk1>
      <a:lt1>
        <a:srgbClr val="1F1D1C"/>
      </a:lt1>
      <a:dk2>
        <a:srgbClr val="F3EBDD"/>
      </a:dk2>
      <a:lt2>
        <a:srgbClr val="131211"/>
      </a:lt2>
      <a:accent1>
        <a:srgbClr val="D9C39A"/>
      </a:accent1>
      <a:accent2>
        <a:srgbClr val="A58D68"/>
      </a:accent2>
      <a:accent3>
        <a:srgbClr val="0C0B0B"/>
      </a:accent3>
      <a:accent4>
        <a:srgbClr val="2E2C29"/>
      </a:accent4>
      <a:accent5>
        <a:srgbClr val="E6D3AB"/>
      </a:accent5>
      <a:accent6>
        <a:srgbClr val="79684E"/>
      </a:accent6>
      <a:hlink>
        <a:srgbClr val="F3EBDD"/>
      </a:hlink>
      <a:folHlink>
        <a:srgbClr val="0C0B0B"/>
      </a:folHlink>
    </a:clrScheme>
    <a:fontScheme name="결혼식 슬라이드(오시는 길 중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