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D363D3A-C888-452D-8FFF-5DDE2AFBF2FA}">
          <p14:sldIdLst>
            <p14:sldId id="256"/>
          </p14:sldIdLst>
        </p14:section>
        <p14:section name="본문" id="{125D157E-AC49-4F36-9413-222D52300A4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2477942-EA4B-439C-86F3-52100C4CFDA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48A59E4-C124-40A1-AB3F-EC8A978853C3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CF9F5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8858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669B430-850A-4F44-A00B-D820C2C4001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3C2950E-E77F-4F2D-886D-5223AE9E7F1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눈이 오면 대중교통이 편합니다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75DE1-AB37-40E0-B942-83AE7F06DEF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FA67-C4C8-4828-857C-1561BBDC1D75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F5EE1-2CDA-4E64-8F83-07EA645391D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49E7B-AEA5-4135-AEF9-CAFA6AEB6C8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E5CEF-BB71-49B8-9986-8B4130F3BA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NOIR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FCF9F5"/>
      </a:dk1>
      <a:lt1>
        <a:srgbClr val="1F1D1C"/>
      </a:lt1>
      <a:dk2>
        <a:srgbClr val="F3EBDD"/>
      </a:dk2>
      <a:lt2>
        <a:srgbClr val="131211"/>
      </a:lt2>
      <a:accent1>
        <a:srgbClr val="D9C39A"/>
      </a:accent1>
      <a:accent2>
        <a:srgbClr val="A58D68"/>
      </a:accent2>
      <a:accent3>
        <a:srgbClr val="0C0B0B"/>
      </a:accent3>
      <a:accent4>
        <a:srgbClr val="2E2C29"/>
      </a:accent4>
      <a:accent5>
        <a:srgbClr val="E6D3AB"/>
      </a:accent5>
      <a:accent6>
        <a:srgbClr val="79684E"/>
      </a:accent6>
      <a:hlink>
        <a:srgbClr val="F3EBDD"/>
      </a:hlink>
      <a:folHlink>
        <a:srgbClr val="0C0B0B"/>
      </a:folHlink>
    </a:clrScheme>
    <a:fontScheme name="결혼식 슬라이드(오시는 길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