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122E33C0-E9B1-42AC-9752-2A7587C69321}">
          <p14:sldIdLst>
            <p14:sldId id="256"/>
          </p14:sldIdLst>
        </p14:section>
        <p14:section name="본문" id="{215B6A5F-D739-40FA-AF51-70A3B4A0C47B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592BD1DB-C5E7-4446-B812-0762D2ED652A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자리에 두 사람의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서로에게 하고 싶은 말을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3367963" y="891539"/>
            <a:ext cx="5455767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3367963" y="1275587"/>
            <a:ext cx="5455767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3367963" y="2948939"/>
            <a:ext cx="5455767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2743145" y="5554980"/>
            <a:ext cx="6705404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편지지"/>
          <p:cNvSpPr/>
          <p:nvPr/>
        </p:nvSpPr>
        <p:spPr>
          <a:xfrm>
            <a:off x="3047923" y="617219"/>
            <a:ext cx="6095847" cy="493775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봉투 앞면"/>
          <p:cNvSpPr/>
          <p:nvPr/>
        </p:nvSpPr>
        <p:spPr>
          <a:xfrm>
            <a:off x="2194505" y="3291839"/>
            <a:ext cx="7802685" cy="3291840"/>
          </a:xfrm>
          <a:custGeom>
            <a:avLst/>
            <a:gdLst/>
            <a:ahLst/>
            <a:cxnLst/>
            <a:rect l="l" t="t" r="r" b="b"/>
            <a:pathLst>
              <a:path w="7802685" h="3291840">
                <a:moveTo>
                  <a:pt x="0" y="0"/>
                </a:moveTo>
                <a:lnTo>
                  <a:pt x="3901342" y="1508761"/>
                </a:lnTo>
                <a:lnTo>
                  <a:pt x="7802685" y="0"/>
                </a:lnTo>
                <a:lnTo>
                  <a:pt x="7802685" y="3291840"/>
                </a:lnTo>
                <a:lnTo>
                  <a:pt x="0" y="329184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194505" y="3291839"/>
            <a:ext cx="3901342" cy="1508761"/>
          </a:xfrm>
          <a:prstGeom prst="line">
            <a:avLst/>
          </a:prstGeom>
          <a:ln w="19050" cap="rnd">
            <a:solidFill>
              <a:schemeClr val="bg1"/>
            </a:solidFill>
          </a:ln>
        </p:spPr>
      </p:cxnSp>
      <p:cxnSp>
        <p:nvCxnSpPr>
          <p:cNvPr id="5" name="Connector 4"/>
          <p:cNvCxnSpPr/>
          <p:nvPr/>
        </p:nvCxnSpPr>
        <p:spPr>
          <a:xfrm flipH="1">
            <a:off x="6095847" y="3291839"/>
            <a:ext cx="3901343" cy="1508761"/>
          </a:xfrm>
          <a:prstGeom prst="line">
            <a:avLst/>
          </a:prstGeom>
          <a:ln w="19050" cap="rnd">
            <a:solidFill>
              <a:schemeClr val="bg1"/>
            </a:solidFill>
          </a:ln>
        </p:spPr>
      </p:cxnSp>
      <p:sp>
        <p:nvSpPr>
          <p:cNvPr id="6" name="봉인"/>
          <p:cNvSpPr/>
          <p:nvPr/>
        </p:nvSpPr>
        <p:spPr>
          <a:xfrm>
            <a:off x="5684367" y="4389120"/>
            <a:ext cx="822959" cy="822959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7" name="봉인 하트"/>
          <p:cNvSpPr/>
          <p:nvPr/>
        </p:nvSpPr>
        <p:spPr>
          <a:xfrm>
            <a:off x="5944971" y="4663440"/>
            <a:ext cx="301751" cy="274320"/>
          </a:xfrm>
          <a:prstGeom prst="hear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274320"/>
            <a:ext cx="11277295" cy="2743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3535527" y="594360"/>
            <a:ext cx="5120640" cy="8686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CA92C640-9A47-4691-B015-9AD371A5C4EC}" type="slidenum">
              <a:rPr lang="en-US"/>
              <a:t>‹#›</a:t>
            </a:fld>
          </a:p>
        </p:txBody>
      </p:sp>
      <p:sp>
        <p:nvSpPr>
          <p:cNvPr id="2" name="제목 알약"/>
          <p:cNvSpPr/>
          <p:nvPr/>
        </p:nvSpPr>
        <p:spPr>
          <a:xfrm>
            <a:off x="3261207" y="594360"/>
            <a:ext cx="5669280" cy="8686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3" name="테마 장식"/>
          <p:cNvGrpSpPr/>
          <p:nvPr/>
        </p:nvGrpSpPr>
        <p:grpSpPr>
          <a:xfrm>
            <a:off x="552297" y="6330391"/>
            <a:ext cx="358445" cy="140817"/>
            <a:chOff x="552297" y="6330391"/>
            <a:chExt cx="358445" cy="140817"/>
          </a:xfrm>
        </p:grpSpPr>
        <p:sp>
          <p:nvSpPr>
            <p:cNvPr id="4" name="Isosceles Triangle 3"/>
            <p:cNvSpPr/>
            <p:nvPr/>
          </p:nvSpPr>
          <p:spPr>
            <a:xfrm rot="5400000">
              <a:off x="552297" y="6330391"/>
              <a:ext cx="160020" cy="140817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Isosceles Triangle 4"/>
            <p:cNvSpPr/>
            <p:nvPr/>
          </p:nvSpPr>
          <p:spPr>
            <a:xfrm rot="16200000">
              <a:off x="750722" y="6330391"/>
              <a:ext cx="160020" cy="140817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699516" y="6368796"/>
              <a:ext cx="64007" cy="6400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" name="테마 장식"/>
          <p:cNvGrpSpPr/>
          <p:nvPr/>
        </p:nvGrpSpPr>
        <p:grpSpPr>
          <a:xfrm>
            <a:off x="11280952" y="6330391"/>
            <a:ext cx="358445" cy="140817"/>
            <a:chOff x="11280952" y="6330391"/>
            <a:chExt cx="358445" cy="140817"/>
          </a:xfrm>
        </p:grpSpPr>
        <p:sp>
          <p:nvSpPr>
            <p:cNvPr id="8" name="Isosceles Triangle 7"/>
            <p:cNvSpPr/>
            <p:nvPr/>
          </p:nvSpPr>
          <p:spPr>
            <a:xfrm rot="5400000">
              <a:off x="11280952" y="6330391"/>
              <a:ext cx="160020" cy="140817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Isosceles Triangle 8"/>
            <p:cNvSpPr/>
            <p:nvPr/>
          </p:nvSpPr>
          <p:spPr>
            <a:xfrm rot="16200000">
              <a:off x="11479377" y="6330391"/>
              <a:ext cx="160020" cy="140817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Oval 9"/>
            <p:cNvSpPr/>
            <p:nvPr/>
          </p:nvSpPr>
          <p:spPr>
            <a:xfrm>
              <a:off x="11428171" y="6368796"/>
              <a:ext cx="64007" cy="6400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3367963" y="891539"/>
            <a:ext cx="5455767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3367963" y="1275587"/>
            <a:ext cx="5455767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3367963" y="2948939"/>
            <a:ext cx="5455767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2743145" y="5554980"/>
            <a:ext cx="6705404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편지지"/>
          <p:cNvSpPr/>
          <p:nvPr/>
        </p:nvSpPr>
        <p:spPr>
          <a:xfrm>
            <a:off x="3047923" y="617219"/>
            <a:ext cx="6095847" cy="493775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봉투 앞면"/>
          <p:cNvSpPr/>
          <p:nvPr/>
        </p:nvSpPr>
        <p:spPr>
          <a:xfrm>
            <a:off x="2194505" y="3291839"/>
            <a:ext cx="7802685" cy="3291840"/>
          </a:xfrm>
          <a:custGeom>
            <a:avLst/>
            <a:gdLst/>
            <a:ahLst/>
            <a:cxnLst/>
            <a:rect l="l" t="t" r="r" b="b"/>
            <a:pathLst>
              <a:path w="7802685" h="3291840">
                <a:moveTo>
                  <a:pt x="0" y="0"/>
                </a:moveTo>
                <a:lnTo>
                  <a:pt x="3901342" y="1508761"/>
                </a:lnTo>
                <a:lnTo>
                  <a:pt x="7802685" y="0"/>
                </a:lnTo>
                <a:lnTo>
                  <a:pt x="7802685" y="3291840"/>
                </a:lnTo>
                <a:lnTo>
                  <a:pt x="0" y="329184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194505" y="3291839"/>
            <a:ext cx="3901342" cy="1508761"/>
          </a:xfrm>
          <a:prstGeom prst="line">
            <a:avLst/>
          </a:prstGeom>
          <a:ln w="19050" cap="rnd">
            <a:solidFill>
              <a:schemeClr val="bg1"/>
            </a:solidFill>
          </a:ln>
        </p:spPr>
      </p:cxnSp>
      <p:cxnSp>
        <p:nvCxnSpPr>
          <p:cNvPr id="5" name="Connector 4"/>
          <p:cNvCxnSpPr/>
          <p:nvPr/>
        </p:nvCxnSpPr>
        <p:spPr>
          <a:xfrm flipH="1">
            <a:off x="6095847" y="3291839"/>
            <a:ext cx="3901343" cy="1508761"/>
          </a:xfrm>
          <a:prstGeom prst="line">
            <a:avLst/>
          </a:prstGeom>
          <a:ln w="19050" cap="rnd">
            <a:solidFill>
              <a:schemeClr val="bg1"/>
            </a:solidFill>
          </a:ln>
        </p:spPr>
      </p:cxnSp>
      <p:sp>
        <p:nvSpPr>
          <p:cNvPr id="6" name="봉인"/>
          <p:cNvSpPr/>
          <p:nvPr/>
        </p:nvSpPr>
        <p:spPr>
          <a:xfrm>
            <a:off x="5684367" y="4389120"/>
            <a:ext cx="822959" cy="822959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7" name="봉인 하트"/>
          <p:cNvSpPr/>
          <p:nvPr/>
        </p:nvSpPr>
        <p:spPr>
          <a:xfrm>
            <a:off x="5944971" y="4663440"/>
            <a:ext cx="301751" cy="274320"/>
          </a:xfrm>
          <a:prstGeom prst="hear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274320"/>
            <a:ext cx="11277295" cy="2743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3535527" y="594360"/>
            <a:ext cx="5120640" cy="8686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7031CF21-A6BE-49C4-A5DF-D39221F1C017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제목 알약"/>
          <p:cNvSpPr/>
          <p:nvPr/>
        </p:nvSpPr>
        <p:spPr>
          <a:xfrm>
            <a:off x="3261207" y="594360"/>
            <a:ext cx="5669280" cy="8686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3" name="테마 장식"/>
          <p:cNvGrpSpPr/>
          <p:nvPr/>
        </p:nvGrpSpPr>
        <p:grpSpPr>
          <a:xfrm>
            <a:off x="552297" y="6330391"/>
            <a:ext cx="358445" cy="140817"/>
            <a:chOff x="552297" y="6330391"/>
            <a:chExt cx="358445" cy="140817"/>
          </a:xfrm>
        </p:grpSpPr>
        <p:sp>
          <p:nvSpPr>
            <p:cNvPr id="4" name="Isosceles Triangle 3"/>
            <p:cNvSpPr/>
            <p:nvPr/>
          </p:nvSpPr>
          <p:spPr>
            <a:xfrm rot="5400000">
              <a:off x="552297" y="6330391"/>
              <a:ext cx="160020" cy="140817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Isosceles Triangle 4"/>
            <p:cNvSpPr/>
            <p:nvPr/>
          </p:nvSpPr>
          <p:spPr>
            <a:xfrm rot="16200000">
              <a:off x="750722" y="6330391"/>
              <a:ext cx="160020" cy="140817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699516" y="6368796"/>
              <a:ext cx="64007" cy="6400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" name="테마 장식"/>
          <p:cNvGrpSpPr/>
          <p:nvPr/>
        </p:nvGrpSpPr>
        <p:grpSpPr>
          <a:xfrm>
            <a:off x="11280952" y="6330391"/>
            <a:ext cx="358445" cy="140817"/>
            <a:chOff x="11280952" y="6330391"/>
            <a:chExt cx="358445" cy="140817"/>
          </a:xfrm>
        </p:grpSpPr>
        <p:sp>
          <p:nvSpPr>
            <p:cNvPr id="8" name="Isosceles Triangle 7"/>
            <p:cNvSpPr/>
            <p:nvPr/>
          </p:nvSpPr>
          <p:spPr>
            <a:xfrm rot="5400000">
              <a:off x="11280952" y="6330391"/>
              <a:ext cx="160020" cy="140817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Isosceles Triangle 8"/>
            <p:cNvSpPr/>
            <p:nvPr/>
          </p:nvSpPr>
          <p:spPr>
            <a:xfrm rot="16200000">
              <a:off x="11479377" y="6330391"/>
              <a:ext cx="160020" cy="140817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Oval 9"/>
            <p:cNvSpPr/>
            <p:nvPr/>
          </p:nvSpPr>
          <p:spPr>
            <a:xfrm>
              <a:off x="11428171" y="6368796"/>
              <a:ext cx="64007" cy="6400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4FB0CBE4-B587-44FE-9322-12310F400920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788609" y="5365699"/>
            <a:ext cx="614477" cy="241401"/>
            <a:chOff x="5788609" y="5365699"/>
            <a:chExt cx="614477" cy="241401"/>
          </a:xfrm>
        </p:grpSpPr>
        <p:sp>
          <p:nvSpPr>
            <p:cNvPr id="6" name="Isosceles Triangle 5"/>
            <p:cNvSpPr/>
            <p:nvPr/>
          </p:nvSpPr>
          <p:spPr>
            <a:xfrm rot="5400000">
              <a:off x="5788609" y="5365699"/>
              <a:ext cx="274320" cy="241401"/>
            </a:xfrm>
            <a:prstGeom prst="triangle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Isosceles Triangle 6"/>
            <p:cNvSpPr/>
            <p:nvPr/>
          </p:nvSpPr>
          <p:spPr>
            <a:xfrm rot="16200000">
              <a:off x="6128766" y="5365699"/>
              <a:ext cx="274320" cy="241401"/>
            </a:xfrm>
            <a:prstGeom prst="triangle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>
              <a:off x="6040983" y="5431536"/>
              <a:ext cx="109728" cy="109728"/>
            </a:xfrm>
            <a:prstGeom prst="ellips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AUTUMN  ·  WEDDING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저희 결혼합니다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단체 버스는 따로 마련했습니다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  <a:p>
            <a:r>
              <a:rPr lang="ko-KR"/>
              <a:t>0000. 00. 00 · 예식장 이름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GROOM &amp; BRIDE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신랑 · 신부 소개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2099233" y="2057400"/>
            <a:ext cx="2171700" cy="21717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2099233" y="2057400"/>
            <a:ext cx="2171700" cy="2171700"/>
          </a:xfrm>
          <a:prstGeom prst="ellipse">
            <a:avLst/>
          </a:prstGeom>
        </p:spPr>
      </p:sp>
      <p:sp>
        <p:nvSpPr>
          <p:cNvPr id="18" name="사진 바탕 2"/>
          <p:cNvSpPr/>
          <p:nvPr/>
        </p:nvSpPr>
        <p:spPr>
          <a:xfrm>
            <a:off x="7920761" y="2057400"/>
            <a:ext cx="2171700" cy="21717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7920761" y="2057400"/>
            <a:ext cx="2171700" cy="2171700"/>
          </a:xfrm>
          <a:prstGeom prst="ellipse">
            <a:avLst/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47692-C398-4A88-B725-6E673584D428}" type="slidenum">
              <a:rPr lang="en-US"/>
              <a:t>‹#›</a:t>
            </a:fld>
            <a:endParaRPr lang="en-US"/>
          </a:p>
        </p:txBody>
      </p:sp>
      <p:sp>
        <p:nvSpPr>
          <p:cNvPr id="13" name="신랑 카드"/>
          <p:cNvSpPr/>
          <p:nvPr/>
        </p:nvSpPr>
        <p:spPr>
          <a:xfrm>
            <a:off x="731520" y="1828800"/>
            <a:ext cx="4907127" cy="4274820"/>
          </a:xfrm>
          <a:prstGeom prst="roundRect">
            <a:avLst>
              <a:gd name="adj" fmla="val 5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신랑 이름"/>
          <p:cNvSpPr txBox="1"/>
          <p:nvPr/>
        </p:nvSpPr>
        <p:spPr>
          <a:xfrm>
            <a:off x="731520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신랑</a:t>
            </a:r>
          </a:p>
        </p:txBody>
      </p:sp>
      <p:sp>
        <p:nvSpPr>
          <p:cNvPr id="16" name="신랑 소개"/>
          <p:cNvSpPr txBox="1"/>
          <p:nvPr/>
        </p:nvSpPr>
        <p:spPr>
          <a:xfrm>
            <a:off x="822960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신부에게 한마디</a:t>
            </a:r>
          </a:p>
        </p:txBody>
      </p:sp>
      <p:sp>
        <p:nvSpPr>
          <p:cNvPr id="17" name="신부 카드"/>
          <p:cNvSpPr/>
          <p:nvPr/>
        </p:nvSpPr>
        <p:spPr>
          <a:xfrm>
            <a:off x="6553047" y="1828800"/>
            <a:ext cx="4907127" cy="4274820"/>
          </a:xfrm>
          <a:prstGeom prst="roundRect">
            <a:avLst>
              <a:gd name="adj" fmla="val 5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신부 이름"/>
          <p:cNvSpPr txBox="1"/>
          <p:nvPr/>
        </p:nvSpPr>
        <p:spPr>
          <a:xfrm>
            <a:off x="6553047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신부</a:t>
            </a:r>
          </a:p>
        </p:txBody>
      </p:sp>
      <p:sp>
        <p:nvSpPr>
          <p:cNvPr id="20" name="신부 소개"/>
          <p:cNvSpPr txBox="1"/>
          <p:nvPr/>
        </p:nvSpPr>
        <p:spPr>
          <a:xfrm>
            <a:off x="6644487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신랑에게 한마디</a:t>
            </a:r>
          </a:p>
        </p:txBody>
      </p:sp>
    </p:spTree>
  </p:cSld>
  <p:clrMapOvr>
    <a:masterClrMapping/>
  </p:clrMapOvr>
  <p:transition spd="med">
    <p:pull dir="r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오시는 길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6035040" cy="434340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약도 · 지도를 넣어 주세요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6035040" cy="4343400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D3D51-EBA8-44FB-A290-BC46D6AB0B0F}" type="slidenum">
              <a:rPr lang="en-US"/>
              <a:t>‹#›</a:t>
            </a:fld>
            <a:endParaRPr lang="en-US"/>
          </a:p>
        </p:txBody>
      </p:sp>
      <p:graphicFrame>
        <p:nvGraphicFramePr>
          <p:cNvPr id="14" name="표"/>
          <p:cNvGraphicFramePr>
            <a:graphicFrameLocks noGrp="1"/>
          </p:cNvGraphicFramePr>
          <p:nvPr/>
        </p:nvGraphicFramePr>
        <p:xfrm>
          <a:off x="7132320" y="1828800"/>
          <a:ext cx="4327855" cy="32918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371600"/>
                <a:gridCol w="2956255"/>
              </a:tblGrid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예식장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주소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일시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연락처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ll dir="r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GUIDE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교통 안내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13EDB-95ED-4B81-92FE-E4054B85D43F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566160"/>
            <a:chOff x="731520" y="1828800"/>
            <a:chExt cx="3393338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56616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지하철</a:t>
              </a:r>
            </a:p>
          </p:txBody>
        </p:sp>
        <p:sp>
          <p:nvSpPr>
            <p:cNvPr id="9" name="카드 내용"/>
            <p:cNvSpPr txBox="1"/>
            <p:nvPr/>
          </p:nvSpPr>
          <p:spPr>
            <a:xfrm>
              <a:off x="914400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  <p:grpSp>
        <p:nvGrpSpPr>
          <p:cNvPr id="10" name="카드 2"/>
          <p:cNvGrpSpPr/>
          <p:nvPr/>
        </p:nvGrpSpPr>
        <p:grpSpPr>
          <a:xfrm>
            <a:off x="4399178" y="1828800"/>
            <a:ext cx="3393338" cy="3566160"/>
            <a:chOff x="4399178" y="1828800"/>
            <a:chExt cx="3393338" cy="3566160"/>
          </a:xfrm>
        </p:grpSpPr>
        <p:sp>
          <p:nvSpPr>
            <p:cNvPr id="11" name="카드 바탕"/>
            <p:cNvSpPr/>
            <p:nvPr/>
          </p:nvSpPr>
          <p:spPr>
            <a:xfrm>
              <a:off x="4399178" y="1828800"/>
              <a:ext cx="3393338" cy="356616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번호 2"/>
            <p:cNvSpPr/>
            <p:nvPr/>
          </p:nvSpPr>
          <p:spPr>
            <a:xfrm>
              <a:off x="4627778" y="2084832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13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버스</a:t>
              </a:r>
            </a:p>
          </p:txBody>
        </p:sp>
        <p:sp>
          <p:nvSpPr>
            <p:cNvPr id="14" name="카드 내용"/>
            <p:cNvSpPr txBox="1"/>
            <p:nvPr/>
          </p:nvSpPr>
          <p:spPr>
            <a:xfrm>
              <a:off x="4582058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  <p:grpSp>
        <p:nvGrpSpPr>
          <p:cNvPr id="15" name="카드 3"/>
          <p:cNvGrpSpPr/>
          <p:nvPr/>
        </p:nvGrpSpPr>
        <p:grpSpPr>
          <a:xfrm>
            <a:off x="8066836" y="1828800"/>
            <a:ext cx="3393338" cy="3566160"/>
            <a:chOff x="8066836" y="1828800"/>
            <a:chExt cx="3393338" cy="3566160"/>
          </a:xfrm>
        </p:grpSpPr>
        <p:sp>
          <p:nvSpPr>
            <p:cNvPr id="16" name="카드 바탕"/>
            <p:cNvSpPr/>
            <p:nvPr/>
          </p:nvSpPr>
          <p:spPr>
            <a:xfrm>
              <a:off x="8066836" y="1828800"/>
              <a:ext cx="3393338" cy="356616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번호 3"/>
            <p:cNvSpPr/>
            <p:nvPr/>
          </p:nvSpPr>
          <p:spPr>
            <a:xfrm>
              <a:off x="8295436" y="2084832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18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자가용 · 주차</a:t>
              </a:r>
            </a:p>
          </p:txBody>
        </p:sp>
        <p:sp>
          <p:nvSpPr>
            <p:cNvPr id="19" name="카드 내용"/>
            <p:cNvSpPr txBox="1"/>
            <p:nvPr/>
          </p:nvSpPr>
          <p:spPr>
            <a:xfrm>
              <a:off x="8249716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GALLERY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웨딩 사진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D270F-477C-4516-9FF6-C10489390DE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ll dir="r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VOW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서로에게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22047-C1A6-4367-8EDD-3AAAE86BD70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ll dir="r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AUTUMN  ·  WEDDING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잘 살겠습니다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결혼식 슬라이드(오시는 길 중심)">
  <a:themeElements>
    <a:clrScheme name="결혼식 슬라이드(오시는 길 중심)">
      <a:dk1>
        <a:srgbClr val="2B2724"/>
      </a:dk1>
      <a:lt1>
        <a:srgbClr val="FFFFFF"/>
      </a:lt1>
      <a:dk2>
        <a:srgbClr val="64623A"/>
      </a:dk2>
      <a:lt2>
        <a:srgbClr val="F5E5E2"/>
      </a:lt2>
      <a:accent1>
        <a:srgbClr val="CF877C"/>
      </a:accent1>
      <a:accent2>
        <a:srgbClr val="83BEA8"/>
      </a:accent2>
      <a:accent3>
        <a:srgbClr val="4E312C"/>
      </a:accent3>
      <a:accent4>
        <a:srgbClr val="F0D0CB"/>
      </a:accent4>
      <a:accent5>
        <a:srgbClr val="D6E0A3"/>
      </a:accent5>
      <a:accent6>
        <a:srgbClr val="E6BCDB"/>
      </a:accent6>
      <a:hlink>
        <a:srgbClr val="64623A"/>
      </a:hlink>
      <a:folHlink>
        <a:srgbClr val="4E312C"/>
      </a:folHlink>
    </a:clrScheme>
    <a:fontScheme name="결혼식 슬라이드(오시는 길 중심)">
      <a:majorFont>
        <a:latin typeface="Georgia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슬라이드(오시는 길 중심)</dc:title>
  <dc:subject>결혼식 상영용 슬라이드 · 오시는 길 중심</dc:subject>
  <dc:creator>우체국보험 상담 안내</dc:creator>
  <cp:keywords>결혼식,웨딩,PPT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