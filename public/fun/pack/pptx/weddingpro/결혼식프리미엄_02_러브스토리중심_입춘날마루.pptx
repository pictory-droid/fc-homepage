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93DD4E5-E593-4E96-B43F-A4616DAAD21D}">
          <p14:sldIdLst>
            <p14:sldId id="256"/>
          </p14:sldIdLst>
        </p14:section>
        <p14:section name="본문" id="{17140CCC-32FE-4363-8EFC-80464127ED11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7B7F445-7746-4122-913C-8A2D2872CC6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39815" y="1271016"/>
            <a:ext cx="512064" cy="201168"/>
            <a:chOff x="5839815" y="1271016"/>
            <a:chExt cx="512064" cy="201168"/>
          </a:xfrm>
        </p:grpSpPr>
        <p:sp>
          <p:nvSpPr>
            <p:cNvPr id="11" name="Isosceles Triangle 10"/>
            <p:cNvSpPr/>
            <p:nvPr/>
          </p:nvSpPr>
          <p:spPr>
            <a:xfrm rot="5400000">
              <a:off x="5839815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 rot="16200000">
              <a:off x="6123279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050127" y="1325880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AFE3E85-7909-4644-93C4-042373DDD7CC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55349" y="6274612"/>
            <a:ext cx="409651" cy="160934"/>
            <a:chOff x="11255349" y="6274612"/>
            <a:chExt cx="409651" cy="160934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255349" y="6274612"/>
              <a:ext cx="182880" cy="16093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482120" y="6274612"/>
              <a:ext cx="182880" cy="16093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23599" y="631850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39815" y="1271016"/>
            <a:ext cx="512064" cy="201168"/>
            <a:chOff x="5839815" y="1271016"/>
            <a:chExt cx="512064" cy="201168"/>
          </a:xfrm>
        </p:grpSpPr>
        <p:sp>
          <p:nvSpPr>
            <p:cNvPr id="11" name="Isosceles Triangle 10"/>
            <p:cNvSpPr/>
            <p:nvPr/>
          </p:nvSpPr>
          <p:spPr>
            <a:xfrm rot="5400000">
              <a:off x="5839815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Isosceles Triangle 11"/>
            <p:cNvSpPr/>
            <p:nvPr/>
          </p:nvSpPr>
          <p:spPr>
            <a:xfrm rot="16200000">
              <a:off x="6123279" y="1271016"/>
              <a:ext cx="228600" cy="20116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050127" y="1325880"/>
              <a:ext cx="91440" cy="9144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4" name="Connector 13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40DC3ABC-6813-4BD7-9C91-E89E8ED7FDA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55349" y="6274612"/>
            <a:ext cx="409651" cy="160934"/>
            <a:chOff x="11255349" y="6274612"/>
            <a:chExt cx="409651" cy="160934"/>
          </a:xfrm>
        </p:grpSpPr>
        <p:sp>
          <p:nvSpPr>
            <p:cNvPr id="5" name="Isosceles Triangle 4"/>
            <p:cNvSpPr/>
            <p:nvPr/>
          </p:nvSpPr>
          <p:spPr>
            <a:xfrm rot="5400000">
              <a:off x="11255349" y="6274612"/>
              <a:ext cx="182880" cy="16093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sosceles Triangle 5"/>
            <p:cNvSpPr/>
            <p:nvPr/>
          </p:nvSpPr>
          <p:spPr>
            <a:xfrm rot="16200000">
              <a:off x="11482120" y="6274612"/>
              <a:ext cx="182880" cy="160934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Oval 6"/>
            <p:cNvSpPr/>
            <p:nvPr/>
          </p:nvSpPr>
          <p:spPr>
            <a:xfrm>
              <a:off x="11423599" y="6318504"/>
              <a:ext cx="73152" cy="7315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D2D5E353-5D62-484A-B464-CE3A88085DD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788609" y="5365699"/>
            <a:ext cx="614477" cy="241401"/>
            <a:chOff x="5788609" y="5365699"/>
            <a:chExt cx="614477" cy="241401"/>
          </a:xfrm>
        </p:grpSpPr>
        <p:sp>
          <p:nvSpPr>
            <p:cNvPr id="6" name="Isosceles Triangle 5"/>
            <p:cNvSpPr/>
            <p:nvPr/>
          </p:nvSpPr>
          <p:spPr>
            <a:xfrm rot="5400000">
              <a:off x="5788609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Isosceles Triangle 6"/>
            <p:cNvSpPr/>
            <p:nvPr/>
          </p:nvSpPr>
          <p:spPr>
            <a:xfrm rot="16200000">
              <a:off x="6128766" y="5365699"/>
              <a:ext cx="274320" cy="241401"/>
            </a:xfrm>
            <a:prstGeom prst="triangl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입춘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 만난 날부터 오늘까지 적어 봤습니다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1252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8072780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A754-EF52-47E3-BFAC-9840CAC38AF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위쪽 띠"/>
          <p:cNvSpPr/>
          <p:nvPr/>
        </p:nvSpPr>
        <p:spPr>
          <a:xfrm>
            <a:off x="749808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위쪽 띠"/>
          <p:cNvSpPr/>
          <p:nvPr/>
        </p:nvSpPr>
        <p:spPr>
          <a:xfrm>
            <a:off x="6571335" y="1828800"/>
            <a:ext cx="4870551" cy="82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07220-0789-4858-BFF2-B4A51827F08A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데이트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설레던 하루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무엇을 했나요?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프러포즈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평생을 약속하다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이야기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함께 시작합니다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우리의 첫 번째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6E7DA-0F63-491E-A30C-5B3A1518FE5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여행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어디였나요?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3500551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선물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6251295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다툼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어떻게 풀었나요?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9002039" y="1828800"/>
              <a:ext cx="2439847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약속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무엇이었나요?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0C29E-CD28-4A32-8A98-20CCAF115AB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F874D-076E-4E3A-9754-83F5E832A68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입춘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러브스토리 중심)">
  <a:themeElements>
    <a:clrScheme name="결혼식 슬라이드(러브스토리 중심)">
      <a:dk1>
        <a:srgbClr val="2B2724"/>
      </a:dk1>
      <a:lt1>
        <a:srgbClr val="FFFFFF"/>
      </a:lt1>
      <a:dk2>
        <a:srgbClr val="55643A"/>
      </a:dk2>
      <a:lt2>
        <a:srgbClr val="F9F3E4"/>
      </a:lt2>
      <a:accent1>
        <a:srgbClr val="D8BA73"/>
      </a:accent1>
      <a:accent2>
        <a:srgbClr val="7CC5AF"/>
      </a:accent2>
      <a:accent3>
        <a:srgbClr val="4E442C"/>
      </a:accent3>
      <a:accent4>
        <a:srgbClr val="F4E7C7"/>
      </a:accent4>
      <a:accent5>
        <a:srgbClr val="B4E0A3"/>
      </a:accent5>
      <a:accent6>
        <a:srgbClr val="E6BCC3"/>
      </a:accent6>
      <a:hlink>
        <a:srgbClr val="55643A"/>
      </a:hlink>
      <a:folHlink>
        <a:srgbClr val="4E442C"/>
      </a:folHlink>
    </a:clrScheme>
    <a:fontScheme name="결혼식 슬라이드(러브스토리 중심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>결혼식 상영용 슬라이드 · 러브스토리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