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F34C31B-B8AD-41F2-8310-280F4BC9AA79}">
          <p14:sldIdLst>
            <p14:sldId id="256"/>
          </p14:sldIdLst>
        </p14:section>
        <p14:section name="본문" id="{3DDFB1A2-0EF2-4EB6-9FE7-9AC9AD621F0E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27A8C1D-4FFD-401A-AD02-BD373D8C250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367B506-670D-475C-8873-9DFF2708012F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5E0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EC5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C7C6D48-45D4-4475-A66A-C2D38CA0159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E979351-3847-49D8-88DA-A6FACE67674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겨울이라 실내에서만 진행합니다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802A7-5EFE-4C4C-850A-45AEE2AEC2F5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81224-2C28-4F9B-8FB1-CA2FCE68AF2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4B644-DCDE-42EB-8589-FB3CFCB104E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5C47D-1F1E-409C-B1D8-7B39DE95364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3D8CB-8BFD-4455-B0FD-56AE966A43D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48373A"/>
      </a:dk1>
      <a:lt1>
        <a:srgbClr val="FEFCFB"/>
      </a:lt1>
      <a:dk2>
        <a:srgbClr val="3A0F16"/>
      </a:dk2>
      <a:lt2>
        <a:srgbClr val="FAF3F1"/>
      </a:lt2>
      <a:accent1>
        <a:srgbClr val="B3202F"/>
      </a:accent1>
      <a:accent2>
        <a:srgbClr val="1F2A44"/>
      </a:accent2>
      <a:accent3>
        <a:srgbClr val="8B7478"/>
      </a:accent3>
      <a:accent4>
        <a:srgbClr val="ECC9CA"/>
      </a:accent4>
      <a:accent5>
        <a:srgbClr val="C6A15B"/>
      </a:accent5>
      <a:accent6>
        <a:srgbClr val="828492"/>
      </a:accent6>
      <a:hlink>
        <a:srgbClr val="3A0F16"/>
      </a:hlink>
      <a:folHlink>
        <a:srgbClr val="8B7478"/>
      </a:folHlink>
    </a:clrScheme>
    <a:fontScheme name="결혼식 슬라이드(식순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