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90FC53E-CC5F-4049-B1E9-5BD2D553F773}">
          <p14:sldIdLst>
            <p14:sldId id="256"/>
          </p14:sldIdLst>
        </p14:section>
        <p14:section name="본문" id="{02ADDC30-FEA2-412E-ACF6-BAC504C79B4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29C3B11-EC89-4FC4-AE69-FE31772222F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EA1D83C-E855-4488-A29C-E07B701054B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5E0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EC5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3AE7977-F601-4DB2-BA0C-C9E4ED2215A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DE2AA49-EBE3-476D-B4BA-C235CDE0777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2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식은 실내에서만 진행합니다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C11AE-32EA-4A6B-AF4A-70069198AB30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안쪽 선"/>
          <p:cNvSpPr/>
          <p:nvPr/>
        </p:nvSpPr>
        <p:spPr>
          <a:xfrm>
            <a:off x="813816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안쪽 선"/>
          <p:cNvSpPr/>
          <p:nvPr/>
        </p:nvSpPr>
        <p:spPr>
          <a:xfrm>
            <a:off x="6635343" y="1911095"/>
            <a:ext cx="4742535" cy="4110228"/>
          </a:xfrm>
          <a:prstGeom prst="rect">
            <a:avLst/>
          </a:prstGeom>
          <a:noFill/>
          <a:ln w="6350">
            <a:solidFill>
              <a:schemeClr val="accent5">
                <a:alpha val="85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8BAA4-B5DF-4333-8CAD-618B27CBBAC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174B-C484-4435-A43E-F96F40D8DD5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C593A-2168-4743-ACC0-FCC65ACEE3E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46DE0-7DC7-4008-A646-FBAFEC68647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CRIMSON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48373A"/>
      </a:dk1>
      <a:lt1>
        <a:srgbClr val="FEFCFB"/>
      </a:lt1>
      <a:dk2>
        <a:srgbClr val="3A0F16"/>
      </a:dk2>
      <a:lt2>
        <a:srgbClr val="FAF3F1"/>
      </a:lt2>
      <a:accent1>
        <a:srgbClr val="B3202F"/>
      </a:accent1>
      <a:accent2>
        <a:srgbClr val="1F2A44"/>
      </a:accent2>
      <a:accent3>
        <a:srgbClr val="8B7478"/>
      </a:accent3>
      <a:accent4>
        <a:srgbClr val="ECC9CA"/>
      </a:accent4>
      <a:accent5>
        <a:srgbClr val="C6A15B"/>
      </a:accent5>
      <a:accent6>
        <a:srgbClr val="828492"/>
      </a:accent6>
      <a:hlink>
        <a:srgbClr val="3A0F16"/>
      </a:hlink>
      <a:folHlink>
        <a:srgbClr val="8B7478"/>
      </a:folHlink>
    </a:clrScheme>
    <a:fontScheme name="결혼식 슬라이드(식순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