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DE5A243D-B1F5-4350-9492-C6D57158FBFC}">
          <p14:sldIdLst>
            <p14:sldId id="256"/>
          </p14:sldIdLst>
        </p14:section>
        <p14:section name="본문" id="{15CB7CF9-804F-462D-8A3A-F9EF263B4DFA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9BF69DC0-2F6A-4CD7-8CAB-780939CA8777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2697479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828754" y="3081527"/>
            <a:ext cx="8534186" cy="12344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200" b="0" spc="0">
                <a:solidFill>
                  <a:srgbClr val="F9F5ED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438912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7B8B8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828754" y="5074920"/>
            <a:ext cx="8534186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4888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 flipH="1" flipV="1">
            <a:off x="4114729" y="1982395"/>
            <a:ext cx="1485839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 flipH="1" flipV="1">
            <a:off x="4205486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 flipV="1">
            <a:off x="4353681" y="1325879"/>
            <a:ext cx="1306625" cy="7543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 flipV="1">
            <a:off x="4554811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 flipV="1">
            <a:off x="4802764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 flipV="1">
            <a:off x="50900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 flipV="1">
            <a:off x="5407812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 flipV="1">
            <a:off x="5746523" y="350601"/>
            <a:ext cx="261993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6095847" y="320039"/>
            <a:ext cx="0" cy="150876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6183178" y="350601"/>
            <a:ext cx="261994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6267856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63473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6419118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6481106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6531389" y="1325879"/>
            <a:ext cx="1306624" cy="75438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6568437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6591127" y="1982395"/>
            <a:ext cx="1485838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9" name="Arc 18"/>
          <p:cNvSpPr/>
          <p:nvPr/>
        </p:nvSpPr>
        <p:spPr>
          <a:xfrm>
            <a:off x="5592927" y="1828799"/>
            <a:ext cx="1005840" cy="1005840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>
            <a:off x="4989423" y="1225295"/>
            <a:ext cx="2212848" cy="221284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>
            <a:off x="4486503" y="722375"/>
            <a:ext cx="3218688" cy="321868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>
            <a:off x="4084167" y="320039"/>
            <a:ext cx="4023360" cy="4023360"/>
          </a:xfrm>
          <a:prstGeom prst="arc">
            <a:avLst>
              <a:gd name="adj1" fmla="val 10800000"/>
              <a:gd name="adj2" fmla="val 0"/>
            </a:avLst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35527" y="2331720"/>
            <a:ext cx="512064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4" name="Diamond 23"/>
          <p:cNvSpPr/>
          <p:nvPr/>
        </p:nvSpPr>
        <p:spPr>
          <a:xfrm>
            <a:off x="6004407" y="2240279"/>
            <a:ext cx="182880" cy="18288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바깥 선"/>
          <p:cNvSpPr/>
          <p:nvPr/>
        </p:nvSpPr>
        <p:spPr>
          <a:xfrm>
            <a:off x="292608" y="292608"/>
            <a:ext cx="11606479" cy="6272784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안쪽 선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1E8E96C3-88B3-4716-8248-A7E148C2A1F1}" type="slidenum">
              <a:rPr lang="en-US"/>
              <a:t>‹#›</a:t>
            </a:fld>
          </a:p>
        </p:txBody>
      </p:sp>
      <p:cxnSp>
        <p:nvCxnSpPr>
          <p:cNvPr id="2" name="Connector 1"/>
          <p:cNvCxnSpPr/>
          <p:nvPr/>
        </p:nvCxnSpPr>
        <p:spPr>
          <a:xfrm>
            <a:off x="4907127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907127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6031839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2697479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828754" y="3081527"/>
            <a:ext cx="8534186" cy="12344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200" b="0" spc="0">
                <a:solidFill>
                  <a:srgbClr val="F9F5ED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438912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7B8B8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828754" y="5074920"/>
            <a:ext cx="8534186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4888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 flipH="1" flipV="1">
            <a:off x="4114729" y="1982395"/>
            <a:ext cx="1485839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 flipH="1" flipV="1">
            <a:off x="4205486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 flipV="1">
            <a:off x="4353681" y="1325879"/>
            <a:ext cx="1306625" cy="7543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 flipV="1">
            <a:off x="4554811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 flipV="1">
            <a:off x="4802764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 flipV="1">
            <a:off x="50900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 flipV="1">
            <a:off x="5407812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 flipV="1">
            <a:off x="5746523" y="350601"/>
            <a:ext cx="261993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6095847" y="320039"/>
            <a:ext cx="0" cy="150876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6183178" y="350601"/>
            <a:ext cx="261994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6267856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63473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6419118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6481106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6531389" y="1325879"/>
            <a:ext cx="1306624" cy="75438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6568437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6591127" y="1982395"/>
            <a:ext cx="1485838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9" name="Arc 18"/>
          <p:cNvSpPr/>
          <p:nvPr/>
        </p:nvSpPr>
        <p:spPr>
          <a:xfrm>
            <a:off x="5592927" y="1828799"/>
            <a:ext cx="1005840" cy="1005840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>
            <a:off x="4989423" y="1225295"/>
            <a:ext cx="2212848" cy="221284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>
            <a:off x="4486503" y="722375"/>
            <a:ext cx="3218688" cy="321868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>
            <a:off x="4084167" y="320039"/>
            <a:ext cx="4023360" cy="4023360"/>
          </a:xfrm>
          <a:prstGeom prst="arc">
            <a:avLst>
              <a:gd name="adj1" fmla="val 10800000"/>
              <a:gd name="adj2" fmla="val 0"/>
            </a:avLst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35527" y="2331720"/>
            <a:ext cx="512064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4" name="Diamond 23"/>
          <p:cNvSpPr/>
          <p:nvPr/>
        </p:nvSpPr>
        <p:spPr>
          <a:xfrm>
            <a:off x="6004407" y="2240279"/>
            <a:ext cx="182880" cy="18288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바깥 선"/>
          <p:cNvSpPr/>
          <p:nvPr/>
        </p:nvSpPr>
        <p:spPr>
          <a:xfrm>
            <a:off x="292608" y="292608"/>
            <a:ext cx="11606479" cy="6272784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안쪽 선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B807AA69-57BF-4AA5-B634-D6433B0AE759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4907127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907127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6031839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2C61B6A4-CBFA-4667-91A2-72082F0662DC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NAVY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처음 오시는 분은 안내 표지를 따라오세요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0" name="사진 바탕 2"/>
          <p:cNvSpPr/>
          <p:nvPr/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25C9D-17EB-44CC-850A-6DF4A20370D9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안쪽 선"/>
          <p:cNvSpPr/>
          <p:nvPr/>
        </p:nvSpPr>
        <p:spPr>
          <a:xfrm>
            <a:off x="813816" y="1911095"/>
            <a:ext cx="4742535" cy="4110228"/>
          </a:xfrm>
          <a:prstGeom prst="rect">
            <a:avLst/>
          </a:prstGeom>
          <a:noFill/>
          <a:ln w="6350">
            <a:solidFill>
              <a:schemeClr val="accent5">
                <a:alpha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7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신부에게 한마디</a:t>
            </a:r>
          </a:p>
        </p:txBody>
      </p:sp>
      <p:sp>
        <p:nvSpPr>
          <p:cNvPr id="18" name="신부 카드"/>
          <p:cNvSpPr/>
          <p:nvPr/>
        </p:nvSpPr>
        <p:spPr>
          <a:xfrm>
            <a:off x="6553047" y="1828800"/>
            <a:ext cx="4907127" cy="4274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안쪽 선"/>
          <p:cNvSpPr/>
          <p:nvPr/>
        </p:nvSpPr>
        <p:spPr>
          <a:xfrm>
            <a:off x="6635343" y="1911095"/>
            <a:ext cx="4742535" cy="4110228"/>
          </a:xfrm>
          <a:prstGeom prst="rect">
            <a:avLst/>
          </a:prstGeom>
          <a:noFill/>
          <a:ln w="6350">
            <a:solidFill>
              <a:schemeClr val="accent5">
                <a:alpha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2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오시는 길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6035040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약도 · 지도를 넣어 주세요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6035040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DFE7D-10C1-49E6-BCF6-34208CF4254C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7132320" y="1828800"/>
          <a:ext cx="4327855" cy="3291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71600"/>
                <a:gridCol w="2956255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예식장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주소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일시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연락처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교통 안내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3F2E1-692C-4DDD-B227-9395257D9C95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안쪽 선"/>
            <p:cNvSpPr/>
            <p:nvPr/>
          </p:nvSpPr>
          <p:spPr>
            <a:xfrm>
              <a:off x="813816" y="1911095"/>
              <a:ext cx="3228746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914400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No.01</a:t>
              </a:r>
            </a:p>
          </p:txBody>
        </p:sp>
        <p:cxnSp>
          <p:nvCxnSpPr>
            <p:cNvPr id="9" name="번호 밑줄"/>
            <p:cNvCxnSpPr/>
            <p:nvPr/>
          </p:nvCxnSpPr>
          <p:spPr>
            <a:xfrm>
              <a:off x="960120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0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지하철</a:t>
              </a:r>
            </a:p>
          </p:txBody>
        </p:sp>
        <p:cxnSp>
          <p:nvCxnSpPr>
            <p:cNvPr id="11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2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3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4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안쪽 선"/>
            <p:cNvSpPr/>
            <p:nvPr/>
          </p:nvSpPr>
          <p:spPr>
            <a:xfrm>
              <a:off x="4481474" y="1911095"/>
              <a:ext cx="3228746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번호 2"/>
            <p:cNvSpPr txBox="1"/>
            <p:nvPr/>
          </p:nvSpPr>
          <p:spPr>
            <a:xfrm>
              <a:off x="4582058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No.02</a:t>
              </a:r>
            </a:p>
          </p:txBody>
        </p:sp>
        <p:cxnSp>
          <p:nvCxnSpPr>
            <p:cNvPr id="17" name="번호 밑줄"/>
            <p:cNvCxnSpPr/>
            <p:nvPr/>
          </p:nvCxnSpPr>
          <p:spPr>
            <a:xfrm>
              <a:off x="4627778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8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버스</a:t>
              </a:r>
            </a:p>
          </p:txBody>
        </p:sp>
        <p:cxnSp>
          <p:nvCxnSpPr>
            <p:cNvPr id="19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0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21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22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안쪽 선"/>
            <p:cNvSpPr/>
            <p:nvPr/>
          </p:nvSpPr>
          <p:spPr>
            <a:xfrm>
              <a:off x="8149132" y="1911095"/>
              <a:ext cx="3228746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번호 3"/>
            <p:cNvSpPr txBox="1"/>
            <p:nvPr/>
          </p:nvSpPr>
          <p:spPr>
            <a:xfrm>
              <a:off x="8249716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No.03</a:t>
              </a:r>
            </a:p>
          </p:txBody>
        </p:sp>
        <p:cxnSp>
          <p:nvCxnSpPr>
            <p:cNvPr id="25" name="번호 밑줄"/>
            <p:cNvCxnSpPr/>
            <p:nvPr/>
          </p:nvCxnSpPr>
          <p:spPr>
            <a:xfrm>
              <a:off x="8295436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26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자가용 · 주차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8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9D76F-9999-403D-8B8C-AE6EA3E764E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A9F2D-59BE-484B-B5CF-19B243D2BA7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NAVY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오시는 길 중심)">
  <a:themeElements>
    <a:clrScheme name="결혼식 슬라이드(오시는 길 중심)">
      <a:dk1>
        <a:srgbClr val="F9F5ED"/>
      </a:dk1>
      <a:lt1>
        <a:srgbClr val="15243F"/>
      </a:lt1>
      <a:dk2>
        <a:srgbClr val="E8DCC0"/>
      </a:dk2>
      <a:lt2>
        <a:srgbClr val="0F1A2E"/>
      </a:lt2>
      <a:accent1>
        <a:srgbClr val="CDB07A"/>
      </a:accent1>
      <a:accent2>
        <a:srgbClr val="7F98C0"/>
      </a:accent2>
      <a:accent3>
        <a:srgbClr val="09101D"/>
      </a:accent3>
      <a:accent4>
        <a:srgbClr val="1C3054"/>
      </a:accent4>
      <a:accent5>
        <a:srgbClr val="D7BD88"/>
      </a:accent5>
      <a:accent6>
        <a:srgbClr val="5D7294"/>
      </a:accent6>
      <a:hlink>
        <a:srgbClr val="E8DCC0"/>
      </a:hlink>
      <a:folHlink>
        <a:srgbClr val="09101D"/>
      </a:folHlink>
    </a:clrScheme>
    <a:fontScheme name="결혼식 슬라이드(오시는 길 중심)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슬라이드(오시는 길 중심)</dc:title>
  <dc:subject>결혼식 상영용 슬라이드 · 오시는 길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