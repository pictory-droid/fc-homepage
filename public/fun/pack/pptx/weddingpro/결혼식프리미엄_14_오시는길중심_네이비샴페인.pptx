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552B2CE-7420-451F-8DC5-289198783426}">
          <p14:sldIdLst>
            <p14:sldId id="256"/>
          </p14:sldIdLst>
        </p14:section>
        <p14:section name="본문" id="{17BEC9C1-1721-426E-8049-8B4770BBBC7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A53D3D8-D39E-421F-BF09-0C2D38030AA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6912B12-CA38-4A62-81D4-7E51DF94A35A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E643856-CCD5-4F03-8994-9C1D391C515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A8047EE-DD0C-4A79-AC0A-DF4CE79D72A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처음 오시는 분은 안내 표지를 따라오세요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DC7A6-9F0A-40D4-94A7-DBDEA46AFD9B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3DBD1-4BAE-4423-A9FA-19E24AE790FC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2DE4A-69AB-47C1-AF58-11B68A21D62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06458-759E-4544-87E2-737C0D21D29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7287C-82FA-4E6B-9233-8513C66A45B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결혼식 슬라이드(오시는 길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