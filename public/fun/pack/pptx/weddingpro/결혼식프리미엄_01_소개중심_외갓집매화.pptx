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2B87B25-3706-4F4A-B751-4EFEF6C1EAAF}">
          <p14:sldIdLst>
            <p14:sldId id="256"/>
          </p14:sldIdLst>
        </p14:section>
        <p14:section name="본문" id="{1C69D711-AED4-463D-8CE8-E40689D410B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A861FC1-4D01-4291-ACB2-609214711C6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604772"/>
            <a:ext cx="1005840" cy="905256"/>
            <a:chOff x="9738103" y="1604772"/>
            <a:chExt cx="1005840" cy="905256"/>
          </a:xfrm>
        </p:grpSpPr>
        <p:sp>
          <p:nvSpPr>
            <p:cNvPr id="7" name="Heart 6"/>
            <p:cNvSpPr/>
            <p:nvPr/>
          </p:nvSpPr>
          <p:spPr>
            <a:xfrm>
              <a:off x="9738103" y="1604772"/>
              <a:ext cx="1005840" cy="90525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274F9B6-4B86-4AEB-850C-A04A11A298A5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57884"/>
            <a:ext cx="274320" cy="246888"/>
            <a:chOff x="5958687" y="1357884"/>
            <a:chExt cx="274320" cy="246888"/>
          </a:xfrm>
        </p:grpSpPr>
        <p:sp>
          <p:nvSpPr>
            <p:cNvPr id="4" name="Heart 3"/>
            <p:cNvSpPr/>
            <p:nvPr/>
          </p:nvSpPr>
          <p:spPr>
            <a:xfrm>
              <a:off x="5958687" y="1357884"/>
              <a:ext cx="274320" cy="246888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604772"/>
            <a:ext cx="1005840" cy="905256"/>
            <a:chOff x="9738103" y="1604772"/>
            <a:chExt cx="1005840" cy="905256"/>
          </a:xfrm>
        </p:grpSpPr>
        <p:sp>
          <p:nvSpPr>
            <p:cNvPr id="7" name="Heart 6"/>
            <p:cNvSpPr/>
            <p:nvPr/>
          </p:nvSpPr>
          <p:spPr>
            <a:xfrm>
              <a:off x="9738103" y="1604772"/>
              <a:ext cx="1005840" cy="90525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1130E05-9EDA-4A10-A6CD-F6C55BD6909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57884"/>
            <a:ext cx="274320" cy="246888"/>
            <a:chOff x="5958687" y="1357884"/>
            <a:chExt cx="274320" cy="246888"/>
          </a:xfrm>
        </p:grpSpPr>
        <p:sp>
          <p:nvSpPr>
            <p:cNvPr id="4" name="Heart 3"/>
            <p:cNvSpPr/>
            <p:nvPr/>
          </p:nvSpPr>
          <p:spPr>
            <a:xfrm>
              <a:off x="5958687" y="1357884"/>
              <a:ext cx="274320" cy="246888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E5710A0-27E4-4065-BA6A-C177792D20A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서로 다른 두 사람이 한 집에서 살기로 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1798E-32B7-4D69-A8EC-852DC0611B76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6553047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4D7A-0CCC-45C0-925A-832FD08D8AD0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5A1F-D0E7-49B5-A429-F65670521AC7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13AF-AE12-4E67-A7C7-81ED6411F6E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9686-BD4F-4381-B4A4-F63BAE85C0C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2B2724"/>
      </a:dk1>
      <a:lt1>
        <a:srgbClr val="FFFFFF"/>
      </a:lt1>
      <a:dk2>
        <a:srgbClr val="64523A"/>
      </a:dk2>
      <a:lt2>
        <a:srgbClr val="F9E4ED"/>
      </a:lt2>
      <a:accent1>
        <a:srgbClr val="D8739D"/>
      </a:accent1>
      <a:accent2>
        <a:srgbClr val="7CC5A7"/>
      </a:accent2>
      <a:accent3>
        <a:srgbClr val="4E2C3A"/>
      </a:accent3>
      <a:accent4>
        <a:srgbClr val="F4C7DA"/>
      </a:accent4>
      <a:accent5>
        <a:srgbClr val="E0C9A3"/>
      </a:accent5>
      <a:accent6>
        <a:srgbClr val="DABCE6"/>
      </a:accent6>
      <a:hlink>
        <a:srgbClr val="64523A"/>
      </a:hlink>
      <a:folHlink>
        <a:srgbClr val="4E2C3A"/>
      </a:folHlink>
    </a:clrScheme>
    <a:fontScheme name="결혼식 슬라이드(소개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