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F412218-EF64-405D-BD80-BE6D3F48C614}">
          <p14:sldIdLst>
            <p14:sldId id="256"/>
          </p14:sldIdLst>
        </p14:section>
        <p14:section name="본문" id="{448F6B66-2AA5-494D-8DC7-58098B5DBAC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588AC42D-77FE-42A9-AC60-57B0E5B4A02A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B57B1DB4-4292-4CFE-8F54-7D18FA4D0475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300000">
            <a:off x="1383761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-240000">
            <a:off x="2968681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300000">
            <a:off x="1219169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300000">
            <a:off x="1383761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300000">
            <a:off x="2407889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21360000">
            <a:off x="2804089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21360000">
            <a:off x="2968681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21360000">
            <a:off x="3855649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16C473A-17B8-403A-8E7D-42F170D3D107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Donut 4"/>
            <p:cNvSpPr/>
            <p:nvPr/>
          </p:nvSpPr>
          <p:spPr>
            <a:xfrm>
              <a:off x="11208715" y="754380"/>
              <a:ext cx="320040" cy="320040"/>
            </a:xfrm>
            <a:prstGeom prst="donut">
              <a:avLst>
                <a:gd name="adj" fmla="val 22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F1AEC04-A3C0-4C91-9BA9-FD4CC908DAA8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Donut 6"/>
            <p:cNvSpPr/>
            <p:nvPr/>
          </p:nvSpPr>
          <p:spPr>
            <a:xfrm>
              <a:off x="5821527" y="5212080"/>
              <a:ext cx="548640" cy="548640"/>
            </a:xfrm>
            <a:prstGeom prst="donut">
              <a:avLst>
                <a:gd name="adj" fmla="val 2200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지하철에서 내려 걸어서 오 분입니다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B496D-9C93-454C-8D78-DFD01A1391ED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오시는 길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약도 · 지도를 넣어 주세요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603504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CAA1-B49D-46B4-967E-8111310D1CF1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7132320" y="1828800"/>
          <a:ext cx="4327855" cy="329184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71600"/>
                <a:gridCol w="295625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예식장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주소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일시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연락처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교통 안내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8E3A18-4642-44AA-A64A-511046385DD0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지하철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버스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자가용 · 주차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DA482-0489-4DFC-9A33-ED54D76BA5A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09E07-8006-4F0E-ABA4-C2E4A4AC0FEC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오시는 길 중심)">
  <a:themeElements>
    <a:clrScheme name="결혼식 슬라이드(오시는 길 중심)">
      <a:dk1>
        <a:srgbClr val="2B2724"/>
      </a:dk1>
      <a:lt1>
        <a:srgbClr val="FFFFFF"/>
      </a:lt1>
      <a:dk2>
        <a:srgbClr val="64573A"/>
      </a:dk2>
      <a:lt2>
        <a:srgbClr val="F9F6E4"/>
      </a:lt2>
      <a:accent1>
        <a:srgbClr val="D8CB73"/>
      </a:accent1>
      <a:accent2>
        <a:srgbClr val="C5977C"/>
      </a:accent2>
      <a:accent3>
        <a:srgbClr val="4E4A2C"/>
      </a:accent3>
      <a:accent4>
        <a:srgbClr val="F4EEC7"/>
      </a:accent4>
      <a:accent5>
        <a:srgbClr val="A9E0A3"/>
      </a:accent5>
      <a:accent6>
        <a:srgbClr val="E6BCBC"/>
      </a:accent6>
      <a:hlink>
        <a:srgbClr val="64573A"/>
      </a:hlink>
      <a:folHlink>
        <a:srgbClr val="4E4A2C"/>
      </a:folHlink>
    </a:clrScheme>
    <a:fontScheme name="결혼식 슬라이드(오시는 길 중심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>결혼식 상영용 슬라이드 · 오시는 길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