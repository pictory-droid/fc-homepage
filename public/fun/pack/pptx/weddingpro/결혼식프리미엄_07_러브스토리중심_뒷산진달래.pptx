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51440C1-680A-443E-AA86-709E0AEDF37D}">
          <p14:sldIdLst>
            <p14:sldId id="256"/>
          </p14:sldIdLst>
        </p14:section>
        <p14:section name="본문" id="{63B69138-A922-452E-A80F-36826F34AE8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77E45F1-B0EB-4CA5-A0D0-B3FE3812E92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2DF1C91-0B4A-439F-AB51-3D9701D4A3CF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6013551" y="1344168"/>
            <a:ext cx="164592" cy="274320"/>
            <a:chOff x="6013551" y="1344168"/>
            <a:chExt cx="164592" cy="274320"/>
          </a:xfrm>
        </p:grpSpPr>
        <p:sp>
          <p:nvSpPr>
            <p:cNvPr id="4" name="Moon 3"/>
            <p:cNvSpPr/>
            <p:nvPr/>
          </p:nvSpPr>
          <p:spPr>
            <a:xfrm>
              <a:off x="6013551" y="1344168"/>
              <a:ext cx="164592" cy="274320"/>
            </a:xfrm>
            <a:prstGeom prst="mo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59C7C6C-A2E0-486C-AA78-44A3AEE3F7E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6013551" y="1344168"/>
            <a:ext cx="164592" cy="274320"/>
            <a:chOff x="6013551" y="1344168"/>
            <a:chExt cx="164592" cy="274320"/>
          </a:xfrm>
        </p:grpSpPr>
        <p:sp>
          <p:nvSpPr>
            <p:cNvPr id="4" name="Moon 3"/>
            <p:cNvSpPr/>
            <p:nvPr/>
          </p:nvSpPr>
          <p:spPr>
            <a:xfrm>
              <a:off x="6013551" y="1344168"/>
              <a:ext cx="164592" cy="274320"/>
            </a:xfrm>
            <a:prstGeom prst="mo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79B6047-58E5-46D6-B0C3-DF0130766E0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31255" y="5212080"/>
            <a:ext cx="329184" cy="548640"/>
            <a:chOff x="5931255" y="5212080"/>
            <a:chExt cx="329184" cy="548640"/>
          </a:xfrm>
        </p:grpSpPr>
        <p:sp>
          <p:nvSpPr>
            <p:cNvPr id="6" name="Moon 5"/>
            <p:cNvSpPr/>
            <p:nvPr/>
          </p:nvSpPr>
          <p:spPr>
            <a:xfrm>
              <a:off x="5931255" y="5212080"/>
              <a:ext cx="329184" cy="548640"/>
            </a:xfrm>
            <a:prstGeom prst="mo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친구 소개로 만나 몇 해를 걸었습니다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B9D36-7FF8-4E16-9115-FC4B6D987AB6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90FC-3AC2-48A6-99E1-A833DEF85274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AFA2-64DD-42C6-A4CF-06C53BF0747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D751-0503-4610-926D-6531287E47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5A793-F3D9-4AFA-A03A-D7DDEDFAB2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644B3A"/>
      </a:dk2>
      <a:lt2>
        <a:srgbClr val="F9E4F3"/>
      </a:lt2>
      <a:accent1>
        <a:srgbClr val="D873BA"/>
      </a:accent1>
      <a:accent2>
        <a:srgbClr val="7CC5AA"/>
      </a:accent2>
      <a:accent3>
        <a:srgbClr val="4E2C44"/>
      </a:accent3>
      <a:accent4>
        <a:srgbClr val="F4C7E7"/>
      </a:accent4>
      <a:accent5>
        <a:srgbClr val="E0B8A3"/>
      </a:accent5>
      <a:accent6>
        <a:srgbClr val="CEBCE6"/>
      </a:accent6>
      <a:hlink>
        <a:srgbClr val="644B3A"/>
      </a:hlink>
      <a:folHlink>
        <a:srgbClr val="4E2C44"/>
      </a:folHlink>
    </a:clrScheme>
    <a:fontScheme name="결혼식 슬라이드(러브스토리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