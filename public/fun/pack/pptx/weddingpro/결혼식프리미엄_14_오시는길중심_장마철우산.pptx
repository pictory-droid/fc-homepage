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A50DF5D-A8FC-465B-83EB-E79C0C42D5A9}">
          <p14:sldIdLst>
            <p14:sldId id="256"/>
          </p14:sldIdLst>
        </p14:section>
        <p14:section name="본문" id="{3B577137-420F-4D4B-86D6-6967E3988F4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CB257CC-35DA-4F86-A22F-2637F00FE9D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Round Diagonal Corner Rectangle 10"/>
            <p:cNvSpPr/>
            <p:nvPr/>
          </p:nvSpPr>
          <p:spPr>
            <a:xfrm>
              <a:off x="5867247" y="1143000"/>
              <a:ext cx="457200" cy="4572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E9823FE-F2F1-40B4-A982-17C93B323D0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Round Diagonal Corner Rectangle 10"/>
            <p:cNvSpPr/>
            <p:nvPr/>
          </p:nvSpPr>
          <p:spPr>
            <a:xfrm>
              <a:off x="5867247" y="1143000"/>
              <a:ext cx="457200" cy="4572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A07F1B1-FEF5-425F-9298-81CB46AFA69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25E2189-273B-42B5-8475-8CD0E760C60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Round Diagonal Corner Rectangle 6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오시는 분은 안내 표지를 따라오세요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B3B2A-C46C-4B56-914B-CF4D41D43A21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1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254-32E2-4FF9-83D6-D019438B6FAD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54B7-02B0-41DF-B08F-873E9267218F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3FD1F-8C00-43AA-B7B7-F0C1E1877E2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09E6-AE6E-4A8B-939C-DACA5FA670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장마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5E3A64"/>
      </a:dk2>
      <a:lt2>
        <a:srgbClr val="DEE7F9"/>
      </a:lt2>
      <a:accent1>
        <a:srgbClr val="7E9CE2"/>
      </a:accent1>
      <a:accent2>
        <a:srgbClr val="C1CF86"/>
      </a:accent2>
      <a:accent3>
        <a:srgbClr val="2C364E"/>
      </a:accent3>
      <a:accent4>
        <a:srgbClr val="C5D4F7"/>
      </a:accent4>
      <a:accent5>
        <a:srgbClr val="D0A3E0"/>
      </a:accent5>
      <a:accent6>
        <a:srgbClr val="BCE6DF"/>
      </a:accent6>
      <a:hlink>
        <a:srgbClr val="5E3A64"/>
      </a:hlink>
      <a:folHlink>
        <a:srgbClr val="2C364E"/>
      </a:folHlink>
    </a:clrScheme>
    <a:fontScheme name="결혼식 슬라이드(오시는 길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