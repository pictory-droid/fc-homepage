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7019D25-BEF6-4D09-B687-F31F676CBCCD}">
          <p14:sldIdLst>
            <p14:sldId id="256"/>
          </p14:sldIdLst>
        </p14:section>
        <p14:section name="본문" id="{BC6123E2-FC1E-4B89-921F-362A88CAD28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26ACE0AC-87AC-4091-B491-E83B8574C33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tx2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75B862D-0F0B-4F9F-9041-BBBE10EA031D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CB3DF226-ED0D-4E9E-9495-F5CCBB18A6C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A1ADE893-0F4B-49F3-9954-FC4080656D9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축가는 친구가 불러 줍니다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D92B8-4C4D-453A-827A-C902652770EC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6553047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36A7D-545F-4BA2-94D9-F7B5898AE3E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FFFFFF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EFE8C-8026-4209-8FC2-FA0B80D0EBF5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4399178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4582058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8066836" y="1828800"/>
              <a:ext cx="54864" cy="35661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8249716" y="2039112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223D2-812F-4A07-B82D-FDF3CB2DF26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7D681-D29D-45BF-A1DD-F9227462955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