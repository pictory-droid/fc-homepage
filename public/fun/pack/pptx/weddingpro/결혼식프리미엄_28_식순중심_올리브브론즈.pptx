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72DD732-A59B-4598-B8A1-7C892DB8AB63}">
          <p14:sldIdLst>
            <p14:sldId id="256"/>
          </p14:sldIdLst>
        </p14:section>
        <p14:section name="본문" id="{3FB44AAD-DAD5-473D-BD4A-29F0AEA8B211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96C4204E-529D-44A8-A482-84D317DF22EA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0DC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4C3BC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tx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tx2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1FDF1F2B-6299-47E0-B1EE-9125CD03021F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EC6714F0-DE57-4EC9-9407-502278005F65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CB440A61-FBA6-49D1-95F3-A60B061F8F07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BRONZE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축가는 친구가 불러 줍니다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0" name="사진 바탕 2"/>
          <p:cNvSpPr/>
          <p:nvPr/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6DA5AE-95F7-4ED3-90A0-1799F48DBBBD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옆 선"/>
          <p:cNvSpPr/>
          <p:nvPr/>
        </p:nvSpPr>
        <p:spPr>
          <a:xfrm>
            <a:off x="731520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7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8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옆 선"/>
          <p:cNvSpPr/>
          <p:nvPr/>
        </p:nvSpPr>
        <p:spPr>
          <a:xfrm>
            <a:off x="6553047" y="1828800"/>
            <a:ext cx="54864" cy="42748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2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식순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577FC-7AE6-41C5-9354-845E4F5E3756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5230185"/>
                <a:gridCol w="3486790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순서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하객 맞이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신랑 · 신부 입장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혼인 서약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축가 · 감사 인사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기념 촬영 · 식사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하객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81CDD2-CA58-42EC-93BB-46D75F96AB51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주차 안내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4399178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식사 안내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8066836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기념 촬영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2BB78-077D-4BBF-B5F5-8778D4D1622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E7608-E899-40BA-A8CE-6ACC46619C0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BRONZE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식순 중심)">
  <a:themeElements>
    <a:clrScheme name="결혼식 슬라이드(식순 중심)">
      <a:dk1>
        <a:srgbClr val="484737"/>
      </a:dk1>
      <a:lt1>
        <a:srgbClr val="FCFBF9"/>
      </a:lt1>
      <a:dk2>
        <a:srgbClr val="302F14"/>
      </a:dk2>
      <a:lt2>
        <a:srgbClr val="F5F2E8"/>
      </a:lt2>
      <a:accent1>
        <a:srgbClr val="6D6A2E"/>
      </a:accent1>
      <a:accent2>
        <a:srgbClr val="B38B4D"/>
      </a:accent2>
      <a:accent3>
        <a:srgbClr val="727160"/>
      </a:accent3>
      <a:accent4>
        <a:srgbClr val="DAD7C3"/>
      </a:accent4>
      <a:accent5>
        <a:srgbClr val="B68F52"/>
      </a:accent5>
      <a:accent6>
        <a:srgbClr val="D1B993"/>
      </a:accent6>
      <a:hlink>
        <a:srgbClr val="302F14"/>
      </a:hlink>
      <a:folHlink>
        <a:srgbClr val="727160"/>
      </a:folHlink>
    </a:clrScheme>
    <a:fontScheme name="결혼식 슬라이드(식순 중심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>결혼식 상영용 슬라이드 · 식순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