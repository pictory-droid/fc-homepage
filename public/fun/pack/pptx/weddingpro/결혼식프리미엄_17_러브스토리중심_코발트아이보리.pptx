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C7BC7F82-E132-4E41-9D48-884E974834B8}">
          <p14:sldIdLst>
            <p14:sldId id="256"/>
          </p14:sldIdLst>
        </p14:section>
        <p14:section name="본문" id="{F53725D8-F3BC-47DA-A502-DF344607A568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F3B420A0-20A2-49BA-B2DD-FE11BD7D3E21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622CFD2F-966A-4295-8E3A-9C0511D29A70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2E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3C7D0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36EE914A-A951-48CA-BE19-D3229CFB48EF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A89F4FE0-2288-4BCE-BD8C-8C9E626D7F48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COBALT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싸우기도 많이 했고, 그만큼 풀기도 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099233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rect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7920761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8C68C9-7CE0-4387-9B06-9F944EB3788F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>
              <a:alpha val="62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>
              <a:alpha val="62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우리의 이야기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AFBD49-9842-4D26-92A7-CD3087062C30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처음 만난 날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첫 만남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어디에서 어떻게?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첫 데이트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설레던 하루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무엇을 했나요?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프러포즈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평생을 약속하다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이야기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결혼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함께 시작합니다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우리의 첫 번째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AB298-CC51-462C-933B-A1E8139AEFA0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여행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어디였나요?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2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3665143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선물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무엇이었나요?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18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6415887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다툼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어떻게 풀었나요?</a:t>
              </a:r>
            </a:p>
          </p:txBody>
        </p:sp>
      </p:grpSp>
      <p:grpSp>
        <p:nvGrpSpPr>
          <p:cNvPr id="23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4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9166631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4</a:t>
              </a:r>
            </a:p>
          </p:txBody>
        </p:sp>
        <p:sp>
          <p:nvSpPr>
            <p:cNvPr id="26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약속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무엇이었나요?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4D6DA-D9A1-403F-833C-EA66878830E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DBED1-6380-4481-A6FA-E4B1A58191F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COBALT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러브스토리 중심)">
  <a:themeElements>
    <a:clrScheme name="결혼식 슬라이드(러브스토리 중심)">
      <a:dk1>
        <a:srgbClr val="373D48"/>
      </a:dk1>
      <a:lt1>
        <a:srgbClr val="FDFDFB"/>
      </a:lt1>
      <a:dk2>
        <a:srgbClr val="14264F"/>
      </a:dk2>
      <a:lt2>
        <a:srgbClr val="F9F7F0"/>
      </a:lt2>
      <a:accent1>
        <a:srgbClr val="2848A8"/>
      </a:accent1>
      <a:accent2>
        <a:srgbClr val="D9A441"/>
      </a:accent2>
      <a:accent3>
        <a:srgbClr val="707A8F"/>
      </a:accent3>
      <a:accent4>
        <a:srgbClr val="CFD4E2"/>
      </a:accent4>
      <a:accent5>
        <a:srgbClr val="CDAA5D"/>
      </a:accent5>
      <a:accent6>
        <a:srgbClr val="E7C990"/>
      </a:accent6>
      <a:hlink>
        <a:srgbClr val="14264F"/>
      </a:hlink>
      <a:folHlink>
        <a:srgbClr val="707A8F"/>
      </a:folHlink>
    </a:clrScheme>
    <a:fontScheme name="결혼식 슬라이드(러브스토리 중심)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>결혼식 상영용 슬라이드 · 러브스토리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