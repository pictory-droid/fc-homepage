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ADAC3FA-8056-4390-843F-2D265FBBA917}">
          <p14:sldIdLst>
            <p14:sldId id="256"/>
          </p14:sldIdLst>
        </p14:section>
        <p14:section name="본문" id="{5F51C9ED-6A27-4632-9FE7-DC11B8553F6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04F2FB0-AD51-4D8C-A4B4-261107B7A28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E7F86FD-CCBA-4B2D-AB9F-E3845630F331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2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7D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306AAEC-AB07-468F-BD87-CB4D21C2EE1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D50E5C6-264A-48CA-986C-AC51C77B53C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싸우기도 많이 했고, 그만큼 풀기도 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8FDD6-31AE-44C8-B2B5-1F1BCFAA27C2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3E00D-CC3B-4DAE-89D0-C1A0D276B02D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C1294-CB45-4887-B3AE-37CB69A6B10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665143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15887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166631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7A63-6E91-423F-9CBA-D465F7CAA8E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25D-9E3B-45EC-8DD7-944A525E3F1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373D48"/>
      </a:dk1>
      <a:lt1>
        <a:srgbClr val="FDFDFB"/>
      </a:lt1>
      <a:dk2>
        <a:srgbClr val="14264F"/>
      </a:dk2>
      <a:lt2>
        <a:srgbClr val="F9F7F0"/>
      </a:lt2>
      <a:accent1>
        <a:srgbClr val="2848A8"/>
      </a:accent1>
      <a:accent2>
        <a:srgbClr val="D9A441"/>
      </a:accent2>
      <a:accent3>
        <a:srgbClr val="707A8F"/>
      </a:accent3>
      <a:accent4>
        <a:srgbClr val="CFD4E2"/>
      </a:accent4>
      <a:accent5>
        <a:srgbClr val="CDAA5D"/>
      </a:accent5>
      <a:accent6>
        <a:srgbClr val="E7C990"/>
      </a:accent6>
      <a:hlink>
        <a:srgbClr val="14264F"/>
      </a:hlink>
      <a:folHlink>
        <a:srgbClr val="707A8F"/>
      </a:folHlink>
    </a:clrScheme>
    <a:fontScheme name="결혼식 슬라이드(러브스토리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