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C83EE07-07FD-45D4-8428-9B070CD159E9}">
          <p14:sldIdLst>
            <p14:sldId id="256"/>
          </p14:sldIdLst>
        </p14:section>
        <p14:section name="본문" id="{0E2575F9-3846-450E-A0E1-C81F687D0DD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28A8ACA-F900-4DDA-A36C-187BDDACDD2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9753356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487667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B0D75A9E-390B-40EC-AFBC-90EFC3F7B8BB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75419" y="6164884"/>
            <a:ext cx="312201" cy="361530"/>
            <a:chOff x="575419" y="6164884"/>
            <a:chExt cx="312201" cy="361530"/>
          </a:xfrm>
        </p:grpSpPr>
        <p:sp>
          <p:nvSpPr>
            <p:cNvPr id="5" name="Oval 4"/>
            <p:cNvSpPr/>
            <p:nvPr/>
          </p:nvSpPr>
          <p:spPr>
            <a:xfrm>
              <a:off x="669340" y="6164884"/>
              <a:ext cx="124358" cy="1828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4320000">
              <a:off x="763262" y="6233122"/>
              <a:ext cx="124358" cy="1828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8640000">
              <a:off x="727387" y="6343534"/>
              <a:ext cx="124358" cy="1828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2960000">
              <a:off x="611293" y="6343534"/>
              <a:ext cx="124358" cy="1828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7280000">
              <a:off x="575419" y="6233122"/>
              <a:ext cx="124358" cy="1828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91286" y="6314846"/>
              <a:ext cx="80467" cy="8046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9753356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487667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9DA8F984-5EB2-4F6A-BE24-F38F7D66912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75419" y="6164884"/>
            <a:ext cx="312201" cy="361530"/>
            <a:chOff x="575419" y="6164884"/>
            <a:chExt cx="312201" cy="361530"/>
          </a:xfrm>
        </p:grpSpPr>
        <p:sp>
          <p:nvSpPr>
            <p:cNvPr id="5" name="Oval 4"/>
            <p:cNvSpPr/>
            <p:nvPr/>
          </p:nvSpPr>
          <p:spPr>
            <a:xfrm>
              <a:off x="669340" y="6164884"/>
              <a:ext cx="124358" cy="1828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4320000">
              <a:off x="763262" y="6233122"/>
              <a:ext cx="124358" cy="1828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8640000">
              <a:off x="727387" y="6343534"/>
              <a:ext cx="124358" cy="1828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2960000">
              <a:off x="611293" y="6343534"/>
              <a:ext cx="124358" cy="1828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7280000">
              <a:off x="575419" y="6233122"/>
              <a:ext cx="124358" cy="1828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91286" y="6314846"/>
              <a:ext cx="80467" cy="8046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A7A3923-CF5D-430D-A8A6-C81FC33FBCD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61696" y="5201107"/>
            <a:ext cx="468302" cy="542294"/>
            <a:chOff x="5861696" y="5201107"/>
            <a:chExt cx="468302" cy="542294"/>
          </a:xfrm>
        </p:grpSpPr>
        <p:sp>
          <p:nvSpPr>
            <p:cNvPr id="6" name="Oval 5"/>
            <p:cNvSpPr/>
            <p:nvPr/>
          </p:nvSpPr>
          <p:spPr>
            <a:xfrm>
              <a:off x="6002578" y="5201107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4320000">
              <a:off x="6143461" y="5303464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8640000">
              <a:off x="6089649" y="5469081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2960000">
              <a:off x="5915508" y="5469081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 rot="17280000">
              <a:off x="5861696" y="5303464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035497" y="5426049"/>
              <a:ext cx="120700" cy="12070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버스는 정류장에서 바로 보입니다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3474-DF19-413E-B74E-64B447F5707B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828E9-DF3F-4E03-AB8C-63BB825BC523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1920-92DB-4DBE-B80F-78611A2DB43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E5728-CE56-47EC-BC36-C95F43B8986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93AF7-89EA-421B-8DE7-68FAF6C07C1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2B2724"/>
      </a:dk1>
      <a:lt1>
        <a:srgbClr val="FFFFFF"/>
      </a:lt1>
      <a:dk2>
        <a:srgbClr val="3A644D"/>
      </a:dk2>
      <a:lt2>
        <a:srgbClr val="DEF9F0"/>
      </a:lt2>
      <a:accent1>
        <a:srgbClr val="7EE2C1"/>
      </a:accent1>
      <a:accent2>
        <a:srgbClr val="86CF86"/>
      </a:accent2>
      <a:accent3>
        <a:srgbClr val="2C4E43"/>
      </a:accent3>
      <a:accent4>
        <a:srgbClr val="C5F7E6"/>
      </a:accent4>
      <a:accent5>
        <a:srgbClr val="A3B6E0"/>
      </a:accent5>
      <a:accent6>
        <a:srgbClr val="C5E6BC"/>
      </a:accent6>
      <a:hlink>
        <a:srgbClr val="3A644D"/>
      </a:hlink>
      <a:folHlink>
        <a:srgbClr val="2C4E43"/>
      </a:folHlink>
    </a:clrScheme>
    <a:fontScheme name="결혼식 슬라이드(오시는 길 중심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