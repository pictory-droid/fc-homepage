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2656AF9-08E4-4E98-AD8D-DEFC9DB55758}">
          <p14:sldIdLst>
            <p14:sldId id="256"/>
          </p14:sldIdLst>
        </p14:section>
        <p14:section name="본문" id="{D5E00B28-90BA-4390-B45C-0AA5ADA2069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16B6CBA-0BC8-4378-B6C9-411C8A69386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F56139E-F85D-4966-9E54-0A6B4A0641D0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581229A-EB8F-47F9-BDE3-CB8B61531E1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EDB4631-6EDA-4E2F-9C31-A514FDEEAF2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하객 한 분 한 분께 직접 인사드리고 싶습니다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D426-EE22-4B1E-9B67-E1E570C81F1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EA65-5089-42ED-9237-972421FFE82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닮은 점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4B965-517A-4C03-B1D4-DD8504E2EBC3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신랑이 신부에게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70072-0DBE-4BE2-8D03-F6D3060974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585B2-587B-4A1B-870D-76A81FDDEB5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48373D"/>
      </a:dk1>
      <a:lt1>
        <a:srgbClr val="FDFBFA"/>
      </a:lt1>
      <a:dk2>
        <a:srgbClr val="3E1220"/>
      </a:dk2>
      <a:lt2>
        <a:srgbClr val="F8F2EC"/>
      </a:lt2>
      <a:accent1>
        <a:srgbClr val="6E1F33"/>
      </a:accent1>
      <a:accent2>
        <a:srgbClr val="B08D57"/>
      </a:accent2>
      <a:accent3>
        <a:srgbClr val="8C737B"/>
      </a:accent3>
      <a:accent4>
        <a:srgbClr val="DCC8C7"/>
      </a:accent4>
      <a:accent5>
        <a:srgbClr val="C0A064"/>
      </a:accent5>
      <a:accent6>
        <a:srgbClr val="D0BA9A"/>
      </a:accent6>
      <a:hlink>
        <a:srgbClr val="3E1220"/>
      </a:hlink>
      <a:folHlink>
        <a:srgbClr val="8C737B"/>
      </a:folHlink>
    </a:clrScheme>
    <a:fontScheme name="결혼식 슬라이드(소개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