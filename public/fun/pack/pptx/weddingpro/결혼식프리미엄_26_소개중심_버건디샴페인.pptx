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054B4874-1E74-461D-B1D3-3EF3A79EED0B}">
          <p14:sldIdLst>
            <p14:sldId id="256"/>
          </p14:sldIdLst>
        </p14:section>
        <p14:section name="본문" id="{A3EFF032-3BF7-417C-92B9-4AF25A237083}">
          <p14:sldIdLst>
            <p14:sldId id="257"/>
            <p14:sldId id="258"/>
            <p14:sldId id="259"/>
            <p14:sldId id="260"/>
            <p14:sldId id="261"/>
          </p14:sldIdLst>
        </p14:section>
        <p14:section name="마무리" id="{441E8C8C-8F30-4F17-9700-910F69BB7801}">
          <p14:sldIdLst>
            <p14:sldId id="262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자리에 두 사람의 사진을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자리를 눌러 사진을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서로에게 하고 싶은 말을 적어 보세요.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글은 눌러서 바로 고치세요. 사진 자리는 가운데 아이콘을 누르면 사진을 넣을 수 있어요.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pattFill prst="smGrid">
          <a:fgClr>
            <a:schemeClr val="accent1">
              <a:lumMod val="10000"/>
              <a:lumOff val="90000"/>
            </a:schemeClr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사진"/>
          <p:cNvSpPr>
            <a:spLocks noGrp="1"/>
          </p:cNvSpPr>
          <p:nvPr>
            <p:ph type="pic" sz="quarter" idx="13"/>
          </p:nvPr>
        </p:nvSpPr>
        <p:spPr>
          <a:xfrm>
            <a:off x="7315017" y="685800"/>
            <a:ext cx="3657508" cy="5486400"/>
          </a:xfrm>
          <a:prstGeom prst="round2SameRect">
            <a:avLst>
              <a:gd name="adj1" fmla="val 50000"/>
              <a:gd name="adj2" fmla="val 0"/>
            </a:avLst>
          </a:prstGeo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사진을 넣으려면 아이콘을 누르세요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975335" y="1645920"/>
            <a:ext cx="512051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제목"/>
          <p:cNvSpPr>
            <a:spLocks noGrp="1"/>
          </p:cNvSpPr>
          <p:nvPr>
            <p:ph type="ctrTitle"/>
          </p:nvPr>
        </p:nvSpPr>
        <p:spPr>
          <a:xfrm>
            <a:off x="975335" y="2029968"/>
            <a:ext cx="512051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4" name="한 줄 문구"/>
          <p:cNvSpPr>
            <a:spLocks noGrp="1"/>
          </p:cNvSpPr>
          <p:nvPr>
            <p:ph type="subTitle" idx="1"/>
          </p:nvPr>
        </p:nvSpPr>
        <p:spPr>
          <a:xfrm>
            <a:off x="975335" y="3703320"/>
            <a:ext cx="512051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5" name="안내 문구"/>
          <p:cNvSpPr>
            <a:spLocks noGrp="1"/>
          </p:cNvSpPr>
          <p:nvPr>
            <p:ph type="body" sz="quarter" idx="11"/>
          </p:nvPr>
        </p:nvSpPr>
        <p:spPr>
          <a:xfrm>
            <a:off x="975335" y="4480559"/>
            <a:ext cx="512051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어긋난 아치 선"/>
          <p:cNvSpPr/>
          <p:nvPr/>
        </p:nvSpPr>
        <p:spPr>
          <a:xfrm>
            <a:off x="7607625" y="960120"/>
            <a:ext cx="3657508" cy="5486400"/>
          </a:xfrm>
          <a:prstGeom prst="round2SameRect">
            <a:avLst>
              <a:gd name="adj1" fmla="val 50000"/>
              <a:gd name="adj2" fmla="val 0"/>
            </a:avLst>
          </a:prstGeom>
          <a:noFill/>
          <a:ln w="1270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아치 틀"/>
          <p:cNvSpPr/>
          <p:nvPr/>
        </p:nvSpPr>
        <p:spPr>
          <a:xfrm>
            <a:off x="7223577" y="594360"/>
            <a:ext cx="3840388" cy="566928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bg1">
              <a:alpha val="100000"/>
            </a:schemeClr>
          </a:solidFill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사진 바탕"/>
          <p:cNvSpPr/>
          <p:nvPr/>
        </p:nvSpPr>
        <p:spPr>
          <a:xfrm>
            <a:off x="7315017" y="685800"/>
            <a:ext cx="3657508" cy="548640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사진을 넣어 주세요</a:t>
            </a:r>
          </a:p>
        </p:txBody>
      </p:sp>
      <p:sp>
        <p:nvSpPr>
          <p:cNvPr id="5" name="포인트 원"/>
          <p:cNvSpPr/>
          <p:nvPr/>
        </p:nvSpPr>
        <p:spPr>
          <a:xfrm>
            <a:off x="10771357" y="5330952"/>
            <a:ext cx="585216" cy="585216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pattFill prst="smGrid">
          <a:fgClr>
            <a:schemeClr val="accent1">
              <a:lumMod val="10000"/>
              <a:lumOff val="90000"/>
            </a:schemeClr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463040" y="365760"/>
            <a:ext cx="92656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1463040" y="658368"/>
            <a:ext cx="926561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8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5730087" y="6309360"/>
            <a:ext cx="731520" cy="329184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fld id="{76303F85-98EA-418E-913E-53C76B23EFD7}" type="slidenum">
              <a:rPr lang="en-US"/>
              <a:t>‹#›</a:t>
            </a:fld>
          </a:p>
        </p:txBody>
      </p:sp>
      <p:sp>
        <p:nvSpPr>
          <p:cNvPr id="2" name="Arc 1"/>
          <p:cNvSpPr/>
          <p:nvPr/>
        </p:nvSpPr>
        <p:spPr>
          <a:xfrm>
            <a:off x="-182880" y="-182880"/>
            <a:ext cx="914400" cy="91440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Arc 2"/>
          <p:cNvSpPr/>
          <p:nvPr/>
        </p:nvSpPr>
        <p:spPr>
          <a:xfrm>
            <a:off x="-548640" y="-548640"/>
            <a:ext cx="1645920" cy="164592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Arc 3"/>
          <p:cNvSpPr/>
          <p:nvPr/>
        </p:nvSpPr>
        <p:spPr>
          <a:xfrm>
            <a:off x="-914400" y="-914400"/>
            <a:ext cx="2377440" cy="237744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454421" y="306076"/>
            <a:ext cx="990559" cy="17466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432698" y="365759"/>
            <a:ext cx="871083" cy="50292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391872" y="414414"/>
            <a:ext cx="646542" cy="770518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36868" y="446170"/>
            <a:ext cx="344018" cy="94518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9" name="Arc 8"/>
          <p:cNvSpPr/>
          <p:nvPr/>
        </p:nvSpPr>
        <p:spPr>
          <a:xfrm>
            <a:off x="11460175" y="-182880"/>
            <a:ext cx="914400" cy="91440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Arc 9"/>
          <p:cNvSpPr/>
          <p:nvPr/>
        </p:nvSpPr>
        <p:spPr>
          <a:xfrm>
            <a:off x="11094415" y="-548640"/>
            <a:ext cx="1645920" cy="164592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Arc 10"/>
          <p:cNvSpPr/>
          <p:nvPr/>
        </p:nvSpPr>
        <p:spPr>
          <a:xfrm>
            <a:off x="10728655" y="-914400"/>
            <a:ext cx="2377440" cy="237744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 flipH="1">
            <a:off x="10746714" y="306076"/>
            <a:ext cx="990559" cy="17466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3" name="Connector 12"/>
          <p:cNvCxnSpPr/>
          <p:nvPr/>
        </p:nvCxnSpPr>
        <p:spPr>
          <a:xfrm flipH="1">
            <a:off x="10887913" y="365759"/>
            <a:ext cx="871083" cy="50292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4" name="Connector 13"/>
          <p:cNvCxnSpPr/>
          <p:nvPr/>
        </p:nvCxnSpPr>
        <p:spPr>
          <a:xfrm flipH="1">
            <a:off x="11153280" y="414414"/>
            <a:ext cx="646542" cy="770518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5" name="Connector 14"/>
          <p:cNvCxnSpPr/>
          <p:nvPr/>
        </p:nvCxnSpPr>
        <p:spPr>
          <a:xfrm flipH="1">
            <a:off x="11510809" y="446170"/>
            <a:ext cx="344017" cy="94518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6" name="Connector 15"/>
          <p:cNvCxnSpPr/>
          <p:nvPr/>
        </p:nvCxnSpPr>
        <p:spPr>
          <a:xfrm>
            <a:off x="4632807" y="1517904"/>
            <a:ext cx="128016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17" name="Connector 16"/>
          <p:cNvCxnSpPr/>
          <p:nvPr/>
        </p:nvCxnSpPr>
        <p:spPr>
          <a:xfrm>
            <a:off x="6278727" y="1517904"/>
            <a:ext cx="128016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18" name="Diamond 17"/>
          <p:cNvSpPr/>
          <p:nvPr/>
        </p:nvSpPr>
        <p:spPr>
          <a:xfrm>
            <a:off x="6036411" y="1458468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사진"/>
          <p:cNvSpPr>
            <a:spLocks noGrp="1"/>
          </p:cNvSpPr>
          <p:nvPr>
            <p:ph type="pic" sz="quarter" idx="13"/>
          </p:nvPr>
        </p:nvSpPr>
        <p:spPr>
          <a:xfrm>
            <a:off x="7315017" y="685800"/>
            <a:ext cx="3657508" cy="5486400"/>
          </a:xfrm>
          <a:prstGeom prst="round2SameRect">
            <a:avLst>
              <a:gd name="adj1" fmla="val 50000"/>
              <a:gd name="adj2" fmla="val 0"/>
            </a:avLst>
          </a:prstGeo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사진을 넣으려면 아이콘을 누르세요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975335" y="1645920"/>
            <a:ext cx="512051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제목"/>
          <p:cNvSpPr>
            <a:spLocks noGrp="1"/>
          </p:cNvSpPr>
          <p:nvPr>
            <p:ph type="title"/>
          </p:nvPr>
        </p:nvSpPr>
        <p:spPr>
          <a:xfrm>
            <a:off x="975335" y="2029968"/>
            <a:ext cx="512051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0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4" name="한 줄 문구"/>
          <p:cNvSpPr>
            <a:spLocks noGrp="1"/>
          </p:cNvSpPr>
          <p:nvPr>
            <p:ph type="subTitle" idx="1"/>
          </p:nvPr>
        </p:nvSpPr>
        <p:spPr>
          <a:xfrm>
            <a:off x="975335" y="3703320"/>
            <a:ext cx="512051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E6E0E2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5" name="안내 문구"/>
          <p:cNvSpPr>
            <a:spLocks noGrp="1"/>
          </p:cNvSpPr>
          <p:nvPr>
            <p:ph type="body" sz="quarter" idx="11"/>
          </p:nvPr>
        </p:nvSpPr>
        <p:spPr>
          <a:xfrm>
            <a:off x="975335" y="4480559"/>
            <a:ext cx="512051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CFC4C8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어긋난 아치 선"/>
          <p:cNvSpPr/>
          <p:nvPr/>
        </p:nvSpPr>
        <p:spPr>
          <a:xfrm>
            <a:off x="7607625" y="960120"/>
            <a:ext cx="3657508" cy="5486400"/>
          </a:xfrm>
          <a:prstGeom prst="round2SameRect">
            <a:avLst>
              <a:gd name="adj1" fmla="val 50000"/>
              <a:gd name="adj2" fmla="val 0"/>
            </a:avLst>
          </a:prstGeom>
          <a:noFill/>
          <a:ln w="12700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아치 틀"/>
          <p:cNvSpPr/>
          <p:nvPr/>
        </p:nvSpPr>
        <p:spPr>
          <a:xfrm>
            <a:off x="7223577" y="594360"/>
            <a:ext cx="3840388" cy="566928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tx2">
              <a:alpha val="100000"/>
            </a:schemeClr>
          </a:solidFill>
          <a:ln w="6350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사진 바탕"/>
          <p:cNvSpPr/>
          <p:nvPr/>
        </p:nvSpPr>
        <p:spPr>
          <a:xfrm>
            <a:off x="7315017" y="685800"/>
            <a:ext cx="3657508" cy="548640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사진을 넣어 주세요</a:t>
            </a:r>
          </a:p>
        </p:txBody>
      </p:sp>
      <p:sp>
        <p:nvSpPr>
          <p:cNvPr id="5" name="포인트 원"/>
          <p:cNvSpPr/>
          <p:nvPr/>
        </p:nvSpPr>
        <p:spPr>
          <a:xfrm>
            <a:off x="10771357" y="5330952"/>
            <a:ext cx="585216" cy="585216"/>
          </a:xfrm>
          <a:prstGeom prst="ellipse">
            <a:avLst/>
          </a:prstGeom>
          <a:solidFill>
            <a:schemeClr val="tx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pattFill prst="smGrid">
          <a:fgClr>
            <a:schemeClr val="accent1">
              <a:lumMod val="10000"/>
              <a:lumOff val="90000"/>
            </a:schemeClr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463040" y="365760"/>
            <a:ext cx="92656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1463040" y="658368"/>
            <a:ext cx="926561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8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5730087" y="6309360"/>
            <a:ext cx="731520" cy="329184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fld id="{855FAED4-E72F-4B0D-BC35-3771173599ED}" type="slidenum">
              <a:rPr lang="en-US"/>
              <a:t>‹#›</a:t>
            </a:fld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7315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21031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4747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8463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7315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21031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4747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8463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2" name="Arc 1"/>
          <p:cNvSpPr/>
          <p:nvPr/>
        </p:nvSpPr>
        <p:spPr>
          <a:xfrm>
            <a:off x="-182880" y="-182880"/>
            <a:ext cx="914400" cy="91440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Arc 2"/>
          <p:cNvSpPr/>
          <p:nvPr/>
        </p:nvSpPr>
        <p:spPr>
          <a:xfrm>
            <a:off x="-548640" y="-548640"/>
            <a:ext cx="1645920" cy="164592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Arc 3"/>
          <p:cNvSpPr/>
          <p:nvPr/>
        </p:nvSpPr>
        <p:spPr>
          <a:xfrm>
            <a:off x="-914400" y="-914400"/>
            <a:ext cx="2377440" cy="237744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454421" y="306076"/>
            <a:ext cx="990559" cy="17466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432698" y="365759"/>
            <a:ext cx="871083" cy="50292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391872" y="414414"/>
            <a:ext cx="646542" cy="770518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36868" y="446170"/>
            <a:ext cx="344018" cy="94518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9" name="Arc 8"/>
          <p:cNvSpPr/>
          <p:nvPr/>
        </p:nvSpPr>
        <p:spPr>
          <a:xfrm>
            <a:off x="11460175" y="-182880"/>
            <a:ext cx="914400" cy="91440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Arc 9"/>
          <p:cNvSpPr/>
          <p:nvPr/>
        </p:nvSpPr>
        <p:spPr>
          <a:xfrm>
            <a:off x="11094415" y="-548640"/>
            <a:ext cx="1645920" cy="164592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Arc 10"/>
          <p:cNvSpPr/>
          <p:nvPr/>
        </p:nvSpPr>
        <p:spPr>
          <a:xfrm>
            <a:off x="10728655" y="-914400"/>
            <a:ext cx="2377440" cy="237744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 flipH="1">
            <a:off x="10746714" y="306076"/>
            <a:ext cx="990559" cy="17466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3" name="Connector 12"/>
          <p:cNvCxnSpPr/>
          <p:nvPr/>
        </p:nvCxnSpPr>
        <p:spPr>
          <a:xfrm flipH="1">
            <a:off x="10887913" y="365759"/>
            <a:ext cx="871083" cy="50292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4" name="Connector 13"/>
          <p:cNvCxnSpPr/>
          <p:nvPr/>
        </p:nvCxnSpPr>
        <p:spPr>
          <a:xfrm flipH="1">
            <a:off x="11153280" y="414414"/>
            <a:ext cx="646542" cy="770518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5" name="Connector 14"/>
          <p:cNvCxnSpPr/>
          <p:nvPr/>
        </p:nvCxnSpPr>
        <p:spPr>
          <a:xfrm flipH="1">
            <a:off x="11510809" y="446170"/>
            <a:ext cx="344017" cy="94518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6" name="Connector 15"/>
          <p:cNvCxnSpPr/>
          <p:nvPr/>
        </p:nvCxnSpPr>
        <p:spPr>
          <a:xfrm>
            <a:off x="4632807" y="1517904"/>
            <a:ext cx="128016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17" name="Connector 16"/>
          <p:cNvCxnSpPr/>
          <p:nvPr/>
        </p:nvCxnSpPr>
        <p:spPr>
          <a:xfrm>
            <a:off x="6278727" y="1517904"/>
            <a:ext cx="128016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18" name="Diamond 17"/>
          <p:cNvSpPr/>
          <p:nvPr/>
        </p:nvSpPr>
        <p:spPr>
          <a:xfrm>
            <a:off x="6036411" y="1458468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pattFill prst="smGrid">
          <a:fgClr>
            <a:schemeClr val="accent1">
              <a:lumMod val="10000"/>
              <a:lumOff val="90000"/>
            </a:schemeClr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463040" y="365760"/>
            <a:ext cx="92656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5730087" y="6309360"/>
            <a:ext cx="731520" cy="329184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fld id="{4150B314-353C-41AE-B6BF-113F4D1871BF}" type="slidenum">
              <a:rPr lang="en-US"/>
              <a:t>‹#›</a:t>
            </a:fld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sp>
        <p:nvSpPr>
          <p:cNvPr id="2" name="Arc 1"/>
          <p:cNvSpPr/>
          <p:nvPr/>
        </p:nvSpPr>
        <p:spPr>
          <a:xfrm>
            <a:off x="-182880" y="-182880"/>
            <a:ext cx="914400" cy="91440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Arc 2"/>
          <p:cNvSpPr/>
          <p:nvPr/>
        </p:nvSpPr>
        <p:spPr>
          <a:xfrm>
            <a:off x="-548640" y="-548640"/>
            <a:ext cx="1645920" cy="164592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Arc 3"/>
          <p:cNvSpPr/>
          <p:nvPr/>
        </p:nvSpPr>
        <p:spPr>
          <a:xfrm>
            <a:off x="-914400" y="-914400"/>
            <a:ext cx="2377440" cy="237744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454421" y="306076"/>
            <a:ext cx="990559" cy="17466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432698" y="365759"/>
            <a:ext cx="871083" cy="50292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391872" y="414414"/>
            <a:ext cx="646542" cy="770518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36868" y="446170"/>
            <a:ext cx="344018" cy="94518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9" name="Arc 8"/>
          <p:cNvSpPr/>
          <p:nvPr/>
        </p:nvSpPr>
        <p:spPr>
          <a:xfrm>
            <a:off x="11460175" y="-182880"/>
            <a:ext cx="914400" cy="91440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Arc 9"/>
          <p:cNvSpPr/>
          <p:nvPr/>
        </p:nvSpPr>
        <p:spPr>
          <a:xfrm>
            <a:off x="11094415" y="-548640"/>
            <a:ext cx="1645920" cy="164592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Arc 10"/>
          <p:cNvSpPr/>
          <p:nvPr/>
        </p:nvSpPr>
        <p:spPr>
          <a:xfrm>
            <a:off x="10728655" y="-914400"/>
            <a:ext cx="2377440" cy="237744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 flipH="1">
            <a:off x="10746714" y="306076"/>
            <a:ext cx="990559" cy="17466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3" name="Connector 12"/>
          <p:cNvCxnSpPr/>
          <p:nvPr/>
        </p:nvCxnSpPr>
        <p:spPr>
          <a:xfrm flipH="1">
            <a:off x="10887913" y="365759"/>
            <a:ext cx="871083" cy="50292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4" name="Connector 13"/>
          <p:cNvCxnSpPr/>
          <p:nvPr/>
        </p:nvCxnSpPr>
        <p:spPr>
          <a:xfrm flipH="1">
            <a:off x="11153280" y="414414"/>
            <a:ext cx="646542" cy="770518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5" name="Connector 14"/>
          <p:cNvCxnSpPr/>
          <p:nvPr/>
        </p:nvCxnSpPr>
        <p:spPr>
          <a:xfrm flipH="1">
            <a:off x="11510809" y="446170"/>
            <a:ext cx="344017" cy="94518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grpSp>
        <p:nvGrpSpPr>
          <p:cNvPr id="16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17" name="Diamond 16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18" name="Connector 17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19" name="Connector 18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20" name="Connector 19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21" name="Diamond 20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BURGUNDY  ·  WEDDING</a:t>
            </a:r>
          </a:p>
        </p:txBody>
      </p:sp>
      <p:sp>
        <p:nvSpPr>
          <p:cNvPr id="4" name="Title 3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저희 결혼합니다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하객 한 분 한 분께 직접 인사드리고 싶습니다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신랑 이름 ♥ 신부 이름</a:t>
            </a:r>
          </a:p>
          <a:p>
            <a:r>
              <a:rPr lang="ko-KR"/>
              <a:t>날짜 입력 · 예식장 이름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GROOM &amp; BRIDE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신랑 · 신부 소개</a:t>
            </a:r>
          </a:p>
        </p:txBody>
      </p:sp>
      <p:sp>
        <p:nvSpPr>
          <p:cNvPr id="14" name="사진 바탕 1"/>
          <p:cNvSpPr/>
          <p:nvPr/>
        </p:nvSpPr>
        <p:spPr>
          <a:xfrm>
            <a:off x="2099233" y="2057400"/>
            <a:ext cx="2171700" cy="21717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2099233" y="2057400"/>
            <a:ext cx="2171700" cy="2171700"/>
          </a:xfrm>
          <a:prstGeom prst="rect">
            <a:avLst/>
          </a:prstGeom>
        </p:spPr>
      </p:sp>
      <p:sp>
        <p:nvSpPr>
          <p:cNvPr id="18" name="사진 바탕 2"/>
          <p:cNvSpPr/>
          <p:nvPr/>
        </p:nvSpPr>
        <p:spPr>
          <a:xfrm>
            <a:off x="7920761" y="2057400"/>
            <a:ext cx="2171700" cy="21717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7920761" y="2057400"/>
            <a:ext cx="2171700" cy="2171700"/>
          </a:xfrm>
          <a:prstGeom prst="rect">
            <a:avLst/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02E9F1-F718-4CFF-AB02-78A128EF3238}" type="slidenum">
              <a:rPr lang="en-US"/>
              <a:t>‹#›</a:t>
            </a:fld>
            <a:endParaRPr lang="en-US"/>
          </a:p>
        </p:txBody>
      </p:sp>
      <p:sp>
        <p:nvSpPr>
          <p:cNvPr id="13" name="신랑 카드"/>
          <p:cNvSpPr/>
          <p:nvPr/>
        </p:nvSpPr>
        <p:spPr>
          <a:xfrm>
            <a:off x="731520" y="1828800"/>
            <a:ext cx="4907127" cy="4274820"/>
          </a:xfrm>
          <a:prstGeom prst="snip2DiagRect">
            <a:avLst>
              <a:gd name="adj1" fmla="val 11000"/>
              <a:gd name="adj2" fmla="val 0"/>
            </a:avLst>
          </a:prstGeom>
          <a:solidFill>
            <a:schemeClr val="bg1"/>
          </a:solidFill>
          <a:ln w="9525">
            <a:solidFill>
              <a:schemeClr val="accent5">
                <a:alpha val="85000"/>
              </a:schemeClr>
            </a:solidFill>
          </a:ln>
          <a:effectLst>
            <a:outerShdw blurRad="76200" dist="19050" dir="5400000" algn="t" rotWithShape="0">
              <a:schemeClr val="tx2">
                <a:alpha val="8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5" name="신랑 이름"/>
          <p:cNvSpPr txBox="1"/>
          <p:nvPr/>
        </p:nvSpPr>
        <p:spPr>
          <a:xfrm>
            <a:off x="731520" y="4320540"/>
            <a:ext cx="4907127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신랑</a:t>
            </a:r>
          </a:p>
        </p:txBody>
      </p:sp>
      <p:sp>
        <p:nvSpPr>
          <p:cNvPr id="16" name="신랑 소개"/>
          <p:cNvSpPr txBox="1"/>
          <p:nvPr/>
        </p:nvSpPr>
        <p:spPr>
          <a:xfrm>
            <a:off x="822960" y="4777740"/>
            <a:ext cx="4724247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직업 · 취미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신부에게 한마디</a:t>
            </a:r>
          </a:p>
        </p:txBody>
      </p:sp>
      <p:sp>
        <p:nvSpPr>
          <p:cNvPr id="17" name="신부 카드"/>
          <p:cNvSpPr/>
          <p:nvPr/>
        </p:nvSpPr>
        <p:spPr>
          <a:xfrm>
            <a:off x="6553047" y="1828800"/>
            <a:ext cx="4907127" cy="4274820"/>
          </a:xfrm>
          <a:prstGeom prst="snip2DiagRect">
            <a:avLst>
              <a:gd name="adj1" fmla="val 11000"/>
              <a:gd name="adj2" fmla="val 0"/>
            </a:avLst>
          </a:prstGeom>
          <a:solidFill>
            <a:schemeClr val="bg1"/>
          </a:solidFill>
          <a:ln w="9525">
            <a:solidFill>
              <a:schemeClr val="accent5">
                <a:alpha val="85000"/>
              </a:schemeClr>
            </a:solidFill>
          </a:ln>
          <a:effectLst>
            <a:outerShdw blurRad="76200" dist="19050" dir="5400000" algn="t" rotWithShape="0">
              <a:schemeClr val="tx2">
                <a:alpha val="8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9" name="신부 이름"/>
          <p:cNvSpPr txBox="1"/>
          <p:nvPr/>
        </p:nvSpPr>
        <p:spPr>
          <a:xfrm>
            <a:off x="6553047" y="4320540"/>
            <a:ext cx="4907127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신부</a:t>
            </a:r>
          </a:p>
        </p:txBody>
      </p:sp>
      <p:sp>
        <p:nvSpPr>
          <p:cNvPr id="20" name="신부 소개"/>
          <p:cNvSpPr txBox="1"/>
          <p:nvPr/>
        </p:nvSpPr>
        <p:spPr>
          <a:xfrm>
            <a:off x="6644487" y="4777740"/>
            <a:ext cx="4724247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직업 · 취미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신랑에게 한마디</a:t>
            </a:r>
          </a:p>
        </p:txBody>
      </p:sp>
    </p:spTree>
  </p:cSld>
  <p:clrMapOvr>
    <a:masterClrMapping/>
  </p:clrMapOvr>
  <p:transition spd="med">
    <p:pull dir="r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OUR STORY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 두 사람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E7EE6C-BD6C-43B0-A2D8-0C02AAA4B2B5}" type="slidenum">
              <a:rPr lang="en-US"/>
              <a:t>‹#›</a:t>
            </a:fld>
            <a:endParaRPr lang="en-US"/>
          </a:p>
        </p:txBody>
      </p:sp>
      <p:grpSp>
        <p:nvGrpSpPr>
          <p:cNvPr id="5" name="왼쪽 칸"/>
          <p:cNvGrpSpPr/>
          <p:nvPr/>
        </p:nvGrpSpPr>
        <p:grpSpPr>
          <a:xfrm>
            <a:off x="731520" y="1828800"/>
            <a:ext cx="5181447" cy="3566160"/>
            <a:chOff x="731520" y="1828800"/>
            <a:chExt cx="5181447" cy="3566160"/>
          </a:xfrm>
        </p:grpSpPr>
        <p:sp>
          <p:nvSpPr>
            <p:cNvPr id="6" name="칸 바탕"/>
            <p:cNvSpPr/>
            <p:nvPr/>
          </p:nvSpPr>
          <p:spPr>
            <a:xfrm>
              <a:off x="731520" y="1828800"/>
              <a:ext cx="5181447" cy="356616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5">
                  <a:alpha val="85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칸 제목 띠"/>
            <p:cNvSpPr/>
            <p:nvPr/>
          </p:nvSpPr>
          <p:spPr>
            <a:xfrm>
              <a:off x="914400" y="2011680"/>
              <a:ext cx="4815687" cy="59436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700" b="1" i="0" lang="ko-KR">
                  <a:solidFill>
                    <a:srgbClr val="FFFFFF"/>
                  </a:solidFill>
                </a:rPr>
                <a:t>닮은 점</a:t>
              </a:r>
            </a:p>
          </p:txBody>
        </p:sp>
        <p:sp>
          <p:nvSpPr>
            <p:cNvPr id="8" name="칸 내용"/>
            <p:cNvSpPr txBox="1"/>
            <p:nvPr/>
          </p:nvSpPr>
          <p:spPr>
            <a:xfrm>
              <a:off x="1005840" y="2788920"/>
              <a:ext cx="4632807" cy="24688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9" name="오른쪽 칸"/>
          <p:cNvGrpSpPr/>
          <p:nvPr/>
        </p:nvGrpSpPr>
        <p:grpSpPr>
          <a:xfrm>
            <a:off x="6278727" y="1828800"/>
            <a:ext cx="5181447" cy="3566160"/>
            <a:chOff x="6278727" y="1828800"/>
            <a:chExt cx="5181447" cy="3566160"/>
          </a:xfrm>
        </p:grpSpPr>
        <p:sp>
          <p:nvSpPr>
            <p:cNvPr id="10" name="칸 바탕"/>
            <p:cNvSpPr/>
            <p:nvPr/>
          </p:nvSpPr>
          <p:spPr>
            <a:xfrm>
              <a:off x="6278727" y="1828800"/>
              <a:ext cx="5181447" cy="356616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5">
                  <a:alpha val="85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칸 제목 띠"/>
            <p:cNvSpPr/>
            <p:nvPr/>
          </p:nvSpPr>
          <p:spPr>
            <a:xfrm>
              <a:off x="6461607" y="2011680"/>
              <a:ext cx="4815687" cy="59436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700" b="1" i="0" lang="ko-KR">
                  <a:solidFill>
                    <a:srgbClr val="1A1613"/>
                  </a:solidFill>
                </a:rPr>
                <a:t>다른 점</a:t>
              </a:r>
            </a:p>
          </p:txBody>
        </p:sp>
        <p:sp>
          <p:nvSpPr>
            <p:cNvPr id="12" name="칸 내용"/>
            <p:cNvSpPr txBox="1"/>
            <p:nvPr/>
          </p:nvSpPr>
          <p:spPr>
            <a:xfrm>
              <a:off x="6553047" y="2788920"/>
              <a:ext cx="4632807" cy="24688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</p:spTree>
  </p:cSld>
  <p:clrMapOvr>
    <a:masterClrMapping/>
  </p:clrMapOvr>
  <p:transition spd="med">
    <p:pull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GUIDE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서로에게 하고 싶은 말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958D9B-E4B8-43D7-A722-AF253C4AD454}" type="slidenum">
              <a:rPr lang="en-US"/>
              <a:t>‹#›</a:t>
            </a:fld>
            <a:endParaRPr lang="en-US"/>
          </a:p>
        </p:txBody>
      </p:sp>
      <p:grpSp>
        <p:nvGrpSpPr>
          <p:cNvPr id="5" name="왼쪽 칸"/>
          <p:cNvGrpSpPr/>
          <p:nvPr/>
        </p:nvGrpSpPr>
        <p:grpSpPr>
          <a:xfrm>
            <a:off x="731520" y="1828800"/>
            <a:ext cx="5181447" cy="3566160"/>
            <a:chOff x="731520" y="1828800"/>
            <a:chExt cx="5181447" cy="3566160"/>
          </a:xfrm>
        </p:grpSpPr>
        <p:sp>
          <p:nvSpPr>
            <p:cNvPr id="6" name="칸 바탕"/>
            <p:cNvSpPr/>
            <p:nvPr/>
          </p:nvSpPr>
          <p:spPr>
            <a:xfrm>
              <a:off x="731520" y="1828800"/>
              <a:ext cx="5181447" cy="356616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5">
                  <a:alpha val="85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칸 제목 띠"/>
            <p:cNvSpPr/>
            <p:nvPr/>
          </p:nvSpPr>
          <p:spPr>
            <a:xfrm>
              <a:off x="914400" y="2011680"/>
              <a:ext cx="4815687" cy="59436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700" b="1" i="0" lang="ko-KR">
                  <a:solidFill>
                    <a:srgbClr val="FFFFFF"/>
                  </a:solidFill>
                </a:rPr>
                <a:t>신랑이 신부에게</a:t>
              </a:r>
            </a:p>
          </p:txBody>
        </p:sp>
        <p:sp>
          <p:nvSpPr>
            <p:cNvPr id="8" name="칸 내용"/>
            <p:cNvSpPr txBox="1"/>
            <p:nvPr/>
          </p:nvSpPr>
          <p:spPr>
            <a:xfrm>
              <a:off x="1005840" y="2788920"/>
              <a:ext cx="4632807" cy="24688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하고 싶은 말을 적어 주세요</a:t>
              </a:r>
            </a:p>
          </p:txBody>
        </p:sp>
      </p:grpSp>
      <p:grpSp>
        <p:nvGrpSpPr>
          <p:cNvPr id="9" name="오른쪽 칸"/>
          <p:cNvGrpSpPr/>
          <p:nvPr/>
        </p:nvGrpSpPr>
        <p:grpSpPr>
          <a:xfrm>
            <a:off x="6278727" y="1828800"/>
            <a:ext cx="5181447" cy="3566160"/>
            <a:chOff x="6278727" y="1828800"/>
            <a:chExt cx="5181447" cy="3566160"/>
          </a:xfrm>
        </p:grpSpPr>
        <p:sp>
          <p:nvSpPr>
            <p:cNvPr id="10" name="칸 바탕"/>
            <p:cNvSpPr/>
            <p:nvPr/>
          </p:nvSpPr>
          <p:spPr>
            <a:xfrm>
              <a:off x="6278727" y="1828800"/>
              <a:ext cx="5181447" cy="356616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5">
                  <a:alpha val="85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칸 제목 띠"/>
            <p:cNvSpPr/>
            <p:nvPr/>
          </p:nvSpPr>
          <p:spPr>
            <a:xfrm>
              <a:off x="6461607" y="2011680"/>
              <a:ext cx="4815687" cy="59436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700" b="1" i="0" lang="ko-KR">
                  <a:solidFill>
                    <a:srgbClr val="1A1613"/>
                  </a:solidFill>
                </a:rPr>
                <a:t>신부가 신랑에게</a:t>
              </a:r>
            </a:p>
          </p:txBody>
        </p:sp>
        <p:sp>
          <p:nvSpPr>
            <p:cNvPr id="12" name="칸 내용"/>
            <p:cNvSpPr txBox="1"/>
            <p:nvPr/>
          </p:nvSpPr>
          <p:spPr>
            <a:xfrm>
              <a:off x="6553047" y="2788920"/>
              <a:ext cx="4632807" cy="24688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하고 싶은 말을 적어 주세요</a:t>
              </a:r>
            </a:p>
          </p:txBody>
        </p:sp>
      </p:grpSp>
    </p:spTree>
  </p:cSld>
  <p:clrMapOvr>
    <a:masterClrMapping/>
  </p:clrMapOvr>
  <p:transition spd="med">
    <p:pull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GALLERY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웨딩 사진</a:t>
            </a:r>
          </a:p>
        </p:txBody>
      </p:sp>
      <p:sp>
        <p:nvSpPr>
          <p:cNvPr id="13" name="사진 바탕 1"/>
          <p:cNvSpPr/>
          <p:nvPr/>
        </p:nvSpPr>
        <p:spPr>
          <a:xfrm>
            <a:off x="731520" y="1828800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1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731520" y="1828800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4" name="사진 바탕 2"/>
          <p:cNvSpPr/>
          <p:nvPr/>
        </p:nvSpPr>
        <p:spPr>
          <a:xfrm>
            <a:off x="4374794" y="1828800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2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4374794" y="1828800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5" name="사진 바탕 3"/>
          <p:cNvSpPr/>
          <p:nvPr/>
        </p:nvSpPr>
        <p:spPr>
          <a:xfrm>
            <a:off x="8018068" y="1828800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3</a:t>
            </a:r>
          </a:p>
        </p:txBody>
      </p:sp>
      <p:sp>
        <p:nvSpPr>
          <p:cNvPr id="6" name="Picture Placeholder 5" descr="사진 자리 — 아이콘을 누르면 사진을 넣을 수 있어요"/>
          <p:cNvSpPr>
            <a:spLocks noGrp="1"/>
          </p:cNvSpPr>
          <p:nvPr>
            <p:ph type="pic" idx="15" sz="quarter"/>
          </p:nvPr>
        </p:nvSpPr>
        <p:spPr>
          <a:xfrm>
            <a:off x="8018068" y="1828800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6" name="사진 바탕 4"/>
          <p:cNvSpPr/>
          <p:nvPr/>
        </p:nvSpPr>
        <p:spPr>
          <a:xfrm>
            <a:off x="731520" y="4101084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4</a:t>
            </a:r>
          </a:p>
        </p:txBody>
      </p:sp>
      <p:sp>
        <p:nvSpPr>
          <p:cNvPr id="7" name="Picture Placeholder 6" descr="사진 자리 — 아이콘을 누르면 사진을 넣을 수 있어요"/>
          <p:cNvSpPr>
            <a:spLocks noGrp="1"/>
          </p:cNvSpPr>
          <p:nvPr>
            <p:ph type="pic" idx="16" sz="quarter"/>
          </p:nvPr>
        </p:nvSpPr>
        <p:spPr>
          <a:xfrm>
            <a:off x="731520" y="4101084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7" name="사진 바탕 5"/>
          <p:cNvSpPr/>
          <p:nvPr/>
        </p:nvSpPr>
        <p:spPr>
          <a:xfrm>
            <a:off x="4374794" y="4101084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5</a:t>
            </a:r>
          </a:p>
        </p:txBody>
      </p:sp>
      <p:sp>
        <p:nvSpPr>
          <p:cNvPr id="8" name="Picture Placeholder 7" descr="사진 자리 — 아이콘을 누르면 사진을 넣을 수 있어요"/>
          <p:cNvSpPr>
            <a:spLocks noGrp="1"/>
          </p:cNvSpPr>
          <p:nvPr>
            <p:ph type="pic" idx="17" sz="quarter"/>
          </p:nvPr>
        </p:nvSpPr>
        <p:spPr>
          <a:xfrm>
            <a:off x="4374794" y="4101084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8" name="사진 바탕 6"/>
          <p:cNvSpPr/>
          <p:nvPr/>
        </p:nvSpPr>
        <p:spPr>
          <a:xfrm>
            <a:off x="8018068" y="4101084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6</a:t>
            </a:r>
          </a:p>
        </p:txBody>
      </p:sp>
      <p:sp>
        <p:nvSpPr>
          <p:cNvPr id="9" name="Picture Placeholder 8" descr="사진 자리 — 아이콘을 누르면 사진을 넣을 수 있어요"/>
          <p:cNvSpPr>
            <a:spLocks noGrp="1"/>
          </p:cNvSpPr>
          <p:nvPr>
            <p:ph type="pic" idx="18" sz="quarter"/>
          </p:nvPr>
        </p:nvSpPr>
        <p:spPr>
          <a:xfrm>
            <a:off x="8018068" y="4101084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3DA1E7-ABA9-4CFD-B526-E0E30C63821A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pull dir="r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VOW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서로에게 한마디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597DE2-60C3-4BF1-BAC4-BAC7A6FE9A20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pull dir="r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BURGUNDY  ·  WEDDING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와 주셔서 고맙습니다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잘 살겠습니다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신랑 이름 ♥ 신부 이름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결혼식 슬라이드(소개 중심)">
  <a:themeElements>
    <a:clrScheme name="결혼식 슬라이드(소개 중심)">
      <a:dk1>
        <a:srgbClr val="48373D"/>
      </a:dk1>
      <a:lt1>
        <a:srgbClr val="FDFBFA"/>
      </a:lt1>
      <a:dk2>
        <a:srgbClr val="3E1220"/>
      </a:dk2>
      <a:lt2>
        <a:srgbClr val="F8F2EC"/>
      </a:lt2>
      <a:accent1>
        <a:srgbClr val="6E1F33"/>
      </a:accent1>
      <a:accent2>
        <a:srgbClr val="B08D57"/>
      </a:accent2>
      <a:accent3>
        <a:srgbClr val="8C737B"/>
      </a:accent3>
      <a:accent4>
        <a:srgbClr val="DCC8C7"/>
      </a:accent4>
      <a:accent5>
        <a:srgbClr val="C0A064"/>
      </a:accent5>
      <a:accent6>
        <a:srgbClr val="D0BA9A"/>
      </a:accent6>
      <a:hlink>
        <a:srgbClr val="3E1220"/>
      </a:hlink>
      <a:folHlink>
        <a:srgbClr val="8C737B"/>
      </a:folHlink>
    </a:clrScheme>
    <a:fontScheme name="결혼식 슬라이드(소개 중심)">
      <a:majorFont>
        <a:latin typeface="Bodoni MT"/>
        <a:ea typeface="바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결혼식 슬라이드(소개 중심)</dc:title>
  <dc:subject>결혼식 상영용 슬라이드 · 소개 중심</dc:subject>
  <dc:creator>반딧불이의 곳간</dc:creator>
  <cp:keywords>결혼식,웨딩,PPT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