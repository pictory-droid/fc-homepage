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615D6E8-50F1-4842-8C29-CD2C8C3CB4C8}">
          <p14:sldIdLst>
            <p14:sldId id="256"/>
          </p14:sldIdLst>
        </p14:section>
        <p14:section name="본문" id="{D970AAAD-B739-479D-B510-05D6B12CE96A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AB927AF1-43D7-4F5C-9F20-D6780AF588B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09B6466-258E-47C9-A233-96E1B86D45A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5E34036B-CE39-4EA7-A2D8-D0DD35CCF72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36785DEE-A6EC-4AF8-A49A-0716F1D2C0D3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이제 부부가 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185920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859203" y="2057400"/>
            <a:ext cx="2171700" cy="2171700"/>
          </a:xfrm>
          <a:prstGeom prst="ellipse">
            <a:avLst/>
          </a:prstGeom>
        </p:spPr>
      </p:sp>
      <p:sp>
        <p:nvSpPr>
          <p:cNvPr id="21" name="사진 바탕 2"/>
          <p:cNvSpPr/>
          <p:nvPr/>
        </p:nvSpPr>
        <p:spPr>
          <a:xfrm>
            <a:off x="738355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383551" y="2057400"/>
            <a:ext cx="2171700" cy="2171700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8A09D-40E7-4A60-B5F0-1C259FCBD9CF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640080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640080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신랑 이름"/>
          <p:cNvSpPr txBox="1"/>
          <p:nvPr/>
        </p:nvSpPr>
        <p:spPr>
          <a:xfrm>
            <a:off x="640080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8" name="신랑 소개"/>
          <p:cNvSpPr txBox="1"/>
          <p:nvPr/>
        </p:nvSpPr>
        <p:spPr>
          <a:xfrm>
            <a:off x="731519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9" name="신부 카드"/>
          <p:cNvSpPr/>
          <p:nvPr/>
        </p:nvSpPr>
        <p:spPr>
          <a:xfrm>
            <a:off x="6164427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윗선"/>
          <p:cNvSpPr/>
          <p:nvPr/>
        </p:nvSpPr>
        <p:spPr>
          <a:xfrm>
            <a:off x="6164427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신부 이름"/>
          <p:cNvSpPr txBox="1"/>
          <p:nvPr/>
        </p:nvSpPr>
        <p:spPr>
          <a:xfrm>
            <a:off x="616442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3" name="신부 소개"/>
          <p:cNvSpPr txBox="1"/>
          <p:nvPr/>
        </p:nvSpPr>
        <p:spPr>
          <a:xfrm>
            <a:off x="625586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6F31F-3D68-4A3E-828E-58A57DD74160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640080" y="1828800"/>
            <a:ext cx="4884267" cy="3566160"/>
            <a:chOff x="640080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640080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82295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914400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5890107" y="1828800"/>
            <a:ext cx="4884267" cy="3566160"/>
            <a:chOff x="589010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589010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윗선"/>
            <p:cNvSpPr/>
            <p:nvPr/>
          </p:nvSpPr>
          <p:spPr>
            <a:xfrm>
              <a:off x="5890107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07298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16442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ACD5CE-2C56-4C7B-A205-0E2D706E042B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640080" y="1828800"/>
            <a:ext cx="4884267" cy="3566160"/>
            <a:chOff x="640080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640080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82295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914400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5890107" y="1828800"/>
            <a:ext cx="4884267" cy="3566160"/>
            <a:chOff x="589010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589010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윗선"/>
            <p:cNvSpPr/>
            <p:nvPr/>
          </p:nvSpPr>
          <p:spPr>
            <a:xfrm>
              <a:off x="5890107" y="1828800"/>
              <a:ext cx="488426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07298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16442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F933B-6CBD-44D5-B490-61D7A2A4CBD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56CB67-E51E-46EF-87A6-3889FBCA225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FBF6EE"/>
      </a:dk1>
      <a:lt1>
        <a:srgbClr val="281F19"/>
      </a:lt1>
      <a:dk2>
        <a:srgbClr val="F2DFC3"/>
      </a:dk2>
      <a:lt2>
        <a:srgbClr val="1A1410"/>
      </a:lt2>
      <a:accent1>
        <a:srgbClr val="E0963A"/>
      </a:accent1>
      <a:accent2>
        <a:srgbClr val="A8715A"/>
      </a:accent2>
      <a:accent3>
        <a:srgbClr val="100C0A"/>
      </a:accent3>
      <a:accent4>
        <a:srgbClr val="3A2C23"/>
      </a:accent4>
      <a:accent5>
        <a:srgbClr val="E8A94E"/>
      </a:accent5>
      <a:accent6>
        <a:srgbClr val="7D5544"/>
      </a:accent6>
      <a:hlink>
        <a:srgbClr val="F2DFC3"/>
      </a:hlink>
      <a:folHlink>
        <a:srgbClr val="100C0A"/>
      </a:folHlink>
    </a:clrScheme>
    <a:fontScheme name="결혼식 슬라이드(소개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