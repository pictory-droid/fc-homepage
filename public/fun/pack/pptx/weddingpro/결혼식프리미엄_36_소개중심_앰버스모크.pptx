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2CB7249-4BDD-4CAE-87B6-EE0ACBE5B380}">
          <p14:sldIdLst>
            <p14:sldId id="256"/>
          </p14:sldIdLst>
        </p14:section>
        <p14:section name="본문" id="{47778805-D42A-41EB-AE00-D1961A20673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CB57D84-2239-41CB-A211-B636D18E454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C2DD9DB-47BD-4B04-ADDA-3DBF2BC9415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8A9D321-6889-4087-9432-BEEEAE8393E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D172FC3-CBB5-419C-A04F-44E0AC1029A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가을에 결혼합니다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85920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859203" y="2057400"/>
            <a:ext cx="2171700" cy="2171700"/>
          </a:xfrm>
          <a:prstGeom prst="ellipse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738355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38355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E4DDE-8E46-4633-B310-669C5750441D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640080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640080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640080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731519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164427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윗선"/>
          <p:cNvSpPr/>
          <p:nvPr/>
        </p:nvSpPr>
        <p:spPr>
          <a:xfrm>
            <a:off x="6164427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16442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25586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5CEA-6D75-40BE-B9C7-587C0D8012F1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640080" y="1828800"/>
            <a:ext cx="4884267" cy="3566160"/>
            <a:chOff x="640080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640080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82295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914400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5890107" y="1828800"/>
            <a:ext cx="4884267" cy="3566160"/>
            <a:chOff x="589010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589010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윗선"/>
            <p:cNvSpPr/>
            <p:nvPr/>
          </p:nvSpPr>
          <p:spPr>
            <a:xfrm>
              <a:off x="5890107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07298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16442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68F99-3083-43E6-A61B-77477E74D21D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640080" y="1828800"/>
            <a:ext cx="4884267" cy="3566160"/>
            <a:chOff x="640080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640080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82295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914400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5890107" y="1828800"/>
            <a:ext cx="4884267" cy="3566160"/>
            <a:chOff x="589010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589010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윗선"/>
            <p:cNvSpPr/>
            <p:nvPr/>
          </p:nvSpPr>
          <p:spPr>
            <a:xfrm>
              <a:off x="5890107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07298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16442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7D85-B63E-48C6-AE4A-938F08DCA68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8141-6882-4162-B2C4-3BFDDEF92C2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FBF6EE"/>
      </a:dk1>
      <a:lt1>
        <a:srgbClr val="281F19"/>
      </a:lt1>
      <a:dk2>
        <a:srgbClr val="F2DFC3"/>
      </a:dk2>
      <a:lt2>
        <a:srgbClr val="1A1410"/>
      </a:lt2>
      <a:accent1>
        <a:srgbClr val="E0963A"/>
      </a:accent1>
      <a:accent2>
        <a:srgbClr val="A8715A"/>
      </a:accent2>
      <a:accent3>
        <a:srgbClr val="100C0A"/>
      </a:accent3>
      <a:accent4>
        <a:srgbClr val="3A2C23"/>
      </a:accent4>
      <a:accent5>
        <a:srgbClr val="E8A94E"/>
      </a:accent5>
      <a:accent6>
        <a:srgbClr val="7D5544"/>
      </a:accent6>
      <a:hlink>
        <a:srgbClr val="F2DFC3"/>
      </a:hlink>
      <a:folHlink>
        <a:srgbClr val="100C0A"/>
      </a:folHlink>
    </a:clrScheme>
    <a:fontScheme name="결혼식 슬라이드(소개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