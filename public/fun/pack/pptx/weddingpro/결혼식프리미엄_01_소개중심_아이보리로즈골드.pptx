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FFC39C-899F-4B37-979D-D0A6C1C6DA70}">
          <p14:sldIdLst>
            <p14:sldId id="256"/>
          </p14:sldIdLst>
        </p14:section>
        <p14:section name="본문" id="{00868F74-29E2-41FE-8409-7F319EFC42D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B48363E-65F3-415B-A385-5C8BDA5A569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612720D-38E5-4BF1-BAD1-D14FF9ACC962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8D5D4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5AEA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B9E3D8A-EFA7-45B3-B0D0-3539AF76E0E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A4DDF7B-7378-4150-989B-8EF81D53105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서로 다른 두 사람이 한 집에서 살기로 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889D-3758-4B77-ADB5-DB2BF204617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635343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14D6-588B-4FA3-8C23-E57476F45D6F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0AACA-BD99-4F3B-AB42-3083068ADAA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D511-6B55-4ED8-B002-B27DA8FA45D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EEEA3-F1AC-4AA7-B599-46B1823EB24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483A37"/>
      </a:dk1>
      <a:lt1>
        <a:srgbClr val="FEFCFB"/>
      </a:lt1>
      <a:dk2>
        <a:srgbClr val="4B2F2B"/>
      </a:dk2>
      <a:lt2>
        <a:srgbClr val="FAF5EF"/>
      </a:lt2>
      <a:accent1>
        <a:srgbClr val="B97A6E"/>
      </a:accent1>
      <a:accent2>
        <a:srgbClr val="8E5F57"/>
      </a:accent2>
      <a:accent3>
        <a:srgbClr val="4F3E3B"/>
      </a:accent3>
      <a:accent4>
        <a:srgbClr val="EDDCD5"/>
      </a:accent4>
      <a:accent5>
        <a:srgbClr val="C9A27A"/>
      </a:accent5>
      <a:accent6>
        <a:srgbClr val="BFA29B"/>
      </a:accent6>
      <a:hlink>
        <a:srgbClr val="4B2F2B"/>
      </a:hlink>
      <a:folHlink>
        <a:srgbClr val="4F3E3B"/>
      </a:folHlink>
    </a:clrScheme>
    <a:fontScheme name="결혼식 슬라이드(소개 중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