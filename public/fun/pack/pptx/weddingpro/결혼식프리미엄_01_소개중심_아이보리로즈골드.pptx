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7F2EDF6-A45D-4742-AA8C-E6312A5E3CCD}">
          <p14:sldIdLst>
            <p14:sldId id="256"/>
          </p14:sldIdLst>
        </p14:section>
        <p14:section name="본문" id="{12D5FF36-662A-482D-808F-236B86265BE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33E2FE0-5F05-43D1-8EDE-9E9B834E3EC5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A1B6222-4F6E-4E52-BA9E-5DD48640C37A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8D5D4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5AEA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834DD04-B814-45D1-B2D1-D05EFF2DF4A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C8295A7-A002-4C46-90AB-B72E8D55D83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서로 다른 두 사람이 한 집에서 살기로 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4C8A4-8A73-4FCB-A75F-CA53AD90540A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6635343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646A7-E1F7-4694-BFD9-E24BA3CC2FD3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닮은 점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다른 점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036A0-2D5E-4621-A2E8-2512BFD2441A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신랑이 신부에게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안쪽 선"/>
            <p:cNvSpPr/>
            <p:nvPr/>
          </p:nvSpPr>
          <p:spPr>
            <a:xfrm>
              <a:off x="6361023" y="1911095"/>
              <a:ext cx="501685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신부가 신랑에게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CC8D0-A9BA-474C-8327-89BF28192DA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0AF8C1-7852-4FA5-B2CC-ACBE3B5DCF1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483A37"/>
      </a:dk1>
      <a:lt1>
        <a:srgbClr val="FEFCFB"/>
      </a:lt1>
      <a:dk2>
        <a:srgbClr val="4B2F2B"/>
      </a:dk2>
      <a:lt2>
        <a:srgbClr val="FAF5EF"/>
      </a:lt2>
      <a:accent1>
        <a:srgbClr val="B97A6E"/>
      </a:accent1>
      <a:accent2>
        <a:srgbClr val="8E5F57"/>
      </a:accent2>
      <a:accent3>
        <a:srgbClr val="4F3E3B"/>
      </a:accent3>
      <a:accent4>
        <a:srgbClr val="EDDCD5"/>
      </a:accent4>
      <a:accent5>
        <a:srgbClr val="C9A27A"/>
      </a:accent5>
      <a:accent6>
        <a:srgbClr val="BFA29B"/>
      </a:accent6>
      <a:hlink>
        <a:srgbClr val="4B2F2B"/>
      </a:hlink>
      <a:folHlink>
        <a:srgbClr val="4F3E3B"/>
      </a:folHlink>
    </a:clrScheme>
    <a:fontScheme name="결혼식 슬라이드(소개 중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