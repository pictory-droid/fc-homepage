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260CDF9-35A9-4496-B59A-CE1B540000DC}">
          <p14:sldIdLst>
            <p14:sldId id="256"/>
          </p14:sldIdLst>
        </p14:section>
        <p14:section name="본문" id="{CA00502A-3BC9-4816-90C9-A6B2044A22AC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F5C2F52-3D50-422B-A104-D343880BB56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3024A977-14A7-48AB-81F1-F519B5AB9D6C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0D3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B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2DB14964-8E1D-4602-A000-5242FE542C7A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B738C687-20B5-4118-ABE3-DC7EE0BFFBCF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식은 한 시간 안에 끝납니다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362D0-43DF-4F54-9AA6-469B7F9AB5DD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553047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CE116-99CF-48F4-8CDB-FA0474F593F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FBBD85-930D-4C88-B38C-8DFA0B7CEBA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AFAE-136D-4E79-938C-650483C7417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A8FEE1-31AB-468C-8010-21E21EACA9A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2B3830"/>
      </a:dk1>
      <a:lt1>
        <a:srgbClr val="FCFCF9"/>
      </a:lt1>
      <a:dk2>
        <a:srgbClr val="2E4437"/>
      </a:dk2>
      <a:lt2>
        <a:srgbClr val="F6F4EA"/>
      </a:lt2>
      <a:accent1>
        <a:srgbClr val="7D9481"/>
      </a:accent1>
      <a:accent2>
        <a:srgbClr val="B5A173"/>
      </a:accent2>
      <a:accent3>
        <a:srgbClr val="2A3830"/>
      </a:accent3>
      <a:accent4>
        <a:srgbClr val="DEE1D5"/>
      </a:accent4>
      <a:accent5>
        <a:srgbClr val="B99C5C"/>
      </a:accent5>
      <a:accent6>
        <a:srgbClr val="D2C6A9"/>
      </a:accent6>
      <a:hlink>
        <a:srgbClr val="2E4437"/>
      </a:hlink>
      <a:folHlink>
        <a:srgbClr val="2A3830"/>
      </a:folHlink>
    </a:clrScheme>
    <a:fontScheme name="결혼식 슬라이드(식순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