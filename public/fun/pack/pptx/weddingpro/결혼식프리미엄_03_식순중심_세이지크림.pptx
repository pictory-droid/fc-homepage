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F0F9706-C6AC-44FD-A498-3B57D1B9F28C}">
          <p14:sldIdLst>
            <p14:sldId id="256"/>
          </p14:sldIdLst>
        </p14:section>
        <p14:section name="본문" id="{F516063D-73C8-4ED8-AFFD-1386E3A1B46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001D53A-C5B2-40C4-A806-ED219841253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569F4A45-088F-476F-848E-668250B6F7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03E4493-48F8-44B9-B454-0FDCA22F26F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EB2B72E-76AE-4386-9195-D342A20F371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식은 한 시간 안에 끝납니다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F04BE-09CC-4B43-9C50-DF8AE44F8A2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553047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36CA-AC8F-4FF8-B976-9650B69BC89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756A3-F1EC-47FB-BB8D-480DAAEC649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E209E-E406-4E92-B501-6BF6AAE117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736E-090B-4834-9DEC-D6B04E95EE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