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F17DE29-9E54-49A3-AE58-C0D4443DE9E2}">
          <p14:sldIdLst>
            <p14:sldId id="256"/>
          </p14:sldIdLst>
        </p14:section>
        <p14:section name="본문" id="{962081AF-2687-4FF6-ADBE-E0B5BAFA4E1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AC09487-5647-492D-9E12-08979F46A69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97243" y="731519"/>
            <a:ext cx="731520" cy="731520"/>
            <a:chOff x="1097243" y="731519"/>
            <a:chExt cx="731520" cy="731520"/>
          </a:xfrm>
        </p:grpSpPr>
        <p:sp>
          <p:nvSpPr>
            <p:cNvPr id="6" name="4-Point Star 5"/>
            <p:cNvSpPr/>
            <p:nvPr/>
          </p:nvSpPr>
          <p:spPr>
            <a:xfrm>
              <a:off x="1097243" y="731519"/>
              <a:ext cx="731520" cy="73152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7827DF0A-7B0A-4212-9A62-0950DC877D6C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97243" y="731519"/>
            <a:ext cx="731520" cy="731520"/>
            <a:chOff x="1097243" y="731519"/>
            <a:chExt cx="731520" cy="731520"/>
          </a:xfrm>
        </p:grpSpPr>
        <p:sp>
          <p:nvSpPr>
            <p:cNvPr id="6" name="4-Point Star 5"/>
            <p:cNvSpPr/>
            <p:nvPr/>
          </p:nvSpPr>
          <p:spPr>
            <a:xfrm>
              <a:off x="1097243" y="731519"/>
              <a:ext cx="731520" cy="73152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2AF9D1E7-F674-4569-98A4-E49321C4460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DFDAC72-1E35-4F59-B6A6-657A7C6C0F0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A2B4C-A7FB-4FF5-B4BA-36C02959A460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CAD7D-1B10-48F7-8916-0270B2CF3EC4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ABA2-A46F-4CE1-A24A-D198E9D017E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77AF-9FFA-4701-BAE8-2B18B74FBC1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CBF-270A-4802-95EC-01D605B6FB8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2B2724"/>
      </a:dk1>
      <a:lt1>
        <a:srgbClr val="FFFFFF"/>
      </a:lt1>
      <a:dk2>
        <a:srgbClr val="55643A"/>
      </a:dk2>
      <a:lt2>
        <a:srgbClr val="EDF9E4"/>
      </a:lt2>
      <a:accent1>
        <a:srgbClr val="9DD873"/>
      </a:accent1>
      <a:accent2>
        <a:srgbClr val="C5BF7C"/>
      </a:accent2>
      <a:accent3>
        <a:srgbClr val="3A4E2C"/>
      </a:accent3>
      <a:accent4>
        <a:srgbClr val="DAF4C7"/>
      </a:accent4>
      <a:accent5>
        <a:srgbClr val="A3E0C9"/>
      </a:accent5>
      <a:accent6>
        <a:srgbClr val="E6DABC"/>
      </a:accent6>
      <a:hlink>
        <a:srgbClr val="55643A"/>
      </a:hlink>
      <a:folHlink>
        <a:srgbClr val="3A4E2C"/>
      </a:folHlink>
    </a:clrScheme>
    <a:fontScheme name="결혼식 슬라이드(감사·답례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