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AECEA53-5BEC-42C5-BAD9-AEC1BB31FBE9}">
          <p14:sldIdLst>
            <p14:sldId id="256"/>
          </p14:sldIdLst>
        </p14:section>
        <p14:section name="본문" id="{2F1472E6-5137-4FC2-8935-294F920F641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D9AD571-6980-4062-9A14-0210A87A548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E8BAEEA-AD81-4778-A7DC-D44A0D889FA2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3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A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FE30F0F-64C5-45B2-9861-D0F1346940D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BD02D5E-60DF-4CB8-BD7C-A0D4133B09F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첫 데이트는 서툴렀지만 즐거웠습니다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9C5E-85C8-490A-8FB1-A9A978CC90C2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6553047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860AA-6D03-4638-9322-4A7B5535865E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C157-B05A-4AC4-BC1B-66E42C16289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3482263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623300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8983751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E2248-BD14-4449-8194-4C07244B5CF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5810F-96AF-4D78-B5B7-C38E345F43B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403531"/>
      </a:dk1>
      <a:lt1>
        <a:srgbClr val="FDFBF9"/>
      </a:lt1>
      <a:dk2>
        <a:srgbClr val="42302A"/>
      </a:dk2>
      <a:lt2>
        <a:srgbClr val="F8F1EA"/>
      </a:lt2>
      <a:accent1>
        <a:srgbClr val="A47F67"/>
      </a:accent1>
      <a:accent2>
        <a:srgbClr val="7B5A48"/>
      </a:accent2>
      <a:accent3>
        <a:srgbClr val="403531"/>
      </a:accent3>
      <a:accent4>
        <a:srgbClr val="E7DAD0"/>
      </a:accent4>
      <a:accent5>
        <a:srgbClr val="B89B7B"/>
      </a:accent5>
      <a:accent6>
        <a:srgbClr val="B39E91"/>
      </a:accent6>
      <a:hlink>
        <a:srgbClr val="42302A"/>
      </a:hlink>
      <a:folHlink>
        <a:srgbClr val="403531"/>
      </a:folHlink>
    </a:clrScheme>
    <a:fontScheme name="결혼식 슬라이드(러브스토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