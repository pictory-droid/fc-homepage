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A0CD48F-325B-4A02-B13D-4E130C3E47F3}">
          <p14:sldIdLst>
            <p14:sldId id="256"/>
          </p14:sldIdLst>
        </p14:section>
        <p14:section name="본문" id="{4705272F-E976-4D76-B669-10F60CAF425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ADABFC7-7EFD-477D-94E0-2FF507221B1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A4D84BA-605B-476C-8117-83055E4012EC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C31620A-4EC7-4C07-86EA-16DD436B88E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8A00862-DE3A-407A-9EC8-369174CA038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첫 데이트는 서툴렀지만 즐거웠습니다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A187B-F45C-47BF-A26D-295175A2D573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DB33E-4FE3-458D-82DD-315A1F1B2DA9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데이트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프러포즈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916E2-B1F9-4B4F-95C6-E825DBB8E61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3482263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623300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8983751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7EFB4-397F-48D6-B7B3-B8AB1E6A47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28898-72DB-4505-AEAE-D63FCD77FA7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결혼식 슬라이드(러브스토리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