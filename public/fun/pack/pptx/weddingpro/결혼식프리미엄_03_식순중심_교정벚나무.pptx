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048204D-11B3-44D1-814C-E8D3C6FE662B}">
          <p14:sldIdLst>
            <p14:sldId id="256"/>
          </p14:sldIdLst>
        </p14:section>
        <p14:section name="본문" id="{811F1874-616E-4FCC-83B4-E86D3D70D68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CA49E15-0962-47A5-B692-EB2E65E3DAD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614D2B1-1387-4979-A71A-9E39713FFD3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1D77188-6B32-4C3C-94F2-61E64590BE0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A525B2D-8235-46FA-BD43-97967B3E5A7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7" name="Oval 6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식은 한 시간 안에 끝납니다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05A2E-E242-4536-8D15-3F1DFC696D54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8ADF-20B2-4C8C-97F7-13734BB8D24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ED3B-CDDD-42CC-8F7F-A62E3FF6D485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85BC-9093-416E-A5F5-98B117CCDF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BE71-9A73-46D2-AF99-DFFC2C1DDD6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결혼식 슬라이드(식순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