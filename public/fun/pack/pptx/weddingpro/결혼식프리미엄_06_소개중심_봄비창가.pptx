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FDB9730-1AFF-4BA6-92B3-7AC2A2C5B55A}">
          <p14:sldIdLst>
            <p14:sldId id="256"/>
          </p14:sldIdLst>
        </p14:section>
        <p14:section name="본문" id="{0BC261EA-FDE4-473E-B77D-B0CF80CAFCE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067C17F-2F57-4F6D-B0D5-E36BF9F9D7A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Round Diagonal Corner Rectangle 9"/>
            <p:cNvSpPr/>
            <p:nvPr/>
          </p:nvSpPr>
          <p:spPr>
            <a:xfrm>
              <a:off x="9424227" y="603503"/>
              <a:ext cx="347472" cy="34747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C18034F-DAB4-4CAE-A4C3-D6F41321ED00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71500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11300155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Round Diagonal Corner Rectangle 9"/>
            <p:cNvSpPr/>
            <p:nvPr/>
          </p:nvSpPr>
          <p:spPr>
            <a:xfrm>
              <a:off x="9424227" y="603503"/>
              <a:ext cx="347472" cy="34747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467DED6-9798-4732-9286-DA1C967D3F8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71500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11300155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5681539-7441-4877-8893-B91A833866E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날을 잡고 청첩장을 보냅니다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44D5-8204-49A1-9198-0521081B9662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D6356-0FAC-4790-BCE2-DF927A443CE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182D-FEF9-4D8B-8B4B-508A686C029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3F3C5-69AF-475C-A4FA-63852080AD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AAE1A-B033-40E9-AF8A-7EC764511F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453A64"/>
      </a:dk2>
      <a:lt2>
        <a:srgbClr val="E4F0F9"/>
      </a:lt2>
      <a:accent1>
        <a:srgbClr val="73AED8"/>
      </a:accent1>
      <a:accent2>
        <a:srgbClr val="C57C82"/>
      </a:accent2>
      <a:accent3>
        <a:srgbClr val="2C404E"/>
      </a:accent3>
      <a:accent4>
        <a:srgbClr val="C7E2F4"/>
      </a:accent4>
      <a:accent5>
        <a:srgbClr val="BFA3E0"/>
      </a:accent5>
      <a:accent6>
        <a:srgbClr val="BCE6D3"/>
      </a:accent6>
      <a:hlink>
        <a:srgbClr val="453A64"/>
      </a:hlink>
      <a:folHlink>
        <a:srgbClr val="2C404E"/>
      </a:folHlink>
    </a:clrScheme>
    <a:fontScheme name="결혼식 슬라이드(소개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