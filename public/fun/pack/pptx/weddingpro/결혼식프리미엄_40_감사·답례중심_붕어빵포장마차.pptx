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AD491BF5-EE03-4BE8-8D98-71C796E8D3E1}">
          <p14:sldIdLst>
            <p14:sldId id="256"/>
          </p14:sldIdLst>
        </p14:section>
        <p14:section name="본문" id="{5C170D01-A07A-45E6-8B70-CE59C54D140C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8DB2590C-315E-4AF5-85F2-647EEF4A3E40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자리에 두 사람의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서로에게 하고 싶은 말을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pattFill prst="pct5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사진"/>
          <p:cNvSpPr>
            <a:spLocks noGrp="1"/>
          </p:cNvSpPr>
          <p:nvPr>
            <p:ph type="pic" sz="quarter" idx="13"/>
          </p:nvPr>
        </p:nvSpPr>
        <p:spPr>
          <a:xfrm rot="-360000">
            <a:off x="7113858" y="850392"/>
            <a:ext cx="3054096" cy="3401568"/>
          </a:xfrm>
          <a:prstGeom prst="rect">
            <a:avLst/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2" name="사진"/>
          <p:cNvSpPr>
            <a:spLocks noGrp="1"/>
          </p:cNvSpPr>
          <p:nvPr>
            <p:ph type="pic" sz="quarter" idx="14"/>
          </p:nvPr>
        </p:nvSpPr>
        <p:spPr>
          <a:xfrm rot="300000">
            <a:off x="8698778" y="2770632"/>
            <a:ext cx="2779776" cy="3035807"/>
          </a:xfrm>
          <a:prstGeom prst="rect">
            <a:avLst/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853418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ctrTitle"/>
          </p:nvPr>
        </p:nvSpPr>
        <p:spPr>
          <a:xfrm>
            <a:off x="853418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5" name="한 줄 문구"/>
          <p:cNvSpPr>
            <a:spLocks noGrp="1"/>
          </p:cNvSpPr>
          <p:nvPr>
            <p:ph type="subTitle" idx="1"/>
          </p:nvPr>
        </p:nvSpPr>
        <p:spPr>
          <a:xfrm>
            <a:off x="853418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6" name="안내 문구"/>
          <p:cNvSpPr>
            <a:spLocks noGrp="1"/>
          </p:cNvSpPr>
          <p:nvPr>
            <p:ph type="body" sz="quarter" idx="11"/>
          </p:nvPr>
        </p:nvSpPr>
        <p:spPr>
          <a:xfrm>
            <a:off x="853418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폴라로이드"/>
          <p:cNvSpPr/>
          <p:nvPr/>
        </p:nvSpPr>
        <p:spPr>
          <a:xfrm rot="21240000">
            <a:off x="6949266" y="685800"/>
            <a:ext cx="3383280" cy="41148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" name="사진 바탕"/>
          <p:cNvSpPr/>
          <p:nvPr/>
        </p:nvSpPr>
        <p:spPr>
          <a:xfrm rot="21240000">
            <a:off x="7113858" y="850392"/>
            <a:ext cx="3054096" cy="34015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0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4" name="마스킹 테이프"/>
          <p:cNvSpPr/>
          <p:nvPr/>
        </p:nvSpPr>
        <p:spPr>
          <a:xfrm rot="21240000">
            <a:off x="8137986" y="576072"/>
            <a:ext cx="1005840" cy="274320"/>
          </a:xfrm>
          <a:prstGeom prst="rect">
            <a:avLst/>
          </a:prstGeom>
          <a:solidFill>
            <a:schemeClr val="accent2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폴라로이드"/>
          <p:cNvSpPr/>
          <p:nvPr/>
        </p:nvSpPr>
        <p:spPr>
          <a:xfrm rot="300000">
            <a:off x="8534186" y="2606040"/>
            <a:ext cx="3108960" cy="374903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6" name="사진 바탕"/>
          <p:cNvSpPr/>
          <p:nvPr/>
        </p:nvSpPr>
        <p:spPr>
          <a:xfrm rot="300000">
            <a:off x="8698778" y="2770632"/>
            <a:ext cx="2779776" cy="30358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0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7" name="마스킹 테이프"/>
          <p:cNvSpPr/>
          <p:nvPr/>
        </p:nvSpPr>
        <p:spPr>
          <a:xfrm rot="300000">
            <a:off x="9585746" y="2496312"/>
            <a:ext cx="1005840" cy="274320"/>
          </a:xfrm>
          <a:prstGeom prst="rect">
            <a:avLst/>
          </a:prstGeom>
          <a:solidFill>
            <a:schemeClr val="accent2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pattFill prst="pct5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47472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548640" y="640080"/>
            <a:ext cx="1109441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6E0C9647-528D-41C3-923B-4BCA24150D5C}" type="slidenum">
              <a:rPr lang="en-US"/>
              <a:t>‹#›</a:t>
            </a:fld>
          </a:p>
        </p:txBody>
      </p:sp>
      <p:cxnSp>
        <p:nvCxnSpPr>
          <p:cNvPr id="2" name="제목 밑줄"/>
          <p:cNvCxnSpPr/>
          <p:nvPr/>
        </p:nvCxnSpPr>
        <p:spPr>
          <a:xfrm>
            <a:off x="5547207" y="1481328"/>
            <a:ext cx="1097280" cy="0"/>
          </a:xfrm>
          <a:prstGeom prst="line">
            <a:avLst/>
          </a:prstGeom>
          <a:ln w="31750" cap="rnd">
            <a:solidFill>
              <a:schemeClr val="accent1"/>
            </a:solidFill>
          </a:ln>
        </p:spPr>
      </p:cxnSp>
      <p:grpSp>
        <p:nvGrpSpPr>
          <p:cNvPr id="3" name="테마 장식"/>
          <p:cNvGrpSpPr/>
          <p:nvPr/>
        </p:nvGrpSpPr>
        <p:grpSpPr>
          <a:xfrm>
            <a:off x="5958687" y="1362543"/>
            <a:ext cx="274320" cy="237569"/>
            <a:chOff x="5958687" y="1362543"/>
            <a:chExt cx="274320" cy="237569"/>
          </a:xfrm>
        </p:grpSpPr>
        <p:cxnSp>
          <p:nvCxnSpPr>
            <p:cNvPr id="4" name="Connector 3"/>
            <p:cNvCxnSpPr/>
            <p:nvPr/>
          </p:nvCxnSpPr>
          <p:spPr>
            <a:xfrm>
              <a:off x="5958687" y="1481328"/>
              <a:ext cx="274320" cy="0"/>
            </a:xfrm>
            <a:prstGeom prst="line">
              <a:avLst/>
            </a:prstGeom>
            <a:ln w="25400" cap="rnd">
              <a:solidFill>
                <a:schemeClr val="accent2"/>
              </a:solidFill>
            </a:ln>
          </p:spPr>
        </p:cxnSp>
        <p:cxnSp>
          <p:nvCxnSpPr>
            <p:cNvPr id="5" name="Connector 4"/>
            <p:cNvCxnSpPr/>
            <p:nvPr/>
          </p:nvCxnSpPr>
          <p:spPr>
            <a:xfrm>
              <a:off x="6027267" y="1362543"/>
              <a:ext cx="137160" cy="237569"/>
            </a:xfrm>
            <a:prstGeom prst="line">
              <a:avLst/>
            </a:prstGeom>
            <a:ln w="25400" cap="rnd">
              <a:solidFill>
                <a:schemeClr val="accent2"/>
              </a:solidFill>
            </a:ln>
          </p:spPr>
        </p:cxnSp>
        <p:cxnSp>
          <p:nvCxnSpPr>
            <p:cNvPr id="6" name="Connector 5"/>
            <p:cNvCxnSpPr/>
            <p:nvPr/>
          </p:nvCxnSpPr>
          <p:spPr>
            <a:xfrm flipH="1">
              <a:off x="6027267" y="1362543"/>
              <a:ext cx="137160" cy="237569"/>
            </a:xfrm>
            <a:prstGeom prst="line">
              <a:avLst/>
            </a:prstGeom>
            <a:ln w="25400" cap="rnd">
              <a:solidFill>
                <a:schemeClr val="accent2"/>
              </a:solidFill>
            </a:ln>
          </p:spPr>
        </p:cxnSp>
        <p:sp>
          <p:nvSpPr>
            <p:cNvPr id="7" name="Oval 6"/>
            <p:cNvSpPr/>
            <p:nvPr/>
          </p:nvSpPr>
          <p:spPr>
            <a:xfrm>
              <a:off x="6068415" y="1453896"/>
              <a:ext cx="54864" cy="5486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사진"/>
          <p:cNvSpPr>
            <a:spLocks noGrp="1"/>
          </p:cNvSpPr>
          <p:nvPr>
            <p:ph type="pic" sz="quarter" idx="13"/>
          </p:nvPr>
        </p:nvSpPr>
        <p:spPr>
          <a:xfrm rot="-360000">
            <a:off x="7113858" y="850392"/>
            <a:ext cx="3054096" cy="3401568"/>
          </a:xfrm>
          <a:prstGeom prst="rect">
            <a:avLst/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2" name="사진"/>
          <p:cNvSpPr>
            <a:spLocks noGrp="1"/>
          </p:cNvSpPr>
          <p:nvPr>
            <p:ph type="pic" sz="quarter" idx="14"/>
          </p:nvPr>
        </p:nvSpPr>
        <p:spPr>
          <a:xfrm rot="300000">
            <a:off x="8698778" y="2770632"/>
            <a:ext cx="2779776" cy="3035807"/>
          </a:xfrm>
          <a:prstGeom prst="rect">
            <a:avLst/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853418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853418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5" name="한 줄 문구"/>
          <p:cNvSpPr>
            <a:spLocks noGrp="1"/>
          </p:cNvSpPr>
          <p:nvPr>
            <p:ph type="subTitle" idx="1"/>
          </p:nvPr>
        </p:nvSpPr>
        <p:spPr>
          <a:xfrm>
            <a:off x="853418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6" name="안내 문구"/>
          <p:cNvSpPr>
            <a:spLocks noGrp="1"/>
          </p:cNvSpPr>
          <p:nvPr>
            <p:ph type="body" sz="quarter" idx="11"/>
          </p:nvPr>
        </p:nvSpPr>
        <p:spPr>
          <a:xfrm>
            <a:off x="853418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폴라로이드"/>
          <p:cNvSpPr/>
          <p:nvPr/>
        </p:nvSpPr>
        <p:spPr>
          <a:xfrm rot="21240000">
            <a:off x="6949266" y="685800"/>
            <a:ext cx="3383280" cy="41148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" name="사진 바탕"/>
          <p:cNvSpPr/>
          <p:nvPr/>
        </p:nvSpPr>
        <p:spPr>
          <a:xfrm rot="21240000">
            <a:off x="7113858" y="850392"/>
            <a:ext cx="3054096" cy="34015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0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4" name="마스킹 테이프"/>
          <p:cNvSpPr/>
          <p:nvPr/>
        </p:nvSpPr>
        <p:spPr>
          <a:xfrm rot="21240000">
            <a:off x="8137986" y="576072"/>
            <a:ext cx="1005840" cy="274320"/>
          </a:xfrm>
          <a:prstGeom prst="rect">
            <a:avLst/>
          </a:prstGeom>
          <a:solidFill>
            <a:schemeClr val="accent2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폴라로이드"/>
          <p:cNvSpPr/>
          <p:nvPr/>
        </p:nvSpPr>
        <p:spPr>
          <a:xfrm rot="300000">
            <a:off x="8534186" y="2606040"/>
            <a:ext cx="3108960" cy="374903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6" name="사진 바탕"/>
          <p:cNvSpPr/>
          <p:nvPr/>
        </p:nvSpPr>
        <p:spPr>
          <a:xfrm rot="300000">
            <a:off x="8698778" y="2770632"/>
            <a:ext cx="2779776" cy="30358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0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7" name="마스킹 테이프"/>
          <p:cNvSpPr/>
          <p:nvPr/>
        </p:nvSpPr>
        <p:spPr>
          <a:xfrm rot="300000">
            <a:off x="9585746" y="2496312"/>
            <a:ext cx="1005840" cy="274320"/>
          </a:xfrm>
          <a:prstGeom prst="rect">
            <a:avLst/>
          </a:prstGeom>
          <a:solidFill>
            <a:schemeClr val="accent2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pattFill prst="pct5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47472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548640" y="640080"/>
            <a:ext cx="1109441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46243E9A-586B-4B89-87C6-A014C60EE84B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cxnSp>
        <p:nvCxnSpPr>
          <p:cNvPr id="2" name="제목 밑줄"/>
          <p:cNvCxnSpPr/>
          <p:nvPr/>
        </p:nvCxnSpPr>
        <p:spPr>
          <a:xfrm>
            <a:off x="5547207" y="1481328"/>
            <a:ext cx="1097280" cy="0"/>
          </a:xfrm>
          <a:prstGeom prst="line">
            <a:avLst/>
          </a:prstGeom>
          <a:ln w="31750" cap="rnd">
            <a:solidFill>
              <a:schemeClr val="accent1"/>
            </a:solidFill>
          </a:ln>
        </p:spPr>
      </p:cxnSp>
      <p:grpSp>
        <p:nvGrpSpPr>
          <p:cNvPr id="3" name="테마 장식"/>
          <p:cNvGrpSpPr/>
          <p:nvPr/>
        </p:nvGrpSpPr>
        <p:grpSpPr>
          <a:xfrm>
            <a:off x="5958687" y="1362543"/>
            <a:ext cx="274320" cy="237569"/>
            <a:chOff x="5958687" y="1362543"/>
            <a:chExt cx="274320" cy="237569"/>
          </a:xfrm>
        </p:grpSpPr>
        <p:cxnSp>
          <p:nvCxnSpPr>
            <p:cNvPr id="4" name="Connector 3"/>
            <p:cNvCxnSpPr/>
            <p:nvPr/>
          </p:nvCxnSpPr>
          <p:spPr>
            <a:xfrm>
              <a:off x="5958687" y="1481328"/>
              <a:ext cx="274320" cy="0"/>
            </a:xfrm>
            <a:prstGeom prst="line">
              <a:avLst/>
            </a:prstGeom>
            <a:ln w="25400" cap="rnd">
              <a:solidFill>
                <a:schemeClr val="accent2"/>
              </a:solidFill>
            </a:ln>
          </p:spPr>
        </p:cxnSp>
        <p:cxnSp>
          <p:nvCxnSpPr>
            <p:cNvPr id="5" name="Connector 4"/>
            <p:cNvCxnSpPr/>
            <p:nvPr/>
          </p:nvCxnSpPr>
          <p:spPr>
            <a:xfrm>
              <a:off x="6027267" y="1362543"/>
              <a:ext cx="137160" cy="237569"/>
            </a:xfrm>
            <a:prstGeom prst="line">
              <a:avLst/>
            </a:prstGeom>
            <a:ln w="25400" cap="rnd">
              <a:solidFill>
                <a:schemeClr val="accent2"/>
              </a:solidFill>
            </a:ln>
          </p:spPr>
        </p:cxnSp>
        <p:cxnSp>
          <p:nvCxnSpPr>
            <p:cNvPr id="6" name="Connector 5"/>
            <p:cNvCxnSpPr/>
            <p:nvPr/>
          </p:nvCxnSpPr>
          <p:spPr>
            <a:xfrm flipH="1">
              <a:off x="6027267" y="1362543"/>
              <a:ext cx="137160" cy="237569"/>
            </a:xfrm>
            <a:prstGeom prst="line">
              <a:avLst/>
            </a:prstGeom>
            <a:ln w="25400" cap="rnd">
              <a:solidFill>
                <a:schemeClr val="accent2"/>
              </a:solidFill>
            </a:ln>
          </p:spPr>
        </p:cxnSp>
        <p:sp>
          <p:nvSpPr>
            <p:cNvPr id="7" name="Oval 6"/>
            <p:cNvSpPr/>
            <p:nvPr/>
          </p:nvSpPr>
          <p:spPr>
            <a:xfrm>
              <a:off x="6068415" y="1453896"/>
              <a:ext cx="54864" cy="54864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pattFill prst="pct5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5638647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969D60D3-F014-4906-8C84-3B0FB4092BEA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grpSp>
        <p:nvGrpSpPr>
          <p:cNvPr id="2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3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5" name="테마 장식"/>
          <p:cNvGrpSpPr/>
          <p:nvPr/>
        </p:nvGrpSpPr>
        <p:grpSpPr>
          <a:xfrm>
            <a:off x="5821527" y="5248831"/>
            <a:ext cx="548640" cy="475137"/>
            <a:chOff x="5821527" y="5248831"/>
            <a:chExt cx="548640" cy="475137"/>
          </a:xfrm>
        </p:grpSpPr>
        <p:cxnSp>
          <p:nvCxnSpPr>
            <p:cNvPr id="6" name="Connector 5"/>
            <p:cNvCxnSpPr/>
            <p:nvPr/>
          </p:nvCxnSpPr>
          <p:spPr>
            <a:xfrm>
              <a:off x="5821527" y="5486400"/>
              <a:ext cx="548640" cy="0"/>
            </a:xfrm>
            <a:prstGeom prst="line">
              <a:avLst/>
            </a:prstGeom>
            <a:ln w="25400" cap="rnd">
              <a:solidFill>
                <a:schemeClr val="accent2"/>
              </a:solidFill>
            </a:ln>
          </p:spPr>
        </p:cxnSp>
        <p:cxnSp>
          <p:nvCxnSpPr>
            <p:cNvPr id="7" name="Connector 6"/>
            <p:cNvCxnSpPr/>
            <p:nvPr/>
          </p:nvCxnSpPr>
          <p:spPr>
            <a:xfrm>
              <a:off x="5958687" y="5248831"/>
              <a:ext cx="274320" cy="475137"/>
            </a:xfrm>
            <a:prstGeom prst="line">
              <a:avLst/>
            </a:prstGeom>
            <a:ln w="25400" cap="rnd">
              <a:solidFill>
                <a:schemeClr val="accent2"/>
              </a:solidFill>
            </a:ln>
          </p:spPr>
        </p:cxnSp>
        <p:cxnSp>
          <p:nvCxnSpPr>
            <p:cNvPr id="8" name="Connector 7"/>
            <p:cNvCxnSpPr/>
            <p:nvPr/>
          </p:nvCxnSpPr>
          <p:spPr>
            <a:xfrm flipH="1">
              <a:off x="5958687" y="5248831"/>
              <a:ext cx="274320" cy="475137"/>
            </a:xfrm>
            <a:prstGeom prst="line">
              <a:avLst/>
            </a:prstGeom>
            <a:ln w="25400" cap="rnd">
              <a:solidFill>
                <a:schemeClr val="accent2"/>
              </a:solidFill>
            </a:ln>
          </p:spPr>
        </p:cxnSp>
        <p:sp>
          <p:nvSpPr>
            <p:cNvPr id="9" name="Oval 8"/>
            <p:cNvSpPr/>
            <p:nvPr/>
          </p:nvSpPr>
          <p:spPr>
            <a:xfrm>
              <a:off x="6040983" y="5431536"/>
              <a:ext cx="109728" cy="109728"/>
            </a:xfrm>
            <a:prstGeom prst="ellipse">
              <a:avLst/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WINTER  ·  WEDDING</a:t>
            </a:r>
          </a:p>
        </p:txBody>
      </p:sp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저희 결혼합니다</a:t>
            </a: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잘 살겠습니다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신랑 이름 ♥ 신부 이름</a:t>
            </a:r>
          </a:p>
          <a:p>
            <a:r>
              <a:rPr lang="ko-KR"/>
              <a:t>0000. 00. 00 · 예식장 이름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GROOM &amp; BRIDE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신랑 · 신부 소개</a:t>
            </a:r>
          </a:p>
        </p:txBody>
      </p:sp>
      <p:sp>
        <p:nvSpPr>
          <p:cNvPr id="14" name="사진 바탕 1"/>
          <p:cNvSpPr/>
          <p:nvPr/>
        </p:nvSpPr>
        <p:spPr>
          <a:xfrm>
            <a:off x="2099233" y="2057400"/>
            <a:ext cx="2171700" cy="21717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2099233" y="2057400"/>
            <a:ext cx="2171700" cy="2171700"/>
          </a:xfrm>
          <a:prstGeom prst="ellipse">
            <a:avLst/>
          </a:prstGeom>
        </p:spPr>
      </p:sp>
      <p:sp>
        <p:nvSpPr>
          <p:cNvPr id="18" name="사진 바탕 2"/>
          <p:cNvSpPr/>
          <p:nvPr/>
        </p:nvSpPr>
        <p:spPr>
          <a:xfrm>
            <a:off x="7920761" y="2057400"/>
            <a:ext cx="2171700" cy="2171700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7920761" y="2057400"/>
            <a:ext cx="2171700" cy="2171700"/>
          </a:xfrm>
          <a:prstGeom prst="ellipse">
            <a:avLst/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E5BC43-999C-4CDC-A47E-D26CB7C6FAF3}" type="slidenum">
              <a:rPr lang="en-US"/>
              <a:t>‹#›</a:t>
            </a:fld>
            <a:endParaRPr lang="en-US"/>
          </a:p>
        </p:txBody>
      </p:sp>
      <p:sp>
        <p:nvSpPr>
          <p:cNvPr id="13" name="신랑 카드"/>
          <p:cNvSpPr/>
          <p:nvPr/>
        </p:nvSpPr>
        <p:spPr>
          <a:xfrm>
            <a:off x="731520" y="1828800"/>
            <a:ext cx="4907127" cy="4274820"/>
          </a:xfrm>
          <a:prstGeom prst="roundRect">
            <a:avLst>
              <a:gd name="adj" fmla="val 7000"/>
            </a:avLst>
          </a:prstGeom>
          <a:solidFill>
            <a:schemeClr val="bg1">
              <a:alpha val="55000"/>
            </a:schemeClr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신랑 이름"/>
          <p:cNvSpPr txBox="1"/>
          <p:nvPr/>
        </p:nvSpPr>
        <p:spPr>
          <a:xfrm>
            <a:off x="731520" y="4320540"/>
            <a:ext cx="490712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신랑</a:t>
            </a:r>
          </a:p>
        </p:txBody>
      </p:sp>
      <p:sp>
        <p:nvSpPr>
          <p:cNvPr id="16" name="신랑 소개"/>
          <p:cNvSpPr txBox="1"/>
          <p:nvPr/>
        </p:nvSpPr>
        <p:spPr>
          <a:xfrm>
            <a:off x="822960" y="4777740"/>
            <a:ext cx="472424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신부에게 한마디</a:t>
            </a:r>
          </a:p>
        </p:txBody>
      </p:sp>
      <p:sp>
        <p:nvSpPr>
          <p:cNvPr id="17" name="신부 카드"/>
          <p:cNvSpPr/>
          <p:nvPr/>
        </p:nvSpPr>
        <p:spPr>
          <a:xfrm>
            <a:off x="6553047" y="1828800"/>
            <a:ext cx="4907127" cy="4274820"/>
          </a:xfrm>
          <a:prstGeom prst="roundRect">
            <a:avLst>
              <a:gd name="adj" fmla="val 7000"/>
            </a:avLst>
          </a:prstGeom>
          <a:solidFill>
            <a:schemeClr val="bg1">
              <a:alpha val="55000"/>
            </a:schemeClr>
          </a:solidFill>
          <a:ln w="15875">
            <a:solidFill>
              <a:schemeClr val="accent1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신부 이름"/>
          <p:cNvSpPr txBox="1"/>
          <p:nvPr/>
        </p:nvSpPr>
        <p:spPr>
          <a:xfrm>
            <a:off x="6553047" y="4320540"/>
            <a:ext cx="490712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신부</a:t>
            </a:r>
          </a:p>
        </p:txBody>
      </p:sp>
      <p:sp>
        <p:nvSpPr>
          <p:cNvPr id="20" name="신부 소개"/>
          <p:cNvSpPr txBox="1"/>
          <p:nvPr/>
        </p:nvSpPr>
        <p:spPr>
          <a:xfrm>
            <a:off x="6644487" y="4777740"/>
            <a:ext cx="472424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신랑에게 한마디</a:t>
            </a:r>
          </a:p>
        </p:txBody>
      </p:sp>
    </p:spTree>
  </p:cSld>
  <p:clrMapOvr>
    <a:masterClrMapping/>
  </p:clrMapOvr>
  <p:transition spd="med">
    <p:wipe dir="r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OUR STORY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감사의 말씀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F25F46-3F33-4CBE-8C80-3FA44BB9597D}" type="slidenum">
              <a:rPr lang="en-US"/>
              <a:t>‹#›</a:t>
            </a:fld>
            <a:endParaRPr lang="en-US"/>
          </a:p>
        </p:txBody>
      </p:sp>
      <p:grpSp>
        <p:nvGrpSpPr>
          <p:cNvPr id="5" name="감사 글 칸"/>
          <p:cNvGrpSpPr/>
          <p:nvPr/>
        </p:nvGrpSpPr>
        <p:grpSpPr>
          <a:xfrm>
            <a:off x="731520" y="1828800"/>
            <a:ext cx="10728655" cy="4343400"/>
            <a:chOff x="731520" y="1828800"/>
            <a:chExt cx="10728655" cy="4343400"/>
          </a:xfrm>
        </p:grpSpPr>
        <p:sp>
          <p:nvSpPr>
            <p:cNvPr id="6" name="감사 글 칸"/>
            <p:cNvSpPr/>
            <p:nvPr/>
          </p:nvSpPr>
          <p:spPr>
            <a:xfrm>
              <a:off x="731520" y="1828800"/>
              <a:ext cx="10728655" cy="434340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감사 글"/>
            <p:cNvSpPr txBox="1"/>
            <p:nvPr/>
          </p:nvSpPr>
          <p:spPr>
            <a:xfrm>
              <a:off x="1280160" y="2194560"/>
              <a:ext cx="9631375" cy="36118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>바쁘신 중에 와 주셔서 고맙습니다.</a:t>
              </a:r>
            </a:p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/>
              </a:r>
            </a:p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>보내 주신 마음 잊지 않고</a:t>
              </a:r>
            </a:p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>잘 살겠습니다.</a:t>
              </a:r>
            </a:p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/>
              </a:r>
            </a:p>
            <a:p>
              <a:pPr algn="ctr">
                <a:lnSpc>
                  <a:spcPct val="140000"/>
                </a:lnSpc>
              </a:pPr>
              <a:r>
                <a:rPr sz="2000" b="0" i="0" lang="ko-KR">
                  <a:solidFill>
                    <a:schemeClr val="tx1"/>
                  </a:solidFill>
                </a:rPr>
                <a:t>신랑 · 신부 드림</a:t>
              </a:r>
            </a:p>
          </p:txBody>
        </p:sp>
      </p:grp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GUIDE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답례 안내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5CC4C4-5C4B-4EE3-B04C-A0A663967811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3393338" cy="3566160"/>
            <a:chOff x="731520" y="1828800"/>
            <a:chExt cx="3393338" cy="356616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3393338" cy="356616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960120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8" name="카드 제목"/>
            <p:cNvSpPr txBox="1"/>
            <p:nvPr/>
          </p:nvSpPr>
          <p:spPr>
            <a:xfrm>
              <a:off x="914400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답례품</a:t>
              </a:r>
            </a:p>
          </p:txBody>
        </p:sp>
        <p:sp>
          <p:nvSpPr>
            <p:cNvPr id="9" name="카드 내용"/>
            <p:cNvSpPr txBox="1"/>
            <p:nvPr/>
          </p:nvSpPr>
          <p:spPr>
            <a:xfrm>
              <a:off x="914400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입력하세요</a:t>
              </a:r>
            </a:p>
          </p:txBody>
        </p:sp>
      </p:grpSp>
      <p:grpSp>
        <p:nvGrpSpPr>
          <p:cNvPr id="10" name="카드 2"/>
          <p:cNvGrpSpPr/>
          <p:nvPr/>
        </p:nvGrpSpPr>
        <p:grpSpPr>
          <a:xfrm>
            <a:off x="4399178" y="1828800"/>
            <a:ext cx="3393338" cy="3566160"/>
            <a:chOff x="4399178" y="1828800"/>
            <a:chExt cx="3393338" cy="3566160"/>
          </a:xfrm>
        </p:grpSpPr>
        <p:sp>
          <p:nvSpPr>
            <p:cNvPr id="11" name="카드 바탕"/>
            <p:cNvSpPr/>
            <p:nvPr/>
          </p:nvSpPr>
          <p:spPr>
            <a:xfrm>
              <a:off x="4399178" y="1828800"/>
              <a:ext cx="3393338" cy="356616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번호 2"/>
            <p:cNvSpPr/>
            <p:nvPr/>
          </p:nvSpPr>
          <p:spPr>
            <a:xfrm>
              <a:off x="4627778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3" name="카드 제목"/>
            <p:cNvSpPr txBox="1"/>
            <p:nvPr/>
          </p:nvSpPr>
          <p:spPr>
            <a:xfrm>
              <a:off x="4582058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방명록</a:t>
              </a:r>
            </a:p>
          </p:txBody>
        </p:sp>
        <p:sp>
          <p:nvSpPr>
            <p:cNvPr id="14" name="카드 내용"/>
            <p:cNvSpPr txBox="1"/>
            <p:nvPr/>
          </p:nvSpPr>
          <p:spPr>
            <a:xfrm>
              <a:off x="4582058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입력하세요</a:t>
              </a:r>
            </a:p>
          </p:txBody>
        </p:sp>
      </p:grpSp>
      <p:grpSp>
        <p:nvGrpSpPr>
          <p:cNvPr id="15" name="카드 3"/>
          <p:cNvGrpSpPr/>
          <p:nvPr/>
        </p:nvGrpSpPr>
        <p:grpSpPr>
          <a:xfrm>
            <a:off x="8066836" y="1828800"/>
            <a:ext cx="3393338" cy="3566160"/>
            <a:chOff x="8066836" y="1828800"/>
            <a:chExt cx="3393338" cy="3566160"/>
          </a:xfrm>
        </p:grpSpPr>
        <p:sp>
          <p:nvSpPr>
            <p:cNvPr id="16" name="카드 바탕"/>
            <p:cNvSpPr/>
            <p:nvPr/>
          </p:nvSpPr>
          <p:spPr>
            <a:xfrm>
              <a:off x="8066836" y="1828800"/>
              <a:ext cx="3393338" cy="3566160"/>
            </a:xfrm>
            <a:prstGeom prst="roundRect">
              <a:avLst>
                <a:gd name="adj" fmla="val 7000"/>
              </a:avLst>
            </a:prstGeom>
            <a:solidFill>
              <a:schemeClr val="bg1">
                <a:alpha val="55000"/>
              </a:schemeClr>
            </a:solidFill>
            <a:ln w="15875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번호 3"/>
            <p:cNvSpPr/>
            <p:nvPr/>
          </p:nvSpPr>
          <p:spPr>
            <a:xfrm>
              <a:off x="8295436" y="2084832"/>
              <a:ext cx="457200" cy="457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1"/>
                  </a:solidFill>
                </a:rPr>
                <a:t>3</a:t>
              </a:r>
            </a:p>
          </p:txBody>
        </p:sp>
        <p:sp>
          <p:nvSpPr>
            <p:cNvPr id="18" name="카드 제목"/>
            <p:cNvSpPr txBox="1"/>
            <p:nvPr/>
          </p:nvSpPr>
          <p:spPr>
            <a:xfrm>
              <a:off x="8249716" y="2697480"/>
              <a:ext cx="3027578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사진 · 영상</a:t>
              </a:r>
            </a:p>
          </p:txBody>
        </p:sp>
        <p:sp>
          <p:nvSpPr>
            <p:cNvPr id="19" name="카드 내용"/>
            <p:cNvSpPr txBox="1"/>
            <p:nvPr/>
          </p:nvSpPr>
          <p:spPr>
            <a:xfrm>
              <a:off x="8249716" y="3383280"/>
              <a:ext cx="3027578" cy="1874519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입력하세요</a:t>
              </a:r>
            </a:p>
          </p:txBody>
        </p:sp>
      </p:grp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GALLERY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웨딩 사진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4" name="사진 바탕 2"/>
          <p:cNvSpPr/>
          <p:nvPr/>
        </p:nvSpPr>
        <p:spPr>
          <a:xfrm>
            <a:off x="4374794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374794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5" name="사진 바탕 3"/>
          <p:cNvSpPr/>
          <p:nvPr/>
        </p:nvSpPr>
        <p:spPr>
          <a:xfrm>
            <a:off x="8018068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018068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6" name="사진 바탕 4"/>
          <p:cNvSpPr/>
          <p:nvPr/>
        </p:nvSpPr>
        <p:spPr>
          <a:xfrm>
            <a:off x="731520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731520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7" name="사진 바탕 5"/>
          <p:cNvSpPr/>
          <p:nvPr/>
        </p:nvSpPr>
        <p:spPr>
          <a:xfrm>
            <a:off x="4374794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4374794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8" name="사진 바탕 6"/>
          <p:cNvSpPr/>
          <p:nvPr/>
        </p:nvSpPr>
        <p:spPr>
          <a:xfrm>
            <a:off x="8018068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8018068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B29BD-5353-4246-8D54-24977086AC3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VOW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서로에게 한마디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6D6167-D605-4108-9051-5D758C83AB7B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WINTER  ·  WEDDING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와 주셔서 고맙습니다</a:t>
            </a: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잘 살겠습니다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신랑 이름 ♥ 신부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결혼식 슬라이드(감사·답례 중심)">
  <a:themeElements>
    <a:clrScheme name="결혼식 슬라이드(감사·답례 중심)">
      <a:dk1>
        <a:srgbClr val="2B2724"/>
      </a:dk1>
      <a:lt1>
        <a:srgbClr val="FFFFFF"/>
      </a:lt1>
      <a:dk2>
        <a:srgbClr val="644B3A"/>
      </a:dk2>
      <a:lt2>
        <a:srgbClr val="F7F2EB"/>
      </a:lt2>
      <a:accent1>
        <a:srgbClr val="CCAF89"/>
      </a:accent1>
      <a:accent2>
        <a:srgbClr val="BD928F"/>
      </a:accent2>
      <a:accent3>
        <a:srgbClr val="4E3F2C"/>
      </a:accent3>
      <a:accent4>
        <a:srgbClr val="EEE0CE"/>
      </a:accent4>
      <a:accent5>
        <a:srgbClr val="BCE0A3"/>
      </a:accent5>
      <a:accent6>
        <a:srgbClr val="E6BCC9"/>
      </a:accent6>
      <a:hlink>
        <a:srgbClr val="644B3A"/>
      </a:hlink>
      <a:folHlink>
        <a:srgbClr val="4E3F2C"/>
      </a:folHlink>
    </a:clrScheme>
    <a:fontScheme name="결혼식 슬라이드(감사·답례 중심)">
      <a:majorFont>
        <a:latin typeface="Segoe UI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슬라이드(감사·답례 중심)</dc:title>
  <dc:subject>결혼식 상영용 슬라이드 · 감사·답례 중심</dc:subject>
  <dc:creator>우체국보험 상담 안내</dc:creator>
  <cp:keywords>결혼식,웨딩,PPT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