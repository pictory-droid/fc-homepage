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A25CC93-DDA7-4F51-A609-101311113348}">
          <p14:sldIdLst>
            <p14:sldId id="256"/>
          </p14:sldIdLst>
        </p14:section>
        <p14:section name="본문" id="{4A95425D-D278-45A6-BC72-CF241D4ED5F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FA0E18FD-5E63-422B-9874-A6EAD334374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CFC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7A4A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1B773138-4954-4AFE-9D45-DAD334089355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F21BC3D8-BBFA-43B6-BFDE-5F536FBB148E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E2BEB19F-4881-4C07-8D9F-38689CCF1DFC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프러포즈는 아주 소박했습니다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E9A7C-743E-4CF9-998B-22FE81E6E906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6553047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A64B5-FC24-43D2-A89C-3B45A4009A61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데이트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프러포즈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494F5-2250-42A7-87F7-3894AC80F2D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3482263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6233007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8983751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5CA43-0F60-4D50-A831-90D01A6EFF6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1DE88-8B8E-4ECF-80E1-0BE3A5BB233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2D2723"/>
      </a:dk1>
      <a:lt1>
        <a:srgbClr val="FCFBFA"/>
      </a:lt1>
      <a:dk2>
        <a:srgbClr val="3B322B"/>
      </a:dk2>
      <a:lt2>
        <a:srgbClr val="F6F2EC"/>
      </a:lt2>
      <a:accent1>
        <a:srgbClr val="8C7A6B"/>
      </a:accent1>
      <a:accent2>
        <a:srgbClr val="B7A692"/>
      </a:accent2>
      <a:accent3>
        <a:srgbClr val="2D2723"/>
      </a:accent3>
      <a:accent4>
        <a:srgbClr val="E1DAD2"/>
      </a:accent4>
      <a:accent5>
        <a:srgbClr val="B09C7C"/>
      </a:accent5>
      <a:accent6>
        <a:srgbClr val="D3C8BB"/>
      </a:accent6>
      <a:hlink>
        <a:srgbClr val="3B322B"/>
      </a:hlink>
      <a:folHlink>
        <a:srgbClr val="2D2723"/>
      </a:folHlink>
    </a:clrScheme>
    <a:fontScheme name="결혼식 슬라이드(러브스토리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