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526AA25-963C-4383-A565-37BDBAB894A2}">
          <p14:sldIdLst>
            <p14:sldId id="256"/>
          </p14:sldIdLst>
        </p14:section>
        <p14:section name="본문" id="{4D04536F-FABA-4F7D-80DE-64F0005CD7D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8B66505-001D-4C77-BC34-30BBACA6F32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BABF10A6-FA31-40B2-BC0C-B02663E0A8E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E1EF8807-FCEC-4E71-80A4-1FF1E93591E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BA865434-7C42-4899-B078-D7AE8E464F5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프러포즈는 아주 소박했습니다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7196-BE14-4028-B6FF-F780FD7EF00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553047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819E-08F6-48A5-AB7F-1FF729F4F274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BF352-DAB7-4CD6-A482-C4CE77DB908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854-1D42-4ABA-B15E-A915B2379E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0780-711C-411C-B890-FA665E8BAC8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결혼식 슬라이드(러브스토리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