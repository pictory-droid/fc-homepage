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A700456-100B-4F09-AFB6-905B28690EBA}">
          <p14:sldIdLst>
            <p14:sldId id="256"/>
          </p14:sldIdLst>
        </p14:section>
        <p14:section name="본문" id="{48C7A528-6EE8-4EB0-A751-162576AE5C9B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32737E1-810D-4646-B1F6-A1F64C5FFD0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112242"/>
            <a:ext cx="731520" cy="633515"/>
            <a:chOff x="4023250" y="3112242"/>
            <a:chExt cx="731520" cy="633515"/>
          </a:xfrm>
        </p:grpSpPr>
        <p:cxnSp>
          <p:nvCxnSpPr>
            <p:cNvPr id="6" name="Connector 5"/>
            <p:cNvCxnSpPr/>
            <p:nvPr/>
          </p:nvCxnSpPr>
          <p:spPr>
            <a:xfrm>
              <a:off x="4023250" y="3429000"/>
              <a:ext cx="73152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4206130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4206130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4315858" y="3355848"/>
              <a:ext cx="146304" cy="1463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921D8251-8738-44EE-A3D9-3FBB72EC262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462985" y="685800"/>
            <a:ext cx="1463040" cy="54864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5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5364345" y="1645920"/>
            <a:ext cx="5852013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5364345" y="2029968"/>
            <a:ext cx="5852013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5364345" y="3703320"/>
            <a:ext cx="5852013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5364345" y="4480559"/>
            <a:ext cx="5852013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색 면"/>
          <p:cNvSpPr/>
          <p:nvPr/>
        </p:nvSpPr>
        <p:spPr>
          <a:xfrm>
            <a:off x="0" y="0"/>
            <a:ext cx="438901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4709050" y="822959"/>
            <a:ext cx="0" cy="5212081"/>
          </a:xfrm>
          <a:prstGeom prst="line">
            <a:avLst/>
          </a:prstGeom>
          <a:ln w="9525" cap="rnd">
            <a:solidFill>
              <a:schemeClr val="accent4"/>
            </a:solidFill>
          </a:ln>
        </p:spPr>
      </p:cxnSp>
      <p:sp>
        <p:nvSpPr>
          <p:cNvPr id="4" name="장식 원판"/>
          <p:cNvSpPr/>
          <p:nvPr/>
        </p:nvSpPr>
        <p:spPr>
          <a:xfrm>
            <a:off x="3703210" y="2743200"/>
            <a:ext cx="1371600" cy="13716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5" name="테마 장식"/>
          <p:cNvGrpSpPr/>
          <p:nvPr/>
        </p:nvGrpSpPr>
        <p:grpSpPr>
          <a:xfrm>
            <a:off x="4023250" y="3112242"/>
            <a:ext cx="731520" cy="633515"/>
            <a:chOff x="4023250" y="3112242"/>
            <a:chExt cx="731520" cy="633515"/>
          </a:xfrm>
        </p:grpSpPr>
        <p:cxnSp>
          <p:nvCxnSpPr>
            <p:cNvPr id="6" name="Connector 5"/>
            <p:cNvCxnSpPr/>
            <p:nvPr/>
          </p:nvCxnSpPr>
          <p:spPr>
            <a:xfrm>
              <a:off x="4023250" y="3429000"/>
              <a:ext cx="73152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4206130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4206130" y="3112242"/>
              <a:ext cx="365760" cy="633515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4315858" y="3355848"/>
              <a:ext cx="146304" cy="14630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29144BF2-5FC8-47DB-AEE0-DF5800962FD5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C3EF69A-B98A-4A93-84B3-B4BADB845564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48831"/>
            <a:ext cx="548640" cy="475137"/>
            <a:chOff x="5821527" y="5248831"/>
            <a:chExt cx="548640" cy="475137"/>
          </a:xfrm>
        </p:grpSpPr>
        <p:cxnSp>
          <p:nvCxnSpPr>
            <p:cNvPr id="7" name="Connector 6"/>
            <p:cNvCxnSpPr/>
            <p:nvPr/>
          </p:nvCxnSpPr>
          <p:spPr>
            <a:xfrm>
              <a:off x="5821527" y="5486400"/>
              <a:ext cx="548640" cy="0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 flipH="1"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4"/>
              </a:solidFill>
            </a:ln>
          </p:spPr>
        </p:cxnSp>
        <p:sp>
          <p:nvSpPr>
            <p:cNvPr id="10" name="Oval 9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식순은 아래와 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6BD7B-AEAD-476F-A5C5-271B1A151DAD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BC854-7331-4A8D-A73A-05B22B3D00FD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1C399-5D19-4269-B3E6-2861104525F1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868680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 txBox="1"/>
            <p:nvPr/>
          </p:nvSpPr>
          <p:spPr>
            <a:xfrm>
              <a:off x="4536338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 txBox="1"/>
            <p:nvPr/>
          </p:nvSpPr>
          <p:spPr>
            <a:xfrm>
              <a:off x="8203996" y="2039112"/>
              <a:ext cx="91440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300" b="1" i="0" lang="ko-KR">
                  <a:solidFill>
                    <a:schemeClr val="accent1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A6067-C39D-4F36-B541-1D13CD6EB5BE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ED739-6A9D-4F42-9D72-A136DBE6929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563A64"/>
      </a:dk2>
      <a:lt2>
        <a:srgbClr val="EBEFF7"/>
      </a:lt2>
      <a:accent1>
        <a:srgbClr val="89A0CC"/>
      </a:accent1>
      <a:accent2>
        <a:srgbClr val="BDAD8F"/>
      </a:accent2>
      <a:accent3>
        <a:srgbClr val="2C374E"/>
      </a:accent3>
      <a:accent4>
        <a:srgbClr val="CED9EE"/>
      </a:accent4>
      <a:accent5>
        <a:srgbClr val="CEA3E0"/>
      </a:accent5>
      <a:accent6>
        <a:srgbClr val="BCE6DD"/>
      </a:accent6>
      <a:hlink>
        <a:srgbClr val="563A64"/>
      </a:hlink>
      <a:folHlink>
        <a:srgbClr val="2C374E"/>
      </a:folHlink>
    </a:clrScheme>
    <a:fontScheme name="결혼식 슬라이드(식순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