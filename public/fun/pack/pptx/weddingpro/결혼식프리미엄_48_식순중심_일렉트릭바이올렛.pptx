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A8D667C6-B8B8-4E56-9C96-F2DBA4CD5E5C}">
          <p14:sldIdLst>
            <p14:sldId id="256"/>
          </p14:sldIdLst>
        </p14:section>
        <p14:section name="본문" id="{CDB8B5E9-74CF-4679-8383-6E0927E1A2A7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5351952C-7F26-4C66-A068-5022E30C9539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8F6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6B4C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380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rgbClr val="F8F6FF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8F6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9167AF38-6C73-4D1F-B1AB-50E5831BAF10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8F6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6B4C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380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979688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7619768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8076968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7391168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9869192" y="1645919"/>
            <a:ext cx="768096" cy="768096"/>
          </a:xfrm>
          <a:prstGeom prst="ellipse">
            <a:avLst/>
          </a:prstGeom>
          <a:noFill/>
          <a:ln w="19050">
            <a:solidFill>
              <a:srgbClr val="F8F6FF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8F6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E7D3994B-8DE9-44A4-8F69-C28954879A3E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29A3B037-302C-4521-80D0-7B260BAA3603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VIOLET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식순은 아래와 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0000. 00. 00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099233" y="2057400"/>
            <a:ext cx="2171700" cy="2171700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ellipse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7920761" y="2057400"/>
            <a:ext cx="2171700" cy="2171700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ellipse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E6130-C1C1-411E-9447-639C586C3154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식순 안내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603C99-D498-4EF6-A527-2C3B0651CA24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5230185"/>
                <a:gridCol w="3486790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시간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순서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담당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하객 맞이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신랑 · 신부 입장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혼인 서약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축가 · 감사 인사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00:00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기념 촬영 · 식사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하객 안내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16E22-3D83-4C4B-950E-9E84687EE54A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주차 안내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식사 안내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기념 촬영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D41DE1-10A4-4264-AAB8-1089A0ED9FA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7AF43-601B-44B3-807E-C020E0EA24B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ipe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VIOLET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식순 중심)">
  <a:themeElements>
    <a:clrScheme name="결혼식 슬라이드(식순 중심)">
      <a:dk1>
        <a:srgbClr val="F8F6FF"/>
      </a:dk1>
      <a:lt1>
        <a:srgbClr val="16102F"/>
      </a:lt1>
      <a:dk2>
        <a:srgbClr val="E6DEFF"/>
      </a:dk2>
      <a:lt2>
        <a:srgbClr val="0E0A1E"/>
      </a:lt2>
      <a:accent1>
        <a:srgbClr val="8F6BFF"/>
      </a:accent1>
      <a:accent2>
        <a:srgbClr val="2EE6C9"/>
      </a:accent2>
      <a:accent3>
        <a:srgbClr val="090613"/>
      </a:accent3>
      <a:accent4>
        <a:srgbClr val="201744"/>
      </a:accent4>
      <a:accent5>
        <a:srgbClr val="B7A3FF"/>
      </a:accent5>
      <a:accent6>
        <a:srgbClr val="24A496"/>
      </a:accent6>
      <a:hlink>
        <a:srgbClr val="E6DEFF"/>
      </a:hlink>
      <a:folHlink>
        <a:srgbClr val="090613"/>
      </a:folHlink>
    </a:clrScheme>
    <a:fontScheme name="결혼식 슬라이드(식순 중심)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슬라이드(식순 중심)</dc:title>
  <dc:subject>결혼식 상영용 슬라이드 · 식순 중심</dc:subject>
  <dc:creator>우체국보험 상담 안내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