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8A302AD-4171-46D9-8E69-C7A7FC11F199}">
          <p14:sldIdLst>
            <p14:sldId id="256"/>
          </p14:sldIdLst>
        </p14:section>
        <p14:section name="본문" id="{962EDA85-A3CD-4E60-933D-C6B134C7F99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35FDC81-7275-4A0E-A2BC-78E4BF46C62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8F6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3741C1EE-3AFC-4C31-9DFC-8A9681AE5BFB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8F6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F6C6375-5ED6-417A-AFC2-4104BACC537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99D8DCC-D2EB-4B97-A153-32B43F0BF4F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식순은 아래와 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63743-E3F1-4EC4-BA75-FAD220378E8D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1A4E3-BA46-444E-BC5B-84C3227AEA6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A910-E41E-4A07-BA6E-9A81E255753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72BC-9B9E-4250-8929-4F5913C381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88FBA-77A3-4D66-854B-EFA6BB9665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F8F6FF"/>
      </a:dk1>
      <a:lt1>
        <a:srgbClr val="16102F"/>
      </a:lt1>
      <a:dk2>
        <a:srgbClr val="E6DEFF"/>
      </a:dk2>
      <a:lt2>
        <a:srgbClr val="0E0A1E"/>
      </a:lt2>
      <a:accent1>
        <a:srgbClr val="8F6BFF"/>
      </a:accent1>
      <a:accent2>
        <a:srgbClr val="2EE6C9"/>
      </a:accent2>
      <a:accent3>
        <a:srgbClr val="090613"/>
      </a:accent3>
      <a:accent4>
        <a:srgbClr val="201744"/>
      </a:accent4>
      <a:accent5>
        <a:srgbClr val="B7A3FF"/>
      </a:accent5>
      <a:accent6>
        <a:srgbClr val="24A496"/>
      </a:accent6>
      <a:hlink>
        <a:srgbClr val="E6DEFF"/>
      </a:hlink>
      <a:folHlink>
        <a:srgbClr val="090613"/>
      </a:folHlink>
    </a:clrScheme>
    <a:fontScheme name="결혼식 슬라이드(식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