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448F393-55CC-41B5-B57D-13D5EB85DB3E}">
          <p14:sldIdLst>
            <p14:sldId id="256"/>
          </p14:sldIdLst>
        </p14:section>
        <p14:section name="본문" id="{AB6BE985-4D57-4E74-A657-97EF1630ACF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01840D9-A0F7-4445-AC43-7AA02F14F9B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6C3AA48D-52F2-49AF-BBB2-55A7A3644F2D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000F15DC-6BA9-440E-919E-8F5D44B739F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E4CEB35-7DFB-4D93-B6D4-24B02E184E5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6" name="Oval 5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한가위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서로의 부모님을 처음 뵙던 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D811-7CAE-43BC-AFE1-3C49BADC2E20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0E2D-43E4-4D80-B4B5-8A80A41E7EC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5E30-7385-4C8A-A8C9-398089B09F6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9B92-042F-434E-A996-2815013B82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52FB-47D8-4D3D-B87E-05189DBD4C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한가위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56643A"/>
      </a:dk2>
      <a:lt2>
        <a:srgbClr val="F5EFE2"/>
      </a:lt2>
      <a:accent1>
        <a:srgbClr val="CFB47C"/>
      </a:accent1>
      <a:accent2>
        <a:srgbClr val="83BEAA"/>
      </a:accent2>
      <a:accent3>
        <a:srgbClr val="4E432C"/>
      </a:accent3>
      <a:accent4>
        <a:srgbClr val="F0E4CB"/>
      </a:accent4>
      <a:accent5>
        <a:srgbClr val="B6E0A3"/>
      </a:accent5>
      <a:accent6>
        <a:srgbClr val="E6BCC5"/>
      </a:accent6>
      <a:hlink>
        <a:srgbClr val="56643A"/>
      </a:hlink>
      <a:folHlink>
        <a:srgbClr val="4E432C"/>
      </a:folHlink>
    </a:clrScheme>
    <a:fontScheme name="결혼식 슬라이드(러브스토리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