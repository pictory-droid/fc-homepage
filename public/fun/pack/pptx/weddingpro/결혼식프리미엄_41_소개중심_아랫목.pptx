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832D0BD-0CE9-4076-B012-E15F95292D2F}">
          <p14:sldIdLst>
            <p14:sldId id="256"/>
          </p14:sldIdLst>
        </p14:section>
        <p14:section name="본문" id="{6A7F111A-D42C-45EF-A35E-55746765E75A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16D10853-2B3C-4882-8FCF-86D959B9389B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 flipH="1"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 flipH="1"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97243" y="768095"/>
            <a:ext cx="731520" cy="658368"/>
            <a:chOff x="1097243" y="768095"/>
            <a:chExt cx="731520" cy="658368"/>
          </a:xfrm>
        </p:grpSpPr>
        <p:sp>
          <p:nvSpPr>
            <p:cNvPr id="6" name="Heart 5"/>
            <p:cNvSpPr/>
            <p:nvPr/>
          </p:nvSpPr>
          <p:spPr>
            <a:xfrm>
              <a:off x="1097243" y="768095"/>
              <a:ext cx="731520" cy="658368"/>
            </a:xfrm>
            <a:prstGeom prst="heart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73EF478D-30CD-4465-8687-3393EA442D24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48640" y="6190488"/>
            <a:ext cx="365760" cy="329184"/>
            <a:chOff x="548640" y="6190488"/>
            <a:chExt cx="365760" cy="329184"/>
          </a:xfrm>
        </p:grpSpPr>
        <p:sp>
          <p:nvSpPr>
            <p:cNvPr id="5" name="Heart 4"/>
            <p:cNvSpPr/>
            <p:nvPr/>
          </p:nvSpPr>
          <p:spPr>
            <a:xfrm>
              <a:off x="548640" y="6190488"/>
              <a:ext cx="365760" cy="329184"/>
            </a:xfrm>
            <a:prstGeom prst="heart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 flipH="1"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 flipH="1"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97243" y="768095"/>
            <a:ext cx="731520" cy="658368"/>
            <a:chOff x="1097243" y="768095"/>
            <a:chExt cx="731520" cy="658368"/>
          </a:xfrm>
        </p:grpSpPr>
        <p:sp>
          <p:nvSpPr>
            <p:cNvPr id="6" name="Heart 5"/>
            <p:cNvSpPr/>
            <p:nvPr/>
          </p:nvSpPr>
          <p:spPr>
            <a:xfrm>
              <a:off x="1097243" y="768095"/>
              <a:ext cx="731520" cy="658368"/>
            </a:xfrm>
            <a:prstGeom prst="heart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C39B2107-D613-4836-9B20-5D297A74AD6D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48640" y="6190488"/>
            <a:ext cx="365760" cy="329184"/>
            <a:chOff x="548640" y="6190488"/>
            <a:chExt cx="365760" cy="329184"/>
          </a:xfrm>
        </p:grpSpPr>
        <p:sp>
          <p:nvSpPr>
            <p:cNvPr id="5" name="Heart 4"/>
            <p:cNvSpPr/>
            <p:nvPr/>
          </p:nvSpPr>
          <p:spPr>
            <a:xfrm>
              <a:off x="548640" y="6190488"/>
              <a:ext cx="365760" cy="329184"/>
            </a:xfrm>
            <a:prstGeom prst="heart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5FC2CE1-C1D2-40A1-BDA5-0F2B73685538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39512"/>
            <a:ext cx="548640" cy="493776"/>
            <a:chOff x="5821527" y="5239512"/>
            <a:chExt cx="548640" cy="493776"/>
          </a:xfrm>
        </p:grpSpPr>
        <p:sp>
          <p:nvSpPr>
            <p:cNvPr id="6" name="Heart 5"/>
            <p:cNvSpPr/>
            <p:nvPr/>
          </p:nvSpPr>
          <p:spPr>
            <a:xfrm>
              <a:off x="5821527" y="5239512"/>
              <a:ext cx="548640" cy="493776"/>
            </a:xfrm>
            <a:prstGeom prst="heart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추운 날이지만 따뜻하게 모시겠습니다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ED62-1755-4D40-AFAF-4BCB78D7D46A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포인트 막대"/>
          <p:cNvSpPr/>
          <p:nvPr/>
        </p:nvSpPr>
        <p:spPr>
          <a:xfrm>
            <a:off x="731520" y="1938528"/>
            <a:ext cx="64008" cy="40553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포인트 막대"/>
          <p:cNvSpPr/>
          <p:nvPr/>
        </p:nvSpPr>
        <p:spPr>
          <a:xfrm>
            <a:off x="6553047" y="1938528"/>
            <a:ext cx="64008" cy="40553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두 사람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BE2A-2D44-416C-A6CE-4197D9DB494E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닮은 점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포인트 막대"/>
            <p:cNvSpPr/>
            <p:nvPr/>
          </p:nvSpPr>
          <p:spPr>
            <a:xfrm>
              <a:off x="627872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다른 점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하고 싶은 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4C50D-FD0D-44B6-BDF3-0CA9F9188048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신랑이 신부에게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포인트 막대"/>
            <p:cNvSpPr/>
            <p:nvPr/>
          </p:nvSpPr>
          <p:spPr>
            <a:xfrm>
              <a:off x="627872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신부가 신랑에게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EF805-4C33-4684-A976-5A65A2A0A07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09D9C-0F57-4DE7-88D8-4158F377C6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소개 중심)">
  <a:themeElements>
    <a:clrScheme name="결혼식 슬라이드(소개 중심)">
      <a:dk1>
        <a:srgbClr val="2B2724"/>
      </a:dk1>
      <a:lt1>
        <a:srgbClr val="FFFFFF"/>
      </a:lt1>
      <a:dk2>
        <a:srgbClr val="64613A"/>
      </a:dk2>
      <a:lt2>
        <a:srgbClr val="F7EEEB"/>
      </a:lt2>
      <a:accent1>
        <a:srgbClr val="CC9B89"/>
      </a:accent1>
      <a:accent2>
        <a:srgbClr val="8FBD9B"/>
      </a:accent2>
      <a:accent3>
        <a:srgbClr val="4E352C"/>
      </a:accent3>
      <a:accent4>
        <a:srgbClr val="EED6CE"/>
      </a:accent4>
      <a:accent5>
        <a:srgbClr val="CEE0A3"/>
      </a:accent5>
      <a:accent6>
        <a:srgbClr val="E6BCD5"/>
      </a:accent6>
      <a:hlink>
        <a:srgbClr val="64613A"/>
      </a:hlink>
      <a:folHlink>
        <a:srgbClr val="4E352C"/>
      </a:folHlink>
    </a:clrScheme>
    <a:fontScheme name="결혼식 슬라이드(소개 중심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>결혼식 상영용 슬라이드 · 소개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