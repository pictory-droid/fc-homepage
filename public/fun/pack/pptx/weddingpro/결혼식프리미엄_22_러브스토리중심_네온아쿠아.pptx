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1DB6A8E-CE5B-4D8F-BB34-AE5B6F4935DB}">
          <p14:sldIdLst>
            <p14:sldId id="256"/>
          </p14:sldIdLst>
        </p14:section>
        <p14:section name="본문" id="{F1D1480C-5E7B-4E01-B9C9-750A36029F4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46BAA71-09D5-4EEC-B9F7-729E6156110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2BCBE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7F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4FEFC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B0EE08AD-92E6-4DC4-B430-ED639A4DB504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2BCBE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7F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4FEFC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0BB11513-21BC-405E-86B0-22C6D2AB292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B0E0B122-D016-4828-ACA5-CFD09002D05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3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7" name="Diamond 3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39" name="Connector 3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40" name="Connector 3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1" name="Diamond 4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NEON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같이 떠난 첫 여행이 시작이었습니다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27A4-E86F-4072-AE19-BF2300FC522D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41426-0E4C-473E-9D9E-5F8B195DB079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데이트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프러포즈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E7B9-58B4-4A2E-A46C-5D29DF2BFD8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3710863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6461607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212351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5021-4A4B-4DA1-9223-BF3185E00F4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7BA0-91B8-4DB1-82E1-8876EB395A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NEON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F4FEFC"/>
      </a:dk1>
      <a:lt1>
        <a:srgbClr val="0F1C31"/>
      </a:lt1>
      <a:dk2>
        <a:srgbClr val="D6FBF6"/>
      </a:dk2>
      <a:lt2>
        <a:srgbClr val="0A1220"/>
      </a:lt2>
      <a:accent1>
        <a:srgbClr val="34E1D0"/>
      </a:accent1>
      <a:accent2>
        <a:srgbClr val="7A6CFF"/>
      </a:accent2>
      <a:accent3>
        <a:srgbClr val="060B14"/>
      </a:accent3>
      <a:accent4>
        <a:srgbClr val="162847"/>
      </a:accent4>
      <a:accent5>
        <a:srgbClr val="8FEFE6"/>
      </a:accent5>
      <a:accent6>
        <a:srgbClr val="5851BC"/>
      </a:accent6>
      <a:hlink>
        <a:srgbClr val="D6FBF6"/>
      </a:hlink>
      <a:folHlink>
        <a:srgbClr val="060B14"/>
      </a:folHlink>
    </a:clrScheme>
    <a:fontScheme name="결혼식 슬라이드(러브스토리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