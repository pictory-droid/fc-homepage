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4DCE7C88-D4F0-4484-8E6E-9F794866B6B5}">
          <p14:sldIdLst>
            <p14:sldId id="256"/>
          </p14:sldIdLst>
        </p14:section>
        <p14:section name="본문" id="{C766164B-7951-4211-B6D1-7B814F831562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749B48D9-3029-4B7B-93D7-D51F233781D3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4FEFC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2BCBE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7F888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640006" y="1463039"/>
            <a:ext cx="3291840" cy="42062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1280086" y="1188719"/>
            <a:ext cx="3291840" cy="42062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1737286" y="868679"/>
            <a:ext cx="3291840" cy="4206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1051486" y="960119"/>
            <a:ext cx="3749039" cy="466344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3529510" y="1645919"/>
            <a:ext cx="768096" cy="768096"/>
          </a:xfrm>
          <a:prstGeom prst="ellipse">
            <a:avLst/>
          </a:prstGeom>
          <a:noFill/>
          <a:ln w="19050">
            <a:solidFill>
              <a:srgbClr val="F4FEFC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868680" y="365760"/>
            <a:ext cx="94484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291072"/>
            <a:ext cx="91440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8A98F04C-2136-476F-A499-C5DAC7FCCC92}" type="slidenum">
              <a:rPr lang="en-US"/>
              <a:t>‹#›</a:t>
            </a:fld>
          </a:p>
        </p:txBody>
      </p:sp>
      <p:cxnSp>
        <p:nvCxnSpPr>
          <p:cNvPr id="2" name="Connector 1"/>
          <p:cNvCxnSpPr/>
          <p:nvPr/>
        </p:nvCxnSpPr>
        <p:spPr>
          <a:xfrm>
            <a:off x="292608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92608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1487607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1899087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92608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92608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11487607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1899087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sp>
        <p:nvSpPr>
          <p:cNvPr id="10" name="라벨 표시"/>
          <p:cNvSpPr/>
          <p:nvPr/>
        </p:nvSpPr>
        <p:spPr>
          <a:xfrm>
            <a:off x="731520" y="429768"/>
            <a:ext cx="73152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731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188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1645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103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60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017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3474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931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4389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846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5303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5760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6217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5" name="Connector 24"/>
          <p:cNvCxnSpPr/>
          <p:nvPr/>
        </p:nvCxnSpPr>
        <p:spPr>
          <a:xfrm>
            <a:off x="6675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7132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7589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8046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503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961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9418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9875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10332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10789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11247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4FEFC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2BCBE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7F888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640006" y="1463039"/>
            <a:ext cx="3291840" cy="42062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1280086" y="1188719"/>
            <a:ext cx="3291840" cy="42062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1737286" y="868679"/>
            <a:ext cx="3291840" cy="4206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1051486" y="960119"/>
            <a:ext cx="3749039" cy="466344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3529510" y="1645919"/>
            <a:ext cx="768096" cy="768096"/>
          </a:xfrm>
          <a:prstGeom prst="ellipse">
            <a:avLst/>
          </a:prstGeom>
          <a:noFill/>
          <a:ln w="19050">
            <a:solidFill>
              <a:srgbClr val="F4FEFC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868680" y="365760"/>
            <a:ext cx="94484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291072"/>
            <a:ext cx="91440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BA75C9D6-D00B-40E9-8CD9-665BDD0E37C2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92608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92608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1487607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1899087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92608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92608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11487607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1899087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sp>
        <p:nvSpPr>
          <p:cNvPr id="10" name="라벨 표시"/>
          <p:cNvSpPr/>
          <p:nvPr/>
        </p:nvSpPr>
        <p:spPr>
          <a:xfrm>
            <a:off x="731520" y="429768"/>
            <a:ext cx="73152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731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188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1645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103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60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017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3474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931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4389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846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5303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5760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6217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5" name="Connector 24"/>
          <p:cNvCxnSpPr/>
          <p:nvPr/>
        </p:nvCxnSpPr>
        <p:spPr>
          <a:xfrm>
            <a:off x="6675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7132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7589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8046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503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961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9418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9875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10332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10789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11247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868680" y="365760"/>
            <a:ext cx="94484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291072"/>
            <a:ext cx="91440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4ECB245E-895E-4289-A56D-4AF7E1400D20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92608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292608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1487607" y="292608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1899087" y="292608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92608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92608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11487607" y="6565392"/>
            <a:ext cx="411480" cy="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1899087" y="6153912"/>
            <a:ext cx="0" cy="411480"/>
          </a:xfrm>
          <a:prstGeom prst="line">
            <a:avLst/>
          </a:prstGeom>
          <a:ln w="22225" cap="rnd">
            <a:solidFill>
              <a:schemeClr val="accent1"/>
            </a:solidFill>
          </a:ln>
        </p:spPr>
      </p:cxnSp>
      <p:sp>
        <p:nvSpPr>
          <p:cNvPr id="10" name="라벨 표시"/>
          <p:cNvSpPr/>
          <p:nvPr/>
        </p:nvSpPr>
        <p:spPr>
          <a:xfrm>
            <a:off x="731520" y="429768"/>
            <a:ext cx="73152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731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188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1645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103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60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017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3474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931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4389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846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5303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5760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6217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5" name="Connector 24"/>
          <p:cNvCxnSpPr/>
          <p:nvPr/>
        </p:nvCxnSpPr>
        <p:spPr>
          <a:xfrm>
            <a:off x="6675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7132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7589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8046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503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961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94183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98755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103327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107899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11247120" y="1572768"/>
            <a:ext cx="0" cy="7315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36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37" name="Diamond 36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8" name="Connector 37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39" name="Connector 38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40" name="Connector 39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41" name="Diamond 40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NEON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같이 떠난 첫 여름 여행이 시작이었습니다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0000. 00. 00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2251252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251252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8" name="사진 바탕 2"/>
          <p:cNvSpPr/>
          <p:nvPr/>
        </p:nvSpPr>
        <p:spPr>
          <a:xfrm>
            <a:off x="8072780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8072780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78700-DC8E-487F-A6EF-BD84B0EF9341}" type="slidenum">
              <a:rPr lang="en-US"/>
              <a:t>‹#›</a:t>
            </a:fld>
            <a:endParaRPr lang="en-US"/>
          </a:p>
        </p:txBody>
      </p:sp>
      <p:sp>
        <p:nvSpPr>
          <p:cNvPr id="13" name="신랑 카드"/>
          <p:cNvSpPr/>
          <p:nvPr/>
        </p:nvSpPr>
        <p:spPr>
          <a:xfrm>
            <a:off x="731520" y="1828800"/>
            <a:ext cx="4907127" cy="4274820"/>
          </a:xfrm>
          <a:prstGeom prst="rect">
            <a:avLst/>
          </a:prstGeom>
          <a:solidFill>
            <a:schemeClr val="bg1">
              <a:alpha val="70000"/>
            </a:schemeClr>
          </a:solidFill>
          <a:ln w="9525">
            <a:solidFill>
              <a:schemeClr val="accent5">
                <a:alpha val="80000"/>
              </a:schemeClr>
            </a:solidFill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신랑 이름"/>
          <p:cNvSpPr txBox="1"/>
          <p:nvPr/>
        </p:nvSpPr>
        <p:spPr>
          <a:xfrm>
            <a:off x="731520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6" name="신랑 소개"/>
          <p:cNvSpPr txBox="1"/>
          <p:nvPr/>
        </p:nvSpPr>
        <p:spPr>
          <a:xfrm>
            <a:off x="822960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신부에게 한마디</a:t>
            </a:r>
          </a:p>
        </p:txBody>
      </p:sp>
      <p:sp>
        <p:nvSpPr>
          <p:cNvPr id="17" name="신부 카드"/>
          <p:cNvSpPr/>
          <p:nvPr/>
        </p:nvSpPr>
        <p:spPr>
          <a:xfrm>
            <a:off x="6553047" y="1828800"/>
            <a:ext cx="4907127" cy="4274820"/>
          </a:xfrm>
          <a:prstGeom prst="rect">
            <a:avLst/>
          </a:prstGeom>
          <a:solidFill>
            <a:schemeClr val="bg1">
              <a:alpha val="70000"/>
            </a:schemeClr>
          </a:solidFill>
          <a:ln w="9525">
            <a:solidFill>
              <a:schemeClr val="accent5">
                <a:alpha val="80000"/>
              </a:schemeClr>
            </a:solidFill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신부 이름"/>
          <p:cNvSpPr txBox="1"/>
          <p:nvPr/>
        </p:nvSpPr>
        <p:spPr>
          <a:xfrm>
            <a:off x="6553047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0" name="신부 소개"/>
          <p:cNvSpPr txBox="1"/>
          <p:nvPr/>
        </p:nvSpPr>
        <p:spPr>
          <a:xfrm>
            <a:off x="6644487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우리의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A9C7A-E43A-4766-8F3D-0F814AAAAC64}" type="slidenum">
              <a:rPr lang="en-US"/>
              <a:t>‹#›</a:t>
            </a:fld>
            <a:endParaRPr lang="en-US"/>
          </a:p>
        </p:txBody>
      </p:sp>
      <p:cxnSp>
        <p:nvCxnSpPr>
          <p:cNvPr id="5" name="타임라인 선"/>
          <p:cNvCxnSpPr/>
          <p:nvPr/>
        </p:nvCxnSpPr>
        <p:spPr>
          <a:xfrm>
            <a:off x="731520" y="3493008"/>
            <a:ext cx="10728655" cy="0"/>
          </a:xfrm>
          <a:prstGeom prst="line">
            <a:avLst/>
          </a:prstGeom>
          <a:ln w="12700" cap="rnd">
            <a:solidFill>
              <a:schemeClr val="accent5"/>
            </a:solidFill>
          </a:ln>
        </p:spPr>
      </p:cxnSp>
      <p:grpSp>
        <p:nvGrpSpPr>
          <p:cNvPr id="6" name="때 1"/>
          <p:cNvGrpSpPr/>
          <p:nvPr/>
        </p:nvGrpSpPr>
        <p:grpSpPr>
          <a:xfrm>
            <a:off x="777240" y="2651760"/>
            <a:ext cx="2590723" cy="3383280"/>
            <a:chOff x="777240" y="2651760"/>
            <a:chExt cx="2590723" cy="3383280"/>
          </a:xfrm>
        </p:grpSpPr>
        <p:sp>
          <p:nvSpPr>
            <p:cNvPr id="7" name="점"/>
            <p:cNvSpPr/>
            <p:nvPr/>
          </p:nvSpPr>
          <p:spPr>
            <a:xfrm>
              <a:off x="1871433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때"/>
            <p:cNvSpPr txBox="1"/>
            <p:nvPr/>
          </p:nvSpPr>
          <p:spPr>
            <a:xfrm>
              <a:off x="777240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처음 만난 날</a:t>
              </a:r>
            </a:p>
          </p:txBody>
        </p:sp>
        <p:sp>
          <p:nvSpPr>
            <p:cNvPr id="9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첫 만남</a:t>
              </a:r>
            </a:p>
          </p:txBody>
        </p:sp>
        <p:sp>
          <p:nvSpPr>
            <p:cNvPr id="10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어디에서 어떻게?</a:t>
              </a:r>
            </a:p>
          </p:txBody>
        </p:sp>
      </p:grpSp>
      <p:grpSp>
        <p:nvGrpSpPr>
          <p:cNvPr id="11" name="때 2"/>
          <p:cNvGrpSpPr/>
          <p:nvPr/>
        </p:nvGrpSpPr>
        <p:grpSpPr>
          <a:xfrm>
            <a:off x="3459403" y="2651760"/>
            <a:ext cx="2590723" cy="3383280"/>
            <a:chOff x="3459403" y="2651760"/>
            <a:chExt cx="2590723" cy="3383280"/>
          </a:xfrm>
        </p:grpSpPr>
        <p:sp>
          <p:nvSpPr>
            <p:cNvPr id="12" name="점"/>
            <p:cNvSpPr/>
            <p:nvPr/>
          </p:nvSpPr>
          <p:spPr>
            <a:xfrm>
              <a:off x="4553597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때"/>
            <p:cNvSpPr txBox="1"/>
            <p:nvPr/>
          </p:nvSpPr>
          <p:spPr>
            <a:xfrm>
              <a:off x="3459403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데이트</a:t>
              </a:r>
            </a:p>
          </p:txBody>
        </p:sp>
        <p:sp>
          <p:nvSpPr>
            <p:cNvPr id="14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설레던 하루</a:t>
              </a:r>
            </a:p>
          </p:txBody>
        </p:sp>
        <p:sp>
          <p:nvSpPr>
            <p:cNvPr id="15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무엇을 했나요?</a:t>
              </a:r>
            </a:p>
          </p:txBody>
        </p:sp>
      </p:grpSp>
      <p:grpSp>
        <p:nvGrpSpPr>
          <p:cNvPr id="16" name="때 3"/>
          <p:cNvGrpSpPr/>
          <p:nvPr/>
        </p:nvGrpSpPr>
        <p:grpSpPr>
          <a:xfrm>
            <a:off x="6141567" y="2651760"/>
            <a:ext cx="2590723" cy="3383280"/>
            <a:chOff x="6141567" y="2651760"/>
            <a:chExt cx="2590723" cy="3383280"/>
          </a:xfrm>
        </p:grpSpPr>
        <p:sp>
          <p:nvSpPr>
            <p:cNvPr id="17" name="점"/>
            <p:cNvSpPr/>
            <p:nvPr/>
          </p:nvSpPr>
          <p:spPr>
            <a:xfrm>
              <a:off x="7235761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때"/>
            <p:cNvSpPr txBox="1"/>
            <p:nvPr/>
          </p:nvSpPr>
          <p:spPr>
            <a:xfrm>
              <a:off x="6141567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프러포즈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평생을 약속하다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이야기</a:t>
              </a:r>
            </a:p>
          </p:txBody>
        </p:sp>
      </p:grpSp>
      <p:grpSp>
        <p:nvGrpSpPr>
          <p:cNvPr id="21" name="때 4"/>
          <p:cNvGrpSpPr/>
          <p:nvPr/>
        </p:nvGrpSpPr>
        <p:grpSpPr>
          <a:xfrm>
            <a:off x="8823731" y="2651760"/>
            <a:ext cx="2590723" cy="3383280"/>
            <a:chOff x="8823731" y="2651760"/>
            <a:chExt cx="2590723" cy="3383280"/>
          </a:xfrm>
        </p:grpSpPr>
        <p:sp>
          <p:nvSpPr>
            <p:cNvPr id="22" name="점"/>
            <p:cNvSpPr/>
            <p:nvPr/>
          </p:nvSpPr>
          <p:spPr>
            <a:xfrm>
              <a:off x="9917925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때"/>
            <p:cNvSpPr txBox="1"/>
            <p:nvPr/>
          </p:nvSpPr>
          <p:spPr>
            <a:xfrm>
              <a:off x="8823731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결혼</a:t>
              </a:r>
            </a:p>
          </p:txBody>
        </p:sp>
        <p:sp>
          <p:nvSpPr>
            <p:cNvPr id="24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5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함께 시작합니다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우리의 첫 번째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9D595-2248-4E96-8172-8A62E956EA6E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2476423" cy="3566160"/>
            <a:chOff x="731520" y="1828800"/>
            <a:chExt cx="2476423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2476423" cy="356616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여행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019223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어디였나요?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3482263" y="1828800"/>
            <a:ext cx="2476423" cy="3566160"/>
            <a:chOff x="3482263" y="1828800"/>
            <a:chExt cx="2476423" cy="3566160"/>
          </a:xfrm>
        </p:grpSpPr>
        <p:sp>
          <p:nvSpPr>
            <p:cNvPr id="12" name="카드 바탕"/>
            <p:cNvSpPr/>
            <p:nvPr/>
          </p:nvSpPr>
          <p:spPr>
            <a:xfrm>
              <a:off x="3482263" y="1828800"/>
              <a:ext cx="2476423" cy="356616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3710863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3665143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선물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3710863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3665143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무엇이었나요?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6233007" y="1828800"/>
            <a:ext cx="2476423" cy="3566160"/>
            <a:chOff x="6233007" y="1828800"/>
            <a:chExt cx="2476423" cy="3566160"/>
          </a:xfrm>
        </p:grpSpPr>
        <p:sp>
          <p:nvSpPr>
            <p:cNvPr id="18" name="카드 바탕"/>
            <p:cNvSpPr/>
            <p:nvPr/>
          </p:nvSpPr>
          <p:spPr>
            <a:xfrm>
              <a:off x="6233007" y="1828800"/>
              <a:ext cx="2476423" cy="356616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6461607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6415887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다툼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6461607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6415887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어떻게 풀었나요?</a:t>
              </a:r>
            </a:p>
          </p:txBody>
        </p:sp>
      </p:grpSp>
      <p:grpSp>
        <p:nvGrpSpPr>
          <p:cNvPr id="23" name="카드 4"/>
          <p:cNvGrpSpPr/>
          <p:nvPr/>
        </p:nvGrpSpPr>
        <p:grpSpPr>
          <a:xfrm>
            <a:off x="8983751" y="1828800"/>
            <a:ext cx="2476423" cy="3566160"/>
            <a:chOff x="8983751" y="1828800"/>
            <a:chExt cx="2476423" cy="3566160"/>
          </a:xfrm>
        </p:grpSpPr>
        <p:sp>
          <p:nvSpPr>
            <p:cNvPr id="24" name="카드 바탕"/>
            <p:cNvSpPr/>
            <p:nvPr/>
          </p:nvSpPr>
          <p:spPr>
            <a:xfrm>
              <a:off x="8983751" y="1828800"/>
              <a:ext cx="2476423" cy="3566160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rgbClr val="000000">
                  <a:alpha val="27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번호 4"/>
            <p:cNvSpPr/>
            <p:nvPr/>
          </p:nvSpPr>
          <p:spPr>
            <a:xfrm>
              <a:off x="9212351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4</a:t>
              </a:r>
            </a:p>
          </p:txBody>
        </p:sp>
        <p:sp>
          <p:nvSpPr>
            <p:cNvPr id="26" name="카드 제목"/>
            <p:cNvSpPr txBox="1"/>
            <p:nvPr/>
          </p:nvSpPr>
          <p:spPr>
            <a:xfrm>
              <a:off x="9166631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약속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9212351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카드 내용"/>
            <p:cNvSpPr txBox="1"/>
            <p:nvPr/>
          </p:nvSpPr>
          <p:spPr>
            <a:xfrm>
              <a:off x="9166631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무엇이었나요?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C04852-6182-4AE4-ADD3-38E02404EB7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827028-FECC-418D-A8BC-500CEB218C2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NEON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러브스토리 중심)">
  <a:themeElements>
    <a:clrScheme name="결혼식 슬라이드(러브스토리 중심)">
      <a:dk1>
        <a:srgbClr val="F4FEFC"/>
      </a:dk1>
      <a:lt1>
        <a:srgbClr val="0F1C31"/>
      </a:lt1>
      <a:dk2>
        <a:srgbClr val="D6FBF6"/>
      </a:dk2>
      <a:lt2>
        <a:srgbClr val="0A1220"/>
      </a:lt2>
      <a:accent1>
        <a:srgbClr val="34E1D0"/>
      </a:accent1>
      <a:accent2>
        <a:srgbClr val="7A6CFF"/>
      </a:accent2>
      <a:accent3>
        <a:srgbClr val="060B14"/>
      </a:accent3>
      <a:accent4>
        <a:srgbClr val="162847"/>
      </a:accent4>
      <a:accent5>
        <a:srgbClr val="8FEFE6"/>
      </a:accent5>
      <a:accent6>
        <a:srgbClr val="5851BC"/>
      </a:accent6>
      <a:hlink>
        <a:srgbClr val="D6FBF6"/>
      </a:hlink>
      <a:folHlink>
        <a:srgbClr val="060B14"/>
      </a:folHlink>
    </a:clrScheme>
    <a:fontScheme name="결혼식 슬라이드(러브스토리 중심)">
      <a:majorFont>
        <a:latin typeface="Tw Cen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슬라이드(러브스토리 중심)</dc:title>
  <dc:subject>결혼식 상영용 슬라이드 · 러브스토리 중심</dc:subject>
  <dc:creator>우체국보험 상담 안내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