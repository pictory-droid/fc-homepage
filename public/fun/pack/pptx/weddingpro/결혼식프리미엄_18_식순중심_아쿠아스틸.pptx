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95CCC9D-5198-4F89-B954-8615DF566959}">
          <p14:sldIdLst>
            <p14:sldId id="256"/>
          </p14:sldIdLst>
        </p14:section>
        <p14:section name="본문" id="{7EE49482-AE92-4197-9DC5-BAFD68A8A28A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AB243CE-6B13-4D5E-99DB-F5CE5BCB4E4F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3B616B4-D5F1-43CE-B933-6737E1EAC16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D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A2A2605-6CE0-49DA-94EA-C55960790F7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4AFB424-E2B2-4222-A225-2B7DCD2EE1F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주례 없이 직접 인사드립니다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185920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859203" y="2057400"/>
            <a:ext cx="2171700" cy="2171700"/>
          </a:xfrm>
          <a:prstGeom prst="ellipse">
            <a:avLst/>
          </a:prstGeom>
        </p:spPr>
      </p:sp>
      <p:sp>
        <p:nvSpPr>
          <p:cNvPr id="21" name="사진 바탕 2"/>
          <p:cNvSpPr/>
          <p:nvPr/>
        </p:nvSpPr>
        <p:spPr>
          <a:xfrm>
            <a:off x="738355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383551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96AA1-74C4-48DC-94B7-05EF3FAE3344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640080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16442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윗선"/>
          <p:cNvSpPr/>
          <p:nvPr/>
        </p:nvSpPr>
        <p:spPr>
          <a:xfrm>
            <a:off x="6164427" y="1828800"/>
            <a:ext cx="460994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B49923-459B-4F80-BD95-4FE4989E34C6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828800"/>
          <a:ext cx="1013429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4873569"/>
                <a:gridCol w="3249046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0B4CF-AAE6-4994-8189-3C5133BE39FE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윗선"/>
            <p:cNvSpPr/>
            <p:nvPr/>
          </p:nvSpPr>
          <p:spPr>
            <a:xfrm>
              <a:off x="640080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82295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10" name="번호 밑줄"/>
            <p:cNvCxnSpPr/>
            <p:nvPr/>
          </p:nvCxnSpPr>
          <p:spPr>
            <a:xfrm>
              <a:off x="868680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1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2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3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4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5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윗선"/>
            <p:cNvSpPr/>
            <p:nvPr/>
          </p:nvSpPr>
          <p:spPr>
            <a:xfrm>
              <a:off x="4109618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번호 2"/>
            <p:cNvSpPr txBox="1"/>
            <p:nvPr/>
          </p:nvSpPr>
          <p:spPr>
            <a:xfrm>
              <a:off x="429249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8" name="번호 밑줄"/>
            <p:cNvCxnSpPr/>
            <p:nvPr/>
          </p:nvCxnSpPr>
          <p:spPr>
            <a:xfrm>
              <a:off x="4338218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9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20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1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2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23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윗선"/>
            <p:cNvSpPr/>
            <p:nvPr/>
          </p:nvSpPr>
          <p:spPr>
            <a:xfrm>
              <a:off x="7579156" y="1828800"/>
              <a:ext cx="319521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3"/>
            <p:cNvSpPr txBox="1"/>
            <p:nvPr/>
          </p:nvSpPr>
          <p:spPr>
            <a:xfrm>
              <a:off x="776203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6" name="번호 밑줄"/>
            <p:cNvCxnSpPr/>
            <p:nvPr/>
          </p:nvCxnSpPr>
          <p:spPr>
            <a:xfrm>
              <a:off x="7807756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7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289F1-4869-4C4F-9770-FF93BE4D6B8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AQUA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66405-A5A0-4BDD-9245-3B268D3D064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AQUA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374648"/>
      </a:dk1>
      <a:lt1>
        <a:srgbClr val="FBFDFD"/>
      </a:lt1>
      <a:dk2>
        <a:srgbClr val="123D44"/>
      </a:dk2>
      <a:lt2>
        <a:srgbClr val="F0F7F7"/>
      </a:lt2>
      <a:accent1>
        <a:srgbClr val="2F8F9A"/>
      </a:accent1>
      <a:accent2>
        <a:srgbClr val="8FB5BD"/>
      </a:accent2>
      <a:accent3>
        <a:srgbClr val="72898D"/>
      </a:accent3>
      <a:accent4>
        <a:srgbClr val="C9E2E4"/>
      </a:accent4>
      <a:accent5>
        <a:srgbClr val="B2C4C8"/>
      </a:accent5>
      <a:accent6>
        <a:srgbClr val="BBD3D7"/>
      </a:accent6>
      <a:hlink>
        <a:srgbClr val="123D44"/>
      </a:hlink>
      <a:folHlink>
        <a:srgbClr val="72898D"/>
      </a:folHlink>
    </a:clrScheme>
    <a:fontScheme name="결혼식 슬라이드(식순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