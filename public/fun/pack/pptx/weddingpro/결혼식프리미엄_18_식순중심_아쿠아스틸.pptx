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24F7973-A9BC-4FEB-B6E3-7770C18F4267}">
          <p14:sldIdLst>
            <p14:sldId id="256"/>
          </p14:sldIdLst>
        </p14:section>
        <p14:section name="본문" id="{0825137D-CCB7-4116-9BDA-06380577858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D257F5E-0E30-4C9C-B418-1EE1B2574C4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BA335E7-3217-4B2F-B590-8890D6B2670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6E0718A-1605-4EB2-A3E8-8191274AB70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1FDABEA4-EE20-4A55-A215-0F90CD26CF2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주례 없이 직접 인사드립니다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85920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859203" y="2057400"/>
            <a:ext cx="2171700" cy="2171700"/>
          </a:xfrm>
          <a:prstGeom prst="ellipse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738355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38355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2D10-ABAA-47CF-B017-B865E4B8F0CF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640080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640080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640080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731519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164427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윗선"/>
          <p:cNvSpPr/>
          <p:nvPr/>
        </p:nvSpPr>
        <p:spPr>
          <a:xfrm>
            <a:off x="6164427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16442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25586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C1417-A5B8-4DD7-97B0-A578CABA37E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4873569"/>
                <a:gridCol w="3249046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8034-60ED-456A-84C9-F800179FB730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2295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868680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1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3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4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5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윗선"/>
            <p:cNvSpPr/>
            <p:nvPr/>
          </p:nvSpPr>
          <p:spPr>
            <a:xfrm>
              <a:off x="410961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429249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4338218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9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1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2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23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윗선"/>
            <p:cNvSpPr/>
            <p:nvPr/>
          </p:nvSpPr>
          <p:spPr>
            <a:xfrm>
              <a:off x="757915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776203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7807756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27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6E12-97EF-480B-9A35-3602BA8803A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2EAE2-BDB4-4AC7-B7C7-C7A793D2AB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결혼식 슬라이드(식순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