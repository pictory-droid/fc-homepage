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6BDDFB1-554C-4A0A-B671-525E2237169B}">
          <p14:sldIdLst>
            <p14:sldId id="256"/>
          </p14:sldIdLst>
        </p14:section>
        <p14:section name="본문" id="{0340D188-0990-4E5A-A1F7-D2D5DEA8D57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FE90BBB-ECE9-4902-B8C5-82F15F84A27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233007" y="1645920"/>
            <a:ext cx="48766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233007" y="2029968"/>
            <a:ext cx="48766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233007" y="3703320"/>
            <a:ext cx="48766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CFD0D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233007" y="4480559"/>
            <a:ext cx="48766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3A5A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격자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cxnSp>
          <p:nvCxnSpPr>
            <p:cNvPr id="3" name="Connector 2"/>
            <p:cNvCxnSpPr/>
            <p:nvPr/>
          </p:nvCxnSpPr>
          <p:spPr>
            <a:xfrm>
              <a:off x="54864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4" name="Connector 3"/>
            <p:cNvCxnSpPr/>
            <p:nvPr/>
          </p:nvCxnSpPr>
          <p:spPr>
            <a:xfrm>
              <a:off x="109728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164591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219456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274320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384048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4389120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493775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548639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603503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658367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713231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768095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822959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877823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932687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987551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1042415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1097279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1152143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12070079" y="0"/>
              <a:ext cx="0" cy="685800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0" y="548640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0" y="1097280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0" y="1645919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0" y="2194560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0" y="2743200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>
              <a:off x="0" y="3291840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0" y="3840480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0" y="4389120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0" y="4937759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0" y="5486399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0" y="6035039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0" y="6583679"/>
              <a:ext cx="12191695" cy="0"/>
            </a:xfrm>
            <a:prstGeom prst="line">
              <a:avLst/>
            </a:prstGeom>
            <a:ln w="6350" cap="rnd">
              <a:solidFill>
                <a:schemeClr val="tx2">
                  <a:alpha val="55000"/>
                </a:schemeClr>
              </a:solidFill>
            </a:ln>
          </p:spPr>
        </p:cxnSp>
      </p:grpSp>
      <p:cxnSp>
        <p:nvCxnSpPr>
          <p:cNvPr id="37" name="Connector 36"/>
          <p:cNvCxnSpPr/>
          <p:nvPr/>
        </p:nvCxnSpPr>
        <p:spPr>
          <a:xfrm>
            <a:off x="32004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2004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9" name="Connector 38"/>
          <p:cNvCxnSpPr/>
          <p:nvPr/>
        </p:nvCxnSpPr>
        <p:spPr>
          <a:xfrm flipH="1">
            <a:off x="11414455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1871655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2004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32004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11414455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11871655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853372" y="1600200"/>
            <a:ext cx="3657600" cy="36576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outerShdw blurRad="279400" dist="0" dir="5400000" algn="t" rotWithShape="0">
              <a:schemeClr val="tx2">
                <a:alpha val="1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55708" y="2002536"/>
            <a:ext cx="2852928" cy="2852928"/>
          </a:xfrm>
          <a:prstGeom prst="ellipse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767772" y="2514600"/>
            <a:ext cx="1828800" cy="182880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중심점"/>
          <p:cNvSpPr/>
          <p:nvPr/>
        </p:nvSpPr>
        <p:spPr>
          <a:xfrm>
            <a:off x="2499292" y="324612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657276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4392663" y="4416552"/>
            <a:ext cx="158378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3669724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2682172" y="5404104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3" name="Connector 52"/>
          <p:cNvCxnSpPr/>
          <p:nvPr/>
        </p:nvCxnSpPr>
        <p:spPr>
          <a:xfrm flipH="1">
            <a:off x="1603180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4" name="Connector 53"/>
          <p:cNvCxnSpPr/>
          <p:nvPr/>
        </p:nvCxnSpPr>
        <p:spPr>
          <a:xfrm flipH="1">
            <a:off x="813303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5" name="Connector 54"/>
          <p:cNvCxnSpPr/>
          <p:nvPr/>
        </p:nvCxnSpPr>
        <p:spPr>
          <a:xfrm flipH="1">
            <a:off x="524188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 flipV="1">
            <a:off x="813303" y="2350008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 flipV="1">
            <a:off x="1603180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2682172" y="1271016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9" name="Connector 58"/>
          <p:cNvCxnSpPr/>
          <p:nvPr/>
        </p:nvCxnSpPr>
        <p:spPr>
          <a:xfrm flipV="1">
            <a:off x="3669724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4392663" y="2350007"/>
            <a:ext cx="158378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61" name="라벨 표시"/>
          <p:cNvSpPr/>
          <p:nvPr/>
        </p:nvSpPr>
        <p:spPr>
          <a:xfrm>
            <a:off x="6095847" y="1719072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92CFE7D-E0DA-484B-AFCD-A4910FFDFE95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233007" y="1645920"/>
            <a:ext cx="48766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233007" y="2029968"/>
            <a:ext cx="48766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233007" y="3703320"/>
            <a:ext cx="48766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233007" y="4480559"/>
            <a:ext cx="48766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격자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cxnSp>
          <p:nvCxnSpPr>
            <p:cNvPr id="3" name="Connector 2"/>
            <p:cNvCxnSpPr/>
            <p:nvPr/>
          </p:nvCxnSpPr>
          <p:spPr>
            <a:xfrm>
              <a:off x="5486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4" name="Connector 3"/>
            <p:cNvCxnSpPr/>
            <p:nvPr/>
          </p:nvCxnSpPr>
          <p:spPr>
            <a:xfrm>
              <a:off x="10972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16459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219456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274320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38404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438912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49377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54863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60350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65836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71323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76809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82295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87782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93268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98755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104241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109727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115214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120700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0" y="5486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0" y="10972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0" y="164591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0" y="219456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0" y="274320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>
              <a:off x="0" y="32918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0" y="38404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0" y="438912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0" y="493775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0" y="548639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0" y="603503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0" y="658367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</p:grpSp>
      <p:cxnSp>
        <p:nvCxnSpPr>
          <p:cNvPr id="37" name="Connector 36"/>
          <p:cNvCxnSpPr/>
          <p:nvPr/>
        </p:nvCxnSpPr>
        <p:spPr>
          <a:xfrm>
            <a:off x="32004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2004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9" name="Connector 38"/>
          <p:cNvCxnSpPr/>
          <p:nvPr/>
        </p:nvCxnSpPr>
        <p:spPr>
          <a:xfrm flipH="1">
            <a:off x="11414455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1871655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2004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32004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11414455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11871655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853372" y="1600200"/>
            <a:ext cx="3657600" cy="36576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outerShdw blurRad="279400" dist="0" dir="5400000" algn="t" rotWithShape="0">
              <a:schemeClr val="tx2">
                <a:alpha val="1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55708" y="2002536"/>
            <a:ext cx="2852928" cy="2852928"/>
          </a:xfrm>
          <a:prstGeom prst="ellipse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767772" y="2514600"/>
            <a:ext cx="1828800" cy="182880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중심점"/>
          <p:cNvSpPr/>
          <p:nvPr/>
        </p:nvSpPr>
        <p:spPr>
          <a:xfrm>
            <a:off x="2499292" y="324612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657276" y="3429000"/>
            <a:ext cx="1828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4392663" y="4416552"/>
            <a:ext cx="158378" cy="9144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3669724" y="5139490"/>
            <a:ext cx="91440" cy="158378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2682172" y="5404104"/>
            <a:ext cx="0" cy="182879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3" name="Connector 52"/>
          <p:cNvCxnSpPr/>
          <p:nvPr/>
        </p:nvCxnSpPr>
        <p:spPr>
          <a:xfrm flipH="1">
            <a:off x="1603180" y="5139490"/>
            <a:ext cx="91440" cy="158378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4" name="Connector 53"/>
          <p:cNvCxnSpPr/>
          <p:nvPr/>
        </p:nvCxnSpPr>
        <p:spPr>
          <a:xfrm flipH="1">
            <a:off x="813303" y="4416552"/>
            <a:ext cx="158379" cy="9144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5" name="Connector 54"/>
          <p:cNvCxnSpPr/>
          <p:nvPr/>
        </p:nvCxnSpPr>
        <p:spPr>
          <a:xfrm flipH="1">
            <a:off x="524188" y="3429000"/>
            <a:ext cx="1828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 flipV="1">
            <a:off x="813303" y="2350008"/>
            <a:ext cx="158379" cy="9144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 flipV="1">
            <a:off x="1603180" y="1560131"/>
            <a:ext cx="91440" cy="158378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2682172" y="1271016"/>
            <a:ext cx="0" cy="182879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59" name="Connector 58"/>
          <p:cNvCxnSpPr/>
          <p:nvPr/>
        </p:nvCxnSpPr>
        <p:spPr>
          <a:xfrm flipV="1">
            <a:off x="3669724" y="1560131"/>
            <a:ext cx="91440" cy="158378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4392663" y="2350007"/>
            <a:ext cx="158378" cy="9144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61" name="라벨 표시"/>
          <p:cNvSpPr/>
          <p:nvPr/>
        </p:nvSpPr>
        <p:spPr>
          <a:xfrm>
            <a:off x="6095847" y="1719072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193CACE-B161-45B6-9A46-A67F75A3E30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90EBECB-8F20-44D5-87D0-9FCCF4BF0C2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PEWTER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사진 촬영은 식이 끝난 뒤에 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175EE-F938-4149-8395-4914EC1543A0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1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1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2C485-78F7-4DC2-B3CC-E6EB56019E0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FE174-4FEA-4529-9F2C-6B4EA656F25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1EEAA-C39E-4491-923A-7C5672A380A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F2D5-CAB6-40A4-9CAF-D1BF22AA111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PEWTER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24292E"/>
      </a:dk1>
      <a:lt1>
        <a:srgbClr val="FCFCFB"/>
      </a:lt1>
      <a:dk2>
        <a:srgbClr val="272E36"/>
      </a:dk2>
      <a:lt2>
        <a:srgbClr val="F3F3F2"/>
      </a:lt2>
      <a:accent1>
        <a:srgbClr val="6F7A86"/>
      </a:accent1>
      <a:accent2>
        <a:srgbClr val="A9B2BC"/>
      </a:accent2>
      <a:accent3>
        <a:srgbClr val="24292E"/>
      </a:accent3>
      <a:accent4>
        <a:srgbClr val="D9DBDC"/>
      </a:accent4>
      <a:accent5>
        <a:srgbClr val="B5BCC4"/>
      </a:accent5>
      <a:accent6>
        <a:srgbClr val="CACFD4"/>
      </a:accent6>
      <a:hlink>
        <a:srgbClr val="272E36"/>
      </a:hlink>
      <a:folHlink>
        <a:srgbClr val="24292E"/>
      </a:folHlink>
    </a:clrScheme>
    <a:fontScheme name="결혼식 슬라이드(식순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