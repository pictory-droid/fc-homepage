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8049BC6-A21F-40B4-9AD9-4B452CDC3752}">
          <p14:sldIdLst>
            <p14:sldId id="256"/>
          </p14:sldIdLst>
        </p14:section>
        <p14:section name="본문" id="{57E66AB0-104D-40A2-9F5B-3468641B751D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8C591FB-E76C-42BD-B9DB-3C9462967F41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07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233007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233007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CFD0D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07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3A5A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tx2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85337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chemeClr val="tx2">
                <a:alpha val="1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25570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6777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249929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65727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4392663" y="4416552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366972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268217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160318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81330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52418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81330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160318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268217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366972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4392663" y="2350007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6095847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B1ED2DD-8AED-42AE-A8A2-EDFF1250246E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07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233007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233007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07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85337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chemeClr val="tx2">
                <a:alpha val="1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25570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6777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249929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657276" y="3429000"/>
            <a:ext cx="1828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4392663" y="4416552"/>
            <a:ext cx="158378" cy="9144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3669724" y="5139490"/>
            <a:ext cx="91440" cy="158378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2682172" y="5404104"/>
            <a:ext cx="0" cy="182879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1603180" y="5139490"/>
            <a:ext cx="91440" cy="158378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813303" y="4416552"/>
            <a:ext cx="158379" cy="9144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524188" y="3429000"/>
            <a:ext cx="1828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813303" y="2350008"/>
            <a:ext cx="158379" cy="9144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1603180" y="1560131"/>
            <a:ext cx="91440" cy="158378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2682172" y="1271016"/>
            <a:ext cx="0" cy="182879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3669724" y="1560131"/>
            <a:ext cx="91440" cy="158378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4392663" y="2350007"/>
            <a:ext cx="158378" cy="9144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6095847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EB5736B-9CD2-4769-A0C5-2DB55620064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33D00CA-FEF6-48AC-95E7-E45087C79B7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PEWTER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사진 촬영은 식이 끝난 뒤에 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0FE0-F65B-467B-9F67-7D0FEF166785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1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1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식순 안내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438A6-3E9D-44A8-BD21-C4B9A265638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5230185"/>
                <a:gridCol w="348679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하객 맞이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신랑 · 신부 입장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혼인 서약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축가 · 감사 인사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기념 촬영 · 식사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하객 안내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55286C-74C9-405A-B863-89B3A86E251F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주차 안내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식사 안내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기념 촬영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012B9-F80A-4700-B891-65D1F33599C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E3867-CCF5-4EFD-94D4-B90E9819BDD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PEWTER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식순 중심)">
  <a:themeElements>
    <a:clrScheme name="결혼식 슬라이드(식순 중심)">
      <a:dk1>
        <a:srgbClr val="24292E"/>
      </a:dk1>
      <a:lt1>
        <a:srgbClr val="FCFCFB"/>
      </a:lt1>
      <a:dk2>
        <a:srgbClr val="272E36"/>
      </a:dk2>
      <a:lt2>
        <a:srgbClr val="F3F3F2"/>
      </a:lt2>
      <a:accent1>
        <a:srgbClr val="6F7A86"/>
      </a:accent1>
      <a:accent2>
        <a:srgbClr val="A9B2BC"/>
      </a:accent2>
      <a:accent3>
        <a:srgbClr val="24292E"/>
      </a:accent3>
      <a:accent4>
        <a:srgbClr val="D9DBDC"/>
      </a:accent4>
      <a:accent5>
        <a:srgbClr val="B5BCC4"/>
      </a:accent5>
      <a:accent6>
        <a:srgbClr val="CACFD4"/>
      </a:accent6>
      <a:hlink>
        <a:srgbClr val="272E36"/>
      </a:hlink>
      <a:folHlink>
        <a:srgbClr val="24292E"/>
      </a:folHlink>
    </a:clrScheme>
    <a:fontScheme name="결혼식 슬라이드(식순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>결혼식 상영용 슬라이드 · 식순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