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FC981D7-F726-40E9-BBC3-376E7C115138}">
          <p14:sldIdLst>
            <p14:sldId id="256"/>
          </p14:sldIdLst>
        </p14:section>
        <p14:section name="본문" id="{E110329F-53AF-464C-BFA0-8056E224087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E5178A1-1E45-456E-9083-8C363EDB78E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3B93753-A857-429C-8F22-C007A19B2800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A8B74EC-D50C-4C51-9BF2-6B8118159E9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B54EFF7-7978-4E7E-8AE6-B061A29EF56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단체 버스는 따로 마련했습니다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2C5D8-F533-456E-9222-1D83630D1346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96322-31B0-4623-9770-38B99278B02F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987E01-B2E6-45F4-9AA2-B9088F39022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F12506-132D-4F4E-BE98-43A6732834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F4684-DDE2-4096-8069-83F0DD2817E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F8F5EB"/>
      </a:dk1>
      <a:lt1>
        <a:srgbClr val="162E24"/>
      </a:lt1>
      <a:dk2>
        <a:srgbClr val="E7DDB8"/>
      </a:dk2>
      <a:lt2>
        <a:srgbClr val="0F1F18"/>
      </a:lt2>
      <a:accent1>
        <a:srgbClr val="C6A55E"/>
      </a:accent1>
      <a:accent2>
        <a:srgbClr val="5F8F6E"/>
      </a:accent2>
      <a:accent3>
        <a:srgbClr val="09130F"/>
      </a:accent3>
      <a:accent4>
        <a:srgbClr val="204133"/>
      </a:accent4>
      <a:accent5>
        <a:srgbClr val="D3B873"/>
      </a:accent5>
      <a:accent6>
        <a:srgbClr val="476D54"/>
      </a:accent6>
      <a:hlink>
        <a:srgbClr val="E7DDB8"/>
      </a:hlink>
      <a:folHlink>
        <a:srgbClr val="09130F"/>
      </a:folHlink>
    </a:clrScheme>
    <a:fontScheme name="결혼식 슬라이드(오시는 길 중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