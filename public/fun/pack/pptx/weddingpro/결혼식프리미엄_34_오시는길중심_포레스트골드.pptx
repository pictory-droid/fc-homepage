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4845C9C-BBE2-4312-9FBA-3A956DF2980A}">
          <p14:sldIdLst>
            <p14:sldId id="256"/>
          </p14:sldIdLst>
        </p14:section>
        <p14:section name="본문" id="{76E08AE0-F625-4DF4-BB6E-78572D3AF79F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24B0E182-9D80-4138-981B-0ED0E1F8B29A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706837" y="1645920"/>
            <a:ext cx="87780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706837" y="2029968"/>
            <a:ext cx="877802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8F5EB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706837" y="3566160"/>
            <a:ext cx="877802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7B9B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706837" y="4251960"/>
            <a:ext cx="877802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48A82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11240719" cy="590702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8375" y="795528"/>
            <a:ext cx="694944" cy="69494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6000750" y="1047902"/>
            <a:ext cx="190195" cy="190195"/>
            <a:chOff x="6000750" y="104790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6000750" y="1047902"/>
              <a:ext cx="190195" cy="190195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390128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59876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10728655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5755A7FF-63A5-4835-A23D-03AE87B3B039}" type="slidenum">
              <a:rPr lang="en-US"/>
              <a:t>‹#›</a:t>
            </a:fld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706837" y="1645920"/>
            <a:ext cx="87780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706837" y="2029968"/>
            <a:ext cx="877802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8F5EB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706837" y="3566160"/>
            <a:ext cx="877802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7B9B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706837" y="4251960"/>
            <a:ext cx="877802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48A82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11240719" cy="590702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8375" y="795528"/>
            <a:ext cx="694944" cy="69494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6000750" y="1047902"/>
            <a:ext cx="190195" cy="190195"/>
            <a:chOff x="6000750" y="104790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6000750" y="1047902"/>
              <a:ext cx="190195" cy="190195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390128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59876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10728655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7F59E585-DAC1-4345-A91C-75E153CE20D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E1AC44B7-823C-42D5-BD80-CD83239495AD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9" name="Diamond 8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12" name="Connector 11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3" name="Diamond 12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FOREST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단체 버스는 따로 마련했습니다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099233" y="2057400"/>
            <a:ext cx="2171700" cy="2171700"/>
          </a:xfrm>
          <a:prstGeom prst="ellipse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7920761" y="2057400"/>
            <a:ext cx="2171700" cy="2171700"/>
          </a:xfrm>
          <a:prstGeom prst="ellipse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21F93-F1D5-4E1C-9102-84BD5F7B1DAA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오시는 길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6035040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약도 · 지도를 넣어 주세요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603504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56E89-7A25-4A4E-9084-7D483BAFA56E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7132320" y="1828800"/>
          <a:ext cx="4327855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71600"/>
                <a:gridCol w="295625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예식장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주소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일시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연락처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교통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0CF23-4624-45F9-9E50-9068FFD1E249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14400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지하철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582058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버스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49716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자가용 · 주차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41A5F-C1AF-4D5C-9514-7C74591339C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2EB69-23B1-4A13-9E18-54DFF3B1B9C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FOREST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오시는 길 중심)">
  <a:themeElements>
    <a:clrScheme name="결혼식 슬라이드(오시는 길 중심)">
      <a:dk1>
        <a:srgbClr val="F8F5EB"/>
      </a:dk1>
      <a:lt1>
        <a:srgbClr val="162E24"/>
      </a:lt1>
      <a:dk2>
        <a:srgbClr val="E7DDB8"/>
      </a:dk2>
      <a:lt2>
        <a:srgbClr val="0F1F18"/>
      </a:lt2>
      <a:accent1>
        <a:srgbClr val="C6A55E"/>
      </a:accent1>
      <a:accent2>
        <a:srgbClr val="5F8F6E"/>
      </a:accent2>
      <a:accent3>
        <a:srgbClr val="09130F"/>
      </a:accent3>
      <a:accent4>
        <a:srgbClr val="204133"/>
      </a:accent4>
      <a:accent5>
        <a:srgbClr val="D3B873"/>
      </a:accent5>
      <a:accent6>
        <a:srgbClr val="476D54"/>
      </a:accent6>
      <a:hlink>
        <a:srgbClr val="E7DDB8"/>
      </a:hlink>
      <a:folHlink>
        <a:srgbClr val="09130F"/>
      </a:folHlink>
    </a:clrScheme>
    <a:fontScheme name="결혼식 슬라이드(오시는 길 중심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>결혼식 상영용 슬라이드 · 오시는 길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