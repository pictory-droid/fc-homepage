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36A93F2E-55DB-4A88-8AD4-C98227F44EAD}">
          <p14:sldIdLst>
            <p14:sldId id="256"/>
          </p14:sldIdLst>
        </p14:section>
        <p14:section name="본문" id="{2DD3894B-3165-4226-B4A2-FDFFAA16BEEF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6CF90F09-1085-4511-8738-9272067D29AE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자리에 두 사람의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서로에게 하고 싶은 말을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463003" y="1874519"/>
            <a:ext cx="9265688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1463003" y="2258568"/>
            <a:ext cx="9265688" cy="13716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463003" y="3703320"/>
            <a:ext cx="9265688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E7DFE2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463003" y="4389120"/>
            <a:ext cx="9265688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D1C2C7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리본 띠"/>
          <p:cNvSpPr/>
          <p:nvPr/>
        </p:nvSpPr>
        <p:spPr>
          <a:xfrm>
            <a:off x="0" y="2148839"/>
            <a:ext cx="12191695" cy="152704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2212847"/>
            <a:ext cx="12191695" cy="0"/>
          </a:xfrm>
          <a:prstGeom prst="line">
            <a:avLst/>
          </a:prstGeom>
          <a:ln w="9525" cap="rnd">
            <a:solidFill>
              <a:srgbClr val="FFFFFF">
                <a:alpha val="45000"/>
              </a:srgbClr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0" y="3611879"/>
            <a:ext cx="12191695" cy="0"/>
          </a:xfrm>
          <a:prstGeom prst="line">
            <a:avLst/>
          </a:prstGeom>
          <a:ln w="9525" cap="rnd">
            <a:solidFill>
              <a:srgbClr val="FFFFFF">
                <a:alpha val="45000"/>
              </a:srgbClr>
            </a:solidFill>
          </a:ln>
        </p:spPr>
      </p:cxnSp>
      <p:sp>
        <p:nvSpPr>
          <p:cNvPr id="5" name="Diamond 4"/>
          <p:cNvSpPr/>
          <p:nvPr/>
        </p:nvSpPr>
        <p:spPr>
          <a:xfrm>
            <a:off x="457200" y="2820923"/>
            <a:ext cx="182880" cy="182880"/>
          </a:xfrm>
          <a:prstGeom prst="diamond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11551615" y="2820923"/>
            <a:ext cx="182880" cy="182880"/>
          </a:xfrm>
          <a:prstGeom prst="diamond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463040" y="365760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463040" y="658368"/>
            <a:ext cx="92656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309360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C0ADCA84-C2EF-4C53-AAD3-16717A61F316}" type="slidenum">
              <a:rPr lang="en-US"/>
              <a:t>‹#›</a:t>
            </a:fld>
          </a:p>
        </p:txBody>
      </p:sp>
      <p:sp>
        <p:nvSpPr>
          <p:cNvPr id="2" name="Arc 1"/>
          <p:cNvSpPr/>
          <p:nvPr/>
        </p:nvSpPr>
        <p:spPr>
          <a:xfrm>
            <a:off x="-182880" y="-182880"/>
            <a:ext cx="914400" cy="91440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-548640" y="-548640"/>
            <a:ext cx="1645920" cy="164592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-914400" y="-914400"/>
            <a:ext cx="2377440" cy="237744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54421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432698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391872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36868" y="446170"/>
            <a:ext cx="344018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9" name="Arc 8"/>
          <p:cNvSpPr/>
          <p:nvPr/>
        </p:nvSpPr>
        <p:spPr>
          <a:xfrm>
            <a:off x="11460175" y="-182880"/>
            <a:ext cx="914400" cy="91440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Arc 9"/>
          <p:cNvSpPr/>
          <p:nvPr/>
        </p:nvSpPr>
        <p:spPr>
          <a:xfrm>
            <a:off x="11094415" y="-548640"/>
            <a:ext cx="1645920" cy="164592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Arc 10"/>
          <p:cNvSpPr/>
          <p:nvPr/>
        </p:nvSpPr>
        <p:spPr>
          <a:xfrm>
            <a:off x="10728655" y="-914400"/>
            <a:ext cx="2377440" cy="237744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H="1">
            <a:off x="10746714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3" name="Connector 12"/>
          <p:cNvCxnSpPr/>
          <p:nvPr/>
        </p:nvCxnSpPr>
        <p:spPr>
          <a:xfrm flipH="1">
            <a:off x="10887913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4" name="Connector 13"/>
          <p:cNvCxnSpPr/>
          <p:nvPr/>
        </p:nvCxnSpPr>
        <p:spPr>
          <a:xfrm flipH="1">
            <a:off x="11153280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5" name="Connector 14"/>
          <p:cNvCxnSpPr/>
          <p:nvPr/>
        </p:nvCxnSpPr>
        <p:spPr>
          <a:xfrm flipH="1">
            <a:off x="11510809" y="446170"/>
            <a:ext cx="344017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6" name="Connector 15"/>
          <p:cNvCxnSpPr/>
          <p:nvPr/>
        </p:nvCxnSpPr>
        <p:spPr>
          <a:xfrm>
            <a:off x="4632807" y="1517904"/>
            <a:ext cx="128016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6278727" y="1517904"/>
            <a:ext cx="128016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18" name="Diamond 17"/>
          <p:cNvSpPr/>
          <p:nvPr/>
        </p:nvSpPr>
        <p:spPr>
          <a:xfrm>
            <a:off x="6036411" y="1458468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463003" y="1874519"/>
            <a:ext cx="9265688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463003" y="2258568"/>
            <a:ext cx="9265688" cy="13716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463003" y="3703320"/>
            <a:ext cx="9265688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463003" y="4389120"/>
            <a:ext cx="9265688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리본 띠"/>
          <p:cNvSpPr/>
          <p:nvPr/>
        </p:nvSpPr>
        <p:spPr>
          <a:xfrm>
            <a:off x="0" y="2148839"/>
            <a:ext cx="12191695" cy="1527048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2212847"/>
            <a:ext cx="12191695" cy="0"/>
          </a:xfrm>
          <a:prstGeom prst="line">
            <a:avLst/>
          </a:prstGeom>
          <a:ln w="9525" cap="rnd">
            <a:solidFill>
              <a:srgbClr val="1A1613">
                <a:alpha val="45000"/>
              </a:srgbClr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0" y="3611879"/>
            <a:ext cx="12191695" cy="0"/>
          </a:xfrm>
          <a:prstGeom prst="line">
            <a:avLst/>
          </a:prstGeom>
          <a:ln w="9525" cap="rnd">
            <a:solidFill>
              <a:srgbClr val="1A1613">
                <a:alpha val="45000"/>
              </a:srgbClr>
            </a:solidFill>
          </a:ln>
        </p:spPr>
      </p:cxnSp>
      <p:sp>
        <p:nvSpPr>
          <p:cNvPr id="5" name="Diamond 4"/>
          <p:cNvSpPr/>
          <p:nvPr/>
        </p:nvSpPr>
        <p:spPr>
          <a:xfrm>
            <a:off x="457200" y="2820923"/>
            <a:ext cx="182880" cy="182880"/>
          </a:xfrm>
          <a:prstGeom prst="diamond">
            <a:avLst/>
          </a:prstGeom>
          <a:solidFill>
            <a:srgbClr val="1A161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11551615" y="2820923"/>
            <a:ext cx="182880" cy="182880"/>
          </a:xfrm>
          <a:prstGeom prst="diamond">
            <a:avLst/>
          </a:prstGeom>
          <a:solidFill>
            <a:srgbClr val="1A161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463040" y="365760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463040" y="658368"/>
            <a:ext cx="92656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309360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0101CBD8-1A57-4EAC-9387-AC0B0FA77844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Arc 1"/>
          <p:cNvSpPr/>
          <p:nvPr/>
        </p:nvSpPr>
        <p:spPr>
          <a:xfrm>
            <a:off x="-182880" y="-182880"/>
            <a:ext cx="914400" cy="91440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-548640" y="-548640"/>
            <a:ext cx="1645920" cy="164592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-914400" y="-914400"/>
            <a:ext cx="2377440" cy="237744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54421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432698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391872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36868" y="446170"/>
            <a:ext cx="344018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9" name="Arc 8"/>
          <p:cNvSpPr/>
          <p:nvPr/>
        </p:nvSpPr>
        <p:spPr>
          <a:xfrm>
            <a:off x="11460175" y="-182880"/>
            <a:ext cx="914400" cy="91440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Arc 9"/>
          <p:cNvSpPr/>
          <p:nvPr/>
        </p:nvSpPr>
        <p:spPr>
          <a:xfrm>
            <a:off x="11094415" y="-548640"/>
            <a:ext cx="1645920" cy="164592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Arc 10"/>
          <p:cNvSpPr/>
          <p:nvPr/>
        </p:nvSpPr>
        <p:spPr>
          <a:xfrm>
            <a:off x="10728655" y="-914400"/>
            <a:ext cx="2377440" cy="237744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H="1">
            <a:off x="10746714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3" name="Connector 12"/>
          <p:cNvCxnSpPr/>
          <p:nvPr/>
        </p:nvCxnSpPr>
        <p:spPr>
          <a:xfrm flipH="1">
            <a:off x="10887913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4" name="Connector 13"/>
          <p:cNvCxnSpPr/>
          <p:nvPr/>
        </p:nvCxnSpPr>
        <p:spPr>
          <a:xfrm flipH="1">
            <a:off x="11153280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5" name="Connector 14"/>
          <p:cNvCxnSpPr/>
          <p:nvPr/>
        </p:nvCxnSpPr>
        <p:spPr>
          <a:xfrm flipH="1">
            <a:off x="11510809" y="446170"/>
            <a:ext cx="344017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6" name="Connector 15"/>
          <p:cNvCxnSpPr/>
          <p:nvPr/>
        </p:nvCxnSpPr>
        <p:spPr>
          <a:xfrm>
            <a:off x="4632807" y="1517904"/>
            <a:ext cx="128016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6278727" y="1517904"/>
            <a:ext cx="128016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18" name="Diamond 17"/>
          <p:cNvSpPr/>
          <p:nvPr/>
        </p:nvSpPr>
        <p:spPr>
          <a:xfrm>
            <a:off x="6036411" y="1458468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463040" y="365760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309360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0527CE60-E539-4218-B82E-32105F1AAC17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Arc 1"/>
          <p:cNvSpPr/>
          <p:nvPr/>
        </p:nvSpPr>
        <p:spPr>
          <a:xfrm>
            <a:off x="-182880" y="-182880"/>
            <a:ext cx="914400" cy="91440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-548640" y="-548640"/>
            <a:ext cx="1645920" cy="164592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-914400" y="-914400"/>
            <a:ext cx="2377440" cy="237744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54421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432698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391872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36868" y="446170"/>
            <a:ext cx="344018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9" name="Arc 8"/>
          <p:cNvSpPr/>
          <p:nvPr/>
        </p:nvSpPr>
        <p:spPr>
          <a:xfrm>
            <a:off x="11460175" y="-182880"/>
            <a:ext cx="914400" cy="91440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Arc 9"/>
          <p:cNvSpPr/>
          <p:nvPr/>
        </p:nvSpPr>
        <p:spPr>
          <a:xfrm>
            <a:off x="11094415" y="-548640"/>
            <a:ext cx="1645920" cy="164592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Arc 10"/>
          <p:cNvSpPr/>
          <p:nvPr/>
        </p:nvSpPr>
        <p:spPr>
          <a:xfrm>
            <a:off x="10728655" y="-914400"/>
            <a:ext cx="2377440" cy="237744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H="1">
            <a:off x="10746714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3" name="Connector 12"/>
          <p:cNvCxnSpPr/>
          <p:nvPr/>
        </p:nvCxnSpPr>
        <p:spPr>
          <a:xfrm flipH="1">
            <a:off x="10887913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4" name="Connector 13"/>
          <p:cNvCxnSpPr/>
          <p:nvPr/>
        </p:nvCxnSpPr>
        <p:spPr>
          <a:xfrm flipH="1">
            <a:off x="11153280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5" name="Connector 14"/>
          <p:cNvCxnSpPr/>
          <p:nvPr/>
        </p:nvCxnSpPr>
        <p:spPr>
          <a:xfrm flipH="1">
            <a:off x="11510809" y="446170"/>
            <a:ext cx="344017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grpSp>
        <p:nvGrpSpPr>
          <p:cNvPr id="16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17" name="Diamond 16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18" name="Connector 17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19" name="Connector 18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20" name="Connector 19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21" name="Diamond 20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SUNSET  ·  WEDDING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저희 결혼합니다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더운 날 와 주셔서 고맙습니다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  <a:p>
            <a:r>
              <a:rPr lang="ko-KR"/>
              <a:t>날짜 입력 · 예식장 이름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GROOM &amp; BRIDE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신랑 · 신부 소개</a:t>
            </a:r>
          </a:p>
        </p:txBody>
      </p:sp>
      <p:sp>
        <p:nvSpPr>
          <p:cNvPr id="15" name="사진 바탕 1"/>
          <p:cNvSpPr/>
          <p:nvPr/>
        </p:nvSpPr>
        <p:spPr>
          <a:xfrm>
            <a:off x="2251252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2251252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20" name="사진 바탕 2"/>
          <p:cNvSpPr/>
          <p:nvPr/>
        </p:nvSpPr>
        <p:spPr>
          <a:xfrm>
            <a:off x="8072780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8072780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69D3D-AE3E-4303-8B75-13ECD99D4F61}" type="slidenum">
              <a:rPr lang="en-US"/>
              <a:t>‹#›</a:t>
            </a:fld>
            <a:endParaRPr lang="en-US"/>
          </a:p>
        </p:txBody>
      </p:sp>
      <p:sp>
        <p:nvSpPr>
          <p:cNvPr id="13" name="신랑 카드"/>
          <p:cNvSpPr/>
          <p:nvPr/>
        </p:nvSpPr>
        <p:spPr>
          <a:xfrm>
            <a:off x="731520" y="1828800"/>
            <a:ext cx="4907127" cy="42748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4" name="안쪽 선"/>
          <p:cNvSpPr/>
          <p:nvPr/>
        </p:nvSpPr>
        <p:spPr>
          <a:xfrm>
            <a:off x="813816" y="1911095"/>
            <a:ext cx="4742535" cy="4110228"/>
          </a:xfrm>
          <a:prstGeom prst="rect">
            <a:avLst/>
          </a:prstGeom>
          <a:noFill/>
          <a:ln w="6350">
            <a:solidFill>
              <a:schemeClr val="accent5">
                <a:alpha val="85000"/>
              </a:scheme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신랑 이름"/>
          <p:cNvSpPr txBox="1"/>
          <p:nvPr/>
        </p:nvSpPr>
        <p:spPr>
          <a:xfrm>
            <a:off x="731520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신랑</a:t>
            </a:r>
          </a:p>
        </p:txBody>
      </p:sp>
      <p:sp>
        <p:nvSpPr>
          <p:cNvPr id="17" name="신랑 소개"/>
          <p:cNvSpPr txBox="1"/>
          <p:nvPr/>
        </p:nvSpPr>
        <p:spPr>
          <a:xfrm>
            <a:off x="822960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신부에게 한마디</a:t>
            </a:r>
          </a:p>
        </p:txBody>
      </p:sp>
      <p:sp>
        <p:nvSpPr>
          <p:cNvPr id="18" name="신부 카드"/>
          <p:cNvSpPr/>
          <p:nvPr/>
        </p:nvSpPr>
        <p:spPr>
          <a:xfrm>
            <a:off x="6553047" y="1828800"/>
            <a:ext cx="4907127" cy="42748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9" name="안쪽 선"/>
          <p:cNvSpPr/>
          <p:nvPr/>
        </p:nvSpPr>
        <p:spPr>
          <a:xfrm>
            <a:off x="6635343" y="1911095"/>
            <a:ext cx="4742535" cy="4110228"/>
          </a:xfrm>
          <a:prstGeom prst="rect">
            <a:avLst/>
          </a:prstGeom>
          <a:noFill/>
          <a:ln w="6350">
            <a:solidFill>
              <a:schemeClr val="accent5">
                <a:alpha val="85000"/>
              </a:scheme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신부 이름"/>
          <p:cNvSpPr txBox="1"/>
          <p:nvPr/>
        </p:nvSpPr>
        <p:spPr>
          <a:xfrm>
            <a:off x="6553047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신부</a:t>
            </a:r>
          </a:p>
        </p:txBody>
      </p:sp>
      <p:sp>
        <p:nvSpPr>
          <p:cNvPr id="22" name="신부 소개"/>
          <p:cNvSpPr txBox="1"/>
          <p:nvPr/>
        </p:nvSpPr>
        <p:spPr>
          <a:xfrm>
            <a:off x="6644487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신랑에게 한마디</a:t>
            </a:r>
          </a:p>
        </p:txBody>
      </p:sp>
    </p:spTree>
  </p:cSld>
  <p:clrMapOvr>
    <a:masterClrMapping/>
  </p:clrMapOvr>
  <p:transition spd="med">
    <p:cover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감사의 말씀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C6F90-C20C-44F2-AFAE-A4F0BB60C822}" type="slidenum">
              <a:rPr lang="en-US"/>
              <a:t>‹#›</a:t>
            </a:fld>
            <a:endParaRPr lang="en-US"/>
          </a:p>
        </p:txBody>
      </p:sp>
      <p:grpSp>
        <p:nvGrpSpPr>
          <p:cNvPr id="5" name="감사 글 칸"/>
          <p:cNvGrpSpPr/>
          <p:nvPr/>
        </p:nvGrpSpPr>
        <p:grpSpPr>
          <a:xfrm>
            <a:off x="731520" y="1828800"/>
            <a:ext cx="10728655" cy="4343400"/>
            <a:chOff x="731520" y="1828800"/>
            <a:chExt cx="10728655" cy="4343400"/>
          </a:xfrm>
        </p:grpSpPr>
        <p:sp>
          <p:nvSpPr>
            <p:cNvPr id="6" name="감사 글 칸"/>
            <p:cNvSpPr/>
            <p:nvPr/>
          </p:nvSpPr>
          <p:spPr>
            <a:xfrm>
              <a:off x="731520" y="1828800"/>
              <a:ext cx="10728655" cy="4343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안쪽 선"/>
            <p:cNvSpPr/>
            <p:nvPr/>
          </p:nvSpPr>
          <p:spPr>
            <a:xfrm>
              <a:off x="813816" y="1911095"/>
              <a:ext cx="10564063" cy="4178808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감사 글"/>
            <p:cNvSpPr txBox="1"/>
            <p:nvPr/>
          </p:nvSpPr>
          <p:spPr>
            <a:xfrm>
              <a:off x="1280160" y="2194560"/>
              <a:ext cx="9631375" cy="36118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바쁘신 중에 와 주셔서 고맙습니다.</a:t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/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보내 주신 마음 잊지 않고</a:t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잘 살겠습니다.</a:t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/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신랑 · 신부 드림</a:t>
              </a:r>
            </a:p>
          </p:txBody>
        </p:sp>
      </p:grp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GUIDE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답례 안내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81787-7D9C-4B93-A6D3-42DFA2CC21B2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566160"/>
            <a:chOff x="731520" y="1828800"/>
            <a:chExt cx="3393338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안쪽 선"/>
            <p:cNvSpPr/>
            <p:nvPr/>
          </p:nvSpPr>
          <p:spPr>
            <a:xfrm>
              <a:off x="813816" y="1911095"/>
              <a:ext cx="3228746" cy="3401568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960120" y="2084832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답례품</a:t>
              </a:r>
            </a:p>
          </p:txBody>
        </p:sp>
        <p:cxnSp>
          <p:nvCxnSpPr>
            <p:cNvPr id="10" name="구분선"/>
            <p:cNvCxnSpPr/>
            <p:nvPr/>
          </p:nvCxnSpPr>
          <p:spPr>
            <a:xfrm>
              <a:off x="960120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1" name="카드 내용"/>
            <p:cNvSpPr txBox="1"/>
            <p:nvPr/>
          </p:nvSpPr>
          <p:spPr>
            <a:xfrm>
              <a:off x="914400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  <p:grpSp>
        <p:nvGrpSpPr>
          <p:cNvPr id="12" name="카드 2"/>
          <p:cNvGrpSpPr/>
          <p:nvPr/>
        </p:nvGrpSpPr>
        <p:grpSpPr>
          <a:xfrm>
            <a:off x="4399178" y="1828800"/>
            <a:ext cx="3393338" cy="3566160"/>
            <a:chOff x="4399178" y="1828800"/>
            <a:chExt cx="3393338" cy="3566160"/>
          </a:xfrm>
        </p:grpSpPr>
        <p:sp>
          <p:nvSpPr>
            <p:cNvPr id="13" name="카드 바탕"/>
            <p:cNvSpPr/>
            <p:nvPr/>
          </p:nvSpPr>
          <p:spPr>
            <a:xfrm>
              <a:off x="4399178" y="1828800"/>
              <a:ext cx="3393338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안쪽 선"/>
            <p:cNvSpPr/>
            <p:nvPr/>
          </p:nvSpPr>
          <p:spPr>
            <a:xfrm>
              <a:off x="4481474" y="1911095"/>
              <a:ext cx="3228746" cy="3401568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번호 2"/>
            <p:cNvSpPr/>
            <p:nvPr/>
          </p:nvSpPr>
          <p:spPr>
            <a:xfrm>
              <a:off x="4627778" y="2084832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6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방명록</a:t>
              </a:r>
            </a:p>
          </p:txBody>
        </p:sp>
        <p:cxnSp>
          <p:nvCxnSpPr>
            <p:cNvPr id="17" name="구분선"/>
            <p:cNvCxnSpPr/>
            <p:nvPr/>
          </p:nvCxnSpPr>
          <p:spPr>
            <a:xfrm>
              <a:off x="4627778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8" name="카드 내용"/>
            <p:cNvSpPr txBox="1"/>
            <p:nvPr/>
          </p:nvSpPr>
          <p:spPr>
            <a:xfrm>
              <a:off x="4582058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  <p:grpSp>
        <p:nvGrpSpPr>
          <p:cNvPr id="19" name="카드 3"/>
          <p:cNvGrpSpPr/>
          <p:nvPr/>
        </p:nvGrpSpPr>
        <p:grpSpPr>
          <a:xfrm>
            <a:off x="8066836" y="1828800"/>
            <a:ext cx="3393338" cy="3566160"/>
            <a:chOff x="8066836" y="1828800"/>
            <a:chExt cx="3393338" cy="3566160"/>
          </a:xfrm>
        </p:grpSpPr>
        <p:sp>
          <p:nvSpPr>
            <p:cNvPr id="20" name="카드 바탕"/>
            <p:cNvSpPr/>
            <p:nvPr/>
          </p:nvSpPr>
          <p:spPr>
            <a:xfrm>
              <a:off x="8066836" y="1828800"/>
              <a:ext cx="3393338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안쪽 선"/>
            <p:cNvSpPr/>
            <p:nvPr/>
          </p:nvSpPr>
          <p:spPr>
            <a:xfrm>
              <a:off x="8149132" y="1911095"/>
              <a:ext cx="3228746" cy="3401568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번호 3"/>
            <p:cNvSpPr/>
            <p:nvPr/>
          </p:nvSpPr>
          <p:spPr>
            <a:xfrm>
              <a:off x="8295436" y="2084832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23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사진 · 영상</a:t>
              </a:r>
            </a:p>
          </p:txBody>
        </p:sp>
        <p:cxnSp>
          <p:nvCxnSpPr>
            <p:cNvPr id="24" name="구분선"/>
            <p:cNvCxnSpPr/>
            <p:nvPr/>
          </p:nvCxnSpPr>
          <p:spPr>
            <a:xfrm>
              <a:off x="8295436" y="3364991"/>
              <a:ext cx="293613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5" name="카드 내용"/>
            <p:cNvSpPr txBox="1"/>
            <p:nvPr/>
          </p:nvSpPr>
          <p:spPr>
            <a:xfrm>
              <a:off x="8249716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GALLERY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웨딩 사진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ect">
            <a:avLst/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ect">
            <a:avLst/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ect">
            <a:avLst/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ect">
            <a:avLst/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ect">
            <a:avLst/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ect">
            <a:avLst/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8235F-AA81-4735-878F-084D1BE04CB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cover dir="l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VOW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서로에게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3ABB6-56A9-4386-BFAD-5D7E83F8A36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cover dir="l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SUNSET  ·  WEDDING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잘 살겠습니다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결혼식 슬라이드(감사·답례 중심)">
  <a:themeElements>
    <a:clrScheme name="결혼식 슬라이드(감사·답례 중심)">
      <a:dk1>
        <a:srgbClr val="48373D"/>
      </a:dk1>
      <a:lt1>
        <a:srgbClr val="FFFCFA"/>
      </a:lt1>
      <a:dk2>
        <a:srgbClr val="5B1E33"/>
      </a:dk2>
      <a:lt2>
        <a:srgbClr val="FFF4EE"/>
      </a:lt2>
      <a:accent1>
        <a:srgbClr val="D2506A"/>
      </a:accent1>
      <a:accent2>
        <a:srgbClr val="F0A15E"/>
      </a:accent2>
      <a:accent3>
        <a:srgbClr val="926D7A"/>
      </a:accent3>
      <a:accent4>
        <a:srgbClr val="F6D3D4"/>
      </a:accent4>
      <a:accent5>
        <a:srgbClr val="D4A265"/>
      </a:accent5>
      <a:accent6>
        <a:srgbClr val="F7C69F"/>
      </a:accent6>
      <a:hlink>
        <a:srgbClr val="5B1E33"/>
      </a:hlink>
      <a:folHlink>
        <a:srgbClr val="926D7A"/>
      </a:folHlink>
    </a:clrScheme>
    <a:fontScheme name="결혼식 슬라이드(감사·답례 중심)">
      <a:majorFont>
        <a:latin typeface="Bodoni MT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슬라이드(감사·답례 중심)</dc:title>
  <dc:subject>결혼식 상영용 슬라이드 · 감사·답례 중심</dc:subject>
  <dc:creator>반딧불이의 곳간</dc:creator>
  <cp:keywords>결혼식,웨딩,PPT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