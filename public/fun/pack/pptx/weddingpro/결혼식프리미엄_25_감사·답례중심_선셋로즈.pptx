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593CE94-C910-482E-8ACD-BC458AA65FCC}">
          <p14:sldIdLst>
            <p14:sldId id="256"/>
          </p14:sldIdLst>
        </p14:section>
        <p14:section name="본문" id="{3D022BF2-BA3B-4DE4-A7BA-6EF2066383E8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D66002E7-D7FF-4E96-92C2-2FE71234C6FC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7DF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D1C2C7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F4E1811F-1937-43B4-BFAB-C31AA3BF433D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BC904106-F0A4-4C91-83E4-94347C317EB0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CFE243D3-5D8A-4D9A-AFCE-81C28AE05BD0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SUNSET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더운 날 와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0000. 00. 00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0" name="사진 바탕 2"/>
          <p:cNvSpPr/>
          <p:nvPr/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366A4A-7649-4988-9E13-5E420A19EB69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안쪽 선"/>
          <p:cNvSpPr/>
          <p:nvPr/>
        </p:nvSpPr>
        <p:spPr>
          <a:xfrm>
            <a:off x="813816" y="1911095"/>
            <a:ext cx="4742535" cy="411022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7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8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안쪽 선"/>
          <p:cNvSpPr/>
          <p:nvPr/>
        </p:nvSpPr>
        <p:spPr>
          <a:xfrm>
            <a:off x="6635343" y="1911095"/>
            <a:ext cx="4742535" cy="411022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2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감사의 말씀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4BDE0-72D6-42F0-9017-8981EACC55BE}" type="slidenum">
              <a:rPr lang="en-US"/>
              <a:t>‹#›</a:t>
            </a:fld>
            <a:endParaRPr lang="en-US"/>
          </a:p>
        </p:txBody>
      </p:sp>
      <p:grpSp>
        <p:nvGrpSpPr>
          <p:cNvPr id="5" name="감사 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감사 글 칸"/>
            <p:cNvSpPr/>
            <p:nvPr/>
          </p:nvSpPr>
          <p:spPr>
            <a:xfrm>
              <a:off x="731520" y="1828800"/>
              <a:ext cx="10728655" cy="4343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10564063" cy="4178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감사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바쁘신 중에 와 주셔서 고맙습니다.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보내 주신 마음 잊지 않고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잘 살겠습니다.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신랑 · 신부 드림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답례 안내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A36DEE-AAB8-4BF0-8594-EDEAB49E1F82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답례품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안쪽 선"/>
            <p:cNvSpPr/>
            <p:nvPr/>
          </p:nvSpPr>
          <p:spPr>
            <a:xfrm>
              <a:off x="4481474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방명록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안쪽 선"/>
            <p:cNvSpPr/>
            <p:nvPr/>
          </p:nvSpPr>
          <p:spPr>
            <a:xfrm>
              <a:off x="8149132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사진 · 영상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03B80-17D2-45E7-AAFA-877BA815A03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AA8BD7-A7EC-4036-AAD8-72F15CE3A76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SUNSET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감사·답례 중심)">
  <a:themeElements>
    <a:clrScheme name="결혼식 슬라이드(감사·답례 중심)">
      <a:dk1>
        <a:srgbClr val="48373D"/>
      </a:dk1>
      <a:lt1>
        <a:srgbClr val="FFFCFA"/>
      </a:lt1>
      <a:dk2>
        <a:srgbClr val="5B1E33"/>
      </a:dk2>
      <a:lt2>
        <a:srgbClr val="FFF4EE"/>
      </a:lt2>
      <a:accent1>
        <a:srgbClr val="D2506A"/>
      </a:accent1>
      <a:accent2>
        <a:srgbClr val="F0A15E"/>
      </a:accent2>
      <a:accent3>
        <a:srgbClr val="926D7A"/>
      </a:accent3>
      <a:accent4>
        <a:srgbClr val="F6D3D4"/>
      </a:accent4>
      <a:accent5>
        <a:srgbClr val="D4A265"/>
      </a:accent5>
      <a:accent6>
        <a:srgbClr val="F7C69F"/>
      </a:accent6>
      <a:hlink>
        <a:srgbClr val="5B1E33"/>
      </a:hlink>
      <a:folHlink>
        <a:srgbClr val="926D7A"/>
      </a:folHlink>
    </a:clrScheme>
    <a:fontScheme name="결혼식 슬라이드(감사·답례 중심)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>결혼식 상영용 슬라이드 · 감사·답례 중심</dc:subject>
  <dc:creator>우체국보험 상담 안내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