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1300019-807D-4E72-98A4-FB2CBEDA2408}">
          <p14:sldIdLst>
            <p14:sldId id="256"/>
          </p14:sldIdLst>
        </p14:section>
        <p14:section name="본문" id="{B8D611C0-DAB1-4835-B085-38182FFB80F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90DA71B-923D-4E7B-BDC0-2283B63F1F9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925B85C-DA64-4914-93EE-2168C4B225BD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72723" y="754380"/>
            <a:ext cx="192024" cy="320040"/>
            <a:chOff x="11272723" y="754380"/>
            <a:chExt cx="192024" cy="320040"/>
          </a:xfrm>
        </p:grpSpPr>
        <p:sp>
          <p:nvSpPr>
            <p:cNvPr id="5" name="Moon 4"/>
            <p:cNvSpPr/>
            <p:nvPr/>
          </p:nvSpPr>
          <p:spPr>
            <a:xfrm>
              <a:off x="11272723" y="7543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DA17126-0A53-482D-8B7E-4C6D78C412F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72723" y="754380"/>
            <a:ext cx="192024" cy="320040"/>
            <a:chOff x="11272723" y="754380"/>
            <a:chExt cx="192024" cy="320040"/>
          </a:xfrm>
        </p:grpSpPr>
        <p:sp>
          <p:nvSpPr>
            <p:cNvPr id="5" name="Moon 4"/>
            <p:cNvSpPr/>
            <p:nvPr/>
          </p:nvSpPr>
          <p:spPr>
            <a:xfrm>
              <a:off x="11272723" y="7543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615726D-CD24-45C4-BF86-8A1DE1D822C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7" name="Moon 6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수국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답례품을 준비했습니다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42BC0-E84C-4F9A-A480-541485B0784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CA79-EBCA-4AEF-BCB5-4D0C12B0F76B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28F7-E45A-4126-9CB5-E2D737B1805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819BA-0622-4B4D-A3DA-09B55455A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C0F3-B9C0-4522-AD19-820505A1EB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수국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결혼식 슬라이드(감사·답례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