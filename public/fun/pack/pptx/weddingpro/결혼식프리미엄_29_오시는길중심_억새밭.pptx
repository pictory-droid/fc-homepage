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119BD0A-B584-4BF3-B928-050FBCC9DE90}">
          <p14:sldIdLst>
            <p14:sldId id="256"/>
          </p14:sldIdLst>
        </p14:section>
        <p14:section name="본문" id="{2B7C76AC-F27E-4F49-81F6-88BE9DFABFB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8A273EA-67FE-4F09-9EE6-A94BBF61743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362931" y="731519"/>
              <a:ext cx="731520" cy="73152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944FF4E-558F-4A1F-9106-5BFEB6057B1A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362931" y="731519"/>
              <a:ext cx="731520" cy="73152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02300C8-63B4-4D79-BC7E-469AD94936F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C6F5238-9B58-450F-A2DC-926BEA4304C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택시는 정문 앞에서 내리시면 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F883-576D-4091-94B1-D05C007CA60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678BE-C8B1-42DC-893E-003DDF11DB7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9B1C-B262-4C9F-B100-56BFC3F0538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8F28-066D-43E5-BF36-E084540DB3B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CAC1-72FD-4A2C-AAF4-9C1E9248874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644C3A"/>
      </a:dk2>
      <a:lt2>
        <a:srgbClr val="F5EEE2"/>
      </a:lt2>
      <a:accent1>
        <a:srgbClr val="CFAE7C"/>
      </a:accent1>
      <a:accent2>
        <a:srgbClr val="BE8983"/>
      </a:accent2>
      <a:accent3>
        <a:srgbClr val="4E412C"/>
      </a:accent3>
      <a:accent4>
        <a:srgbClr val="F0E2CB"/>
      </a:accent4>
      <a:accent5>
        <a:srgbClr val="BAE0A3"/>
      </a:accent5>
      <a:accent6>
        <a:srgbClr val="E6BCC7"/>
      </a:accent6>
      <a:hlink>
        <a:srgbClr val="644C3A"/>
      </a:hlink>
      <a:folHlink>
        <a:srgbClr val="4E412C"/>
      </a:folHlink>
    </a:clrScheme>
    <a:fontScheme name="결혼식 슬라이드(오시는 길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