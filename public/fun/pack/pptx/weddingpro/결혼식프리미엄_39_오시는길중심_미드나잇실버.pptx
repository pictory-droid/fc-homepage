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51AAC40-C9FD-40D2-827B-4F40B2B2F296}">
          <p14:sldIdLst>
            <p14:sldId id="256"/>
          </p14:sldIdLst>
        </p14:section>
        <p14:section name="본문" id="{861AD00C-11B5-4EB8-9D8B-C2E6696E7AB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4029583-7F37-4DEC-87EA-97694D38F74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3041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49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485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349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2352074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4295251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27804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306634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3292756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-367351" y="1970532"/>
            <a:ext cx="6099047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24A7D1F-C914-4CB9-BAF1-A756019CE2E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3041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49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485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349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2352074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4295251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27804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306634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3292756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-367351" y="1970532"/>
            <a:ext cx="6099047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01EE506B-CC0B-43BB-B74F-43319D8D8D6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C8CF818-F27B-4083-88FF-62CCE5A1FF6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길이 막히니 조금 일찍 나서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859203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859203" y="2057400"/>
            <a:ext cx="2171700" cy="2171700"/>
          </a:xfrm>
          <a:prstGeom prst="rect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7383551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383551" y="2057400"/>
            <a:ext cx="2171700" cy="2171700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C260F-FE87-4D0D-AC09-E5ED8922E4AB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안쪽 선"/>
          <p:cNvSpPr/>
          <p:nvPr/>
        </p:nvSpPr>
        <p:spPr>
          <a:xfrm>
            <a:off x="722375" y="1911095"/>
            <a:ext cx="444535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16442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안쪽 선"/>
          <p:cNvSpPr/>
          <p:nvPr/>
        </p:nvSpPr>
        <p:spPr>
          <a:xfrm>
            <a:off x="6246723" y="1911095"/>
            <a:ext cx="444535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1A31C-211F-43FD-BC4A-A93ABE165364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040880" y="1828800"/>
          <a:ext cx="373349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36189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34CE2-55E7-448B-B640-00FB426A8C9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2295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191914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29249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안쪽 선"/>
            <p:cNvSpPr/>
            <p:nvPr/>
          </p:nvSpPr>
          <p:spPr>
            <a:xfrm>
              <a:off x="7661452" y="1911095"/>
              <a:ext cx="303062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 txBox="1"/>
            <p:nvPr/>
          </p:nvSpPr>
          <p:spPr>
            <a:xfrm>
              <a:off x="776203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CC823-1F95-4150-989B-42C37E9D4D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MIDNIGHT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6408C-045D-42EB-9E4D-8F7F9E93B0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결혼식 슬라이드(오시는 길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