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F2FA6A24-B7D6-4E24-A83B-1FDEA4D9030C}">
          <p14:sldIdLst>
            <p14:sldId id="256"/>
          </p14:sldIdLst>
        </p14:section>
        <p14:section name="본문" id="{418B0F09-733C-4F0B-8226-013CB2C60816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527E7C7C-A82E-4233-911F-3FB6F1000889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자리에 두 사람의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서로에게 하고 싶은 말을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dotGrid">
          <a:fgClr>
            <a:schemeClr val="bg1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6095847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7F9FC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095847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5B8BF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1848F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Oval 1"/>
          <p:cNvSpPr/>
          <p:nvPr/>
        </p:nvSpPr>
        <p:spPr>
          <a:xfrm>
            <a:off x="30412" y="777240"/>
            <a:ext cx="5303520" cy="5303520"/>
          </a:xfrm>
          <a:prstGeom prst="ellipse">
            <a:avLst/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70492" y="1417319"/>
            <a:ext cx="4023360" cy="4023360"/>
          </a:xfrm>
          <a:prstGeom prst="ellipse">
            <a:avLst/>
          </a:prstGeom>
          <a:noFill/>
          <a:ln w="6350">
            <a:solidFill>
              <a:schemeClr val="accent2"/>
            </a:solidFill>
            <a:prstDash val="sys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264852" y="2011680"/>
            <a:ext cx="2834640" cy="2834640"/>
          </a:xfrm>
          <a:prstGeom prst="ellipse">
            <a:avLst/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13492" y="2560320"/>
            <a:ext cx="1737360" cy="1737360"/>
          </a:xfrm>
          <a:prstGeom prst="ellipse">
            <a:avLst/>
          </a:prstGeom>
          <a:noFill/>
          <a:ln w="6350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행성"/>
          <p:cNvSpPr/>
          <p:nvPr/>
        </p:nvSpPr>
        <p:spPr>
          <a:xfrm>
            <a:off x="2352074" y="3098901"/>
            <a:ext cx="660196" cy="66019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위성 1"/>
          <p:cNvSpPr/>
          <p:nvPr/>
        </p:nvSpPr>
        <p:spPr>
          <a:xfrm>
            <a:off x="4295251" y="1306193"/>
            <a:ext cx="182880" cy="18288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위성 2"/>
          <p:cNvSpPr/>
          <p:nvPr/>
        </p:nvSpPr>
        <p:spPr>
          <a:xfrm>
            <a:off x="727804" y="2676956"/>
            <a:ext cx="128016" cy="12801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위성 3"/>
          <p:cNvSpPr/>
          <p:nvPr/>
        </p:nvSpPr>
        <p:spPr>
          <a:xfrm>
            <a:off x="3066340" y="4660261"/>
            <a:ext cx="201168" cy="201168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위성 4"/>
          <p:cNvSpPr/>
          <p:nvPr/>
        </p:nvSpPr>
        <p:spPr>
          <a:xfrm>
            <a:off x="3292756" y="2815759"/>
            <a:ext cx="109728" cy="10972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 flipV="1">
            <a:off x="-367351" y="1970532"/>
            <a:ext cx="6099047" cy="2916936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dot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11505895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1414455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A4F881BE-304E-45C3-A17D-FB33ADEB01F4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640080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제목"/>
          <p:cNvSpPr>
            <a:spLocks noGrp="1"/>
          </p:cNvSpPr>
          <p:nvPr>
            <p:ph type="title"/>
          </p:nvPr>
        </p:nvSpPr>
        <p:spPr>
          <a:xfrm>
            <a:off x="640080" y="658368"/>
            <a:ext cx="10134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2" name="옆 띠"/>
          <p:cNvSpPr/>
          <p:nvPr/>
        </p:nvSpPr>
        <p:spPr>
          <a:xfrm>
            <a:off x="11414455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40080" y="1572768"/>
            <a:ext cx="1280159" cy="0"/>
          </a:xfrm>
          <a:prstGeom prst="line">
            <a:avLst/>
          </a:prstGeom>
          <a:ln w="31750" cap="rnd">
            <a:solidFill>
              <a:schemeClr val="accent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920239" y="1572768"/>
            <a:ext cx="8854136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6095847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7F9FC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095847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5B8BF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1848F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Oval 1"/>
          <p:cNvSpPr/>
          <p:nvPr/>
        </p:nvSpPr>
        <p:spPr>
          <a:xfrm>
            <a:off x="30412" y="777240"/>
            <a:ext cx="5303520" cy="5303520"/>
          </a:xfrm>
          <a:prstGeom prst="ellipse">
            <a:avLst/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70492" y="1417319"/>
            <a:ext cx="4023360" cy="4023360"/>
          </a:xfrm>
          <a:prstGeom prst="ellipse">
            <a:avLst/>
          </a:prstGeom>
          <a:noFill/>
          <a:ln w="6350">
            <a:solidFill>
              <a:schemeClr val="accent2"/>
            </a:solidFill>
            <a:prstDash val="sys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264852" y="2011680"/>
            <a:ext cx="2834640" cy="2834640"/>
          </a:xfrm>
          <a:prstGeom prst="ellipse">
            <a:avLst/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13492" y="2560320"/>
            <a:ext cx="1737360" cy="1737360"/>
          </a:xfrm>
          <a:prstGeom prst="ellipse">
            <a:avLst/>
          </a:prstGeom>
          <a:noFill/>
          <a:ln w="6350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행성"/>
          <p:cNvSpPr/>
          <p:nvPr/>
        </p:nvSpPr>
        <p:spPr>
          <a:xfrm>
            <a:off x="2352074" y="3098901"/>
            <a:ext cx="660196" cy="66019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위성 1"/>
          <p:cNvSpPr/>
          <p:nvPr/>
        </p:nvSpPr>
        <p:spPr>
          <a:xfrm>
            <a:off x="4295251" y="1306193"/>
            <a:ext cx="182880" cy="18288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위성 2"/>
          <p:cNvSpPr/>
          <p:nvPr/>
        </p:nvSpPr>
        <p:spPr>
          <a:xfrm>
            <a:off x="727804" y="2676956"/>
            <a:ext cx="128016" cy="12801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위성 3"/>
          <p:cNvSpPr/>
          <p:nvPr/>
        </p:nvSpPr>
        <p:spPr>
          <a:xfrm>
            <a:off x="3066340" y="4660261"/>
            <a:ext cx="201168" cy="201168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위성 4"/>
          <p:cNvSpPr/>
          <p:nvPr/>
        </p:nvSpPr>
        <p:spPr>
          <a:xfrm>
            <a:off x="3292756" y="2815759"/>
            <a:ext cx="109728" cy="10972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 flipV="1">
            <a:off x="-367351" y="1970532"/>
            <a:ext cx="6099047" cy="2916936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dot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11505895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1414455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8206BE93-AB1A-45C2-A929-5531C455FFA5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640080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제목"/>
          <p:cNvSpPr>
            <a:spLocks noGrp="1"/>
          </p:cNvSpPr>
          <p:nvPr>
            <p:ph type="title"/>
          </p:nvPr>
        </p:nvSpPr>
        <p:spPr>
          <a:xfrm>
            <a:off x="640080" y="658368"/>
            <a:ext cx="10134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5" name="사진 1"/>
          <p:cNvSpPr>
            <a:spLocks noGrp="1"/>
          </p:cNvSpPr>
          <p:nvPr>
            <p:ph type="pic" sz="quarter" idx="13"/>
          </p:nvPr>
        </p:nvSpPr>
        <p:spPr>
          <a:xfrm>
            <a:off x="6400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2"/>
          <p:cNvSpPr>
            <a:spLocks noGrp="1"/>
          </p:cNvSpPr>
          <p:nvPr>
            <p:ph type="pic" sz="quarter" idx="14"/>
          </p:nvPr>
        </p:nvSpPr>
        <p:spPr>
          <a:xfrm>
            <a:off x="20116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3"/>
          <p:cNvSpPr>
            <a:spLocks noGrp="1"/>
          </p:cNvSpPr>
          <p:nvPr>
            <p:ph type="pic" sz="quarter" idx="15"/>
          </p:nvPr>
        </p:nvSpPr>
        <p:spPr>
          <a:xfrm>
            <a:off x="33832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4"/>
          <p:cNvSpPr>
            <a:spLocks noGrp="1"/>
          </p:cNvSpPr>
          <p:nvPr>
            <p:ph type="pic" sz="quarter" idx="16"/>
          </p:nvPr>
        </p:nvSpPr>
        <p:spPr>
          <a:xfrm>
            <a:off x="47548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5"/>
          <p:cNvSpPr>
            <a:spLocks noGrp="1"/>
          </p:cNvSpPr>
          <p:nvPr>
            <p:ph type="pic" sz="quarter" idx="17"/>
          </p:nvPr>
        </p:nvSpPr>
        <p:spPr>
          <a:xfrm>
            <a:off x="6400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6"/>
          <p:cNvSpPr>
            <a:spLocks noGrp="1"/>
          </p:cNvSpPr>
          <p:nvPr>
            <p:ph type="pic" sz="quarter" idx="18"/>
          </p:nvPr>
        </p:nvSpPr>
        <p:spPr>
          <a:xfrm>
            <a:off x="20116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7"/>
          <p:cNvSpPr>
            <a:spLocks noGrp="1"/>
          </p:cNvSpPr>
          <p:nvPr>
            <p:ph type="pic" sz="quarter" idx="19"/>
          </p:nvPr>
        </p:nvSpPr>
        <p:spPr>
          <a:xfrm>
            <a:off x="33832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2" name="사진 8"/>
          <p:cNvSpPr>
            <a:spLocks noGrp="1"/>
          </p:cNvSpPr>
          <p:nvPr>
            <p:ph type="pic" sz="quarter" idx="20"/>
          </p:nvPr>
        </p:nvSpPr>
        <p:spPr>
          <a:xfrm>
            <a:off x="47548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옆 띠"/>
          <p:cNvSpPr/>
          <p:nvPr/>
        </p:nvSpPr>
        <p:spPr>
          <a:xfrm>
            <a:off x="11414455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40080" y="1572768"/>
            <a:ext cx="1280159" cy="0"/>
          </a:xfrm>
          <a:prstGeom prst="line">
            <a:avLst/>
          </a:prstGeom>
          <a:ln w="31750" cap="rnd">
            <a:solidFill>
              <a:schemeClr val="accent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920239" y="1572768"/>
            <a:ext cx="8854136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dot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11505895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1414455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E4EFEFF3-A92D-4910-9BAA-C584512B1CB5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640080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옆 띠"/>
          <p:cNvSpPr/>
          <p:nvPr/>
        </p:nvSpPr>
        <p:spPr>
          <a:xfrm>
            <a:off x="11414455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3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4" name="Diamond 3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6" name="Connector 5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7" name="Connector 6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8" name="Diamond 7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MIDNIGHT  ·  WEDDING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저희 결혼합니다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길이 막히니 조금 일찍 나서 주세요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  <a:p>
            <a:r>
              <a:rPr lang="ko-KR"/>
              <a:t>날짜 입력 · 예식장 이름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MIDNIGHT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GROOM &amp; BRIDE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신랑 · 신부 소개</a:t>
            </a:r>
          </a:p>
        </p:txBody>
      </p:sp>
      <p:sp>
        <p:nvSpPr>
          <p:cNvPr id="16" name="사진 바탕 1"/>
          <p:cNvSpPr/>
          <p:nvPr/>
        </p:nvSpPr>
        <p:spPr>
          <a:xfrm>
            <a:off x="1859203" y="2057400"/>
            <a:ext cx="2171700" cy="2171700"/>
          </a:xfrm>
          <a:prstGeom prst="rect">
            <a:avLst/>
          </a:prstGeom>
          <a:solidFill>
            <a:schemeClr val="accent1">
              <a:lumMod val="25000"/>
              <a:lumOff val="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1859203" y="2057400"/>
            <a:ext cx="2171700" cy="2171700"/>
          </a:xfrm>
          <a:prstGeom prst="rect">
            <a:avLst/>
          </a:prstGeom>
        </p:spPr>
      </p:sp>
      <p:sp>
        <p:nvSpPr>
          <p:cNvPr id="21" name="사진 바탕 2"/>
          <p:cNvSpPr/>
          <p:nvPr/>
        </p:nvSpPr>
        <p:spPr>
          <a:xfrm>
            <a:off x="7383551" y="2057400"/>
            <a:ext cx="2171700" cy="2171700"/>
          </a:xfrm>
          <a:prstGeom prst="rect">
            <a:avLst/>
          </a:prstGeom>
          <a:solidFill>
            <a:schemeClr val="accent1">
              <a:lumMod val="25000"/>
              <a:lumOff val="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7383551" y="2057400"/>
            <a:ext cx="2171700" cy="2171700"/>
          </a:xfrm>
          <a:prstGeom prst="rect">
            <a:avLst/>
          </a:prstGeom>
        </p:spPr>
      </p:sp>
      <p:sp>
        <p:nvSpPr>
          <p:cNvPr id="13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9B33AC-BDA5-4041-BEC7-F5F6D7D797FE}" type="slidenum">
              <a:rPr lang="en-US"/>
              <a:t>‹#›</a:t>
            </a:fld>
            <a:endParaRPr lang="en-US"/>
          </a:p>
        </p:txBody>
      </p:sp>
      <p:sp>
        <p:nvSpPr>
          <p:cNvPr id="14" name="신랑 카드"/>
          <p:cNvSpPr/>
          <p:nvPr/>
        </p:nvSpPr>
        <p:spPr>
          <a:xfrm>
            <a:off x="640080" y="1828800"/>
            <a:ext cx="4609947" cy="42748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rgbClr val="000000">
                <a:alpha val="2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5" name="안쪽 선"/>
          <p:cNvSpPr/>
          <p:nvPr/>
        </p:nvSpPr>
        <p:spPr>
          <a:xfrm>
            <a:off x="722375" y="1911095"/>
            <a:ext cx="4445355" cy="4110228"/>
          </a:xfrm>
          <a:prstGeom prst="rect">
            <a:avLst/>
          </a:prstGeom>
          <a:noFill/>
          <a:ln w="6350">
            <a:solidFill>
              <a:schemeClr val="accent5">
                <a:alpha val="85000"/>
              </a:scheme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신랑 이름"/>
          <p:cNvSpPr txBox="1"/>
          <p:nvPr/>
        </p:nvSpPr>
        <p:spPr>
          <a:xfrm>
            <a:off x="640080" y="4320540"/>
            <a:ext cx="460994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신랑</a:t>
            </a:r>
          </a:p>
        </p:txBody>
      </p:sp>
      <p:sp>
        <p:nvSpPr>
          <p:cNvPr id="18" name="신랑 소개"/>
          <p:cNvSpPr txBox="1"/>
          <p:nvPr/>
        </p:nvSpPr>
        <p:spPr>
          <a:xfrm>
            <a:off x="731519" y="4777740"/>
            <a:ext cx="442706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신부에게 한마디</a:t>
            </a:r>
          </a:p>
        </p:txBody>
      </p:sp>
      <p:sp>
        <p:nvSpPr>
          <p:cNvPr id="19" name="신부 카드"/>
          <p:cNvSpPr/>
          <p:nvPr/>
        </p:nvSpPr>
        <p:spPr>
          <a:xfrm>
            <a:off x="6164427" y="1828800"/>
            <a:ext cx="4609947" cy="42748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rgbClr val="000000">
                <a:alpha val="2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0" name="안쪽 선"/>
          <p:cNvSpPr/>
          <p:nvPr/>
        </p:nvSpPr>
        <p:spPr>
          <a:xfrm>
            <a:off x="6246723" y="1911095"/>
            <a:ext cx="4445355" cy="4110228"/>
          </a:xfrm>
          <a:prstGeom prst="rect">
            <a:avLst/>
          </a:prstGeom>
          <a:noFill/>
          <a:ln w="6350">
            <a:solidFill>
              <a:schemeClr val="accent5">
                <a:alpha val="85000"/>
              </a:scheme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신부 이름"/>
          <p:cNvSpPr txBox="1"/>
          <p:nvPr/>
        </p:nvSpPr>
        <p:spPr>
          <a:xfrm>
            <a:off x="6164427" y="4320540"/>
            <a:ext cx="460994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신부</a:t>
            </a:r>
          </a:p>
        </p:txBody>
      </p:sp>
      <p:sp>
        <p:nvSpPr>
          <p:cNvPr id="23" name="신부 소개"/>
          <p:cNvSpPr txBox="1"/>
          <p:nvPr/>
        </p:nvSpPr>
        <p:spPr>
          <a:xfrm>
            <a:off x="6255867" y="4777740"/>
            <a:ext cx="442706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신랑에게 한마디</a:t>
            </a:r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MIDNIGHT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오시는 길</a:t>
            </a:r>
          </a:p>
        </p:txBody>
      </p:sp>
      <p:sp>
        <p:nvSpPr>
          <p:cNvPr id="14" name="사진 바탕 1"/>
          <p:cNvSpPr/>
          <p:nvPr/>
        </p:nvSpPr>
        <p:spPr>
          <a:xfrm>
            <a:off x="640080" y="1828800"/>
            <a:ext cx="6035040" cy="434340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약도 · 지도를 넣어 주세요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640080" y="1828800"/>
            <a:ext cx="6035040" cy="4343400"/>
          </a:xfrm>
          <a:prstGeom prst="roundRect">
            <a:avLst>
              <a:gd name="adj" fmla="val 6000"/>
            </a:avLst>
          </a:prstGeom>
        </p:spPr>
      </p:sp>
      <p:sp>
        <p:nvSpPr>
          <p:cNvPr id="13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55518F-BB31-418B-82E1-E80789C1C558}" type="slidenum">
              <a:rPr lang="en-US"/>
              <a:t>‹#›</a:t>
            </a:fld>
            <a:endParaRPr lang="en-US"/>
          </a:p>
        </p:txBody>
      </p:sp>
      <p:graphicFrame>
        <p:nvGraphicFramePr>
          <p:cNvPr id="15" name="표"/>
          <p:cNvGraphicFramePr>
            <a:graphicFrameLocks noGrp="1"/>
          </p:cNvGraphicFramePr>
          <p:nvPr/>
        </p:nvGraphicFramePr>
        <p:xfrm>
          <a:off x="7040880" y="1828800"/>
          <a:ext cx="3733495" cy="32918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371600"/>
                <a:gridCol w="2361895"/>
              </a:tblGrid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예식장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주소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일시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연락처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l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MIDNIGHT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GUIDE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교통 안내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8C0CEE-52EB-4188-A96F-35EEC0C82559}" type="slidenum">
              <a:rPr lang="en-US"/>
              <a:t>‹#›</a:t>
            </a:fld>
            <a:endParaRPr lang="en-US"/>
          </a:p>
        </p:txBody>
      </p:sp>
      <p:grpSp>
        <p:nvGrpSpPr>
          <p:cNvPr id="6" name="카드 1"/>
          <p:cNvGrpSpPr/>
          <p:nvPr/>
        </p:nvGrpSpPr>
        <p:grpSpPr>
          <a:xfrm>
            <a:off x="640080" y="1828800"/>
            <a:ext cx="3195218" cy="3566160"/>
            <a:chOff x="640080" y="1828800"/>
            <a:chExt cx="3195218" cy="3566160"/>
          </a:xfrm>
        </p:grpSpPr>
        <p:sp>
          <p:nvSpPr>
            <p:cNvPr id="7" name="카드 바탕"/>
            <p:cNvSpPr/>
            <p:nvPr/>
          </p:nvSpPr>
          <p:spPr>
            <a:xfrm>
              <a:off x="640080" y="1828800"/>
              <a:ext cx="3195218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안쪽 선"/>
            <p:cNvSpPr/>
            <p:nvPr/>
          </p:nvSpPr>
          <p:spPr>
            <a:xfrm>
              <a:off x="722375" y="1911095"/>
              <a:ext cx="3030626" cy="340156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번호 1"/>
            <p:cNvSpPr txBox="1"/>
            <p:nvPr/>
          </p:nvSpPr>
          <p:spPr>
            <a:xfrm>
              <a:off x="822959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01</a:t>
              </a:r>
            </a:p>
          </p:txBody>
        </p:sp>
        <p:sp>
          <p:nvSpPr>
            <p:cNvPr id="10" name="카드 제목"/>
            <p:cNvSpPr txBox="1"/>
            <p:nvPr/>
          </p:nvSpPr>
          <p:spPr>
            <a:xfrm>
              <a:off x="822959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지하철</a:t>
              </a:r>
            </a:p>
          </p:txBody>
        </p:sp>
        <p:cxnSp>
          <p:nvCxnSpPr>
            <p:cNvPr id="11" name="구분선"/>
            <p:cNvCxnSpPr/>
            <p:nvPr/>
          </p:nvCxnSpPr>
          <p:spPr>
            <a:xfrm>
              <a:off x="868680" y="3364991"/>
              <a:ext cx="273801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2" name="카드 내용"/>
            <p:cNvSpPr txBox="1"/>
            <p:nvPr/>
          </p:nvSpPr>
          <p:spPr>
            <a:xfrm>
              <a:off x="822959" y="3456432"/>
              <a:ext cx="282945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  <p:grpSp>
        <p:nvGrpSpPr>
          <p:cNvPr id="13" name="카드 2"/>
          <p:cNvGrpSpPr/>
          <p:nvPr/>
        </p:nvGrpSpPr>
        <p:grpSpPr>
          <a:xfrm>
            <a:off x="4109618" y="1828800"/>
            <a:ext cx="3195218" cy="3566160"/>
            <a:chOff x="4109618" y="1828800"/>
            <a:chExt cx="3195218" cy="3566160"/>
          </a:xfrm>
        </p:grpSpPr>
        <p:sp>
          <p:nvSpPr>
            <p:cNvPr id="14" name="카드 바탕"/>
            <p:cNvSpPr/>
            <p:nvPr/>
          </p:nvSpPr>
          <p:spPr>
            <a:xfrm>
              <a:off x="4109618" y="1828800"/>
              <a:ext cx="3195218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안쪽 선"/>
            <p:cNvSpPr/>
            <p:nvPr/>
          </p:nvSpPr>
          <p:spPr>
            <a:xfrm>
              <a:off x="4191914" y="1911095"/>
              <a:ext cx="3030626" cy="340156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번호 2"/>
            <p:cNvSpPr txBox="1"/>
            <p:nvPr/>
          </p:nvSpPr>
          <p:spPr>
            <a:xfrm>
              <a:off x="4292498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02</a:t>
              </a:r>
            </a:p>
          </p:txBody>
        </p:sp>
        <p:sp>
          <p:nvSpPr>
            <p:cNvPr id="17" name="카드 제목"/>
            <p:cNvSpPr txBox="1"/>
            <p:nvPr/>
          </p:nvSpPr>
          <p:spPr>
            <a:xfrm>
              <a:off x="4292498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버스</a:t>
              </a:r>
            </a:p>
          </p:txBody>
        </p:sp>
        <p:cxnSp>
          <p:nvCxnSpPr>
            <p:cNvPr id="18" name="구분선"/>
            <p:cNvCxnSpPr/>
            <p:nvPr/>
          </p:nvCxnSpPr>
          <p:spPr>
            <a:xfrm>
              <a:off x="4338218" y="3364991"/>
              <a:ext cx="273801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9" name="카드 내용"/>
            <p:cNvSpPr txBox="1"/>
            <p:nvPr/>
          </p:nvSpPr>
          <p:spPr>
            <a:xfrm>
              <a:off x="4292498" y="3456432"/>
              <a:ext cx="282945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  <p:grpSp>
        <p:nvGrpSpPr>
          <p:cNvPr id="20" name="카드 3"/>
          <p:cNvGrpSpPr/>
          <p:nvPr/>
        </p:nvGrpSpPr>
        <p:grpSpPr>
          <a:xfrm>
            <a:off x="7579156" y="1828800"/>
            <a:ext cx="3195218" cy="3566160"/>
            <a:chOff x="7579156" y="1828800"/>
            <a:chExt cx="3195218" cy="3566160"/>
          </a:xfrm>
        </p:grpSpPr>
        <p:sp>
          <p:nvSpPr>
            <p:cNvPr id="21" name="카드 바탕"/>
            <p:cNvSpPr/>
            <p:nvPr/>
          </p:nvSpPr>
          <p:spPr>
            <a:xfrm>
              <a:off x="7579156" y="1828800"/>
              <a:ext cx="3195218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안쪽 선"/>
            <p:cNvSpPr/>
            <p:nvPr/>
          </p:nvSpPr>
          <p:spPr>
            <a:xfrm>
              <a:off x="7661452" y="1911095"/>
              <a:ext cx="3030626" cy="340156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번호 3"/>
            <p:cNvSpPr txBox="1"/>
            <p:nvPr/>
          </p:nvSpPr>
          <p:spPr>
            <a:xfrm>
              <a:off x="7762036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03</a:t>
              </a:r>
            </a:p>
          </p:txBody>
        </p:sp>
        <p:sp>
          <p:nvSpPr>
            <p:cNvPr id="24" name="카드 제목"/>
            <p:cNvSpPr txBox="1"/>
            <p:nvPr/>
          </p:nvSpPr>
          <p:spPr>
            <a:xfrm>
              <a:off x="7762036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자가용 · 주차</a:t>
              </a:r>
            </a:p>
          </p:txBody>
        </p:sp>
        <p:cxnSp>
          <p:nvCxnSpPr>
            <p:cNvPr id="25" name="구분선"/>
            <p:cNvCxnSpPr/>
            <p:nvPr/>
          </p:nvCxnSpPr>
          <p:spPr>
            <a:xfrm>
              <a:off x="7807756" y="3364991"/>
              <a:ext cx="273801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6" name="카드 내용"/>
            <p:cNvSpPr txBox="1"/>
            <p:nvPr/>
          </p:nvSpPr>
          <p:spPr>
            <a:xfrm>
              <a:off x="7762036" y="3456432"/>
              <a:ext cx="282945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MIDNIGHT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GALLERY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웨딩 사진</a:t>
            </a:r>
          </a:p>
        </p:txBody>
      </p:sp>
      <p:sp>
        <p:nvSpPr>
          <p:cNvPr id="14" name="사진 바탕 1"/>
          <p:cNvSpPr/>
          <p:nvPr/>
        </p:nvSpPr>
        <p:spPr>
          <a:xfrm>
            <a:off x="640080" y="1828800"/>
            <a:ext cx="324398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1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640080" y="1828800"/>
            <a:ext cx="324398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5" name="사진 바탕 2"/>
          <p:cNvSpPr/>
          <p:nvPr/>
        </p:nvSpPr>
        <p:spPr>
          <a:xfrm>
            <a:off x="4085234" y="1828800"/>
            <a:ext cx="324398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2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085234" y="1828800"/>
            <a:ext cx="324398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6" name="사진 바탕 3"/>
          <p:cNvSpPr/>
          <p:nvPr/>
        </p:nvSpPr>
        <p:spPr>
          <a:xfrm>
            <a:off x="7530388" y="1828800"/>
            <a:ext cx="324398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3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7530388" y="1828800"/>
            <a:ext cx="324398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7" name="사진 바탕 4"/>
          <p:cNvSpPr/>
          <p:nvPr/>
        </p:nvSpPr>
        <p:spPr>
          <a:xfrm>
            <a:off x="640080" y="4101084"/>
            <a:ext cx="324398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4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640080" y="4101084"/>
            <a:ext cx="324398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8" name="사진 바탕 5"/>
          <p:cNvSpPr/>
          <p:nvPr/>
        </p:nvSpPr>
        <p:spPr>
          <a:xfrm>
            <a:off x="4085234" y="4101084"/>
            <a:ext cx="324398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5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085234" y="4101084"/>
            <a:ext cx="324398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9" name="사진 바탕 6"/>
          <p:cNvSpPr/>
          <p:nvPr/>
        </p:nvSpPr>
        <p:spPr>
          <a:xfrm>
            <a:off x="7530388" y="4101084"/>
            <a:ext cx="324398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6</a:t>
            </a:r>
          </a:p>
        </p:txBody>
      </p:sp>
      <p:sp>
        <p:nvSpPr>
          <p:cNvPr id="10" name="Picture Placeholder 9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7530388" y="4101084"/>
            <a:ext cx="324398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3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6B909A-FF34-4E68-A648-83E6CEF54ED7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l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MIDNIGHT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VOW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서로에게 한마디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3A4819-30F1-4CC9-873F-4C60F4C7A4A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l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MIDNIGHT  ·  WEDDING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잘 살겠습니다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결혼식 슬라이드(오시는 길 중심)">
  <a:themeElements>
    <a:clrScheme name="결혼식 슬라이드(오시는 길 중심)">
      <a:dk1>
        <a:srgbClr val="F7F9FC"/>
      </a:dk1>
      <a:lt1>
        <a:srgbClr val="111833"/>
      </a:lt1>
      <a:dk2>
        <a:srgbClr val="E3E9F6"/>
      </a:dk2>
      <a:lt2>
        <a:srgbClr val="0B1022"/>
      </a:lt2>
      <a:accent1>
        <a:srgbClr val="A9B8D9"/>
      </a:accent1>
      <a:accent2>
        <a:srgbClr val="6C7BFF"/>
      </a:accent2>
      <a:accent3>
        <a:srgbClr val="070A15"/>
      </a:accent3>
      <a:accent4>
        <a:srgbClr val="172249"/>
      </a:accent4>
      <a:accent5>
        <a:srgbClr val="C4CEE6"/>
      </a:accent5>
      <a:accent6>
        <a:srgbClr val="4F5BBD"/>
      </a:accent6>
      <a:hlink>
        <a:srgbClr val="E3E9F6"/>
      </a:hlink>
      <a:folHlink>
        <a:srgbClr val="070A15"/>
      </a:folHlink>
    </a:clrScheme>
    <a:fontScheme name="결혼식 슬라이드(오시는 길 중심)">
      <a:majorFont>
        <a:latin typeface="Segoe UI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슬라이드(오시는 길 중심)</dc:title>
  <dc:subject>결혼식 상영용 슬라이드 · 오시는 길 중심</dc:subject>
  <dc:creator>반딧불이의 곳간</dc:creator>
  <cp:keywords>결혼식,웨딩,PPT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