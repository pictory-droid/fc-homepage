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40BA4CFA-A805-4109-A407-63EAA9850359}">
          <p14:sldIdLst>
            <p14:sldId id="256"/>
          </p14:sldIdLst>
        </p14:section>
        <p14:section name="본문" id="{A57B4D5B-AB95-4D1A-B92F-1F8EA966819A}">
          <p14:sldIdLst>
            <p14:sldId id="257"/>
            <p14:sldId id="258"/>
            <p14:sldId id="259"/>
            <p14:sldId id="260"/>
            <p14:sldId id="261"/>
          </p14:sldIdLst>
        </p14:section>
        <p14:section name="마무리" id="{2C3CE5C4-F2C9-4584-A129-9BAD8CF6069D}">
          <p14:sldIdLst>
            <p14:sldId id="262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사진 자리에 두 사람의 사진을 넣으세요.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내용을 입력하세요.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내용을 입력하세요.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사진 자리를 눌러 사진을 넣으세요.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서로에게 하고 싶은 말을 적어 보세요.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글은 눌러서 바로 고치세요. 사진 자리는 가운데 아이콘을 누르면 사진을 넣을 수 있어요.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gradFill rotWithShape="1">
          <a:gsLst>
            <a:gs pos="0">
              <a:schemeClr val="bg2"/>
            </a:gs>
            <a:gs pos="100000">
              <a:schemeClr val="accent4"/>
            </a:gs>
          </a:gsLst>
          <a:lin ang="3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전체 사진"/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1695" cy="6858000"/>
          </a:xfrm>
          <a:prstGeom prst="rect">
            <a:avLst/>
          </a:prstGeo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전체 화면 사진 — 아이콘을 눌러 넣으세요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6233016" y="1303020"/>
            <a:ext cx="4602339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제목"/>
          <p:cNvSpPr>
            <a:spLocks noGrp="1"/>
          </p:cNvSpPr>
          <p:nvPr>
            <p:ph type="ctrTitle"/>
          </p:nvPr>
        </p:nvSpPr>
        <p:spPr>
          <a:xfrm>
            <a:off x="6233016" y="1687068"/>
            <a:ext cx="4602339" cy="14173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2000"/>
              </a:lnSpc>
              <a:spcBef>
                <a:spcPts val="0"/>
              </a:spcBef>
              <a:buNone/>
              <a:defRPr sz="42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4" name="한 줄 문구"/>
          <p:cNvSpPr>
            <a:spLocks noGrp="1"/>
          </p:cNvSpPr>
          <p:nvPr>
            <p:ph type="subTitle" idx="1"/>
          </p:nvPr>
        </p:nvSpPr>
        <p:spPr>
          <a:xfrm>
            <a:off x="6233016" y="3177540"/>
            <a:ext cx="4602339" cy="64008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5" name="안내 문구"/>
          <p:cNvSpPr>
            <a:spLocks noGrp="1"/>
          </p:cNvSpPr>
          <p:nvPr>
            <p:ph type="body" sz="quarter" idx="11"/>
          </p:nvPr>
        </p:nvSpPr>
        <p:spPr>
          <a:xfrm>
            <a:off x="6233016" y="3863340"/>
            <a:ext cx="4602339" cy="64008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사진 바탕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사진 안내"/>
          <p:cNvSpPr txBox="1"/>
          <p:nvPr/>
        </p:nvSpPr>
        <p:spPr>
          <a:xfrm>
            <a:off x="1219169" y="548640"/>
            <a:ext cx="9753356" cy="3657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사진을 넣어 주세요 (전체 화면)</a:t>
            </a:r>
          </a:p>
        </p:txBody>
      </p:sp>
      <p:sp>
        <p:nvSpPr>
          <p:cNvPr id="4" name="유리판"/>
          <p:cNvSpPr/>
          <p:nvPr/>
        </p:nvSpPr>
        <p:spPr>
          <a:xfrm>
            <a:off x="5730096" y="891540"/>
            <a:ext cx="5608179" cy="5074920"/>
          </a:xfrm>
          <a:prstGeom prst="rect">
            <a:avLst/>
          </a:prstGeom>
          <a:solidFill>
            <a:schemeClr val="bg1">
              <a:alpha val="84000"/>
            </a:schemeClr>
          </a:solidFill>
          <a:ln>
            <a:noFill/>
          </a:ln>
          <a:effectLst>
            <a:outerShdw blurRad="330200" dist="101600" dir="5400000" algn="t" rotWithShape="0">
              <a:schemeClr val="tx2">
                <a:alpha val="14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5" name="유리판 선"/>
          <p:cNvSpPr/>
          <p:nvPr/>
        </p:nvSpPr>
        <p:spPr>
          <a:xfrm>
            <a:off x="5858112" y="1019556"/>
            <a:ext cx="5352147" cy="4818888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gradFill rotWithShape="1">
          <a:gsLst>
            <a:gs pos="0">
              <a:schemeClr val="bg2"/>
            </a:gs>
            <a:gs pos="100000">
              <a:schemeClr val="accent4"/>
            </a:gs>
          </a:gsLst>
          <a:lin ang="3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쪽 번호"/>
          <p:cNvSpPr>
            <a:spLocks noGrp="1"/>
          </p:cNvSpPr>
          <p:nvPr>
            <p:ph type="sldNum" sz="quarter" idx="12"/>
          </p:nvPr>
        </p:nvSpPr>
        <p:spPr>
          <a:xfrm>
            <a:off x="640080" y="274320"/>
            <a:ext cx="1554480" cy="109728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48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fld id="{E5DBEC54-3771-48FE-A2D2-D64E3E6612A7}" type="slidenum">
              <a:rPr lang="en-US"/>
              <a:t>‹#›</a:t>
            </a:fld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2468880" y="384048"/>
            <a:ext cx="8991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제목"/>
          <p:cNvSpPr>
            <a:spLocks noGrp="1"/>
          </p:cNvSpPr>
          <p:nvPr>
            <p:ph type="title"/>
          </p:nvPr>
        </p:nvSpPr>
        <p:spPr>
          <a:xfrm>
            <a:off x="2468880" y="676656"/>
            <a:ext cx="899129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cxnSp>
        <p:nvCxnSpPr>
          <p:cNvPr id="2" name="Connector 1"/>
          <p:cNvCxnSpPr/>
          <p:nvPr/>
        </p:nvCxnSpPr>
        <p:spPr>
          <a:xfrm>
            <a:off x="2331720" y="411480"/>
            <a:ext cx="0" cy="914400"/>
          </a:xfrm>
          <a:prstGeom prst="line">
            <a:avLst/>
          </a:prstGeom>
          <a:ln w="9525" cap="rnd">
            <a:solidFill>
              <a:schemeClr val="accent1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731520" y="1572768"/>
            <a:ext cx="10728655" cy="0"/>
          </a:xfrm>
          <a:prstGeom prst="line">
            <a:avLst/>
          </a:prstGeom>
          <a:ln w="28575" cap="rnd">
            <a:solidFill>
              <a:schemeClr val="tx2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731520" y="1627632"/>
            <a:ext cx="10728655" cy="0"/>
          </a:xfrm>
          <a:prstGeom prst="line">
            <a:avLst/>
          </a:prstGeom>
          <a:ln w="6350" cap="rnd">
            <a:solidFill>
              <a:schemeClr val="accent1"/>
            </a:solidFill>
          </a:ln>
        </p:spPr>
      </p:cxn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pattFill prst="dotGrid">
          <a:fgClr>
            <a:schemeClr val="tx2"/>
          </a:fgClr>
          <a:bgClr>
            <a:schemeClr val="accent3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전체 사진"/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1695" cy="6858000"/>
          </a:xfrm>
          <a:prstGeom prst="rect">
            <a:avLst/>
          </a:prstGeo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전체 화면 사진 — 아이콘을 눌러 넣으세요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6233016" y="1303020"/>
            <a:ext cx="4602339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accent5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제목"/>
          <p:cNvSpPr>
            <a:spLocks noGrp="1"/>
          </p:cNvSpPr>
          <p:nvPr>
            <p:ph type="title"/>
          </p:nvPr>
        </p:nvSpPr>
        <p:spPr>
          <a:xfrm>
            <a:off x="6233016" y="1687068"/>
            <a:ext cx="4602339" cy="14173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2000"/>
              </a:lnSpc>
              <a:spcBef>
                <a:spcPts val="0"/>
              </a:spcBef>
              <a:buNone/>
              <a:defRPr sz="4200" b="1" spc="0">
                <a:solidFill>
                  <a:srgbClr val="FFFFFF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4" name="한 줄 문구"/>
          <p:cNvSpPr>
            <a:spLocks noGrp="1"/>
          </p:cNvSpPr>
          <p:nvPr>
            <p:ph type="subTitle" idx="1"/>
          </p:nvPr>
        </p:nvSpPr>
        <p:spPr>
          <a:xfrm>
            <a:off x="6233016" y="3177540"/>
            <a:ext cx="4602339" cy="64008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rgbClr val="D6DADA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5" name="안내 문구"/>
          <p:cNvSpPr>
            <a:spLocks noGrp="1"/>
          </p:cNvSpPr>
          <p:nvPr>
            <p:ph type="body" sz="quarter" idx="11"/>
          </p:nvPr>
        </p:nvSpPr>
        <p:spPr>
          <a:xfrm>
            <a:off x="6233016" y="3863340"/>
            <a:ext cx="4602339" cy="64008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rgbClr val="B1B9B8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사진 바탕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사진 안내"/>
          <p:cNvSpPr txBox="1"/>
          <p:nvPr/>
        </p:nvSpPr>
        <p:spPr>
          <a:xfrm>
            <a:off x="1219169" y="548640"/>
            <a:ext cx="9753356" cy="3657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사진을 넣어 주세요 (전체 화면)</a:t>
            </a:r>
          </a:p>
        </p:txBody>
      </p:sp>
      <p:sp>
        <p:nvSpPr>
          <p:cNvPr id="4" name="유리판"/>
          <p:cNvSpPr/>
          <p:nvPr/>
        </p:nvSpPr>
        <p:spPr>
          <a:xfrm>
            <a:off x="5730096" y="891540"/>
            <a:ext cx="5608179" cy="5074920"/>
          </a:xfrm>
          <a:prstGeom prst="rect">
            <a:avLst/>
          </a:prstGeom>
          <a:solidFill>
            <a:schemeClr val="accent3">
              <a:alpha val="80000"/>
            </a:schemeClr>
          </a:solidFill>
          <a:ln>
            <a:noFill/>
          </a:ln>
          <a:effectLst>
            <a:outerShdw blurRad="330200" dist="101600" dir="5400000" algn="t" rotWithShape="0">
              <a:schemeClr val="tx2">
                <a:alpha val="14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5" name="유리판 선"/>
          <p:cNvSpPr/>
          <p:nvPr/>
        </p:nvSpPr>
        <p:spPr>
          <a:xfrm>
            <a:off x="5858112" y="1019556"/>
            <a:ext cx="5352147" cy="4818888"/>
          </a:xfrm>
          <a:prstGeom prst="rect">
            <a:avLst/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gradFill rotWithShape="1">
          <a:gsLst>
            <a:gs pos="0">
              <a:schemeClr val="bg2"/>
            </a:gs>
            <a:gs pos="100000">
              <a:schemeClr val="accent4"/>
            </a:gs>
          </a:gsLst>
          <a:lin ang="3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쪽 번호"/>
          <p:cNvSpPr>
            <a:spLocks noGrp="1"/>
          </p:cNvSpPr>
          <p:nvPr>
            <p:ph type="sldNum" sz="quarter" idx="12"/>
          </p:nvPr>
        </p:nvSpPr>
        <p:spPr>
          <a:xfrm>
            <a:off x="640080" y="274320"/>
            <a:ext cx="1554480" cy="109728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48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fld id="{8B433B23-B2A0-4060-965F-9663D7704734}" type="slidenum">
              <a:rPr lang="en-US"/>
              <a:t>‹#›</a:t>
            </a:fld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2468880" y="384048"/>
            <a:ext cx="8991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제목"/>
          <p:cNvSpPr>
            <a:spLocks noGrp="1"/>
          </p:cNvSpPr>
          <p:nvPr>
            <p:ph type="title"/>
          </p:nvPr>
        </p:nvSpPr>
        <p:spPr>
          <a:xfrm>
            <a:off x="2468880" y="676656"/>
            <a:ext cx="899129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4" name="사진 1"/>
          <p:cNvSpPr>
            <a:spLocks noGrp="1"/>
          </p:cNvSpPr>
          <p:nvPr>
            <p:ph type="pic" sz="quarter" idx="13"/>
          </p:nvPr>
        </p:nvSpPr>
        <p:spPr>
          <a:xfrm>
            <a:off x="7315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5" name="사진 2"/>
          <p:cNvSpPr>
            <a:spLocks noGrp="1"/>
          </p:cNvSpPr>
          <p:nvPr>
            <p:ph type="pic" sz="quarter" idx="14"/>
          </p:nvPr>
        </p:nvSpPr>
        <p:spPr>
          <a:xfrm>
            <a:off x="21031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3"/>
          <p:cNvSpPr>
            <a:spLocks noGrp="1"/>
          </p:cNvSpPr>
          <p:nvPr>
            <p:ph type="pic" sz="quarter" idx="15"/>
          </p:nvPr>
        </p:nvSpPr>
        <p:spPr>
          <a:xfrm>
            <a:off x="34747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4"/>
          <p:cNvSpPr>
            <a:spLocks noGrp="1"/>
          </p:cNvSpPr>
          <p:nvPr>
            <p:ph type="pic" sz="quarter" idx="16"/>
          </p:nvPr>
        </p:nvSpPr>
        <p:spPr>
          <a:xfrm>
            <a:off x="48463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5"/>
          <p:cNvSpPr>
            <a:spLocks noGrp="1"/>
          </p:cNvSpPr>
          <p:nvPr>
            <p:ph type="pic" sz="quarter" idx="17"/>
          </p:nvPr>
        </p:nvSpPr>
        <p:spPr>
          <a:xfrm>
            <a:off x="7315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6"/>
          <p:cNvSpPr>
            <a:spLocks noGrp="1"/>
          </p:cNvSpPr>
          <p:nvPr>
            <p:ph type="pic" sz="quarter" idx="18"/>
          </p:nvPr>
        </p:nvSpPr>
        <p:spPr>
          <a:xfrm>
            <a:off x="21031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7"/>
          <p:cNvSpPr>
            <a:spLocks noGrp="1"/>
          </p:cNvSpPr>
          <p:nvPr>
            <p:ph type="pic" sz="quarter" idx="19"/>
          </p:nvPr>
        </p:nvSpPr>
        <p:spPr>
          <a:xfrm>
            <a:off x="34747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8"/>
          <p:cNvSpPr>
            <a:spLocks noGrp="1"/>
          </p:cNvSpPr>
          <p:nvPr>
            <p:ph type="pic" sz="quarter" idx="20"/>
          </p:nvPr>
        </p:nvSpPr>
        <p:spPr>
          <a:xfrm>
            <a:off x="48463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cxnSp>
        <p:nvCxnSpPr>
          <p:cNvPr id="2" name="Connector 1"/>
          <p:cNvCxnSpPr/>
          <p:nvPr/>
        </p:nvCxnSpPr>
        <p:spPr>
          <a:xfrm>
            <a:off x="2331720" y="411480"/>
            <a:ext cx="0" cy="914400"/>
          </a:xfrm>
          <a:prstGeom prst="line">
            <a:avLst/>
          </a:prstGeom>
          <a:ln w="9525" cap="rnd">
            <a:solidFill>
              <a:schemeClr val="accent1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731520" y="1572768"/>
            <a:ext cx="10728655" cy="0"/>
          </a:xfrm>
          <a:prstGeom prst="line">
            <a:avLst/>
          </a:prstGeom>
          <a:ln w="28575" cap="rnd">
            <a:solidFill>
              <a:schemeClr val="tx2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731520" y="1627632"/>
            <a:ext cx="10728655" cy="0"/>
          </a:xfrm>
          <a:prstGeom prst="line">
            <a:avLst/>
          </a:prstGeom>
          <a:ln w="6350" cap="rnd">
            <a:solidFill>
              <a:schemeClr val="accent1"/>
            </a:solidFill>
          </a:ln>
        </p:spPr>
      </p:cxn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gradFill rotWithShape="1">
          <a:gsLst>
            <a:gs pos="0">
              <a:schemeClr val="bg2"/>
            </a:gs>
            <a:gs pos="100000">
              <a:schemeClr val="accent4"/>
            </a:gs>
          </a:gsLst>
          <a:lin ang="3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쪽 번호"/>
          <p:cNvSpPr>
            <a:spLocks noGrp="1"/>
          </p:cNvSpPr>
          <p:nvPr>
            <p:ph type="sldNum" sz="quarter" idx="12"/>
          </p:nvPr>
        </p:nvSpPr>
        <p:spPr>
          <a:xfrm>
            <a:off x="640080" y="228600"/>
            <a:ext cx="1554480" cy="109728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48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fld id="{E7EB038B-275E-4062-852B-F4112FC5FC78}" type="slidenum">
              <a:rPr lang="en-US"/>
              <a:t>‹#›</a:t>
            </a:fld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2468880" y="384048"/>
            <a:ext cx="8991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한 문장"/>
          <p:cNvSpPr>
            <a:spLocks noGrp="1"/>
          </p:cNvSpPr>
          <p:nvPr>
            <p:ph type="title"/>
          </p:nvPr>
        </p:nvSpPr>
        <p:spPr>
          <a:xfrm>
            <a:off x="1463003" y="2331720"/>
            <a:ext cx="9265688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3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cxnSp>
        <p:nvCxnSpPr>
          <p:cNvPr id="2" name="Connector 1"/>
          <p:cNvCxnSpPr/>
          <p:nvPr/>
        </p:nvCxnSpPr>
        <p:spPr>
          <a:xfrm>
            <a:off x="2331720" y="411480"/>
            <a:ext cx="0" cy="914400"/>
          </a:xfrm>
          <a:prstGeom prst="line">
            <a:avLst/>
          </a:prstGeom>
          <a:ln w="9525" cap="rnd">
            <a:solidFill>
              <a:schemeClr val="accent1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731520" y="1572768"/>
            <a:ext cx="10728655" cy="0"/>
          </a:xfrm>
          <a:prstGeom prst="line">
            <a:avLst/>
          </a:prstGeom>
          <a:ln w="28575" cap="rnd">
            <a:solidFill>
              <a:schemeClr val="tx2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731520" y="1627632"/>
            <a:ext cx="10728655" cy="0"/>
          </a:xfrm>
          <a:prstGeom prst="line">
            <a:avLst/>
          </a:prstGeom>
          <a:ln w="6350" cap="rnd">
            <a:solidFill>
              <a:schemeClr val="accent1"/>
            </a:solidFill>
          </a:ln>
        </p:spPr>
      </p:cxnSp>
      <p:grpSp>
        <p:nvGrpSpPr>
          <p:cNvPr id="5" name="따옴표 장식"/>
          <p:cNvGrpSpPr/>
          <p:nvPr/>
        </p:nvGrpSpPr>
        <p:grpSpPr>
          <a:xfrm>
            <a:off x="5592927" y="1520189"/>
            <a:ext cx="1005840" cy="251460"/>
            <a:chOff x="5592927" y="1520189"/>
            <a:chExt cx="1005840" cy="251460"/>
          </a:xfrm>
        </p:grpSpPr>
        <p:sp>
          <p:nvSpPr>
            <p:cNvPr id="6" name="Diamond 5"/>
            <p:cNvSpPr/>
            <p:nvPr/>
          </p:nvSpPr>
          <p:spPr>
            <a:xfrm>
              <a:off x="5970117" y="1520189"/>
              <a:ext cx="251460" cy="251460"/>
            </a:xfrm>
            <a:prstGeom prst="diamond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7" name="Connector 6"/>
            <p:cNvCxnSpPr/>
            <p:nvPr/>
          </p:nvCxnSpPr>
          <p:spPr>
            <a:xfrm>
              <a:off x="5592927" y="1645919"/>
              <a:ext cx="297180" cy="0"/>
            </a:xfrm>
            <a:prstGeom prst="line">
              <a:avLst/>
            </a:prstGeom>
            <a:ln w="9525" cap="rnd">
              <a:solidFill>
                <a:schemeClr val="accent1"/>
              </a:solidFill>
            </a:ln>
          </p:spPr>
        </p:cxnSp>
        <p:cxnSp>
          <p:nvCxnSpPr>
            <p:cNvPr id="8" name="Connector 7"/>
            <p:cNvCxnSpPr/>
            <p:nvPr/>
          </p:nvCxnSpPr>
          <p:spPr>
            <a:xfrm>
              <a:off x="6301587" y="1645919"/>
              <a:ext cx="297180" cy="0"/>
            </a:xfrm>
            <a:prstGeom prst="line">
              <a:avLst/>
            </a:prstGeom>
            <a:ln w="9525" cap="rnd">
              <a:solidFill>
                <a:schemeClr val="accent1"/>
              </a:solidFill>
            </a:ln>
          </p:spPr>
        </p:cxnSp>
      </p:grpSp>
      <p:cxnSp>
        <p:nvCxnSpPr>
          <p:cNvPr id="9" name="Connector 8"/>
          <p:cNvCxnSpPr/>
          <p:nvPr/>
        </p:nvCxnSpPr>
        <p:spPr>
          <a:xfrm>
            <a:off x="5547207" y="5349240"/>
            <a:ext cx="1097280" cy="0"/>
          </a:xfrm>
          <a:prstGeom prst="line">
            <a:avLst/>
          </a:prstGeom>
          <a:ln w="9525" cap="rnd">
            <a:solidFill>
              <a:schemeClr val="accent1"/>
            </a:solidFill>
          </a:ln>
        </p:spPr>
      </p:cxnSp>
      <p:sp>
        <p:nvSpPr>
          <p:cNvPr id="10" name="Diamond 9"/>
          <p:cNvSpPr/>
          <p:nvPr/>
        </p:nvSpPr>
        <p:spPr>
          <a:xfrm>
            <a:off x="6036411" y="5289804"/>
            <a:ext cx="118872" cy="118872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MINT  ·  WEDDING</a:t>
            </a:r>
          </a:p>
        </p:txBody>
      </p:sp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저희 결혼합니다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날을 잡고 청첩장을 보냅니다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신랑 이름 ♥ 신부 이름</a:t>
            </a:r>
          </a:p>
          <a:p>
            <a:r>
              <a:rPr lang="ko-KR"/>
              <a:t>0000. 00. 00 · 예식장 이름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GROOM &amp; BRIDE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신랑 · 신부 소개</a:t>
            </a:r>
          </a:p>
        </p:txBody>
      </p:sp>
      <p:sp>
        <p:nvSpPr>
          <p:cNvPr id="14" name="사진 바탕 1"/>
          <p:cNvSpPr/>
          <p:nvPr/>
        </p:nvSpPr>
        <p:spPr>
          <a:xfrm>
            <a:off x="2099233" y="2057400"/>
            <a:ext cx="2171700" cy="21717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2099233" y="2057400"/>
            <a:ext cx="2171700" cy="2171700"/>
          </a:xfrm>
          <a:prstGeom prst="ellipse">
            <a:avLst/>
          </a:prstGeom>
        </p:spPr>
      </p:sp>
      <p:sp>
        <p:nvSpPr>
          <p:cNvPr id="18" name="사진 바탕 2"/>
          <p:cNvSpPr/>
          <p:nvPr/>
        </p:nvSpPr>
        <p:spPr>
          <a:xfrm>
            <a:off x="7920761" y="2057400"/>
            <a:ext cx="2171700" cy="21717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5" name="Picture Placeholder 4" descr="사진 자리 — 아이콘을 누르면 사진을 넣을 수 있어요"/>
          <p:cNvSpPr>
            <a:spLocks noGrp="1"/>
          </p:cNvSpPr>
          <p:nvPr>
            <p:ph type="pic" idx="14" sz="quarter"/>
          </p:nvPr>
        </p:nvSpPr>
        <p:spPr>
          <a:xfrm>
            <a:off x="7920761" y="2057400"/>
            <a:ext cx="2171700" cy="2171700"/>
          </a:xfrm>
          <a:prstGeom prst="ellipse">
            <a:avLst/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F62FDA-6DCB-4AAF-A283-805751295E03}" type="slidenum">
              <a:rPr lang="en-US"/>
              <a:t>‹#›</a:t>
            </a:fld>
            <a:endParaRPr lang="en-US"/>
          </a:p>
        </p:txBody>
      </p:sp>
      <p:sp>
        <p:nvSpPr>
          <p:cNvPr id="13" name="신랑 카드"/>
          <p:cNvSpPr/>
          <p:nvPr/>
        </p:nvSpPr>
        <p:spPr>
          <a:xfrm>
            <a:off x="731520" y="1828800"/>
            <a:ext cx="4907127" cy="427482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1">
                <a:alpha val="60000"/>
              </a:schemeClr>
            </a:solidFill>
          </a:ln>
          <a:effectLst>
            <a:outerShdw blurRad="76200" dist="19050" dir="5400000" algn="t" rotWithShape="0">
              <a:schemeClr val="tx2">
                <a:alpha val="8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5" name="신랑 이름"/>
          <p:cNvSpPr txBox="1"/>
          <p:nvPr/>
        </p:nvSpPr>
        <p:spPr>
          <a:xfrm>
            <a:off x="731520" y="4320540"/>
            <a:ext cx="4907127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신랑</a:t>
            </a:r>
          </a:p>
        </p:txBody>
      </p:sp>
      <p:sp>
        <p:nvSpPr>
          <p:cNvPr id="16" name="신랑 소개"/>
          <p:cNvSpPr txBox="1"/>
          <p:nvPr/>
        </p:nvSpPr>
        <p:spPr>
          <a:xfrm>
            <a:off x="822960" y="4777740"/>
            <a:ext cx="4724247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이름 · 나이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직업 · 취미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신부에게 한마디</a:t>
            </a:r>
          </a:p>
        </p:txBody>
      </p:sp>
      <p:sp>
        <p:nvSpPr>
          <p:cNvPr id="17" name="신부 카드"/>
          <p:cNvSpPr/>
          <p:nvPr/>
        </p:nvSpPr>
        <p:spPr>
          <a:xfrm>
            <a:off x="6553047" y="1828800"/>
            <a:ext cx="4907127" cy="427482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1">
                <a:alpha val="60000"/>
              </a:schemeClr>
            </a:solidFill>
          </a:ln>
          <a:effectLst>
            <a:outerShdw blurRad="76200" dist="19050" dir="5400000" algn="t" rotWithShape="0">
              <a:schemeClr val="tx2">
                <a:alpha val="8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9" name="신부 이름"/>
          <p:cNvSpPr txBox="1"/>
          <p:nvPr/>
        </p:nvSpPr>
        <p:spPr>
          <a:xfrm>
            <a:off x="6553047" y="4320540"/>
            <a:ext cx="4907127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신부</a:t>
            </a:r>
          </a:p>
        </p:txBody>
      </p:sp>
      <p:sp>
        <p:nvSpPr>
          <p:cNvPr id="20" name="신부 소개"/>
          <p:cNvSpPr txBox="1"/>
          <p:nvPr/>
        </p:nvSpPr>
        <p:spPr>
          <a:xfrm>
            <a:off x="6644487" y="4777740"/>
            <a:ext cx="4724247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이름 · 나이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직업 · 취미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신랑에게 한마디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OUR STORY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우리 두 사람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7258C8-3878-4F52-942E-6AFD762F291B}" type="slidenum">
              <a:rPr lang="en-US"/>
              <a:t>‹#›</a:t>
            </a:fld>
            <a:endParaRPr lang="en-US"/>
          </a:p>
        </p:txBody>
      </p:sp>
      <p:grpSp>
        <p:nvGrpSpPr>
          <p:cNvPr id="5" name="왼쪽 칸"/>
          <p:cNvGrpSpPr/>
          <p:nvPr/>
        </p:nvGrpSpPr>
        <p:grpSpPr>
          <a:xfrm>
            <a:off x="731520" y="1828800"/>
            <a:ext cx="5181447" cy="3566160"/>
            <a:chOff x="731520" y="1828800"/>
            <a:chExt cx="5181447" cy="3566160"/>
          </a:xfrm>
        </p:grpSpPr>
        <p:sp>
          <p:nvSpPr>
            <p:cNvPr id="6" name="칸 바탕"/>
            <p:cNvSpPr/>
            <p:nvPr/>
          </p:nvSpPr>
          <p:spPr>
            <a:xfrm>
              <a:off x="731520" y="1828800"/>
              <a:ext cx="5181447" cy="356616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1">
                  <a:alpha val="60000"/>
                </a:schemeClr>
              </a:solidFill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칸 제목 띠"/>
            <p:cNvSpPr/>
            <p:nvPr/>
          </p:nvSpPr>
          <p:spPr>
            <a:xfrm>
              <a:off x="914400" y="2011680"/>
              <a:ext cx="4815687" cy="59436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700" b="1" i="0" lang="ko-KR">
                  <a:solidFill>
                    <a:srgbClr val="1A1613"/>
                  </a:solidFill>
                </a:rPr>
                <a:t>닮은 점</a:t>
              </a:r>
            </a:p>
          </p:txBody>
        </p:sp>
        <p:sp>
          <p:nvSpPr>
            <p:cNvPr id="8" name="칸 내용"/>
            <p:cNvSpPr txBox="1"/>
            <p:nvPr/>
          </p:nvSpPr>
          <p:spPr>
            <a:xfrm>
              <a:off x="1005840" y="2788920"/>
              <a:ext cx="4632807" cy="24688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grpSp>
        <p:nvGrpSpPr>
          <p:cNvPr id="9" name="오른쪽 칸"/>
          <p:cNvGrpSpPr/>
          <p:nvPr/>
        </p:nvGrpSpPr>
        <p:grpSpPr>
          <a:xfrm>
            <a:off x="6278727" y="1828800"/>
            <a:ext cx="5181447" cy="3566160"/>
            <a:chOff x="6278727" y="1828800"/>
            <a:chExt cx="5181447" cy="3566160"/>
          </a:xfrm>
        </p:grpSpPr>
        <p:sp>
          <p:nvSpPr>
            <p:cNvPr id="10" name="칸 바탕"/>
            <p:cNvSpPr/>
            <p:nvPr/>
          </p:nvSpPr>
          <p:spPr>
            <a:xfrm>
              <a:off x="6278727" y="1828800"/>
              <a:ext cx="5181447" cy="356616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1">
                  <a:alpha val="60000"/>
                </a:schemeClr>
              </a:solidFill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" name="칸 제목 띠"/>
            <p:cNvSpPr/>
            <p:nvPr/>
          </p:nvSpPr>
          <p:spPr>
            <a:xfrm>
              <a:off x="6461607" y="2011680"/>
              <a:ext cx="4815687" cy="59436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700" b="1" i="0" lang="ko-KR">
                  <a:solidFill>
                    <a:srgbClr val="1A1613"/>
                  </a:solidFill>
                </a:rPr>
                <a:t>다른 점</a:t>
              </a:r>
            </a:p>
          </p:txBody>
        </p:sp>
        <p:sp>
          <p:nvSpPr>
            <p:cNvPr id="12" name="칸 내용"/>
            <p:cNvSpPr txBox="1"/>
            <p:nvPr/>
          </p:nvSpPr>
          <p:spPr>
            <a:xfrm>
              <a:off x="6553047" y="2788920"/>
              <a:ext cx="4632807" cy="24688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GUIDE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서로에게 하고 싶은 말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A2FD2A-9009-49AB-98FF-41BC0A0F7946}" type="slidenum">
              <a:rPr lang="en-US"/>
              <a:t>‹#›</a:t>
            </a:fld>
            <a:endParaRPr lang="en-US"/>
          </a:p>
        </p:txBody>
      </p:sp>
      <p:grpSp>
        <p:nvGrpSpPr>
          <p:cNvPr id="5" name="왼쪽 칸"/>
          <p:cNvGrpSpPr/>
          <p:nvPr/>
        </p:nvGrpSpPr>
        <p:grpSpPr>
          <a:xfrm>
            <a:off x="731520" y="1828800"/>
            <a:ext cx="5181447" cy="3566160"/>
            <a:chOff x="731520" y="1828800"/>
            <a:chExt cx="5181447" cy="3566160"/>
          </a:xfrm>
        </p:grpSpPr>
        <p:sp>
          <p:nvSpPr>
            <p:cNvPr id="6" name="칸 바탕"/>
            <p:cNvSpPr/>
            <p:nvPr/>
          </p:nvSpPr>
          <p:spPr>
            <a:xfrm>
              <a:off x="731520" y="1828800"/>
              <a:ext cx="5181447" cy="356616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1">
                  <a:alpha val="60000"/>
                </a:schemeClr>
              </a:solidFill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칸 제목 띠"/>
            <p:cNvSpPr/>
            <p:nvPr/>
          </p:nvSpPr>
          <p:spPr>
            <a:xfrm>
              <a:off x="914400" y="2011680"/>
              <a:ext cx="4815687" cy="59436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700" b="1" i="0" lang="ko-KR">
                  <a:solidFill>
                    <a:srgbClr val="1A1613"/>
                  </a:solidFill>
                </a:rPr>
                <a:t>신랑이 신부에게</a:t>
              </a:r>
            </a:p>
          </p:txBody>
        </p:sp>
        <p:sp>
          <p:nvSpPr>
            <p:cNvPr id="8" name="칸 내용"/>
            <p:cNvSpPr txBox="1"/>
            <p:nvPr/>
          </p:nvSpPr>
          <p:spPr>
            <a:xfrm>
              <a:off x="1005840" y="2788920"/>
              <a:ext cx="4632807" cy="24688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하고 싶은 말을 적어 주세요</a:t>
              </a:r>
            </a:p>
          </p:txBody>
        </p:sp>
      </p:grpSp>
      <p:grpSp>
        <p:nvGrpSpPr>
          <p:cNvPr id="9" name="오른쪽 칸"/>
          <p:cNvGrpSpPr/>
          <p:nvPr/>
        </p:nvGrpSpPr>
        <p:grpSpPr>
          <a:xfrm>
            <a:off x="6278727" y="1828800"/>
            <a:ext cx="5181447" cy="3566160"/>
            <a:chOff x="6278727" y="1828800"/>
            <a:chExt cx="5181447" cy="3566160"/>
          </a:xfrm>
        </p:grpSpPr>
        <p:sp>
          <p:nvSpPr>
            <p:cNvPr id="10" name="칸 바탕"/>
            <p:cNvSpPr/>
            <p:nvPr/>
          </p:nvSpPr>
          <p:spPr>
            <a:xfrm>
              <a:off x="6278727" y="1828800"/>
              <a:ext cx="5181447" cy="356616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1">
                  <a:alpha val="60000"/>
                </a:schemeClr>
              </a:solidFill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" name="칸 제목 띠"/>
            <p:cNvSpPr/>
            <p:nvPr/>
          </p:nvSpPr>
          <p:spPr>
            <a:xfrm>
              <a:off x="6461607" y="2011680"/>
              <a:ext cx="4815687" cy="59436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700" b="1" i="0" lang="ko-KR">
                  <a:solidFill>
                    <a:srgbClr val="1A1613"/>
                  </a:solidFill>
                </a:rPr>
                <a:t>신부가 신랑에게</a:t>
              </a:r>
            </a:p>
          </p:txBody>
        </p:sp>
        <p:sp>
          <p:nvSpPr>
            <p:cNvPr id="12" name="칸 내용"/>
            <p:cNvSpPr txBox="1"/>
            <p:nvPr/>
          </p:nvSpPr>
          <p:spPr>
            <a:xfrm>
              <a:off x="6553047" y="2788920"/>
              <a:ext cx="4632807" cy="24688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하고 싶은 말을 적어 주세요</a:t>
              </a:r>
            </a:p>
          </p:txBody>
        </p:sp>
      </p:grp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GALLERY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웨딩 사진</a:t>
            </a:r>
          </a:p>
        </p:txBody>
      </p:sp>
      <p:sp>
        <p:nvSpPr>
          <p:cNvPr id="13" name="사진 바탕 1"/>
          <p:cNvSpPr/>
          <p:nvPr/>
        </p:nvSpPr>
        <p:spPr>
          <a:xfrm>
            <a:off x="731520" y="1828800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1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731520" y="1828800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4" name="사진 바탕 2"/>
          <p:cNvSpPr/>
          <p:nvPr/>
        </p:nvSpPr>
        <p:spPr>
          <a:xfrm>
            <a:off x="4374794" y="1828800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2</a:t>
            </a:r>
          </a:p>
        </p:txBody>
      </p:sp>
      <p:sp>
        <p:nvSpPr>
          <p:cNvPr id="5" name="Picture Placeholder 4" descr="사진 자리 — 아이콘을 누르면 사진을 넣을 수 있어요"/>
          <p:cNvSpPr>
            <a:spLocks noGrp="1"/>
          </p:cNvSpPr>
          <p:nvPr>
            <p:ph type="pic" idx="14" sz="quarter"/>
          </p:nvPr>
        </p:nvSpPr>
        <p:spPr>
          <a:xfrm>
            <a:off x="4374794" y="1828800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5" name="사진 바탕 3"/>
          <p:cNvSpPr/>
          <p:nvPr/>
        </p:nvSpPr>
        <p:spPr>
          <a:xfrm>
            <a:off x="8018068" y="1828800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3</a:t>
            </a:r>
          </a:p>
        </p:txBody>
      </p:sp>
      <p:sp>
        <p:nvSpPr>
          <p:cNvPr id="6" name="Picture Placeholder 5" descr="사진 자리 — 아이콘을 누르면 사진을 넣을 수 있어요"/>
          <p:cNvSpPr>
            <a:spLocks noGrp="1"/>
          </p:cNvSpPr>
          <p:nvPr>
            <p:ph type="pic" idx="15" sz="quarter"/>
          </p:nvPr>
        </p:nvSpPr>
        <p:spPr>
          <a:xfrm>
            <a:off x="8018068" y="1828800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6" name="사진 바탕 4"/>
          <p:cNvSpPr/>
          <p:nvPr/>
        </p:nvSpPr>
        <p:spPr>
          <a:xfrm>
            <a:off x="731520" y="4101084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4</a:t>
            </a:r>
          </a:p>
        </p:txBody>
      </p:sp>
      <p:sp>
        <p:nvSpPr>
          <p:cNvPr id="7" name="Picture Placeholder 6" descr="사진 자리 — 아이콘을 누르면 사진을 넣을 수 있어요"/>
          <p:cNvSpPr>
            <a:spLocks noGrp="1"/>
          </p:cNvSpPr>
          <p:nvPr>
            <p:ph type="pic" idx="16" sz="quarter"/>
          </p:nvPr>
        </p:nvSpPr>
        <p:spPr>
          <a:xfrm>
            <a:off x="731520" y="4101084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7" name="사진 바탕 5"/>
          <p:cNvSpPr/>
          <p:nvPr/>
        </p:nvSpPr>
        <p:spPr>
          <a:xfrm>
            <a:off x="4374794" y="4101084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5</a:t>
            </a:r>
          </a:p>
        </p:txBody>
      </p:sp>
      <p:sp>
        <p:nvSpPr>
          <p:cNvPr id="8" name="Picture Placeholder 7" descr="사진 자리 — 아이콘을 누르면 사진을 넣을 수 있어요"/>
          <p:cNvSpPr>
            <a:spLocks noGrp="1"/>
          </p:cNvSpPr>
          <p:nvPr>
            <p:ph type="pic" idx="17" sz="quarter"/>
          </p:nvPr>
        </p:nvSpPr>
        <p:spPr>
          <a:xfrm>
            <a:off x="4374794" y="4101084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8" name="사진 바탕 6"/>
          <p:cNvSpPr/>
          <p:nvPr/>
        </p:nvSpPr>
        <p:spPr>
          <a:xfrm>
            <a:off x="8018068" y="4101084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6</a:t>
            </a:r>
          </a:p>
        </p:txBody>
      </p:sp>
      <p:sp>
        <p:nvSpPr>
          <p:cNvPr id="9" name="Picture Placeholder 8" descr="사진 자리 — 아이콘을 누르면 사진을 넣을 수 있어요"/>
          <p:cNvSpPr>
            <a:spLocks noGrp="1"/>
          </p:cNvSpPr>
          <p:nvPr>
            <p:ph type="pic" idx="18" sz="quarter"/>
          </p:nvPr>
        </p:nvSpPr>
        <p:spPr>
          <a:xfrm>
            <a:off x="8018068" y="4101084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73DFB6-07BF-44B5-9E8C-24A919F35CB7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VOW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서로에게 한마디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5DBE63-54A0-48B9-B912-57A35AD7C72A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MINT  ·  WEDDING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와 주셔서 고맙습니다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잘 살겠습니다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신랑 이름 ♥ 신부 이름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결혼식 슬라이드(소개 중심)">
  <a:themeElements>
    <a:clrScheme name="결혼식 슬라이드(소개 중심)">
      <a:dk1>
        <a:srgbClr val="374846"/>
      </a:dk1>
      <a:lt1>
        <a:srgbClr val="FBFCFC"/>
      </a:lt1>
      <a:dk2>
        <a:srgbClr val="22413D"/>
      </a:dk2>
      <a:lt2>
        <a:srgbClr val="F0F6F4"/>
      </a:lt2>
      <a:accent1>
        <a:srgbClr val="6E9C92"/>
      </a:accent1>
      <a:accent2>
        <a:srgbClr val="A2ADB3"/>
      </a:accent2>
      <a:accent3>
        <a:srgbClr val="465957"/>
      </a:accent3>
      <a:accent4>
        <a:srgbClr val="D6E4E0"/>
      </a:accent4>
      <a:accent5>
        <a:srgbClr val="BCC5C4"/>
      </a:accent5>
      <a:accent6>
        <a:srgbClr val="C5CED0"/>
      </a:accent6>
      <a:hlink>
        <a:srgbClr val="22413D"/>
      </a:hlink>
      <a:folHlink>
        <a:srgbClr val="465957"/>
      </a:folHlink>
    </a:clrScheme>
    <a:fontScheme name="결혼식 슬라이드(소개 중심)">
      <a:majorFont>
        <a:latin typeface="Tw Cen MT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결혼식 슬라이드(소개 중심)</dc:title>
  <dc:subject>결혼식 상영용 슬라이드 · 소개 중심</dc:subject>
  <dc:creator>우체국보험 상담 안내</dc:creator>
  <cp:keywords>결혼식,웨딩,PPT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