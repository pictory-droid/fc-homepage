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647A4D1-F66B-4662-B927-9A8C472B01EB}">
          <p14:sldIdLst>
            <p14:sldId id="256"/>
          </p14:sldIdLst>
        </p14:section>
        <p14:section name="본문" id="{2A775D4E-727A-4CB1-8F9A-DD14229A388C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EC4007C4-9156-41C4-A87E-6EC72B8221D2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16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233016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233016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16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5730096" y="891540"/>
            <a:ext cx="5608179" cy="5074920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  <a:effectLst>
            <a:outerShdw blurRad="330200" dist="101600" dir="5400000" algn="t" rotWithShape="0">
              <a:schemeClr val="tx2">
                <a:alpha val="14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5858112" y="1019556"/>
            <a:ext cx="5352147" cy="4818888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DAC00F4D-8B24-44E3-8A04-2B1DA3E68195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233016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233016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233016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6DADA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233016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1B9B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5730096" y="891540"/>
            <a:ext cx="5608179" cy="5074920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  <a:effectLst>
            <a:outerShdw blurRad="330200" dist="101600" dir="5400000" algn="t" rotWithShape="0">
              <a:schemeClr val="tx2">
                <a:alpha val="14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5858112" y="1019556"/>
            <a:ext cx="5352147" cy="4818888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2D04A5C4-F7CB-4868-92A6-15D66019535A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10DA4144-C0DE-4C66-B559-19ADF76BBB51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MINT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날을 잡고 청첩장을 보냅니다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272B5-97C9-46E7-9C4C-7DBF2A8562C4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두 사람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94AEEA-1A84-4EE3-AC5D-E1F3B432F8D1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닮은 점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다른 점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하고 싶은 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0B4EC0-A2DA-4068-BAA8-E530A935B7CE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신랑이 신부에게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신부가 신랑에게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F0EB95-3115-4027-8EA7-1A6EF811A21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78BD9-335F-4FCD-898D-BC14BF6F497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MINT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소개 중심)">
  <a:themeElements>
    <a:clrScheme name="결혼식 슬라이드(소개 중심)">
      <a:dk1>
        <a:srgbClr val="374846"/>
      </a:dk1>
      <a:lt1>
        <a:srgbClr val="FBFCFC"/>
      </a:lt1>
      <a:dk2>
        <a:srgbClr val="22413D"/>
      </a:dk2>
      <a:lt2>
        <a:srgbClr val="F0F6F4"/>
      </a:lt2>
      <a:accent1>
        <a:srgbClr val="6E9C92"/>
      </a:accent1>
      <a:accent2>
        <a:srgbClr val="A2ADB3"/>
      </a:accent2>
      <a:accent3>
        <a:srgbClr val="465957"/>
      </a:accent3>
      <a:accent4>
        <a:srgbClr val="D6E4E0"/>
      </a:accent4>
      <a:accent5>
        <a:srgbClr val="BCC5C4"/>
      </a:accent5>
      <a:accent6>
        <a:srgbClr val="C5CED0"/>
      </a:accent6>
      <a:hlink>
        <a:srgbClr val="22413D"/>
      </a:hlink>
      <a:folHlink>
        <a:srgbClr val="465957"/>
      </a:folHlink>
    </a:clrScheme>
    <a:fontScheme name="결혼식 슬라이드(소개 중심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>결혼식 상영용 슬라이드 · 소개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