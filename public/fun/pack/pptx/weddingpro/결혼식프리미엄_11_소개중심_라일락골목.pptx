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7D7C963-43FC-4073-9A46-38B3381D90A4}">
          <p14:sldIdLst>
            <p14:sldId id="256"/>
          </p14:sldIdLst>
        </p14:section>
        <p14:section name="본문" id="{9D277650-2596-408F-A624-9BB4A26D19D6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7345B6C-76B6-46B5-9361-C80B056AA6F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B21057DA-3E12-493E-AAA8-0A668123D074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6857817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443033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561045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5CF6F2EC-D5B3-4761-B27F-22C7B72F1F3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C65CA29-F818-4764-8CA1-C12F7DE2479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61696" y="5201107"/>
            <a:ext cx="468302" cy="542294"/>
            <a:chOff x="5861696" y="5201107"/>
            <a:chExt cx="468302" cy="542294"/>
          </a:xfrm>
        </p:grpSpPr>
        <p:sp>
          <p:nvSpPr>
            <p:cNvPr id="6" name="Oval 5"/>
            <p:cNvSpPr/>
            <p:nvPr/>
          </p:nvSpPr>
          <p:spPr>
            <a:xfrm>
              <a:off x="6002578" y="5201107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 rot="4320000">
              <a:off x="6143461" y="5303464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 rot="8640000">
              <a:off x="6089649" y="5469081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 rot="12960000">
              <a:off x="5915508" y="5469081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 rot="17280000">
              <a:off x="5861696" y="5303464"/>
              <a:ext cx="186537" cy="274320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6035497" y="5426049"/>
              <a:ext cx="120700" cy="120700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오래 만난 사이, 이제 같이 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5868-5975-4EA6-8E7F-605FB03EABCD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6553047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29402-C386-4F60-906D-038A26C7C832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닮은 점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다른 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B553D-588A-4D04-B11D-CE3A0E174945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신랑이 신부에게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신부가 신랑에게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B2B79-5957-496A-A07C-D4B774E2340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15654-FD8C-4461-BE59-EFD34A093D1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split orient="horz"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2B2724"/>
      </a:dk1>
      <a:lt1>
        <a:srgbClr val="FFFFFF"/>
      </a:lt1>
      <a:dk2>
        <a:srgbClr val="593A64"/>
      </a:dk2>
      <a:lt2>
        <a:srgbClr val="F0E4F9"/>
      </a:lt2>
      <a:accent1>
        <a:srgbClr val="AE73D8"/>
      </a:accent1>
      <a:accent2>
        <a:srgbClr val="C57CBF"/>
      </a:accent2>
      <a:accent3>
        <a:srgbClr val="402C4E"/>
      </a:accent3>
      <a:accent4>
        <a:srgbClr val="E2C7F4"/>
      </a:accent4>
      <a:accent5>
        <a:srgbClr val="E0A3BB"/>
      </a:accent5>
      <a:accent6>
        <a:srgbClr val="BCC8E6"/>
      </a:accent6>
      <a:hlink>
        <a:srgbClr val="593A64"/>
      </a:hlink>
      <a:folHlink>
        <a:srgbClr val="402C4E"/>
      </a:folHlink>
    </a:clrScheme>
    <a:fontScheme name="결혼식 슬라이드(소개 중심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