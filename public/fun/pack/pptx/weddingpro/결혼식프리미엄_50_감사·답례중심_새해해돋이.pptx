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775AB58-537E-45FA-8EB5-0178D7B757B0}">
          <p14:sldIdLst>
            <p14:sldId id="256"/>
          </p14:sldIdLst>
        </p14:section>
        <p14:section name="본문" id="{EDD19623-DCB4-441B-AE88-86C96DA2901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1193682-8BE7-4B3A-9E1B-FB55E9A830C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39815" y="1271016"/>
            <a:ext cx="512064" cy="201168"/>
            <a:chOff x="5839815" y="1271016"/>
            <a:chExt cx="512064" cy="201168"/>
          </a:xfrm>
        </p:grpSpPr>
        <p:sp>
          <p:nvSpPr>
            <p:cNvPr id="11" name="Isosceles Triangle 10"/>
            <p:cNvSpPr/>
            <p:nvPr/>
          </p:nvSpPr>
          <p:spPr>
            <a:xfrm rot="5400000">
              <a:off x="5839815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sosceles Triangle 11"/>
            <p:cNvSpPr/>
            <p:nvPr/>
          </p:nvSpPr>
          <p:spPr>
            <a:xfrm rot="16200000">
              <a:off x="6123279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050127" y="1325880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403CC10-5112-4F7F-9C12-8D4ADE46C904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52297" y="6330391"/>
            <a:ext cx="358445" cy="140817"/>
            <a:chOff x="552297" y="6330391"/>
            <a:chExt cx="358445" cy="140817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52297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750722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280952" y="6330391"/>
            <a:ext cx="358445" cy="140817"/>
            <a:chOff x="11280952" y="6330391"/>
            <a:chExt cx="358445" cy="140817"/>
          </a:xfrm>
        </p:grpSpPr>
        <p:sp>
          <p:nvSpPr>
            <p:cNvPr id="8" name="Isosceles Triangle 7"/>
            <p:cNvSpPr/>
            <p:nvPr/>
          </p:nvSpPr>
          <p:spPr>
            <a:xfrm rot="5400000">
              <a:off x="11280952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16200000">
              <a:off x="11479377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428171" y="63687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0484857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39815" y="1271016"/>
            <a:ext cx="512064" cy="201168"/>
            <a:chOff x="5839815" y="1271016"/>
            <a:chExt cx="512064" cy="201168"/>
          </a:xfrm>
        </p:grpSpPr>
        <p:sp>
          <p:nvSpPr>
            <p:cNvPr id="11" name="Isosceles Triangle 10"/>
            <p:cNvSpPr/>
            <p:nvPr/>
          </p:nvSpPr>
          <p:spPr>
            <a:xfrm rot="5400000">
              <a:off x="5839815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sosceles Triangle 11"/>
            <p:cNvSpPr/>
            <p:nvPr/>
          </p:nvSpPr>
          <p:spPr>
            <a:xfrm rot="16200000">
              <a:off x="6123279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050127" y="1325880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C69CB9C-2BE4-4AF8-901B-A5F3EDDA4BB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52297" y="6330391"/>
            <a:ext cx="358445" cy="140817"/>
            <a:chOff x="552297" y="6330391"/>
            <a:chExt cx="358445" cy="140817"/>
          </a:xfrm>
        </p:grpSpPr>
        <p:sp>
          <p:nvSpPr>
            <p:cNvPr id="4" name="Isosceles Triangle 3"/>
            <p:cNvSpPr/>
            <p:nvPr/>
          </p:nvSpPr>
          <p:spPr>
            <a:xfrm rot="5400000">
              <a:off x="552297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Isosceles Triangle 4"/>
            <p:cNvSpPr/>
            <p:nvPr/>
          </p:nvSpPr>
          <p:spPr>
            <a:xfrm rot="16200000">
              <a:off x="750722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699516" y="63687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테마 장식"/>
          <p:cNvGrpSpPr/>
          <p:nvPr/>
        </p:nvGrpSpPr>
        <p:grpSpPr>
          <a:xfrm>
            <a:off x="11280952" y="6330391"/>
            <a:ext cx="358445" cy="140817"/>
            <a:chOff x="11280952" y="6330391"/>
            <a:chExt cx="358445" cy="140817"/>
          </a:xfrm>
        </p:grpSpPr>
        <p:sp>
          <p:nvSpPr>
            <p:cNvPr id="8" name="Isosceles Triangle 7"/>
            <p:cNvSpPr/>
            <p:nvPr/>
          </p:nvSpPr>
          <p:spPr>
            <a:xfrm rot="5400000">
              <a:off x="11280952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Isosceles Triangle 8"/>
            <p:cNvSpPr/>
            <p:nvPr/>
          </p:nvSpPr>
          <p:spPr>
            <a:xfrm rot="16200000">
              <a:off x="11479377" y="6330391"/>
              <a:ext cx="160020" cy="140817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11428171" y="6368796"/>
              <a:ext cx="64007" cy="640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13CCD90-BA50-4125-954D-3FBF672DE96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6" name="Isosceles Triangle 5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신혼여행 다녀와서 인사드리겠습니다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202C0-FD12-4EF9-B8C2-2258C3740057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A8CB6-C14C-433C-8B61-7AE2B776CD70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18DA-E909-4206-84B3-30C7E80CF9F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6BB16-DA06-47A7-A7BD-BB96EBDC95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814F2-2B20-4F91-89EC-786A70B6D63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64523A"/>
      </a:dk2>
      <a:lt2>
        <a:srgbClr val="F7F0EB"/>
      </a:lt2>
      <a:accent1>
        <a:srgbClr val="CCA489"/>
      </a:accent1>
      <a:accent2>
        <a:srgbClr val="BDB88F"/>
      </a:accent2>
      <a:accent3>
        <a:srgbClr val="4E3A2C"/>
      </a:accent3>
      <a:accent4>
        <a:srgbClr val="EEDBCE"/>
      </a:accent4>
      <a:accent5>
        <a:srgbClr val="C6E0A3"/>
      </a:accent5>
      <a:accent6>
        <a:srgbClr val="E6BCD0"/>
      </a:accent6>
      <a:hlink>
        <a:srgbClr val="64523A"/>
      </a:hlink>
      <a:folHlink>
        <a:srgbClr val="4E3A2C"/>
      </a:folHlink>
    </a:clrScheme>
    <a:fontScheme name="결혼식 슬라이드(감사·답례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