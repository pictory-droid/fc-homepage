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A2AF3E7-F3C4-46C8-A310-9140C99BD7AC}">
          <p14:sldIdLst>
            <p14:sldId id="256"/>
          </p14:sldIdLst>
        </p14:section>
        <p14:section name="본문" id="{E305B707-DB36-48A0-A99E-4E99D1BC5871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E86D33DC-ED22-4388-9675-BA1EF41ABAA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E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9C0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7939835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104427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CAC9FE52-B4D3-496B-B742-802CC287864B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7939835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104427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A790ABFA-F1C2-4C5B-8C84-F1B94F3772E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8F2CE58B-A142-4C3F-8AD7-52D72A69B6D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SKY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정성껏 올립니다, 편하게 와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05E20-143F-4A6B-84F2-F439D326374A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7EA40-65E1-407D-AA45-E7BBE5C86D03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닮은 점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다른 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F436-2D68-4E62-926D-9FC81BD68E2D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신랑이 신부에게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신부가 신랑에게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DC709-73DF-4C06-8C66-E4538B32F19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94451-653C-4D25-9F70-960EFC218C8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SKY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SKY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373F48"/>
      </a:dk1>
      <a:lt1>
        <a:srgbClr val="FCFDFE"/>
      </a:lt1>
      <a:dk2>
        <a:srgbClr val="27405F"/>
      </a:dk2>
      <a:lt2>
        <a:srgbClr val="F4F8FC"/>
      </a:lt2>
      <a:accent1>
        <a:srgbClr val="7FA6D2"/>
      </a:accent1>
      <a:accent2>
        <a:srgbClr val="E3B8C5"/>
      </a:accent2>
      <a:accent3>
        <a:srgbClr val="59697C"/>
      </a:accent3>
      <a:accent4>
        <a:srgbClr val="DDE8F4"/>
      </a:accent4>
      <a:accent5>
        <a:srgbClr val="BCC8D6"/>
      </a:accent5>
      <a:accent6>
        <a:srgbClr val="EBD5DE"/>
      </a:accent6>
      <a:hlink>
        <a:srgbClr val="27405F"/>
      </a:hlink>
      <a:folHlink>
        <a:srgbClr val="59697C"/>
      </a:folHlink>
    </a:clrScheme>
    <a:fontScheme name="결혼식 슬라이드(소개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