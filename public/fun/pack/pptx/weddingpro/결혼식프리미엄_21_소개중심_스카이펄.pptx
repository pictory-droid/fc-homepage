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40FBEDC-B5CD-4AA1-B01F-40536AB229EA}">
          <p14:sldIdLst>
            <p14:sldId id="256"/>
          </p14:sldIdLst>
        </p14:section>
        <p14:section name="본문" id="{83444616-01EE-4708-847D-24E8B61D150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ECA2B73-3BCC-455B-A24E-A7AFA784C87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E1E972AD-7EC8-45CB-B380-33914BA733F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266843E7-D746-4E89-A2C9-C8F9FC6CA84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0A387B6E-F5CE-405A-82B3-C90B6E12C8C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SKY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한여름에 올립니다, 시원하게 와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98DD8-C3F5-48AC-92E6-F6D75CCDF433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CE04-FB5F-4944-AE69-F578005884F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0AFC-C3C8-44B7-ADCD-FD31BF86237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54BD0-866F-4438-B797-739308AF056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1CDC3-1C23-4CD4-879C-8C4D348CA8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SKY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결혼식 슬라이드(소개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