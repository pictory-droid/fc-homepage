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27C98E66-D391-4B76-B903-88E5567FF007}">
          <p14:sldIdLst>
            <p14:sldId id="256"/>
          </p14:sldIdLst>
        </p14:section>
        <p14:section name="본문" id="{A6E03A94-BDD2-4291-92B4-E4CD40B67D40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5C40E87B-8F74-4D4C-9E5F-2144C52A9C2B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자리에 두 사람의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서로에게 하고 싶은 말을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dotGrid">
          <a:fgClr>
            <a:schemeClr val="bg1"/>
          </a:fgClr>
          <a:bgClr>
            <a:schemeClr val="accent3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975335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rgbClr val="FBF7ED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B8B5AF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84827E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유리판 1"/>
          <p:cNvSpPr/>
          <p:nvPr/>
        </p:nvSpPr>
        <p:spPr>
          <a:xfrm rot="21000000">
            <a:off x="6979688" y="1463039"/>
            <a:ext cx="3291840" cy="4206240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유리판 2"/>
          <p:cNvSpPr/>
          <p:nvPr/>
        </p:nvSpPr>
        <p:spPr>
          <a:xfrm rot="360000">
            <a:off x="7619768" y="1188719"/>
            <a:ext cx="3291840" cy="4206240"/>
          </a:xfrm>
          <a:prstGeom prst="rect">
            <a:avLst/>
          </a:prstGeom>
          <a:solidFill>
            <a:schemeClr val="accent2">
              <a:alpha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유리판 3"/>
          <p:cNvSpPr/>
          <p:nvPr/>
        </p:nvSpPr>
        <p:spPr>
          <a:xfrm rot="21420000">
            <a:off x="8076968" y="868679"/>
            <a:ext cx="3291840" cy="420624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>
            <a:noFill/>
          </a:ln>
          <a:effectLst>
            <a:outerShdw blurRad="177800" dist="38100" dir="5400000" algn="t" rotWithShape="0">
              <a:srgbClr val="000000">
                <a:alpha val="27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5" name="바깥 선"/>
          <p:cNvSpPr/>
          <p:nvPr/>
        </p:nvSpPr>
        <p:spPr>
          <a:xfrm rot="21420000">
            <a:off x="7391168" y="960119"/>
            <a:ext cx="3749039" cy="4663440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포인트 고리"/>
          <p:cNvSpPr/>
          <p:nvPr/>
        </p:nvSpPr>
        <p:spPr>
          <a:xfrm>
            <a:off x="9869192" y="1645919"/>
            <a:ext cx="768096" cy="768096"/>
          </a:xfrm>
          <a:prstGeom prst="ellipse">
            <a:avLst/>
          </a:prstGeom>
          <a:noFill/>
          <a:ln w="19050">
            <a:solidFill>
              <a:srgbClr val="FBF7ED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dotGrid">
          <a:fgClr>
            <a:schemeClr val="bg1"/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40080"/>
            <a:ext cx="110944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291072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AF5E942B-035A-4820-A899-512B5EF06E6A}" type="slidenum">
              <a:rPr lang="en-US"/>
              <a:t>‹#›</a:t>
            </a:fld>
          </a:p>
        </p:txBody>
      </p:sp>
      <p:cxnSp>
        <p:nvCxnSpPr>
          <p:cNvPr id="2" name="Connector 1"/>
          <p:cNvCxnSpPr/>
          <p:nvPr/>
        </p:nvCxnSpPr>
        <p:spPr>
          <a:xfrm>
            <a:off x="4907127" y="1444752"/>
            <a:ext cx="23774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4907127" y="1499616"/>
            <a:ext cx="23774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4" name="Diamond 3"/>
          <p:cNvSpPr/>
          <p:nvPr/>
        </p:nvSpPr>
        <p:spPr>
          <a:xfrm>
            <a:off x="6031839" y="1408176"/>
            <a:ext cx="128016" cy="12801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998567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6461607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975335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rgbClr val="FBF7ED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B8B5AF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84827E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유리판 1"/>
          <p:cNvSpPr/>
          <p:nvPr/>
        </p:nvSpPr>
        <p:spPr>
          <a:xfrm rot="21000000">
            <a:off x="6979688" y="1463039"/>
            <a:ext cx="3291840" cy="4206240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유리판 2"/>
          <p:cNvSpPr/>
          <p:nvPr/>
        </p:nvSpPr>
        <p:spPr>
          <a:xfrm rot="360000">
            <a:off x="7619768" y="1188719"/>
            <a:ext cx="3291840" cy="4206240"/>
          </a:xfrm>
          <a:prstGeom prst="rect">
            <a:avLst/>
          </a:prstGeom>
          <a:solidFill>
            <a:schemeClr val="accent2">
              <a:alpha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유리판 3"/>
          <p:cNvSpPr/>
          <p:nvPr/>
        </p:nvSpPr>
        <p:spPr>
          <a:xfrm rot="21420000">
            <a:off x="8076968" y="868679"/>
            <a:ext cx="3291840" cy="420624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>
            <a:noFill/>
          </a:ln>
          <a:effectLst>
            <a:outerShdw blurRad="177800" dist="38100" dir="5400000" algn="t" rotWithShape="0">
              <a:srgbClr val="000000">
                <a:alpha val="27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5" name="바깥 선"/>
          <p:cNvSpPr/>
          <p:nvPr/>
        </p:nvSpPr>
        <p:spPr>
          <a:xfrm rot="21420000">
            <a:off x="7391168" y="960119"/>
            <a:ext cx="3749039" cy="4663440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포인트 고리"/>
          <p:cNvSpPr/>
          <p:nvPr/>
        </p:nvSpPr>
        <p:spPr>
          <a:xfrm>
            <a:off x="9869192" y="1645919"/>
            <a:ext cx="768096" cy="768096"/>
          </a:xfrm>
          <a:prstGeom prst="ellipse">
            <a:avLst/>
          </a:prstGeom>
          <a:noFill/>
          <a:ln w="19050">
            <a:solidFill>
              <a:srgbClr val="FBF7ED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dotGrid">
          <a:fgClr>
            <a:schemeClr val="bg1"/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40080"/>
            <a:ext cx="110944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291072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94F7DE5B-58E0-44DA-A691-9052715CAA9C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4907127" y="1444752"/>
            <a:ext cx="23774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4907127" y="1499616"/>
            <a:ext cx="23774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4" name="Diamond 3"/>
          <p:cNvSpPr/>
          <p:nvPr/>
        </p:nvSpPr>
        <p:spPr>
          <a:xfrm>
            <a:off x="6031839" y="1408176"/>
            <a:ext cx="128016" cy="12801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998567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6461607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dotGrid">
          <a:fgClr>
            <a:schemeClr val="bg1"/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291072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C9258D17-FC3C-47BC-89F4-8FF22F59772C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4998567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6461607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grpSp>
        <p:nvGrpSpPr>
          <p:cNvPr id="4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5" name="Diamond 4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6" name="Connector 5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8" name="Connector 7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9" name="Diamond 8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ONYX  ·  WEDDING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저희 결혼합니다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사진은 정리되는 대로 보내 드리겠습니다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  <a:p>
            <a:r>
              <a:rPr lang="ko-KR"/>
              <a:t>0000. 00. 00 · 예식장 이름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GROOM &amp; BRIDE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신랑 · 신부 소개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2099233" y="2057400"/>
            <a:ext cx="2171700" cy="2171700"/>
          </a:xfrm>
          <a:prstGeom prst="rect">
            <a:avLst/>
          </a:prstGeom>
          <a:solidFill>
            <a:schemeClr val="accent1">
              <a:lumMod val="25000"/>
              <a:lumOff val="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2099233" y="2057400"/>
            <a:ext cx="2171700" cy="2171700"/>
          </a:xfrm>
          <a:prstGeom prst="rect">
            <a:avLst/>
          </a:prstGeom>
        </p:spPr>
      </p:sp>
      <p:sp>
        <p:nvSpPr>
          <p:cNvPr id="18" name="사진 바탕 2"/>
          <p:cNvSpPr/>
          <p:nvPr/>
        </p:nvSpPr>
        <p:spPr>
          <a:xfrm>
            <a:off x="7920761" y="2057400"/>
            <a:ext cx="2171700" cy="2171700"/>
          </a:xfrm>
          <a:prstGeom prst="rect">
            <a:avLst/>
          </a:prstGeom>
          <a:solidFill>
            <a:schemeClr val="accent1">
              <a:lumMod val="25000"/>
              <a:lumOff val="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7920761" y="2057400"/>
            <a:ext cx="2171700" cy="2171700"/>
          </a:xfrm>
          <a:prstGeom prst="rect">
            <a:avLst/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41416-21D3-411A-A6EB-85AFDB392CF1}" type="slidenum">
              <a:rPr lang="en-US"/>
              <a:t>‹#›</a:t>
            </a:fld>
            <a:endParaRPr lang="en-US"/>
          </a:p>
        </p:txBody>
      </p:sp>
      <p:sp>
        <p:nvSpPr>
          <p:cNvPr id="13" name="신랑 카드"/>
          <p:cNvSpPr/>
          <p:nvPr/>
        </p:nvSpPr>
        <p:spPr>
          <a:xfrm>
            <a:off x="731520" y="1828800"/>
            <a:ext cx="4907127" cy="4274820"/>
          </a:xfrm>
          <a:prstGeom prst="rect">
            <a:avLst/>
          </a:prstGeom>
          <a:solidFill>
            <a:schemeClr val="bg1">
              <a:alpha val="70000"/>
            </a:schemeClr>
          </a:solidFill>
          <a:ln w="9525">
            <a:solidFill>
              <a:schemeClr val="accent5">
                <a:alpha val="80000"/>
              </a:schemeClr>
            </a:solidFill>
          </a:ln>
          <a:effectLst>
            <a:outerShdw blurRad="177800" dist="38100" dir="5400000" algn="t" rotWithShape="0">
              <a:srgbClr val="000000">
                <a:alpha val="27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" name="신랑 이름"/>
          <p:cNvSpPr txBox="1"/>
          <p:nvPr/>
        </p:nvSpPr>
        <p:spPr>
          <a:xfrm>
            <a:off x="731520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신랑</a:t>
            </a:r>
          </a:p>
        </p:txBody>
      </p:sp>
      <p:sp>
        <p:nvSpPr>
          <p:cNvPr id="16" name="신랑 소개"/>
          <p:cNvSpPr txBox="1"/>
          <p:nvPr/>
        </p:nvSpPr>
        <p:spPr>
          <a:xfrm>
            <a:off x="822960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신부에게 한마디</a:t>
            </a:r>
          </a:p>
        </p:txBody>
      </p:sp>
      <p:sp>
        <p:nvSpPr>
          <p:cNvPr id="17" name="신부 카드"/>
          <p:cNvSpPr/>
          <p:nvPr/>
        </p:nvSpPr>
        <p:spPr>
          <a:xfrm>
            <a:off x="6553047" y="1828800"/>
            <a:ext cx="4907127" cy="4274820"/>
          </a:xfrm>
          <a:prstGeom prst="rect">
            <a:avLst/>
          </a:prstGeom>
          <a:solidFill>
            <a:schemeClr val="bg1">
              <a:alpha val="70000"/>
            </a:schemeClr>
          </a:solidFill>
          <a:ln w="9525">
            <a:solidFill>
              <a:schemeClr val="accent5">
                <a:alpha val="80000"/>
              </a:schemeClr>
            </a:solidFill>
          </a:ln>
          <a:effectLst>
            <a:outerShdw blurRad="177800" dist="38100" dir="5400000" algn="t" rotWithShape="0">
              <a:srgbClr val="000000">
                <a:alpha val="27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9" name="신부 이름"/>
          <p:cNvSpPr txBox="1"/>
          <p:nvPr/>
        </p:nvSpPr>
        <p:spPr>
          <a:xfrm>
            <a:off x="6553047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신부</a:t>
            </a:r>
          </a:p>
        </p:txBody>
      </p:sp>
      <p:sp>
        <p:nvSpPr>
          <p:cNvPr id="20" name="신부 소개"/>
          <p:cNvSpPr txBox="1"/>
          <p:nvPr/>
        </p:nvSpPr>
        <p:spPr>
          <a:xfrm>
            <a:off x="6644487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신랑에게 한마디</a:t>
            </a:r>
          </a:p>
        </p:txBody>
      </p:sp>
    </p:spTree>
  </p:cSld>
  <p:clrMapOvr>
    <a:masterClrMapping/>
  </p:clrMapOvr>
  <p:transition spd="med">
    <p:split orient="horz" dir="out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감사의 말씀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14545-34FF-4B21-B700-3F8C125DD28B}" type="slidenum">
              <a:rPr lang="en-US"/>
              <a:t>‹#›</a:t>
            </a:fld>
            <a:endParaRPr lang="en-US"/>
          </a:p>
        </p:txBody>
      </p:sp>
      <p:grpSp>
        <p:nvGrpSpPr>
          <p:cNvPr id="5" name="감사 글 칸"/>
          <p:cNvGrpSpPr/>
          <p:nvPr/>
        </p:nvGrpSpPr>
        <p:grpSpPr>
          <a:xfrm>
            <a:off x="731520" y="1828800"/>
            <a:ext cx="10728655" cy="4343400"/>
            <a:chOff x="731520" y="1828800"/>
            <a:chExt cx="10728655" cy="4343400"/>
          </a:xfrm>
        </p:grpSpPr>
        <p:sp>
          <p:nvSpPr>
            <p:cNvPr id="6" name="감사 글 칸"/>
            <p:cNvSpPr/>
            <p:nvPr/>
          </p:nvSpPr>
          <p:spPr>
            <a:xfrm>
              <a:off x="731520" y="1828800"/>
              <a:ext cx="10728655" cy="434340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 w="9525">
              <a:solidFill>
                <a:schemeClr val="accent5">
                  <a:alpha val="80000"/>
                </a:schemeClr>
              </a:solidFill>
            </a:ln>
            <a:effectLst>
              <a:outerShdw blurRad="177800" dist="38100" dir="5400000" algn="t" rotWithShape="0">
                <a:srgbClr val="000000">
                  <a:alpha val="27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감사 글"/>
            <p:cNvSpPr txBox="1"/>
            <p:nvPr/>
          </p:nvSpPr>
          <p:spPr>
            <a:xfrm>
              <a:off x="1280160" y="2194560"/>
              <a:ext cx="9631375" cy="36118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바쁘신 중에 와 주셔서 고맙습니다.</a:t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/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보내 주신 마음 잊지 않고</a:t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잘 살겠습니다.</a:t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/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신랑 · 신부 드림</a:t>
              </a:r>
            </a:p>
          </p:txBody>
        </p:sp>
      </p:grpSp>
    </p:spTree>
  </p:cSld>
  <p:clrMapOvr>
    <a:masterClrMapping/>
  </p:clrMapOvr>
  <p:transition spd="med">
    <p:split orient="horz" dir="ou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GUIDE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답례 안내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D9F4B-0210-48E0-9B83-FC82A226C000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566160"/>
            <a:chOff x="731520" y="1828800"/>
            <a:chExt cx="3393338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56616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 w="9525">
              <a:solidFill>
                <a:schemeClr val="accent5">
                  <a:alpha val="80000"/>
                </a:schemeClr>
              </a:solidFill>
            </a:ln>
            <a:effectLst>
              <a:outerShdw blurRad="177800" dist="38100" dir="5400000" algn="t" rotWithShape="0">
                <a:srgbClr val="000000">
                  <a:alpha val="27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답례품</a:t>
              </a:r>
            </a:p>
          </p:txBody>
        </p:sp>
        <p:cxnSp>
          <p:nvCxnSpPr>
            <p:cNvPr id="9" name="구분선"/>
            <p:cNvCxnSpPr/>
            <p:nvPr/>
          </p:nvCxnSpPr>
          <p:spPr>
            <a:xfrm>
              <a:off x="960120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0" name="카드 내용"/>
            <p:cNvSpPr txBox="1"/>
            <p:nvPr/>
          </p:nvSpPr>
          <p:spPr>
            <a:xfrm>
              <a:off x="914400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4399178" y="1828800"/>
            <a:ext cx="3393338" cy="3566160"/>
            <a:chOff x="4399178" y="1828800"/>
            <a:chExt cx="3393338" cy="3566160"/>
          </a:xfrm>
        </p:grpSpPr>
        <p:sp>
          <p:nvSpPr>
            <p:cNvPr id="12" name="카드 바탕"/>
            <p:cNvSpPr/>
            <p:nvPr/>
          </p:nvSpPr>
          <p:spPr>
            <a:xfrm>
              <a:off x="4399178" y="1828800"/>
              <a:ext cx="3393338" cy="356616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 w="9525">
              <a:solidFill>
                <a:schemeClr val="accent5">
                  <a:alpha val="80000"/>
                </a:schemeClr>
              </a:solidFill>
            </a:ln>
            <a:effectLst>
              <a:outerShdw blurRad="177800" dist="38100" dir="5400000" algn="t" rotWithShape="0">
                <a:srgbClr val="000000">
                  <a:alpha val="27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번호 2"/>
            <p:cNvSpPr/>
            <p:nvPr/>
          </p:nvSpPr>
          <p:spPr>
            <a:xfrm>
              <a:off x="4627778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2</a:t>
              </a:r>
            </a:p>
          </p:txBody>
        </p:sp>
        <p:sp>
          <p:nvSpPr>
            <p:cNvPr id="14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방명록</a:t>
              </a:r>
            </a:p>
          </p:txBody>
        </p:sp>
        <p:cxnSp>
          <p:nvCxnSpPr>
            <p:cNvPr id="15" name="구분선"/>
            <p:cNvCxnSpPr/>
            <p:nvPr/>
          </p:nvCxnSpPr>
          <p:spPr>
            <a:xfrm>
              <a:off x="4627778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6" name="카드 내용"/>
            <p:cNvSpPr txBox="1"/>
            <p:nvPr/>
          </p:nvSpPr>
          <p:spPr>
            <a:xfrm>
              <a:off x="4582058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8066836" y="1828800"/>
            <a:ext cx="3393338" cy="3566160"/>
            <a:chOff x="8066836" y="1828800"/>
            <a:chExt cx="3393338" cy="3566160"/>
          </a:xfrm>
        </p:grpSpPr>
        <p:sp>
          <p:nvSpPr>
            <p:cNvPr id="18" name="카드 바탕"/>
            <p:cNvSpPr/>
            <p:nvPr/>
          </p:nvSpPr>
          <p:spPr>
            <a:xfrm>
              <a:off x="8066836" y="1828800"/>
              <a:ext cx="3393338" cy="356616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 w="9525">
              <a:solidFill>
                <a:schemeClr val="accent5">
                  <a:alpha val="80000"/>
                </a:schemeClr>
              </a:solidFill>
            </a:ln>
            <a:effectLst>
              <a:outerShdw blurRad="177800" dist="38100" dir="5400000" algn="t" rotWithShape="0">
                <a:srgbClr val="000000">
                  <a:alpha val="27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번호 3"/>
            <p:cNvSpPr/>
            <p:nvPr/>
          </p:nvSpPr>
          <p:spPr>
            <a:xfrm>
              <a:off x="8295436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3</a:t>
              </a:r>
            </a:p>
          </p:txBody>
        </p:sp>
        <p:sp>
          <p:nvSpPr>
            <p:cNvPr id="20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사진 · 영상</a:t>
              </a:r>
            </a:p>
          </p:txBody>
        </p:sp>
        <p:cxnSp>
          <p:nvCxnSpPr>
            <p:cNvPr id="21" name="구분선"/>
            <p:cNvCxnSpPr/>
            <p:nvPr/>
          </p:nvCxnSpPr>
          <p:spPr>
            <a:xfrm>
              <a:off x="8295436" y="3364991"/>
              <a:ext cx="293613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2" name="카드 내용"/>
            <p:cNvSpPr txBox="1"/>
            <p:nvPr/>
          </p:nvSpPr>
          <p:spPr>
            <a:xfrm>
              <a:off x="8249716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</p:spTree>
  </p:cSld>
  <p:clrMapOvr>
    <a:masterClrMapping/>
  </p:clrMapOvr>
  <p:transition spd="med">
    <p:split orient="horz" dir="ou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GALLERY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웨딩 사진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8FCDA-23B0-4368-B7ED-5EEC3628D3A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split orient="horz" dir="out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VOW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서로에게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811F6-D899-4177-A3A0-5854192845A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split orient="horz" dir="out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ONYX  ·  WEDDING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잘 살겠습니다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결혼식 슬라이드(감사·답례 중심)">
  <a:themeElements>
    <a:clrScheme name="결혼식 슬라이드(감사·답례 중심)">
      <a:dk1>
        <a:srgbClr val="FBF7ED"/>
      </a:dk1>
      <a:lt1>
        <a:srgbClr val="18181B"/>
      </a:lt1>
      <a:dk2>
        <a:srgbClr val="F0E3BD"/>
      </a:dk2>
      <a:lt2>
        <a:srgbClr val="0D0D0F"/>
      </a:lt2>
      <a:accent1>
        <a:srgbClr val="D4AF5A"/>
      </a:accent1>
      <a:accent2>
        <a:srgbClr val="8C8C92"/>
      </a:accent2>
      <a:accent3>
        <a:srgbClr val="080809"/>
      </a:accent3>
      <a:accent4>
        <a:srgbClr val="25252A"/>
      </a:accent4>
      <a:accent5>
        <a:srgbClr val="E0C070"/>
      </a:accent5>
      <a:accent6>
        <a:srgbClr val="66666B"/>
      </a:accent6>
      <a:hlink>
        <a:srgbClr val="F0E3BD"/>
      </a:hlink>
      <a:folHlink>
        <a:srgbClr val="080809"/>
      </a:folHlink>
    </a:clrScheme>
    <a:fontScheme name="결혼식 슬라이드(감사·답례 중심)">
      <a:majorFont>
        <a:latin typeface="Palatino Linotype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슬라이드(감사·답례 중심)</dc:title>
  <dc:subject>결혼식 상영용 슬라이드 · 감사·답례 중심</dc:subject>
  <dc:creator>우체국보험 상담 안내</dc:creator>
  <cp:keywords>결혼식,웨딩,PPT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