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4CB9EBDD-6BC8-4209-850D-33EF5DD5A1D8}">
          <p14:sldIdLst>
            <p14:sldId id="256"/>
          </p14:sldIdLst>
        </p14:section>
        <p14:section name="본문" id="{8B80AEA7-FD42-47A0-B058-2A99FA85521C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44A5174B-5C97-4D8F-B7D9-A32623D716BE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BF7ED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8B5A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27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979688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7619768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8076968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7391168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9869192" y="1645919"/>
            <a:ext cx="768096" cy="768096"/>
          </a:xfrm>
          <a:prstGeom prst="ellipse">
            <a:avLst/>
          </a:prstGeom>
          <a:noFill/>
          <a:ln w="19050">
            <a:solidFill>
              <a:srgbClr val="FBF7ED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688AB686-DB18-4836-ACF9-A7F8AF2595B4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BF7ED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8B5A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27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979688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7619768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8076968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7391168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9869192" y="1645919"/>
            <a:ext cx="768096" cy="768096"/>
          </a:xfrm>
          <a:prstGeom prst="ellipse">
            <a:avLst/>
          </a:prstGeom>
          <a:noFill/>
          <a:ln w="19050">
            <a:solidFill>
              <a:srgbClr val="FBF7ED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C5349AC1-D2C0-4DE4-9D6C-3D74E61B2F58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DFBC6DE0-8C95-4B14-A0E1-5D65ADB464EF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ONYX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사진은 정리되는 대로 보내 드리겠습니다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099233" y="2057400"/>
            <a:ext cx="2171700" cy="2171700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99233" y="2057400"/>
            <a:ext cx="2171700" cy="2171700"/>
          </a:xfrm>
          <a:prstGeom prst="rect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7920761" y="2057400"/>
            <a:ext cx="2171700" cy="2171700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920761" y="2057400"/>
            <a:ext cx="2171700" cy="2171700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AC08F-2295-481F-BE68-90F5F11D1478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>
              <a:alpha val="70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6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신부에게 한마디</a:t>
            </a:r>
          </a:p>
        </p:txBody>
      </p:sp>
      <p:sp>
        <p:nvSpPr>
          <p:cNvPr id="17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>
              <a:alpha val="70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0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감사의 말씀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9B66-9A99-4B31-8DA2-1904414DAFBD}" type="slidenum">
              <a:rPr lang="en-US"/>
              <a:t>‹#›</a:t>
            </a:fld>
            <a:endParaRPr lang="en-US"/>
          </a:p>
        </p:txBody>
      </p:sp>
      <p:grpSp>
        <p:nvGrpSpPr>
          <p:cNvPr id="5" name="감사 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감사 글 칸"/>
            <p:cNvSpPr/>
            <p:nvPr/>
          </p:nvSpPr>
          <p:spPr>
            <a:xfrm>
              <a:off x="731520" y="1828800"/>
              <a:ext cx="10728655" cy="434340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감사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바쁘신 중에 와 주셔서 고맙습니다.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보내 주신 마음 잊지 않고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잘 살겠습니다.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신랑 · 신부 드림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답례 안내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68ABD-6915-47A7-820C-BCFA6DD48254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답례품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방명록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사진 · 영상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7ED6C7-AC7F-43B4-8427-0F7B70E0229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B0EBE-4D8F-45B3-B4F5-27D414701B7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ONYX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감사·답례 중심)">
  <a:themeElements>
    <a:clrScheme name="결혼식 슬라이드(감사·답례 중심)">
      <a:dk1>
        <a:srgbClr val="FBF7ED"/>
      </a:dk1>
      <a:lt1>
        <a:srgbClr val="18181B"/>
      </a:lt1>
      <a:dk2>
        <a:srgbClr val="F0E3BD"/>
      </a:dk2>
      <a:lt2>
        <a:srgbClr val="0D0D0F"/>
      </a:lt2>
      <a:accent1>
        <a:srgbClr val="D4AF5A"/>
      </a:accent1>
      <a:accent2>
        <a:srgbClr val="8C8C92"/>
      </a:accent2>
      <a:accent3>
        <a:srgbClr val="080809"/>
      </a:accent3>
      <a:accent4>
        <a:srgbClr val="25252A"/>
      </a:accent4>
      <a:accent5>
        <a:srgbClr val="E0C070"/>
      </a:accent5>
      <a:accent6>
        <a:srgbClr val="66666B"/>
      </a:accent6>
      <a:hlink>
        <a:srgbClr val="F0E3BD"/>
      </a:hlink>
      <a:folHlink>
        <a:srgbClr val="080809"/>
      </a:folHlink>
    </a:clrScheme>
    <a:fontScheme name="결혼식 슬라이드(감사·답례 중심)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슬라이드(감사·답례 중심)</dc:title>
  <dc:subject>결혼식 상영용 슬라이드 · 감사·답례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