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6CCBA60B-4D18-410E-AC32-0C07CD2E5944}">
          <p14:sldIdLst>
            <p14:sldId id="256"/>
          </p14:sldIdLst>
        </p14:section>
        <p14:section name="본문" id="{4B064266-816B-4A1E-9EC4-A61EF406BB1F}">
          <p14:sldIdLst>
            <p14:sldId id="257"/>
            <p14:sldId id="258"/>
            <p14:sldId id="259"/>
            <p14:sldId id="260"/>
            <p14:sldId id="261"/>
          </p14:sldIdLst>
        </p14:section>
        <p14:section name="마무리" id="{68E5A8EB-978B-4ABD-81AE-F7C290A17A19}">
          <p14:sldIdLst>
            <p14:sldId id="262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자리에 두 사람의 사진을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자리를 눌러 사진을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서로에게 하고 싶은 말을 적어 보세요.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글은 눌러서 바로 고치세요. 사진 자리는 가운데 아이콘을 누르면 사진을 넣을 수 있어요.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사진"/>
          <p:cNvSpPr>
            <a:spLocks noGrp="1"/>
          </p:cNvSpPr>
          <p:nvPr>
            <p:ph type="pic" sz="quarter" idx="13"/>
          </p:nvPr>
        </p:nvSpPr>
        <p:spPr>
          <a:xfrm>
            <a:off x="1347185" y="813816"/>
            <a:ext cx="3401476" cy="5230368"/>
          </a:xfrm>
          <a:prstGeom prst="round2SameRect">
            <a:avLst>
              <a:gd name="adj1" fmla="val 50000"/>
              <a:gd name="adj2" fmla="val 0"/>
            </a:avLst>
          </a:prstGeo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사진을 넣으려면 아이콘을 누르세요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6095847" y="1645920"/>
            <a:ext cx="5120511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제목"/>
          <p:cNvSpPr>
            <a:spLocks noGrp="1"/>
          </p:cNvSpPr>
          <p:nvPr>
            <p:ph type="ctrTitle"/>
          </p:nvPr>
        </p:nvSpPr>
        <p:spPr>
          <a:xfrm>
            <a:off x="6095847" y="2029968"/>
            <a:ext cx="5120511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4" name="한 줄 문구"/>
          <p:cNvSpPr>
            <a:spLocks noGrp="1"/>
          </p:cNvSpPr>
          <p:nvPr>
            <p:ph type="subTitle" idx="1"/>
          </p:nvPr>
        </p:nvSpPr>
        <p:spPr>
          <a:xfrm>
            <a:off x="6095847" y="3703320"/>
            <a:ext cx="5120511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5" name="안내 문구"/>
          <p:cNvSpPr>
            <a:spLocks noGrp="1"/>
          </p:cNvSpPr>
          <p:nvPr>
            <p:ph type="body" sz="quarter" idx="11"/>
          </p:nvPr>
        </p:nvSpPr>
        <p:spPr>
          <a:xfrm>
            <a:off x="6095847" y="4480559"/>
            <a:ext cx="5120511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뒤 아치"/>
          <p:cNvSpPr/>
          <p:nvPr/>
        </p:nvSpPr>
        <p:spPr>
          <a:xfrm>
            <a:off x="1676369" y="1097280"/>
            <a:ext cx="3657508" cy="521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아치 틀"/>
          <p:cNvSpPr/>
          <p:nvPr/>
        </p:nvSpPr>
        <p:spPr>
          <a:xfrm>
            <a:off x="1219169" y="685800"/>
            <a:ext cx="3657508" cy="54864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bg1"/>
          </a:solidFill>
          <a:ln>
            <a:noFill/>
          </a:ln>
          <a:effectLst>
            <a:outerShdw blurRad="330200" dist="101600" dir="5400000" algn="t" rotWithShape="0">
              <a:schemeClr val="tx2">
                <a:alpha val="14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4" name="사진 바탕"/>
          <p:cNvSpPr/>
          <p:nvPr/>
        </p:nvSpPr>
        <p:spPr>
          <a:xfrm>
            <a:off x="1347185" y="813816"/>
            <a:ext cx="3401476" cy="5230368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사진을 넣어 주세요</a:t>
            </a:r>
          </a:p>
        </p:txBody>
      </p:sp>
      <p:sp>
        <p:nvSpPr>
          <p:cNvPr id="5" name="포인트 원"/>
          <p:cNvSpPr/>
          <p:nvPr/>
        </p:nvSpPr>
        <p:spPr>
          <a:xfrm>
            <a:off x="807689" y="4983480"/>
            <a:ext cx="822960" cy="822960"/>
          </a:xfrm>
          <a:prstGeom prst="ellipse">
            <a:avLst/>
          </a:prstGeom>
          <a:solidFill>
            <a:schemeClr val="accent2">
              <a:alpha val="88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274320"/>
            <a:ext cx="11277295" cy="2743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3535527" y="594360"/>
            <a:ext cx="5120640" cy="86868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6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5638647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137F3985-AE4E-40DC-8EC4-3ABA9EA1FFEF}" type="slidenum">
              <a:rPr lang="en-US"/>
              <a:t>‹#›</a:t>
            </a:fld>
          </a:p>
        </p:txBody>
      </p:sp>
      <p:sp>
        <p:nvSpPr>
          <p:cNvPr id="2" name="제목 알약"/>
          <p:cNvSpPr/>
          <p:nvPr/>
        </p:nvSpPr>
        <p:spPr>
          <a:xfrm>
            <a:off x="3261207" y="594360"/>
            <a:ext cx="5669280" cy="86868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>
            <a:outerShdw blurRad="177800" dist="38100" dir="5400000" algn="t" rotWithShape="0">
              <a:schemeClr val="tx2">
                <a:alpha val="9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grpSp>
        <p:nvGrpSpPr>
          <p:cNvPr id="3" name="테마 장식"/>
          <p:cNvGrpSpPr/>
          <p:nvPr/>
        </p:nvGrpSpPr>
        <p:grpSpPr>
          <a:xfrm>
            <a:off x="635508" y="6240780"/>
            <a:ext cx="192024" cy="320040"/>
            <a:chOff x="635508" y="6240780"/>
            <a:chExt cx="192024" cy="320040"/>
          </a:xfrm>
        </p:grpSpPr>
        <p:sp>
          <p:nvSpPr>
            <p:cNvPr id="4" name="Moon 3"/>
            <p:cNvSpPr/>
            <p:nvPr/>
          </p:nvSpPr>
          <p:spPr>
            <a:xfrm>
              <a:off x="635508" y="6240780"/>
              <a:ext cx="192024" cy="320040"/>
            </a:xfrm>
            <a:prstGeom prst="moon">
              <a:avLst/>
            </a:prstGeom>
            <a:solidFill>
              <a:schemeClr val="accent4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" name="테마 장식"/>
          <p:cNvGrpSpPr/>
          <p:nvPr/>
        </p:nvGrpSpPr>
        <p:grpSpPr>
          <a:xfrm>
            <a:off x="11364163" y="6240780"/>
            <a:ext cx="192024" cy="320040"/>
            <a:chOff x="11364163" y="6240780"/>
            <a:chExt cx="192024" cy="320040"/>
          </a:xfrm>
        </p:grpSpPr>
        <p:sp>
          <p:nvSpPr>
            <p:cNvPr id="6" name="Moon 5"/>
            <p:cNvSpPr/>
            <p:nvPr/>
          </p:nvSpPr>
          <p:spPr>
            <a:xfrm>
              <a:off x="11364163" y="6240780"/>
              <a:ext cx="192024" cy="320040"/>
            </a:xfrm>
            <a:prstGeom prst="moon">
              <a:avLst/>
            </a:prstGeom>
            <a:solidFill>
              <a:schemeClr val="accent4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사진"/>
          <p:cNvSpPr>
            <a:spLocks noGrp="1"/>
          </p:cNvSpPr>
          <p:nvPr>
            <p:ph type="pic" sz="quarter" idx="13"/>
          </p:nvPr>
        </p:nvSpPr>
        <p:spPr>
          <a:xfrm>
            <a:off x="1347185" y="813816"/>
            <a:ext cx="3401476" cy="5230368"/>
          </a:xfrm>
          <a:prstGeom prst="round2SameRect">
            <a:avLst>
              <a:gd name="adj1" fmla="val 50000"/>
              <a:gd name="adj2" fmla="val 0"/>
            </a:avLst>
          </a:prstGeo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사진을 넣으려면 아이콘을 누르세요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6095847" y="1645920"/>
            <a:ext cx="5120511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accent4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제목"/>
          <p:cNvSpPr>
            <a:spLocks noGrp="1"/>
          </p:cNvSpPr>
          <p:nvPr>
            <p:ph type="title"/>
          </p:nvPr>
        </p:nvSpPr>
        <p:spPr>
          <a:xfrm>
            <a:off x="6095847" y="2029968"/>
            <a:ext cx="5120511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4" name="한 줄 문구"/>
          <p:cNvSpPr>
            <a:spLocks noGrp="1"/>
          </p:cNvSpPr>
          <p:nvPr>
            <p:ph type="subTitle" idx="1"/>
          </p:nvPr>
        </p:nvSpPr>
        <p:spPr>
          <a:xfrm>
            <a:off x="6095847" y="3703320"/>
            <a:ext cx="5120511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5" name="안내 문구"/>
          <p:cNvSpPr>
            <a:spLocks noGrp="1"/>
          </p:cNvSpPr>
          <p:nvPr>
            <p:ph type="body" sz="quarter" idx="11"/>
          </p:nvPr>
        </p:nvSpPr>
        <p:spPr>
          <a:xfrm>
            <a:off x="6095847" y="4480559"/>
            <a:ext cx="5120511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accent4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뒤 아치"/>
          <p:cNvSpPr/>
          <p:nvPr/>
        </p:nvSpPr>
        <p:spPr>
          <a:xfrm>
            <a:off x="1676369" y="1097280"/>
            <a:ext cx="3657508" cy="521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아치 틀"/>
          <p:cNvSpPr/>
          <p:nvPr/>
        </p:nvSpPr>
        <p:spPr>
          <a:xfrm>
            <a:off x="1219169" y="685800"/>
            <a:ext cx="3657508" cy="54864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bg1"/>
          </a:solidFill>
          <a:ln>
            <a:noFill/>
          </a:ln>
          <a:effectLst>
            <a:outerShdw blurRad="330200" dist="101600" dir="5400000" algn="t" rotWithShape="0">
              <a:schemeClr val="tx2">
                <a:alpha val="14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4" name="사진 바탕"/>
          <p:cNvSpPr/>
          <p:nvPr/>
        </p:nvSpPr>
        <p:spPr>
          <a:xfrm>
            <a:off x="1347185" y="813816"/>
            <a:ext cx="3401476" cy="5230368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사진을 넣어 주세요</a:t>
            </a:r>
          </a:p>
        </p:txBody>
      </p:sp>
      <p:sp>
        <p:nvSpPr>
          <p:cNvPr id="5" name="포인트 원"/>
          <p:cNvSpPr/>
          <p:nvPr/>
        </p:nvSpPr>
        <p:spPr>
          <a:xfrm>
            <a:off x="807689" y="4983480"/>
            <a:ext cx="822960" cy="822960"/>
          </a:xfrm>
          <a:prstGeom prst="ellipse">
            <a:avLst/>
          </a:prstGeom>
          <a:solidFill>
            <a:schemeClr val="accent2">
              <a:alpha val="88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274320"/>
            <a:ext cx="11277295" cy="2743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3535527" y="594360"/>
            <a:ext cx="5120640" cy="86868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6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5638647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C20761BC-DD32-426B-99D7-98540D9EF79F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7315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21031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4747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8463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7315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21031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4747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8463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2" name="제목 알약"/>
          <p:cNvSpPr/>
          <p:nvPr/>
        </p:nvSpPr>
        <p:spPr>
          <a:xfrm>
            <a:off x="3261207" y="594360"/>
            <a:ext cx="5669280" cy="86868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>
            <a:outerShdw blurRad="177800" dist="38100" dir="5400000" algn="t" rotWithShape="0">
              <a:schemeClr val="tx2">
                <a:alpha val="9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grpSp>
        <p:nvGrpSpPr>
          <p:cNvPr id="3" name="테마 장식"/>
          <p:cNvGrpSpPr/>
          <p:nvPr/>
        </p:nvGrpSpPr>
        <p:grpSpPr>
          <a:xfrm>
            <a:off x="635508" y="6240780"/>
            <a:ext cx="192024" cy="320040"/>
            <a:chOff x="635508" y="6240780"/>
            <a:chExt cx="192024" cy="320040"/>
          </a:xfrm>
        </p:grpSpPr>
        <p:sp>
          <p:nvSpPr>
            <p:cNvPr id="4" name="Moon 3"/>
            <p:cNvSpPr/>
            <p:nvPr/>
          </p:nvSpPr>
          <p:spPr>
            <a:xfrm>
              <a:off x="635508" y="6240780"/>
              <a:ext cx="192024" cy="320040"/>
            </a:xfrm>
            <a:prstGeom prst="moon">
              <a:avLst/>
            </a:prstGeom>
            <a:solidFill>
              <a:schemeClr val="accent4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" name="테마 장식"/>
          <p:cNvGrpSpPr/>
          <p:nvPr/>
        </p:nvGrpSpPr>
        <p:grpSpPr>
          <a:xfrm>
            <a:off x="11364163" y="6240780"/>
            <a:ext cx="192024" cy="320040"/>
            <a:chOff x="11364163" y="6240780"/>
            <a:chExt cx="192024" cy="320040"/>
          </a:xfrm>
        </p:grpSpPr>
        <p:sp>
          <p:nvSpPr>
            <p:cNvPr id="6" name="Moon 5"/>
            <p:cNvSpPr/>
            <p:nvPr/>
          </p:nvSpPr>
          <p:spPr>
            <a:xfrm>
              <a:off x="11364163" y="6240780"/>
              <a:ext cx="192024" cy="320040"/>
            </a:xfrm>
            <a:prstGeom prst="moon">
              <a:avLst/>
            </a:prstGeom>
            <a:solidFill>
              <a:schemeClr val="accent4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쪽 번호"/>
          <p:cNvSpPr>
            <a:spLocks noGrp="1"/>
          </p:cNvSpPr>
          <p:nvPr>
            <p:ph type="sldNum" sz="quarter" idx="12"/>
          </p:nvPr>
        </p:nvSpPr>
        <p:spPr>
          <a:xfrm>
            <a:off x="5638647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0285D9BC-C5FC-4AF8-96F0-C2A7361A3EF8}" type="slidenum">
              <a:rPr lang="en-US"/>
              <a:t>‹#›</a:t>
            </a:fld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84048"/>
            <a:ext cx="11277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grpSp>
        <p:nvGrpSpPr>
          <p:cNvPr id="2" name="따옴표 장식"/>
          <p:cNvGrpSpPr/>
          <p:nvPr/>
        </p:nvGrpSpPr>
        <p:grpSpPr>
          <a:xfrm>
            <a:off x="5437479" y="1371600"/>
            <a:ext cx="1316736" cy="548640"/>
            <a:chOff x="5437479" y="1371600"/>
            <a:chExt cx="1316736" cy="548640"/>
          </a:xfrm>
        </p:grpSpPr>
        <p:sp>
          <p:nvSpPr>
            <p:cNvPr id="3" name="따옴표 방울"/>
            <p:cNvSpPr/>
            <p:nvPr/>
          </p:nvSpPr>
          <p:spPr>
            <a:xfrm rot="16200000">
              <a:off x="5437479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" name="따옴표 방울"/>
            <p:cNvSpPr/>
            <p:nvPr/>
          </p:nvSpPr>
          <p:spPr>
            <a:xfrm rot="16200000">
              <a:off x="6205575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" name="테마 장식"/>
          <p:cNvGrpSpPr/>
          <p:nvPr/>
        </p:nvGrpSpPr>
        <p:grpSpPr>
          <a:xfrm>
            <a:off x="5931255" y="5212080"/>
            <a:ext cx="329184" cy="548640"/>
            <a:chOff x="5931255" y="5212080"/>
            <a:chExt cx="329184" cy="548640"/>
          </a:xfrm>
        </p:grpSpPr>
        <p:sp>
          <p:nvSpPr>
            <p:cNvPr id="6" name="Moon 5"/>
            <p:cNvSpPr/>
            <p:nvPr/>
          </p:nvSpPr>
          <p:spPr>
            <a:xfrm>
              <a:off x="5931255" y="5212080"/>
              <a:ext cx="329184" cy="548640"/>
            </a:xfrm>
            <a:prstGeom prst="moon">
              <a:avLst/>
            </a:prstGeom>
            <a:solidFill>
              <a:schemeClr val="accent4">
                <a:alpha val="7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SUMMER  ·  WEDDING</a:t>
            </a:r>
          </a:p>
        </p:txBody>
      </p:sp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저희 결혼합니다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더운 날이라 식은 짧게 합니다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신랑 이름 ♥ 신부 이름</a:t>
            </a:r>
          </a:p>
          <a:p>
            <a:r>
              <a:rPr lang="ko-KR"/>
              <a:t>0000. 00. 00 · 예식장 이름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GROOM &amp; BRIDE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신랑 · 신부 소개</a:t>
            </a:r>
          </a:p>
        </p:txBody>
      </p:sp>
      <p:sp>
        <p:nvSpPr>
          <p:cNvPr id="14" name="사진 바탕 1"/>
          <p:cNvSpPr/>
          <p:nvPr/>
        </p:nvSpPr>
        <p:spPr>
          <a:xfrm>
            <a:off x="2251252" y="2057400"/>
            <a:ext cx="1867662" cy="21717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2251252" y="2057400"/>
            <a:ext cx="1867662" cy="2171700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8" name="사진 바탕 2"/>
          <p:cNvSpPr/>
          <p:nvPr/>
        </p:nvSpPr>
        <p:spPr>
          <a:xfrm>
            <a:off x="8072780" y="2057400"/>
            <a:ext cx="1867662" cy="21717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8072780" y="2057400"/>
            <a:ext cx="1867662" cy="2171700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ED4CC-626E-43DE-846A-9286EF69AE3B}" type="slidenum">
              <a:rPr lang="en-US"/>
              <a:t>‹#›</a:t>
            </a:fld>
            <a:endParaRPr lang="en-US"/>
          </a:p>
        </p:txBody>
      </p:sp>
      <p:sp>
        <p:nvSpPr>
          <p:cNvPr id="13" name="신랑 카드"/>
          <p:cNvSpPr/>
          <p:nvPr/>
        </p:nvSpPr>
        <p:spPr>
          <a:xfrm>
            <a:off x="731520" y="1828800"/>
            <a:ext cx="4907127" cy="4274820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>
            <a:noFill/>
          </a:ln>
          <a:effectLst>
            <a:outerShdw blurRad="177800" dist="38100" dir="5400000" algn="t" rotWithShape="0">
              <a:schemeClr val="tx2">
                <a:alpha val="9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5" name="신랑 이름"/>
          <p:cNvSpPr txBox="1"/>
          <p:nvPr/>
        </p:nvSpPr>
        <p:spPr>
          <a:xfrm>
            <a:off x="731520" y="4320540"/>
            <a:ext cx="4907127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신랑</a:t>
            </a:r>
          </a:p>
        </p:txBody>
      </p:sp>
      <p:sp>
        <p:nvSpPr>
          <p:cNvPr id="16" name="신랑 소개"/>
          <p:cNvSpPr txBox="1"/>
          <p:nvPr/>
        </p:nvSpPr>
        <p:spPr>
          <a:xfrm>
            <a:off x="822960" y="4777740"/>
            <a:ext cx="4724247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이름 · 나이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직업 · 취미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신부에게 한마디</a:t>
            </a:r>
          </a:p>
        </p:txBody>
      </p:sp>
      <p:sp>
        <p:nvSpPr>
          <p:cNvPr id="17" name="신부 카드"/>
          <p:cNvSpPr/>
          <p:nvPr/>
        </p:nvSpPr>
        <p:spPr>
          <a:xfrm>
            <a:off x="6553047" y="1828800"/>
            <a:ext cx="4907127" cy="4274820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>
            <a:noFill/>
          </a:ln>
          <a:effectLst>
            <a:outerShdw blurRad="177800" dist="38100" dir="5400000" algn="t" rotWithShape="0">
              <a:schemeClr val="tx2">
                <a:alpha val="9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9" name="신부 이름"/>
          <p:cNvSpPr txBox="1"/>
          <p:nvPr/>
        </p:nvSpPr>
        <p:spPr>
          <a:xfrm>
            <a:off x="6553047" y="4320540"/>
            <a:ext cx="4907127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신부</a:t>
            </a:r>
          </a:p>
        </p:txBody>
      </p:sp>
      <p:sp>
        <p:nvSpPr>
          <p:cNvPr id="20" name="신부 소개"/>
          <p:cNvSpPr txBox="1"/>
          <p:nvPr/>
        </p:nvSpPr>
        <p:spPr>
          <a:xfrm>
            <a:off x="6644487" y="4777740"/>
            <a:ext cx="4724247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이름 · 나이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직업 · 취미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신랑에게 한마디</a:t>
            </a:r>
          </a:p>
        </p:txBody>
      </p:sp>
    </p:spTree>
  </p:cSld>
  <p:clrMapOvr>
    <a:masterClrMapping/>
  </p:clrMapOvr>
  <p:transition spd="med">
    <p:push dir="l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OUR STORY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식순 안내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AB0DAB-F72B-4B37-AA84-C071B8F642E8}" type="slidenum">
              <a:rPr lang="en-US"/>
              <a:t>‹#›</a:t>
            </a:fld>
            <a:endParaRPr lang="en-US"/>
          </a:p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731520" y="1828800"/>
          <a:ext cx="10728655" cy="3950208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2011680"/>
                <a:gridCol w="5230185"/>
                <a:gridCol w="3486790"/>
              </a:tblGrid>
              <a:tr h="658368"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chemeClr val="tx1"/>
                          </a:solidFill>
                        </a:rPr>
                        <a:t>시간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chemeClr val="tx1"/>
                          </a:solidFill>
                        </a:rPr>
                        <a:t>순서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chemeClr val="tx1"/>
                          </a:solidFill>
                        </a:rPr>
                        <a:t>담당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00:00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하객 맞이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00:00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신랑 · 신부 입장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00:00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혼인 서약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00:00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축가 · 감사 인사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00:00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기념 촬영 · 식사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push dir="l"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GUIDE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하객 안내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46915D-5EEF-4113-84C1-48D8CC27FB62}" type="slidenum">
              <a:rPr lang="en-US"/>
              <a:t>‹#›</a:t>
            </a:fld>
            <a:endParaRPr lang="en-US"/>
          </a:p>
        </p:txBody>
      </p:sp>
      <p:grpSp>
        <p:nvGrpSpPr>
          <p:cNvPr id="5" name="카드 1"/>
          <p:cNvGrpSpPr/>
          <p:nvPr/>
        </p:nvGrpSpPr>
        <p:grpSpPr>
          <a:xfrm>
            <a:off x="731520" y="1828800"/>
            <a:ext cx="3393338" cy="3566160"/>
            <a:chOff x="731520" y="1828800"/>
            <a:chExt cx="3393338" cy="3566160"/>
          </a:xfrm>
        </p:grpSpPr>
        <p:sp>
          <p:nvSpPr>
            <p:cNvPr id="6" name="카드 바탕"/>
            <p:cNvSpPr/>
            <p:nvPr/>
          </p:nvSpPr>
          <p:spPr>
            <a:xfrm>
              <a:off x="731520" y="1828800"/>
              <a:ext cx="3393338" cy="3566160"/>
            </a:xfrm>
            <a:prstGeom prst="roundRect">
              <a:avLst>
                <a:gd name="adj" fmla="val 6000"/>
              </a:avLst>
            </a:prstGeom>
            <a:solidFill>
              <a:schemeClr val="bg1"/>
            </a:solidFill>
            <a:ln>
              <a:noFill/>
            </a:ln>
            <a:effectLst>
              <a:outerShdw blurRad="177800" dist="38100" dir="5400000" algn="t" rotWithShape="0">
                <a:schemeClr val="tx2">
                  <a:alpha val="9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번호 1"/>
            <p:cNvSpPr txBox="1"/>
            <p:nvPr/>
          </p:nvSpPr>
          <p:spPr>
            <a:xfrm>
              <a:off x="868680" y="2039112"/>
              <a:ext cx="914400" cy="54864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2300" b="1" i="0" lang="ko-KR">
                  <a:solidFill>
                    <a:schemeClr val="accent1"/>
                  </a:solidFill>
                  <a:latin typeface="+mj-lt"/>
                  <a:ea typeface="+mj-ea"/>
                </a:rPr>
                <a:t>01</a:t>
              </a:r>
            </a:p>
          </p:txBody>
        </p:sp>
        <p:sp>
          <p:nvSpPr>
            <p:cNvPr id="8" name="카드 제목"/>
            <p:cNvSpPr txBox="1"/>
            <p:nvPr/>
          </p:nvSpPr>
          <p:spPr>
            <a:xfrm>
              <a:off x="914400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주차 안내</a:t>
              </a:r>
            </a:p>
          </p:txBody>
        </p:sp>
        <p:sp>
          <p:nvSpPr>
            <p:cNvPr id="9" name="카드 내용"/>
            <p:cNvSpPr txBox="1"/>
            <p:nvPr/>
          </p:nvSpPr>
          <p:spPr>
            <a:xfrm>
              <a:off x="914400" y="3383280"/>
              <a:ext cx="3027578" cy="187451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입력하세요</a:t>
              </a:r>
            </a:p>
          </p:txBody>
        </p:sp>
      </p:grpSp>
      <p:grpSp>
        <p:nvGrpSpPr>
          <p:cNvPr id="10" name="카드 2"/>
          <p:cNvGrpSpPr/>
          <p:nvPr/>
        </p:nvGrpSpPr>
        <p:grpSpPr>
          <a:xfrm>
            <a:off x="4399178" y="1828800"/>
            <a:ext cx="3393338" cy="3566160"/>
            <a:chOff x="4399178" y="1828800"/>
            <a:chExt cx="3393338" cy="3566160"/>
          </a:xfrm>
        </p:grpSpPr>
        <p:sp>
          <p:nvSpPr>
            <p:cNvPr id="11" name="카드 바탕"/>
            <p:cNvSpPr/>
            <p:nvPr/>
          </p:nvSpPr>
          <p:spPr>
            <a:xfrm>
              <a:off x="4399178" y="1828800"/>
              <a:ext cx="3393338" cy="3566160"/>
            </a:xfrm>
            <a:prstGeom prst="roundRect">
              <a:avLst>
                <a:gd name="adj" fmla="val 6000"/>
              </a:avLst>
            </a:prstGeom>
            <a:solidFill>
              <a:schemeClr val="bg1"/>
            </a:solidFill>
            <a:ln>
              <a:noFill/>
            </a:ln>
            <a:effectLst>
              <a:outerShdw blurRad="177800" dist="38100" dir="5400000" algn="t" rotWithShape="0">
                <a:schemeClr val="tx2">
                  <a:alpha val="9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" name="번호 2"/>
            <p:cNvSpPr txBox="1"/>
            <p:nvPr/>
          </p:nvSpPr>
          <p:spPr>
            <a:xfrm>
              <a:off x="4536338" y="2039112"/>
              <a:ext cx="914400" cy="54864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2300" b="1" i="0" lang="ko-KR">
                  <a:solidFill>
                    <a:schemeClr val="accent1"/>
                  </a:solidFill>
                  <a:latin typeface="+mj-lt"/>
                  <a:ea typeface="+mj-ea"/>
                </a:rPr>
                <a:t>02</a:t>
              </a:r>
            </a:p>
          </p:txBody>
        </p:sp>
        <p:sp>
          <p:nvSpPr>
            <p:cNvPr id="13" name="카드 제목"/>
            <p:cNvSpPr txBox="1"/>
            <p:nvPr/>
          </p:nvSpPr>
          <p:spPr>
            <a:xfrm>
              <a:off x="4582058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식사 안내</a:t>
              </a:r>
            </a:p>
          </p:txBody>
        </p:sp>
        <p:sp>
          <p:nvSpPr>
            <p:cNvPr id="14" name="카드 내용"/>
            <p:cNvSpPr txBox="1"/>
            <p:nvPr/>
          </p:nvSpPr>
          <p:spPr>
            <a:xfrm>
              <a:off x="4582058" y="3383280"/>
              <a:ext cx="3027578" cy="187451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입력하세요</a:t>
              </a:r>
            </a:p>
          </p:txBody>
        </p:sp>
      </p:grpSp>
      <p:grpSp>
        <p:nvGrpSpPr>
          <p:cNvPr id="15" name="카드 3"/>
          <p:cNvGrpSpPr/>
          <p:nvPr/>
        </p:nvGrpSpPr>
        <p:grpSpPr>
          <a:xfrm>
            <a:off x="8066836" y="1828800"/>
            <a:ext cx="3393338" cy="3566160"/>
            <a:chOff x="8066836" y="1828800"/>
            <a:chExt cx="3393338" cy="3566160"/>
          </a:xfrm>
        </p:grpSpPr>
        <p:sp>
          <p:nvSpPr>
            <p:cNvPr id="16" name="카드 바탕"/>
            <p:cNvSpPr/>
            <p:nvPr/>
          </p:nvSpPr>
          <p:spPr>
            <a:xfrm>
              <a:off x="8066836" y="1828800"/>
              <a:ext cx="3393338" cy="3566160"/>
            </a:xfrm>
            <a:prstGeom prst="roundRect">
              <a:avLst>
                <a:gd name="adj" fmla="val 6000"/>
              </a:avLst>
            </a:prstGeom>
            <a:solidFill>
              <a:schemeClr val="bg1"/>
            </a:solidFill>
            <a:ln>
              <a:noFill/>
            </a:ln>
            <a:effectLst>
              <a:outerShdw blurRad="177800" dist="38100" dir="5400000" algn="t" rotWithShape="0">
                <a:schemeClr val="tx2">
                  <a:alpha val="9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" name="번호 3"/>
            <p:cNvSpPr txBox="1"/>
            <p:nvPr/>
          </p:nvSpPr>
          <p:spPr>
            <a:xfrm>
              <a:off x="8203996" y="2039112"/>
              <a:ext cx="914400" cy="54864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2300" b="1" i="0" lang="ko-KR">
                  <a:solidFill>
                    <a:schemeClr val="accent1"/>
                  </a:solidFill>
                  <a:latin typeface="+mj-lt"/>
                  <a:ea typeface="+mj-ea"/>
                </a:rPr>
                <a:t>03</a:t>
              </a:r>
            </a:p>
          </p:txBody>
        </p:sp>
        <p:sp>
          <p:nvSpPr>
            <p:cNvPr id="18" name="카드 제목"/>
            <p:cNvSpPr txBox="1"/>
            <p:nvPr/>
          </p:nvSpPr>
          <p:spPr>
            <a:xfrm>
              <a:off x="8249716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기념 촬영</a:t>
              </a:r>
            </a:p>
          </p:txBody>
        </p:sp>
        <p:sp>
          <p:nvSpPr>
            <p:cNvPr id="19" name="카드 내용"/>
            <p:cNvSpPr txBox="1"/>
            <p:nvPr/>
          </p:nvSpPr>
          <p:spPr>
            <a:xfrm>
              <a:off x="8249716" y="3383280"/>
              <a:ext cx="3027578" cy="187451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입력하세요</a:t>
              </a:r>
            </a:p>
          </p:txBody>
        </p:sp>
      </p:grp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GALLERY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웨딩 사진</a:t>
            </a:r>
          </a:p>
        </p:txBody>
      </p:sp>
      <p:sp>
        <p:nvSpPr>
          <p:cNvPr id="13" name="사진 바탕 1"/>
          <p:cNvSpPr/>
          <p:nvPr/>
        </p:nvSpPr>
        <p:spPr>
          <a:xfrm>
            <a:off x="731520" y="1828800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1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731520" y="1828800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4" name="사진 바탕 2"/>
          <p:cNvSpPr/>
          <p:nvPr/>
        </p:nvSpPr>
        <p:spPr>
          <a:xfrm>
            <a:off x="4374794" y="1828800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2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4374794" y="1828800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5" name="사진 바탕 3"/>
          <p:cNvSpPr/>
          <p:nvPr/>
        </p:nvSpPr>
        <p:spPr>
          <a:xfrm>
            <a:off x="8018068" y="1828800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3</a:t>
            </a:r>
          </a:p>
        </p:txBody>
      </p:sp>
      <p:sp>
        <p:nvSpPr>
          <p:cNvPr id="6" name="Picture Placeholder 5" descr="사진 자리 — 아이콘을 누르면 사진을 넣을 수 있어요"/>
          <p:cNvSpPr>
            <a:spLocks noGrp="1"/>
          </p:cNvSpPr>
          <p:nvPr>
            <p:ph type="pic" idx="15" sz="quarter"/>
          </p:nvPr>
        </p:nvSpPr>
        <p:spPr>
          <a:xfrm>
            <a:off x="8018068" y="1828800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6" name="사진 바탕 4"/>
          <p:cNvSpPr/>
          <p:nvPr/>
        </p:nvSpPr>
        <p:spPr>
          <a:xfrm>
            <a:off x="731520" y="4101084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4</a:t>
            </a:r>
          </a:p>
        </p:txBody>
      </p:sp>
      <p:sp>
        <p:nvSpPr>
          <p:cNvPr id="7" name="Picture Placeholder 6" descr="사진 자리 — 아이콘을 누르면 사진을 넣을 수 있어요"/>
          <p:cNvSpPr>
            <a:spLocks noGrp="1"/>
          </p:cNvSpPr>
          <p:nvPr>
            <p:ph type="pic" idx="16" sz="quarter"/>
          </p:nvPr>
        </p:nvSpPr>
        <p:spPr>
          <a:xfrm>
            <a:off x="731520" y="4101084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7" name="사진 바탕 5"/>
          <p:cNvSpPr/>
          <p:nvPr/>
        </p:nvSpPr>
        <p:spPr>
          <a:xfrm>
            <a:off x="4374794" y="4101084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5</a:t>
            </a:r>
          </a:p>
        </p:txBody>
      </p:sp>
      <p:sp>
        <p:nvSpPr>
          <p:cNvPr id="8" name="Picture Placeholder 7" descr="사진 자리 — 아이콘을 누르면 사진을 넣을 수 있어요"/>
          <p:cNvSpPr>
            <a:spLocks noGrp="1"/>
          </p:cNvSpPr>
          <p:nvPr>
            <p:ph type="pic" idx="17" sz="quarter"/>
          </p:nvPr>
        </p:nvSpPr>
        <p:spPr>
          <a:xfrm>
            <a:off x="4374794" y="4101084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8" name="사진 바탕 6"/>
          <p:cNvSpPr/>
          <p:nvPr/>
        </p:nvSpPr>
        <p:spPr>
          <a:xfrm>
            <a:off x="8018068" y="4101084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6</a:t>
            </a:r>
          </a:p>
        </p:txBody>
      </p:sp>
      <p:sp>
        <p:nvSpPr>
          <p:cNvPr id="9" name="Picture Placeholder 8" descr="사진 자리 — 아이콘을 누르면 사진을 넣을 수 있어요"/>
          <p:cNvSpPr>
            <a:spLocks noGrp="1"/>
          </p:cNvSpPr>
          <p:nvPr>
            <p:ph type="pic" idx="18" sz="quarter"/>
          </p:nvPr>
        </p:nvSpPr>
        <p:spPr>
          <a:xfrm>
            <a:off x="8018068" y="4101084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696E1A-0FC4-4321-B362-A70C131EBEA1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push dir="l"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VOW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서로에게 한마디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4D7802-D46C-4483-80FE-C69CE0EE0A68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push dir="l"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SUMMER  ·  WEDDING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와 주셔서 고맙습니다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잘 살겠습니다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신랑 이름 ♥ 신부 이름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결혼식 슬라이드(식순 중심)">
  <a:themeElements>
    <a:clrScheme name="결혼식 슬라이드(식순 중심)">
      <a:dk1>
        <a:srgbClr val="2B2724"/>
      </a:dk1>
      <a:lt1>
        <a:srgbClr val="FFFFFF"/>
      </a:lt1>
      <a:dk2>
        <a:srgbClr val="3A6456"/>
      </a:dk2>
      <a:lt2>
        <a:srgbClr val="E7F9DE"/>
      </a:lt2>
      <a:accent1>
        <a:srgbClr val="9FE27E"/>
      </a:accent1>
      <a:accent2>
        <a:srgbClr val="B786CF"/>
      </a:accent2>
      <a:accent3>
        <a:srgbClr val="374E2C"/>
      </a:accent3>
      <a:accent4>
        <a:srgbClr val="D5F7C5"/>
      </a:accent4>
      <a:accent5>
        <a:srgbClr val="A3E0CE"/>
      </a:accent5>
      <a:accent6>
        <a:srgbClr val="E6DDBC"/>
      </a:accent6>
      <a:hlink>
        <a:srgbClr val="3A6456"/>
      </a:hlink>
      <a:folHlink>
        <a:srgbClr val="374E2C"/>
      </a:folHlink>
    </a:clrScheme>
    <a:fontScheme name="결혼식 슬라이드(식순 중심)">
      <a:majorFont>
        <a:latin typeface="Candara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결혼식 슬라이드(식순 중심)</dc:title>
  <dc:subject>결혼식 상영용 슬라이드 · 식순 중심</dc:subject>
  <dc:creator>우체국보험 상담 안내</dc:creator>
  <cp:keywords>결혼식,웨딩,PPT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