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573872B-1C56-47AB-BEC3-18D36F00D3A8}">
          <p14:sldIdLst>
            <p14:sldId id="256"/>
          </p14:sldIdLst>
        </p14:section>
        <p14:section name="본문" id="{5AE75580-ACAD-439C-98C9-C12CCA94D18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69D9DBD-96E9-4348-89FE-1F755F24A5F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9F4E8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FEB8FE46-44A2-4B31-A693-2F613AEF4AE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9F4E8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3AF6CA2-2E61-4D93-94B1-3027A833019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B5063EF2-68B9-4D8A-A276-20A98E1A50B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오래 만난 사이, 이제 같이 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201122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1122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753557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53557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8D2D-FCD4-4086-9A33-5C5D2D384123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640080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안쪽 선"/>
          <p:cNvSpPr/>
          <p:nvPr/>
        </p:nvSpPr>
        <p:spPr>
          <a:xfrm>
            <a:off x="722375" y="1911095"/>
            <a:ext cx="444535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640080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731519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164427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안쪽 선"/>
          <p:cNvSpPr/>
          <p:nvPr/>
        </p:nvSpPr>
        <p:spPr>
          <a:xfrm>
            <a:off x="6246723" y="1911095"/>
            <a:ext cx="444535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16442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25586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76A8-FD79-410B-BF56-BAAAC86C8605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640080" y="1828800"/>
            <a:ext cx="4884267" cy="3566160"/>
            <a:chOff x="640080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640080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722375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82295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914400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5890107" y="1828800"/>
            <a:ext cx="4884267" cy="3566160"/>
            <a:chOff x="589010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589010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안쪽 선"/>
            <p:cNvSpPr/>
            <p:nvPr/>
          </p:nvSpPr>
          <p:spPr>
            <a:xfrm>
              <a:off x="5972403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07298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16442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3AB8-313F-4041-BD36-BEB6D9CC299D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640080" y="1828800"/>
            <a:ext cx="4884267" cy="3566160"/>
            <a:chOff x="640080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640080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722375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82295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914400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5890107" y="1828800"/>
            <a:ext cx="4884267" cy="3566160"/>
            <a:chOff x="589010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589010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안쪽 선"/>
            <p:cNvSpPr/>
            <p:nvPr/>
          </p:nvSpPr>
          <p:spPr>
            <a:xfrm>
              <a:off x="5972403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07298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16442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7FB6-1A53-407A-8F84-DD2B6F852E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7B5B-F9EB-462F-A7B0-A36F0F27E1F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F9F4E8"/>
      </a:dk1>
      <a:lt1>
        <a:srgbClr val="2A1E2E"/>
      </a:lt1>
      <a:dk2>
        <a:srgbClr val="EAD6AE"/>
      </a:dk2>
      <a:lt2>
        <a:srgbClr val="1D1520"/>
      </a:lt2>
      <a:accent1>
        <a:srgbClr val="D2B27E"/>
      </a:accent1>
      <a:accent2>
        <a:srgbClr val="B67C9A"/>
      </a:accent2>
      <a:accent3>
        <a:srgbClr val="120D14"/>
      </a:accent3>
      <a:accent4>
        <a:srgbClr val="39293F"/>
      </a:accent4>
      <a:accent5>
        <a:srgbClr val="DDC08C"/>
      </a:accent5>
      <a:accent6>
        <a:srgbClr val="885D75"/>
      </a:accent6>
      <a:hlink>
        <a:srgbClr val="EAD6AE"/>
      </a:hlink>
      <a:folHlink>
        <a:srgbClr val="120D14"/>
      </a:folHlink>
    </a:clrScheme>
    <a:fontScheme name="결혼식 슬라이드(소개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