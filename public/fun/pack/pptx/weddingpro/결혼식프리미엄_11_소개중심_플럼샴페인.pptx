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969BDD2-6580-4EF2-8ABA-CB7A5961641D}">
          <p14:sldIdLst>
            <p14:sldId id="256"/>
          </p14:sldIdLst>
        </p14:section>
        <p14:section name="본문" id="{C2A344D5-BC6A-4968-89CF-647942E4D7CB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380879FB-1A4A-4F57-88C7-5BF4577A084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9F4E8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5925A6A2-7D4A-48A5-B0B9-7D284D78929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9F4E8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0E0DEA12-6674-4729-B4A0-E537F1D9C2E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0FAAF25A-F959-4115-8A9F-5721B309FF60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오래 만난 사이, 이제 같이 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6" name="사진 바탕 1"/>
          <p:cNvSpPr/>
          <p:nvPr/>
        </p:nvSpPr>
        <p:spPr>
          <a:xfrm>
            <a:off x="201122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1122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1" name="사진 바탕 2"/>
          <p:cNvSpPr/>
          <p:nvPr/>
        </p:nvSpPr>
        <p:spPr>
          <a:xfrm>
            <a:off x="753557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53557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1B7BC-C053-45C1-9D9C-A1F851574168}" type="slidenum">
              <a:rPr lang="en-US"/>
              <a:t>‹#›</a:t>
            </a:fld>
            <a:endParaRPr lang="en-US"/>
          </a:p>
        </p:txBody>
      </p:sp>
      <p:sp>
        <p:nvSpPr>
          <p:cNvPr id="14" name="신랑 카드"/>
          <p:cNvSpPr/>
          <p:nvPr/>
        </p:nvSpPr>
        <p:spPr>
          <a:xfrm>
            <a:off x="640080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안쪽 선"/>
          <p:cNvSpPr/>
          <p:nvPr/>
        </p:nvSpPr>
        <p:spPr>
          <a:xfrm>
            <a:off x="722375" y="1911095"/>
            <a:ext cx="444535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신랑 이름"/>
          <p:cNvSpPr txBox="1"/>
          <p:nvPr/>
        </p:nvSpPr>
        <p:spPr>
          <a:xfrm>
            <a:off x="640080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8" name="신랑 소개"/>
          <p:cNvSpPr txBox="1"/>
          <p:nvPr/>
        </p:nvSpPr>
        <p:spPr>
          <a:xfrm>
            <a:off x="731519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9" name="신부 카드"/>
          <p:cNvSpPr/>
          <p:nvPr/>
        </p:nvSpPr>
        <p:spPr>
          <a:xfrm>
            <a:off x="6164427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안쪽 선"/>
          <p:cNvSpPr/>
          <p:nvPr/>
        </p:nvSpPr>
        <p:spPr>
          <a:xfrm>
            <a:off x="6246723" y="1911095"/>
            <a:ext cx="444535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신부 이름"/>
          <p:cNvSpPr txBox="1"/>
          <p:nvPr/>
        </p:nvSpPr>
        <p:spPr>
          <a:xfrm>
            <a:off x="6164427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3" name="신부 소개"/>
          <p:cNvSpPr txBox="1"/>
          <p:nvPr/>
        </p:nvSpPr>
        <p:spPr>
          <a:xfrm>
            <a:off x="6255867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D03E5-A431-4078-8915-70D809FDDC5E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640080" y="1828800"/>
            <a:ext cx="4884267" cy="3566160"/>
            <a:chOff x="640080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640080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722375" y="1911095"/>
              <a:ext cx="471967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82295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닮은 점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914400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5890107" y="1828800"/>
            <a:ext cx="4884267" cy="3566160"/>
            <a:chOff x="589010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589010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안쪽 선"/>
            <p:cNvSpPr/>
            <p:nvPr/>
          </p:nvSpPr>
          <p:spPr>
            <a:xfrm>
              <a:off x="5972403" y="1911095"/>
              <a:ext cx="471967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07298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다른 점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16442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399DD-670C-4270-B1AC-F5A0E78F42AC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640080" y="1828800"/>
            <a:ext cx="4884267" cy="3566160"/>
            <a:chOff x="640080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640080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722375" y="1911095"/>
              <a:ext cx="471967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82295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신랑이 신부에게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914400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5890107" y="1828800"/>
            <a:ext cx="4884267" cy="3566160"/>
            <a:chOff x="589010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589010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안쪽 선"/>
            <p:cNvSpPr/>
            <p:nvPr/>
          </p:nvSpPr>
          <p:spPr>
            <a:xfrm>
              <a:off x="5972403" y="1911095"/>
              <a:ext cx="471967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07298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신부가 신랑에게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16442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72AC7-FA21-4F99-940D-27066E8AF53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AF3AA-BDB2-4205-8ECD-B003E12104B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F9F4E8"/>
      </a:dk1>
      <a:lt1>
        <a:srgbClr val="2A1E2E"/>
      </a:lt1>
      <a:dk2>
        <a:srgbClr val="EAD6AE"/>
      </a:dk2>
      <a:lt2>
        <a:srgbClr val="1D1520"/>
      </a:lt2>
      <a:accent1>
        <a:srgbClr val="D2B27E"/>
      </a:accent1>
      <a:accent2>
        <a:srgbClr val="B67C9A"/>
      </a:accent2>
      <a:accent3>
        <a:srgbClr val="120D14"/>
      </a:accent3>
      <a:accent4>
        <a:srgbClr val="39293F"/>
      </a:accent4>
      <a:accent5>
        <a:srgbClr val="DDC08C"/>
      </a:accent5>
      <a:accent6>
        <a:srgbClr val="885D75"/>
      </a:accent6>
      <a:hlink>
        <a:srgbClr val="EAD6AE"/>
      </a:hlink>
      <a:folHlink>
        <a:srgbClr val="120D14"/>
      </a:folHlink>
    </a:clrScheme>
    <a:fontScheme name="결혼식 슬라이드(소개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