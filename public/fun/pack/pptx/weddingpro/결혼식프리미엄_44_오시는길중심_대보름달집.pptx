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9225B08-8059-466B-8A6A-A3A3E8C602DB}">
          <p14:sldIdLst>
            <p14:sldId id="256"/>
          </p14:sldIdLst>
        </p14:section>
        <p14:section name="본문" id="{FC35AF40-FBFA-4EAA-9B03-0D481FDDC2A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0F5EB07-553E-48AF-BEEB-4E7F10F8859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Donut 8"/>
            <p:cNvSpPr/>
            <p:nvPr/>
          </p:nvSpPr>
          <p:spPr>
            <a:xfrm>
              <a:off x="5844387" y="205739"/>
              <a:ext cx="502920" cy="5029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AD545B1-87E7-4717-9BDB-87D7149B4FAF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Donut 8"/>
            <p:cNvSpPr/>
            <p:nvPr/>
          </p:nvSpPr>
          <p:spPr>
            <a:xfrm>
              <a:off x="5844387" y="205739"/>
              <a:ext cx="502920" cy="5029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1CFA22B-E98F-4FD8-89C6-D7E0FA1D6E6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0B6AA77-1D4B-44F5-BEE6-352BCF4DA9A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눈이 오면 대중교통이 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363D1-E3EC-497D-B5D4-497A0FF4999B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0F1F-24A9-4677-8F4C-173BE79B2644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31C52-6108-4709-9365-3C47D4C004D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1174-86DA-466F-846E-188D07BCB2F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C423-6A06-4D3D-BBDE-43C46426AAF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64503A"/>
      </a:dk2>
      <a:lt2>
        <a:srgbClr val="F7F4EB"/>
      </a:lt2>
      <a:accent1>
        <a:srgbClr val="CCBA89"/>
      </a:accent1>
      <a:accent2>
        <a:srgbClr val="BD928F"/>
      </a:accent2>
      <a:accent3>
        <a:srgbClr val="4E452C"/>
      </a:accent3>
      <a:accent4>
        <a:srgbClr val="EEE5CE"/>
      </a:accent4>
      <a:accent5>
        <a:srgbClr val="B1E0A3"/>
      </a:accent5>
      <a:accent6>
        <a:srgbClr val="E6BCC2"/>
      </a:accent6>
      <a:hlink>
        <a:srgbClr val="64503A"/>
      </a:hlink>
      <a:folHlink>
        <a:srgbClr val="4E452C"/>
      </a:folHlink>
    </a:clrScheme>
    <a:fontScheme name="결혼식 슬라이드(오시는 길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