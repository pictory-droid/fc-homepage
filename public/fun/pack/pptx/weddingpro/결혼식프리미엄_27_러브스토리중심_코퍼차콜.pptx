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54892B3-AD0C-4E45-8FA8-E96D4A409104}">
          <p14:sldIdLst>
            <p14:sldId id="256"/>
          </p14:sldIdLst>
        </p14:section>
        <p14:section name="본문" id="{62FCCEDF-628B-468D-9C2A-0F159D2869E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8CA5749E-9C50-46EE-8CBA-92D1B50F3544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5AECD85-F3D2-407D-A95B-A5E6CB43147F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2836222-1687-4065-82F9-5E7D2CDF706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CAC712F3-D2D0-4CE2-BFAF-7E998762CD5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서로의 부모님을 처음 뵙던 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650BA-6FDC-4CDD-9A21-7B961F083C5A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9DDFE-287C-4DE1-954E-BBD9D23D4E29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데이트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프러포즈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결혼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EE430B-2F7D-43F1-AC13-D81C9845D46C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3665143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3710863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6415887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6461607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번호 4"/>
            <p:cNvSpPr txBox="1"/>
            <p:nvPr/>
          </p:nvSpPr>
          <p:spPr>
            <a:xfrm>
              <a:off x="9166631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29" name="번호 밑줄"/>
            <p:cNvCxnSpPr/>
            <p:nvPr/>
          </p:nvCxnSpPr>
          <p:spPr>
            <a:xfrm>
              <a:off x="9212351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18720-538A-4CB7-8683-3753F39983B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E17CA-09F4-4304-8B29-B7CC9409B72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FBF6F2"/>
      </a:dk1>
      <a:lt1>
        <a:srgbClr val="242222"/>
      </a:lt1>
      <a:dk2>
        <a:srgbClr val="EFE0D2"/>
      </a:dk2>
      <a:lt2>
        <a:srgbClr val="181717"/>
      </a:lt2>
      <a:accent1>
        <a:srgbClr val="C2794F"/>
      </a:accent1>
      <a:accent2>
        <a:srgbClr val="8E8B86"/>
      </a:accent2>
      <a:accent3>
        <a:srgbClr val="0F0E0E"/>
      </a:accent3>
      <a:accent4>
        <a:srgbClr val="323030"/>
      </a:accent4>
      <a:accent5>
        <a:srgbClr val="D18B62"/>
      </a:accent5>
      <a:accent6>
        <a:srgbClr val="6B6865"/>
      </a:accent6>
      <a:hlink>
        <a:srgbClr val="EFE0D2"/>
      </a:hlink>
      <a:folHlink>
        <a:srgbClr val="0F0E0E"/>
      </a:folHlink>
    </a:clrScheme>
    <a:fontScheme name="결혼식 슬라이드(러브스토리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