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B7369E6-5231-49D1-B41A-63C53B953015}">
          <p14:sldIdLst>
            <p14:sldId id="256"/>
          </p14:sldIdLst>
        </p14:section>
        <p14:section name="본문" id="{B1BFAFA7-9021-4DE5-B123-8D382388576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83997B8-FE4F-43BB-9FA7-3639DD9EA2F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BC3BA615-F039-440E-9088-445D3373AE7D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E72EBCF9-7EF1-4F5B-9A28-738B73495F1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9CCB8028-F06B-4D83-B557-75818105EB4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서로의 부모님을 처음 뵙던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C90-42E7-4AEC-BC4D-79AA1E35C6C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9F4E-A719-48AB-8A26-2B055B94EF90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5F7F-3F6A-4A59-A999-0A052115CE0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3665143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3710863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6415887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6461607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번호 4"/>
            <p:cNvSpPr txBox="1"/>
            <p:nvPr/>
          </p:nvSpPr>
          <p:spPr>
            <a:xfrm>
              <a:off x="9166631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29" name="번호 밑줄"/>
            <p:cNvCxnSpPr/>
            <p:nvPr/>
          </p:nvCxnSpPr>
          <p:spPr>
            <a:xfrm>
              <a:off x="9212351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CB4-70B1-4E02-B94A-C642AD7DDB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EF17-E4A5-454E-A6D0-6454B91999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FBF6F2"/>
      </a:dk1>
      <a:lt1>
        <a:srgbClr val="242222"/>
      </a:lt1>
      <a:dk2>
        <a:srgbClr val="EFE0D2"/>
      </a:dk2>
      <a:lt2>
        <a:srgbClr val="181717"/>
      </a:lt2>
      <a:accent1>
        <a:srgbClr val="C2794F"/>
      </a:accent1>
      <a:accent2>
        <a:srgbClr val="8E8B86"/>
      </a:accent2>
      <a:accent3>
        <a:srgbClr val="0F0E0E"/>
      </a:accent3>
      <a:accent4>
        <a:srgbClr val="323030"/>
      </a:accent4>
      <a:accent5>
        <a:srgbClr val="D18B62"/>
      </a:accent5>
      <a:accent6>
        <a:srgbClr val="6B6865"/>
      </a:accent6>
      <a:hlink>
        <a:srgbClr val="EFE0D2"/>
      </a:hlink>
      <a:folHlink>
        <a:srgbClr val="0F0E0E"/>
      </a:folHlink>
    </a:clrScheme>
    <a:fontScheme name="결혼식 슬라이드(러브스토리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