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42DD44C-B40D-4A46-AF99-2793C0F1A7E1}">
          <p14:sldIdLst>
            <p14:sldId id="256"/>
          </p14:sldIdLst>
        </p14:section>
        <p14:section name="본문" id="{1BB634C6-1185-45D3-97E2-B6E79E0E73E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A6D9D66-B455-4D98-9875-2BEF20A20E4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4190DAA-B457-4979-9CD7-8181CA93BA6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ADD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8BE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80C474B-4C31-49D0-9012-EC68EA45951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C868BB34-91E0-4727-9DBF-F343EF2F9F8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 와 주셔서 더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6" name="사진 바탕 1"/>
          <p:cNvSpPr/>
          <p:nvPr/>
        </p:nvSpPr>
        <p:spPr>
          <a:xfrm>
            <a:off x="2636443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636443" y="2057400"/>
            <a:ext cx="2171700" cy="2171700"/>
          </a:xfrm>
          <a:prstGeom prst="rect">
            <a:avLst/>
          </a:prstGeom>
        </p:spPr>
      </p:sp>
      <p:sp>
        <p:nvSpPr>
          <p:cNvPr id="21" name="사진 바탕 2"/>
          <p:cNvSpPr/>
          <p:nvPr/>
        </p:nvSpPr>
        <p:spPr>
          <a:xfrm>
            <a:off x="8160791" y="2057400"/>
            <a:ext cx="2171700" cy="2171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160791" y="2057400"/>
            <a:ext cx="2171700" cy="2171700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78CC9-B0C7-4DCB-9D08-A76C24B7BAD7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1417319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1417319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신랑 이름"/>
          <p:cNvSpPr txBox="1"/>
          <p:nvPr/>
        </p:nvSpPr>
        <p:spPr>
          <a:xfrm>
            <a:off x="1417319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8" name="신랑 소개"/>
          <p:cNvSpPr txBox="1"/>
          <p:nvPr/>
        </p:nvSpPr>
        <p:spPr>
          <a:xfrm>
            <a:off x="1508760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9" name="신부 카드"/>
          <p:cNvSpPr/>
          <p:nvPr/>
        </p:nvSpPr>
        <p:spPr>
          <a:xfrm>
            <a:off x="6941667" y="1828800"/>
            <a:ext cx="460994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윗선"/>
          <p:cNvSpPr/>
          <p:nvPr/>
        </p:nvSpPr>
        <p:spPr>
          <a:xfrm>
            <a:off x="6941667" y="1828800"/>
            <a:ext cx="4609947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신부 이름"/>
          <p:cNvSpPr txBox="1"/>
          <p:nvPr/>
        </p:nvSpPr>
        <p:spPr>
          <a:xfrm>
            <a:off x="6941667" y="4320540"/>
            <a:ext cx="460994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3" name="신부 소개"/>
          <p:cNvSpPr txBox="1"/>
          <p:nvPr/>
        </p:nvSpPr>
        <p:spPr>
          <a:xfrm>
            <a:off x="7033107" y="4777740"/>
            <a:ext cx="442706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DC431-5A3E-4DCA-AF3C-48778A71D1F7}" type="slidenum">
              <a:rPr lang="en-US"/>
              <a:t>‹#›</a:t>
            </a:fld>
            <a:endParaRPr lang="en-US"/>
          </a:p>
        </p:txBody>
      </p:sp>
      <p:grpSp>
        <p:nvGrpSpPr>
          <p:cNvPr id="6" name="감사 글 칸"/>
          <p:cNvGrpSpPr/>
          <p:nvPr/>
        </p:nvGrpSpPr>
        <p:grpSpPr>
          <a:xfrm>
            <a:off x="1417319" y="1828800"/>
            <a:ext cx="10134295" cy="4343400"/>
            <a:chOff x="1417319" y="1828800"/>
            <a:chExt cx="10134295" cy="4343400"/>
          </a:xfrm>
        </p:grpSpPr>
        <p:sp>
          <p:nvSpPr>
            <p:cNvPr id="7" name="감사 글 칸"/>
            <p:cNvSpPr/>
            <p:nvPr/>
          </p:nvSpPr>
          <p:spPr>
            <a:xfrm>
              <a:off x="1417319" y="1828800"/>
              <a:ext cx="1013429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1013429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감사 글"/>
            <p:cNvSpPr txBox="1"/>
            <p:nvPr/>
          </p:nvSpPr>
          <p:spPr>
            <a:xfrm>
              <a:off x="1965960" y="2194560"/>
              <a:ext cx="903701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1930A-235C-4A4F-9A08-A7322DA72EEB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윗선"/>
            <p:cNvSpPr/>
            <p:nvPr/>
          </p:nvSpPr>
          <p:spPr>
            <a:xfrm>
              <a:off x="1417319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645919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4886858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/>
            <p:nvPr/>
          </p:nvSpPr>
          <p:spPr>
            <a:xfrm>
              <a:off x="511545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7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8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9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0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윗선"/>
            <p:cNvSpPr/>
            <p:nvPr/>
          </p:nvSpPr>
          <p:spPr>
            <a:xfrm>
              <a:off x="8356396" y="1828800"/>
              <a:ext cx="319521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번호 3"/>
            <p:cNvSpPr/>
            <p:nvPr/>
          </p:nvSpPr>
          <p:spPr>
            <a:xfrm>
              <a:off x="858499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4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5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6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86247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86247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30762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30762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1417319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1417319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86247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86247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30762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30762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04DA8-AAF9-45F9-80A6-13D73B17907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3FCF5-869C-45D0-AB11-1BECC18054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373E48"/>
      </a:dk1>
      <a:lt1>
        <a:srgbClr val="FEFDFB"/>
      </a:lt1>
      <a:dk2>
        <a:srgbClr val="2C4468"/>
      </a:dk2>
      <a:lt2>
        <a:srgbClr val="FBF9F2"/>
      </a:lt2>
      <a:accent1>
        <a:srgbClr val="8DB6E0"/>
      </a:accent1>
      <a:accent2>
        <a:srgbClr val="F0C7A9"/>
      </a:accent2>
      <a:accent3>
        <a:srgbClr val="55647A"/>
      </a:accent3>
      <a:accent4>
        <a:srgbClr val="E5ECEE"/>
      </a:accent4>
      <a:accent5>
        <a:srgbClr val="C9BFA6"/>
      </a:accent5>
      <a:accent6>
        <a:srgbClr val="F5DECA"/>
      </a:accent6>
      <a:hlink>
        <a:srgbClr val="2C4468"/>
      </a:hlink>
      <a:folHlink>
        <a:srgbClr val="55647A"/>
      </a:folHlink>
    </a:clrScheme>
    <a:fontScheme name="결혼식 슬라이드(감사·답례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