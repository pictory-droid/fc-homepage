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</p:sldIdLst>
  <p:sldSz cx="1219169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시작" id="{3A0AE66D-ACD9-424D-8E11-E4642C33640B}">
          <p14:sldIdLst>
            <p14:sldId id="256"/>
          </p14:sldIdLst>
        </p14:section>
        <p14:section name="본문" id="{F4DDAC2F-F0ED-425F-BFF5-11CEDF34D511}">
          <p14:sldIdLst>
            <p14:sldId id="257"/>
            <p14:sldId id="258"/>
            <p14:sldId id="259"/>
            <p14:sldId id="260"/>
            <p14:sldId id="261"/>
          </p14:sldIdLst>
        </p14:section>
        <p14:section name="마무리" id="{27574DF2-AB65-48AC-B251-EEF4A545842A}">
          <p14:sldIdLst>
            <p14:sldId id="262"/>
          </p14:sldIdLst>
        </p14:section>
      </p14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표지입니다. 제목·글은 눌러서 바로 고치세요. 사진 자리는 가운데 아이콘을 누르면 사진을 넣을 수 있고, 모양에 맞춰 자동으로 잘려요. 색·글꼴은 [디자인 &gt; 변형]에서 한 번에 바꿀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사진 자리에 두 사람의 사진을 넣으세요.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내용을 입력하세요.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내용을 입력하세요.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사진 자리를 눌러 사진을 넣으세요.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서로에게 하고 싶은 말을 적어 보세요.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글은 눌러서 바로 고치세요. 사진 자리는 가운데 아이콘을 누르면 사진을 넣을 수 있어요. 색·글꼴은 [디자인 &gt; 변형]에서 한 번에 바꿀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">
    <p:bg>
      <p:bgPr>
        <a:pattFill prst="pct10">
          <a:fgClr>
            <a:schemeClr val="accent1">
              <a:lumMod val="10000"/>
              <a:lumOff val="90000"/>
            </a:schemeClr>
          </a:fgClr>
          <a:bgClr>
            <a:schemeClr val="bg2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1828754" y="1188720"/>
            <a:ext cx="8534186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ctrTitle"/>
          </p:nvPr>
        </p:nvSpPr>
        <p:spPr>
          <a:xfrm>
            <a:off x="1828754" y="1572768"/>
            <a:ext cx="8534186" cy="141732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02000"/>
              </a:lnSpc>
              <a:spcBef>
                <a:spcPts val="0"/>
              </a:spcBef>
              <a:buNone/>
              <a:defRPr sz="4400" b="1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3" name="한 줄 문구"/>
          <p:cNvSpPr>
            <a:spLocks noGrp="1"/>
          </p:cNvSpPr>
          <p:nvPr>
            <p:ph type="subTitle" idx="1"/>
          </p:nvPr>
        </p:nvSpPr>
        <p:spPr>
          <a:xfrm>
            <a:off x="1828754" y="3063240"/>
            <a:ext cx="8534186" cy="64008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4" name="안내 문구"/>
          <p:cNvSpPr>
            <a:spLocks noGrp="1"/>
          </p:cNvSpPr>
          <p:nvPr>
            <p:ph type="body" sz="quarter" idx="11"/>
          </p:nvPr>
        </p:nvSpPr>
        <p:spPr>
          <a:xfrm>
            <a:off x="2438339" y="3749040"/>
            <a:ext cx="7315017" cy="54864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2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grpSp>
        <p:nvGrpSpPr>
          <p:cNvPr id="2" name="마름모 띠"/>
          <p:cNvGrpSpPr/>
          <p:nvPr/>
        </p:nvGrpSpPr>
        <p:grpSpPr>
          <a:xfrm>
            <a:off x="-283464" y="6007608"/>
            <a:ext cx="13322808" cy="850392"/>
            <a:chOff x="-283464" y="6007608"/>
            <a:chExt cx="13322808" cy="850392"/>
          </a:xfrm>
        </p:grpSpPr>
        <p:sp>
          <p:nvSpPr>
            <p:cNvPr id="3" name="Diamond 2"/>
            <p:cNvSpPr/>
            <p:nvPr/>
          </p:nvSpPr>
          <p:spPr>
            <a:xfrm>
              <a:off x="0" y="6007608"/>
              <a:ext cx="566928" cy="566928"/>
            </a:xfrm>
            <a:prstGeom prst="diamond">
              <a:avLst/>
            </a:prstGeom>
            <a:noFill/>
            <a:ln w="6350">
              <a:solidFill>
                <a:schemeClr val="accent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" name="Diamond 3"/>
            <p:cNvSpPr/>
            <p:nvPr/>
          </p:nvSpPr>
          <p:spPr>
            <a:xfrm>
              <a:off x="566928" y="6007608"/>
              <a:ext cx="566928" cy="566928"/>
            </a:xfrm>
            <a:prstGeom prst="diamond">
              <a:avLst/>
            </a:prstGeom>
            <a:solidFill>
              <a:schemeClr val="accent2">
                <a:alpha val="70000"/>
              </a:schemeClr>
            </a:solidFill>
            <a:ln w="6350">
              <a:solidFill>
                <a:schemeClr val="accent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" name="Diamond 4"/>
            <p:cNvSpPr/>
            <p:nvPr/>
          </p:nvSpPr>
          <p:spPr>
            <a:xfrm>
              <a:off x="1133856" y="6007608"/>
              <a:ext cx="566928" cy="566928"/>
            </a:xfrm>
            <a:prstGeom prst="diamond">
              <a:avLst/>
            </a:prstGeom>
            <a:solidFill>
              <a:schemeClr val="accent1">
                <a:alpha val="70000"/>
              </a:schemeClr>
            </a:solidFill>
            <a:ln w="6350">
              <a:solidFill>
                <a:schemeClr val="accent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" name="Diamond 5"/>
            <p:cNvSpPr/>
            <p:nvPr/>
          </p:nvSpPr>
          <p:spPr>
            <a:xfrm>
              <a:off x="1700784" y="6007608"/>
              <a:ext cx="566928" cy="566928"/>
            </a:xfrm>
            <a:prstGeom prst="diamond">
              <a:avLst/>
            </a:prstGeom>
            <a:noFill/>
            <a:ln w="6350">
              <a:solidFill>
                <a:schemeClr val="accent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Diamond 6"/>
            <p:cNvSpPr/>
            <p:nvPr/>
          </p:nvSpPr>
          <p:spPr>
            <a:xfrm>
              <a:off x="2267712" y="6007608"/>
              <a:ext cx="566928" cy="566928"/>
            </a:xfrm>
            <a:prstGeom prst="diamond">
              <a:avLst/>
            </a:prstGeom>
            <a:solidFill>
              <a:schemeClr val="accent1">
                <a:alpha val="70000"/>
              </a:schemeClr>
            </a:solidFill>
            <a:ln w="6350">
              <a:solidFill>
                <a:schemeClr val="accent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" name="Diamond 7"/>
            <p:cNvSpPr/>
            <p:nvPr/>
          </p:nvSpPr>
          <p:spPr>
            <a:xfrm>
              <a:off x="2834640" y="6007608"/>
              <a:ext cx="566928" cy="566928"/>
            </a:xfrm>
            <a:prstGeom prst="diamond">
              <a:avLst/>
            </a:prstGeom>
            <a:solidFill>
              <a:schemeClr val="accent2">
                <a:alpha val="70000"/>
              </a:schemeClr>
            </a:solidFill>
            <a:ln w="6350">
              <a:solidFill>
                <a:schemeClr val="accent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" name="Diamond 8"/>
            <p:cNvSpPr/>
            <p:nvPr/>
          </p:nvSpPr>
          <p:spPr>
            <a:xfrm>
              <a:off x="3401568" y="6007608"/>
              <a:ext cx="566928" cy="566928"/>
            </a:xfrm>
            <a:prstGeom prst="diamond">
              <a:avLst/>
            </a:prstGeom>
            <a:noFill/>
            <a:ln w="6350">
              <a:solidFill>
                <a:schemeClr val="accent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" name="Diamond 9"/>
            <p:cNvSpPr/>
            <p:nvPr/>
          </p:nvSpPr>
          <p:spPr>
            <a:xfrm>
              <a:off x="3968496" y="6007608"/>
              <a:ext cx="566928" cy="566928"/>
            </a:xfrm>
            <a:prstGeom prst="diamond">
              <a:avLst/>
            </a:prstGeom>
            <a:solidFill>
              <a:schemeClr val="accent6">
                <a:alpha val="70000"/>
              </a:schemeClr>
            </a:solidFill>
            <a:ln w="6350">
              <a:solidFill>
                <a:schemeClr val="accent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" name="Diamond 10"/>
            <p:cNvSpPr/>
            <p:nvPr/>
          </p:nvSpPr>
          <p:spPr>
            <a:xfrm>
              <a:off x="4535424" y="6007608"/>
              <a:ext cx="566928" cy="566928"/>
            </a:xfrm>
            <a:prstGeom prst="diamond">
              <a:avLst/>
            </a:prstGeom>
            <a:solidFill>
              <a:schemeClr val="accent1">
                <a:alpha val="70000"/>
              </a:schemeClr>
            </a:solidFill>
            <a:ln w="6350">
              <a:solidFill>
                <a:schemeClr val="accent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" name="Diamond 11"/>
            <p:cNvSpPr/>
            <p:nvPr/>
          </p:nvSpPr>
          <p:spPr>
            <a:xfrm>
              <a:off x="5102352" y="6007608"/>
              <a:ext cx="566928" cy="566928"/>
            </a:xfrm>
            <a:prstGeom prst="diamond">
              <a:avLst/>
            </a:prstGeom>
            <a:noFill/>
            <a:ln w="6350">
              <a:solidFill>
                <a:schemeClr val="accent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" name="Diamond 12"/>
            <p:cNvSpPr/>
            <p:nvPr/>
          </p:nvSpPr>
          <p:spPr>
            <a:xfrm>
              <a:off x="5669280" y="6007608"/>
              <a:ext cx="566928" cy="566928"/>
            </a:xfrm>
            <a:prstGeom prst="diamond">
              <a:avLst/>
            </a:prstGeom>
            <a:solidFill>
              <a:schemeClr val="accent1">
                <a:alpha val="70000"/>
              </a:schemeClr>
            </a:solidFill>
            <a:ln w="6350">
              <a:solidFill>
                <a:schemeClr val="accent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" name="Diamond 13"/>
            <p:cNvSpPr/>
            <p:nvPr/>
          </p:nvSpPr>
          <p:spPr>
            <a:xfrm>
              <a:off x="6236208" y="6007608"/>
              <a:ext cx="566928" cy="566928"/>
            </a:xfrm>
            <a:prstGeom prst="diamond">
              <a:avLst/>
            </a:prstGeom>
            <a:solidFill>
              <a:schemeClr val="accent6">
                <a:alpha val="70000"/>
              </a:schemeClr>
            </a:solidFill>
            <a:ln w="6350">
              <a:solidFill>
                <a:schemeClr val="accent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" name="Diamond 14"/>
            <p:cNvSpPr/>
            <p:nvPr/>
          </p:nvSpPr>
          <p:spPr>
            <a:xfrm>
              <a:off x="6803136" y="6007608"/>
              <a:ext cx="566928" cy="566928"/>
            </a:xfrm>
            <a:prstGeom prst="diamond">
              <a:avLst/>
            </a:prstGeom>
            <a:noFill/>
            <a:ln w="6350">
              <a:solidFill>
                <a:schemeClr val="accent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6" name="Diamond 15"/>
            <p:cNvSpPr/>
            <p:nvPr/>
          </p:nvSpPr>
          <p:spPr>
            <a:xfrm>
              <a:off x="7370064" y="6007608"/>
              <a:ext cx="566928" cy="566928"/>
            </a:xfrm>
            <a:prstGeom prst="diamond">
              <a:avLst/>
            </a:prstGeom>
            <a:solidFill>
              <a:schemeClr val="accent2">
                <a:alpha val="70000"/>
              </a:schemeClr>
            </a:solidFill>
            <a:ln w="6350">
              <a:solidFill>
                <a:schemeClr val="accent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7" name="Diamond 16"/>
            <p:cNvSpPr/>
            <p:nvPr/>
          </p:nvSpPr>
          <p:spPr>
            <a:xfrm>
              <a:off x="7936992" y="6007608"/>
              <a:ext cx="566928" cy="566928"/>
            </a:xfrm>
            <a:prstGeom prst="diamond">
              <a:avLst/>
            </a:prstGeom>
            <a:solidFill>
              <a:schemeClr val="accent1">
                <a:alpha val="70000"/>
              </a:schemeClr>
            </a:solidFill>
            <a:ln w="6350">
              <a:solidFill>
                <a:schemeClr val="accent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8" name="Diamond 17"/>
            <p:cNvSpPr/>
            <p:nvPr/>
          </p:nvSpPr>
          <p:spPr>
            <a:xfrm>
              <a:off x="8503920" y="6007608"/>
              <a:ext cx="566928" cy="566928"/>
            </a:xfrm>
            <a:prstGeom prst="diamond">
              <a:avLst/>
            </a:prstGeom>
            <a:noFill/>
            <a:ln w="6350">
              <a:solidFill>
                <a:schemeClr val="accent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" name="Diamond 18"/>
            <p:cNvSpPr/>
            <p:nvPr/>
          </p:nvSpPr>
          <p:spPr>
            <a:xfrm>
              <a:off x="9070848" y="6007608"/>
              <a:ext cx="566928" cy="566928"/>
            </a:xfrm>
            <a:prstGeom prst="diamond">
              <a:avLst/>
            </a:prstGeom>
            <a:solidFill>
              <a:schemeClr val="accent1">
                <a:alpha val="70000"/>
              </a:schemeClr>
            </a:solidFill>
            <a:ln w="6350">
              <a:solidFill>
                <a:schemeClr val="accent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0" name="Diamond 19"/>
            <p:cNvSpPr/>
            <p:nvPr/>
          </p:nvSpPr>
          <p:spPr>
            <a:xfrm>
              <a:off x="9637776" y="6007608"/>
              <a:ext cx="566928" cy="566928"/>
            </a:xfrm>
            <a:prstGeom prst="diamond">
              <a:avLst/>
            </a:prstGeom>
            <a:solidFill>
              <a:schemeClr val="accent2">
                <a:alpha val="70000"/>
              </a:schemeClr>
            </a:solidFill>
            <a:ln w="6350">
              <a:solidFill>
                <a:schemeClr val="accent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1" name="Diamond 20"/>
            <p:cNvSpPr/>
            <p:nvPr/>
          </p:nvSpPr>
          <p:spPr>
            <a:xfrm>
              <a:off x="10204704" y="6007608"/>
              <a:ext cx="566928" cy="566928"/>
            </a:xfrm>
            <a:prstGeom prst="diamond">
              <a:avLst/>
            </a:prstGeom>
            <a:noFill/>
            <a:ln w="6350">
              <a:solidFill>
                <a:schemeClr val="accent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2" name="Diamond 21"/>
            <p:cNvSpPr/>
            <p:nvPr/>
          </p:nvSpPr>
          <p:spPr>
            <a:xfrm>
              <a:off x="10771632" y="6007608"/>
              <a:ext cx="566928" cy="566928"/>
            </a:xfrm>
            <a:prstGeom prst="diamond">
              <a:avLst/>
            </a:prstGeom>
            <a:solidFill>
              <a:schemeClr val="accent6">
                <a:alpha val="70000"/>
              </a:schemeClr>
            </a:solidFill>
            <a:ln w="6350">
              <a:solidFill>
                <a:schemeClr val="accent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3" name="Diamond 22"/>
            <p:cNvSpPr/>
            <p:nvPr/>
          </p:nvSpPr>
          <p:spPr>
            <a:xfrm>
              <a:off x="11338560" y="6007608"/>
              <a:ext cx="566928" cy="566928"/>
            </a:xfrm>
            <a:prstGeom prst="diamond">
              <a:avLst/>
            </a:prstGeom>
            <a:solidFill>
              <a:schemeClr val="accent1">
                <a:alpha val="70000"/>
              </a:schemeClr>
            </a:solidFill>
            <a:ln w="6350">
              <a:solidFill>
                <a:schemeClr val="accent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4" name="Diamond 23"/>
            <p:cNvSpPr/>
            <p:nvPr/>
          </p:nvSpPr>
          <p:spPr>
            <a:xfrm>
              <a:off x="11905488" y="6007608"/>
              <a:ext cx="566928" cy="566928"/>
            </a:xfrm>
            <a:prstGeom prst="diamond">
              <a:avLst/>
            </a:prstGeom>
            <a:noFill/>
            <a:ln w="6350">
              <a:solidFill>
                <a:schemeClr val="accent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5" name="Diamond 24"/>
            <p:cNvSpPr/>
            <p:nvPr/>
          </p:nvSpPr>
          <p:spPr>
            <a:xfrm>
              <a:off x="12472416" y="6007608"/>
              <a:ext cx="566928" cy="566928"/>
            </a:xfrm>
            <a:prstGeom prst="diamond">
              <a:avLst/>
            </a:prstGeom>
            <a:solidFill>
              <a:schemeClr val="accent1">
                <a:alpha val="70000"/>
              </a:schemeClr>
            </a:solidFill>
            <a:ln w="6350">
              <a:solidFill>
                <a:schemeClr val="accent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6" name="Diamond 25"/>
            <p:cNvSpPr/>
            <p:nvPr/>
          </p:nvSpPr>
          <p:spPr>
            <a:xfrm>
              <a:off x="-283464" y="6291072"/>
              <a:ext cx="566928" cy="566928"/>
            </a:xfrm>
            <a:prstGeom prst="diamond">
              <a:avLst/>
            </a:prstGeom>
            <a:solidFill>
              <a:schemeClr val="accent1">
                <a:alpha val="70000"/>
              </a:schemeClr>
            </a:solidFill>
            <a:ln w="6350">
              <a:solidFill>
                <a:schemeClr val="accent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7" name="Diamond 26"/>
            <p:cNvSpPr/>
            <p:nvPr/>
          </p:nvSpPr>
          <p:spPr>
            <a:xfrm>
              <a:off x="283464" y="6291072"/>
              <a:ext cx="566928" cy="566928"/>
            </a:xfrm>
            <a:prstGeom prst="diamond">
              <a:avLst/>
            </a:prstGeom>
            <a:solidFill>
              <a:schemeClr val="accent6">
                <a:alpha val="70000"/>
              </a:schemeClr>
            </a:solidFill>
            <a:ln w="6350">
              <a:solidFill>
                <a:schemeClr val="accent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8" name="Diamond 27"/>
            <p:cNvSpPr/>
            <p:nvPr/>
          </p:nvSpPr>
          <p:spPr>
            <a:xfrm>
              <a:off x="850392" y="6291072"/>
              <a:ext cx="566928" cy="566928"/>
            </a:xfrm>
            <a:prstGeom prst="diamond">
              <a:avLst/>
            </a:prstGeom>
            <a:noFill/>
            <a:ln w="6350">
              <a:solidFill>
                <a:schemeClr val="accent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9" name="Diamond 28"/>
            <p:cNvSpPr/>
            <p:nvPr/>
          </p:nvSpPr>
          <p:spPr>
            <a:xfrm>
              <a:off x="1417319" y="6291072"/>
              <a:ext cx="566928" cy="566928"/>
            </a:xfrm>
            <a:prstGeom prst="diamond">
              <a:avLst/>
            </a:prstGeom>
            <a:solidFill>
              <a:schemeClr val="accent2">
                <a:alpha val="70000"/>
              </a:schemeClr>
            </a:solidFill>
            <a:ln w="6350">
              <a:solidFill>
                <a:schemeClr val="accent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0" name="Diamond 29"/>
            <p:cNvSpPr/>
            <p:nvPr/>
          </p:nvSpPr>
          <p:spPr>
            <a:xfrm>
              <a:off x="1984248" y="6291072"/>
              <a:ext cx="566928" cy="566928"/>
            </a:xfrm>
            <a:prstGeom prst="diamond">
              <a:avLst/>
            </a:prstGeom>
            <a:solidFill>
              <a:schemeClr val="accent1">
                <a:alpha val="70000"/>
              </a:schemeClr>
            </a:solidFill>
            <a:ln w="6350">
              <a:solidFill>
                <a:schemeClr val="accent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1" name="Diamond 30"/>
            <p:cNvSpPr/>
            <p:nvPr/>
          </p:nvSpPr>
          <p:spPr>
            <a:xfrm>
              <a:off x="2551176" y="6291072"/>
              <a:ext cx="566928" cy="566928"/>
            </a:xfrm>
            <a:prstGeom prst="diamond">
              <a:avLst/>
            </a:prstGeom>
            <a:noFill/>
            <a:ln w="6350">
              <a:solidFill>
                <a:schemeClr val="accent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2" name="Diamond 31"/>
            <p:cNvSpPr/>
            <p:nvPr/>
          </p:nvSpPr>
          <p:spPr>
            <a:xfrm>
              <a:off x="3118103" y="6291072"/>
              <a:ext cx="566928" cy="566928"/>
            </a:xfrm>
            <a:prstGeom prst="diamond">
              <a:avLst/>
            </a:prstGeom>
            <a:solidFill>
              <a:schemeClr val="accent1">
                <a:alpha val="70000"/>
              </a:schemeClr>
            </a:solidFill>
            <a:ln w="6350">
              <a:solidFill>
                <a:schemeClr val="accent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3" name="Diamond 32"/>
            <p:cNvSpPr/>
            <p:nvPr/>
          </p:nvSpPr>
          <p:spPr>
            <a:xfrm>
              <a:off x="3685032" y="6291072"/>
              <a:ext cx="566928" cy="566928"/>
            </a:xfrm>
            <a:prstGeom prst="diamond">
              <a:avLst/>
            </a:prstGeom>
            <a:solidFill>
              <a:schemeClr val="accent2">
                <a:alpha val="70000"/>
              </a:schemeClr>
            </a:solidFill>
            <a:ln w="6350">
              <a:solidFill>
                <a:schemeClr val="accent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4" name="Diamond 33"/>
            <p:cNvSpPr/>
            <p:nvPr/>
          </p:nvSpPr>
          <p:spPr>
            <a:xfrm>
              <a:off x="4251960" y="6291072"/>
              <a:ext cx="566928" cy="566928"/>
            </a:xfrm>
            <a:prstGeom prst="diamond">
              <a:avLst/>
            </a:prstGeom>
            <a:noFill/>
            <a:ln w="6350">
              <a:solidFill>
                <a:schemeClr val="accent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5" name="Diamond 34"/>
            <p:cNvSpPr/>
            <p:nvPr/>
          </p:nvSpPr>
          <p:spPr>
            <a:xfrm>
              <a:off x="4818888" y="6291072"/>
              <a:ext cx="566928" cy="566928"/>
            </a:xfrm>
            <a:prstGeom prst="diamond">
              <a:avLst/>
            </a:prstGeom>
            <a:solidFill>
              <a:schemeClr val="accent6">
                <a:alpha val="70000"/>
              </a:schemeClr>
            </a:solidFill>
            <a:ln w="6350">
              <a:solidFill>
                <a:schemeClr val="accent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6" name="Diamond 35"/>
            <p:cNvSpPr/>
            <p:nvPr/>
          </p:nvSpPr>
          <p:spPr>
            <a:xfrm>
              <a:off x="5385816" y="6291072"/>
              <a:ext cx="566928" cy="566928"/>
            </a:xfrm>
            <a:prstGeom prst="diamond">
              <a:avLst/>
            </a:prstGeom>
            <a:solidFill>
              <a:schemeClr val="accent1">
                <a:alpha val="70000"/>
              </a:schemeClr>
            </a:solidFill>
            <a:ln w="6350">
              <a:solidFill>
                <a:schemeClr val="accent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7" name="Diamond 36"/>
            <p:cNvSpPr/>
            <p:nvPr/>
          </p:nvSpPr>
          <p:spPr>
            <a:xfrm>
              <a:off x="5952744" y="6291072"/>
              <a:ext cx="566928" cy="566928"/>
            </a:xfrm>
            <a:prstGeom prst="diamond">
              <a:avLst/>
            </a:prstGeom>
            <a:noFill/>
            <a:ln w="6350">
              <a:solidFill>
                <a:schemeClr val="accent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8" name="Diamond 37"/>
            <p:cNvSpPr/>
            <p:nvPr/>
          </p:nvSpPr>
          <p:spPr>
            <a:xfrm>
              <a:off x="6519672" y="6291072"/>
              <a:ext cx="566928" cy="566928"/>
            </a:xfrm>
            <a:prstGeom prst="diamond">
              <a:avLst/>
            </a:prstGeom>
            <a:solidFill>
              <a:schemeClr val="accent1">
                <a:alpha val="70000"/>
              </a:schemeClr>
            </a:solidFill>
            <a:ln w="6350">
              <a:solidFill>
                <a:schemeClr val="accent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9" name="Diamond 38"/>
            <p:cNvSpPr/>
            <p:nvPr/>
          </p:nvSpPr>
          <p:spPr>
            <a:xfrm>
              <a:off x="7086600" y="6291072"/>
              <a:ext cx="566928" cy="566928"/>
            </a:xfrm>
            <a:prstGeom prst="diamond">
              <a:avLst/>
            </a:prstGeom>
            <a:solidFill>
              <a:schemeClr val="accent6">
                <a:alpha val="70000"/>
              </a:schemeClr>
            </a:solidFill>
            <a:ln w="6350">
              <a:solidFill>
                <a:schemeClr val="accent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0" name="Diamond 39"/>
            <p:cNvSpPr/>
            <p:nvPr/>
          </p:nvSpPr>
          <p:spPr>
            <a:xfrm>
              <a:off x="7653527" y="6291072"/>
              <a:ext cx="566928" cy="566928"/>
            </a:xfrm>
            <a:prstGeom prst="diamond">
              <a:avLst/>
            </a:prstGeom>
            <a:noFill/>
            <a:ln w="6350">
              <a:solidFill>
                <a:schemeClr val="accent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1" name="Diamond 40"/>
            <p:cNvSpPr/>
            <p:nvPr/>
          </p:nvSpPr>
          <p:spPr>
            <a:xfrm>
              <a:off x="8220456" y="6291072"/>
              <a:ext cx="566928" cy="566928"/>
            </a:xfrm>
            <a:prstGeom prst="diamond">
              <a:avLst/>
            </a:prstGeom>
            <a:solidFill>
              <a:schemeClr val="accent2">
                <a:alpha val="70000"/>
              </a:schemeClr>
            </a:solidFill>
            <a:ln w="6350">
              <a:solidFill>
                <a:schemeClr val="accent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2" name="Diamond 41"/>
            <p:cNvSpPr/>
            <p:nvPr/>
          </p:nvSpPr>
          <p:spPr>
            <a:xfrm>
              <a:off x="8787384" y="6291072"/>
              <a:ext cx="566928" cy="566928"/>
            </a:xfrm>
            <a:prstGeom prst="diamond">
              <a:avLst/>
            </a:prstGeom>
            <a:solidFill>
              <a:schemeClr val="accent1">
                <a:alpha val="70000"/>
              </a:schemeClr>
            </a:solidFill>
            <a:ln w="6350">
              <a:solidFill>
                <a:schemeClr val="accent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3" name="Diamond 42"/>
            <p:cNvSpPr/>
            <p:nvPr/>
          </p:nvSpPr>
          <p:spPr>
            <a:xfrm>
              <a:off x="9354311" y="6291072"/>
              <a:ext cx="566928" cy="566928"/>
            </a:xfrm>
            <a:prstGeom prst="diamond">
              <a:avLst/>
            </a:prstGeom>
            <a:noFill/>
            <a:ln w="6350">
              <a:solidFill>
                <a:schemeClr val="accent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4" name="Diamond 43"/>
            <p:cNvSpPr/>
            <p:nvPr/>
          </p:nvSpPr>
          <p:spPr>
            <a:xfrm>
              <a:off x="9921240" y="6291072"/>
              <a:ext cx="566928" cy="566928"/>
            </a:xfrm>
            <a:prstGeom prst="diamond">
              <a:avLst/>
            </a:prstGeom>
            <a:solidFill>
              <a:schemeClr val="accent1">
                <a:alpha val="70000"/>
              </a:schemeClr>
            </a:solidFill>
            <a:ln w="6350">
              <a:solidFill>
                <a:schemeClr val="accent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5" name="Diamond 44"/>
            <p:cNvSpPr/>
            <p:nvPr/>
          </p:nvSpPr>
          <p:spPr>
            <a:xfrm>
              <a:off x="10488167" y="6291072"/>
              <a:ext cx="566928" cy="566928"/>
            </a:xfrm>
            <a:prstGeom prst="diamond">
              <a:avLst/>
            </a:prstGeom>
            <a:solidFill>
              <a:schemeClr val="accent2">
                <a:alpha val="70000"/>
              </a:schemeClr>
            </a:solidFill>
            <a:ln w="6350">
              <a:solidFill>
                <a:schemeClr val="accent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6" name="Diamond 45"/>
            <p:cNvSpPr/>
            <p:nvPr/>
          </p:nvSpPr>
          <p:spPr>
            <a:xfrm>
              <a:off x="11055096" y="6291072"/>
              <a:ext cx="566928" cy="566928"/>
            </a:xfrm>
            <a:prstGeom prst="diamond">
              <a:avLst/>
            </a:prstGeom>
            <a:noFill/>
            <a:ln w="6350">
              <a:solidFill>
                <a:schemeClr val="accent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7" name="Diamond 46"/>
            <p:cNvSpPr/>
            <p:nvPr/>
          </p:nvSpPr>
          <p:spPr>
            <a:xfrm>
              <a:off x="11622024" y="6291072"/>
              <a:ext cx="566928" cy="566928"/>
            </a:xfrm>
            <a:prstGeom prst="diamond">
              <a:avLst/>
            </a:prstGeom>
            <a:solidFill>
              <a:schemeClr val="accent6">
                <a:alpha val="70000"/>
              </a:schemeClr>
            </a:solidFill>
            <a:ln w="6350">
              <a:solidFill>
                <a:schemeClr val="accent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8" name="Diamond 47"/>
            <p:cNvSpPr/>
            <p:nvPr/>
          </p:nvSpPr>
          <p:spPr>
            <a:xfrm>
              <a:off x="12188952" y="6291072"/>
              <a:ext cx="566928" cy="566928"/>
            </a:xfrm>
            <a:prstGeom prst="diamond">
              <a:avLst/>
            </a:prstGeom>
            <a:solidFill>
              <a:schemeClr val="accent1">
                <a:alpha val="70000"/>
              </a:schemeClr>
            </a:solidFill>
            <a:ln w="6350">
              <a:solidFill>
                <a:schemeClr val="accent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</p:grpSp>
      <p:cxnSp>
        <p:nvCxnSpPr>
          <p:cNvPr id="49" name="Connector 48"/>
          <p:cNvCxnSpPr/>
          <p:nvPr/>
        </p:nvCxnSpPr>
        <p:spPr>
          <a:xfrm>
            <a:off x="731520" y="566928"/>
            <a:ext cx="10728655" cy="0"/>
          </a:xfrm>
          <a:prstGeom prst="line">
            <a:avLst/>
          </a:prstGeom>
          <a:ln w="9525" cap="rnd">
            <a:solidFill>
              <a:schemeClr val="accent1"/>
            </a:solidFill>
          </a:ln>
        </p:spPr>
      </p:cxnSp>
      <p:sp>
        <p:nvSpPr>
          <p:cNvPr id="50" name="Diamond 49"/>
          <p:cNvSpPr/>
          <p:nvPr/>
        </p:nvSpPr>
        <p:spPr>
          <a:xfrm>
            <a:off x="6004407" y="475488"/>
            <a:ext cx="182880" cy="182880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">
    <p:bg>
      <p:bgPr>
        <a:pattFill prst="pct10">
          <a:fgClr>
            <a:schemeClr val="accent1">
              <a:lumMod val="10000"/>
              <a:lumOff val="90000"/>
            </a:schemeClr>
          </a:fgClr>
          <a:bgClr>
            <a:schemeClr val="bg2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세로 글씨"/>
          <p:cNvSpPr>
            <a:spLocks noGrp="1"/>
          </p:cNvSpPr>
          <p:nvPr>
            <p:ph type="body" sz="quarter" idx="30"/>
          </p:nvPr>
        </p:nvSpPr>
        <p:spPr>
          <a:xfrm>
            <a:off x="91440" y="914400"/>
            <a:ext cx="594359" cy="4663440"/>
          </a:xfrm>
          <a:noFill/>
        </p:spPr>
        <p:txBody>
          <a:bodyPr lIns="45720" rIns="45720" tIns="27432" bIns="27432" anchor="ctr" vert="vert270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2000" b="0" spc="900">
                <a:solidFill>
                  <a:srgbClr val="1A1613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세로 글씨</a:t>
            </a:r>
          </a:p>
        </p:txBody>
      </p:sp>
      <p:sp>
        <p:nvSpPr>
          <p:cNvPr id="102" name="쪽 번호"/>
          <p:cNvSpPr>
            <a:spLocks noGrp="1"/>
          </p:cNvSpPr>
          <p:nvPr>
            <p:ph type="sldNum" sz="quarter" idx="12"/>
          </p:nvPr>
        </p:nvSpPr>
        <p:spPr>
          <a:xfrm>
            <a:off x="0" y="6172200"/>
            <a:ext cx="777240" cy="4572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200" b="1" spc="0">
                <a:solidFill>
                  <a:srgbClr val="1A1613"/>
                </a:solidFill>
              </a:defRPr>
            </a:lvl1pPr>
          </a:lstStyle>
          <a:p>
            <a:fld id="{6E4291C1-9923-4EE4-8E88-6259021A256F}" type="slidenum">
              <a:rPr lang="en-US"/>
              <a:t>‹#›</a:t>
            </a:fld>
          </a:p>
        </p:txBody>
      </p:sp>
      <p:sp>
        <p:nvSpPr>
          <p:cNvPr id="103" name="영문 라벨"/>
          <p:cNvSpPr>
            <a:spLocks noGrp="1"/>
          </p:cNvSpPr>
          <p:nvPr>
            <p:ph type="body" sz="quarter" idx="10"/>
          </p:nvPr>
        </p:nvSpPr>
        <p:spPr>
          <a:xfrm>
            <a:off x="1417319" y="365760"/>
            <a:ext cx="1013429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4" name="제목"/>
          <p:cNvSpPr>
            <a:spLocks noGrp="1"/>
          </p:cNvSpPr>
          <p:nvPr>
            <p:ph type="title"/>
          </p:nvPr>
        </p:nvSpPr>
        <p:spPr>
          <a:xfrm>
            <a:off x="1417319" y="658368"/>
            <a:ext cx="10134295" cy="7772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2800" b="1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2" name="옆 띠"/>
          <p:cNvSpPr/>
          <p:nvPr/>
        </p:nvSpPr>
        <p:spPr>
          <a:xfrm>
            <a:off x="0" y="0"/>
            <a:ext cx="777240" cy="6858000"/>
          </a:xfrm>
          <a:prstGeom prst="rect">
            <a:avLst/>
          </a:prstGeom>
          <a:gradFill rotWithShape="1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0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1417319" y="1572768"/>
            <a:ext cx="1280160" cy="0"/>
          </a:xfrm>
          <a:prstGeom prst="line">
            <a:avLst/>
          </a:prstGeom>
          <a:ln w="31750" cap="rnd">
            <a:solidFill>
              <a:schemeClr val="accent2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2697479" y="1572768"/>
            <a:ext cx="8854136" cy="0"/>
          </a:xfrm>
          <a:prstGeom prst="line">
            <a:avLst/>
          </a:prstGeom>
          <a:ln w="6350" cap="rnd">
            <a:solidFill>
              <a:schemeClr val="accent1"/>
            </a:solidFill>
          </a:ln>
        </p:spPr>
      </p:cxn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마무리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1828754" y="1188720"/>
            <a:ext cx="8534186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accent5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1828754" y="1572768"/>
            <a:ext cx="8534186" cy="141732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02000"/>
              </a:lnSpc>
              <a:spcBef>
                <a:spcPts val="0"/>
              </a:spcBef>
              <a:buNone/>
              <a:defRPr sz="4400" b="1" spc="0">
                <a:solidFill>
                  <a:srgbClr val="FFFFFF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3" name="한 줄 문구"/>
          <p:cNvSpPr>
            <a:spLocks noGrp="1"/>
          </p:cNvSpPr>
          <p:nvPr>
            <p:ph type="subTitle" idx="1"/>
          </p:nvPr>
        </p:nvSpPr>
        <p:spPr>
          <a:xfrm>
            <a:off x="1828754" y="3063240"/>
            <a:ext cx="8534186" cy="64008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600" b="0" spc="0">
                <a:solidFill>
                  <a:srgbClr val="DADDE2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4" name="안내 문구"/>
          <p:cNvSpPr>
            <a:spLocks noGrp="1"/>
          </p:cNvSpPr>
          <p:nvPr>
            <p:ph type="body" sz="quarter" idx="11"/>
          </p:nvPr>
        </p:nvSpPr>
        <p:spPr>
          <a:xfrm>
            <a:off x="2438339" y="3749040"/>
            <a:ext cx="7315017" cy="54864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200" b="0" spc="0">
                <a:solidFill>
                  <a:srgbClr val="B8BEC7"/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grpSp>
        <p:nvGrpSpPr>
          <p:cNvPr id="2" name="마름모 띠"/>
          <p:cNvGrpSpPr/>
          <p:nvPr/>
        </p:nvGrpSpPr>
        <p:grpSpPr>
          <a:xfrm>
            <a:off x="-283464" y="6007608"/>
            <a:ext cx="13322808" cy="850392"/>
            <a:chOff x="-283464" y="6007608"/>
            <a:chExt cx="13322808" cy="850392"/>
          </a:xfrm>
        </p:grpSpPr>
        <p:sp>
          <p:nvSpPr>
            <p:cNvPr id="3" name="Diamond 2"/>
            <p:cNvSpPr/>
            <p:nvPr/>
          </p:nvSpPr>
          <p:spPr>
            <a:xfrm>
              <a:off x="0" y="6007608"/>
              <a:ext cx="566928" cy="566928"/>
            </a:xfrm>
            <a:prstGeom prst="diamond">
              <a:avLst/>
            </a:prstGeom>
            <a:noFill/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" name="Diamond 3"/>
            <p:cNvSpPr/>
            <p:nvPr/>
          </p:nvSpPr>
          <p:spPr>
            <a:xfrm>
              <a:off x="566928" y="6007608"/>
              <a:ext cx="566928" cy="566928"/>
            </a:xfrm>
            <a:prstGeom prst="diamond">
              <a:avLst/>
            </a:prstGeom>
            <a:solidFill>
              <a:schemeClr val="accent2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" name="Diamond 4"/>
            <p:cNvSpPr/>
            <p:nvPr/>
          </p:nvSpPr>
          <p:spPr>
            <a:xfrm>
              <a:off x="1133856" y="6007608"/>
              <a:ext cx="566928" cy="566928"/>
            </a:xfrm>
            <a:prstGeom prst="diamond">
              <a:avLst/>
            </a:prstGeom>
            <a:solidFill>
              <a:schemeClr val="accent5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" name="Diamond 5"/>
            <p:cNvSpPr/>
            <p:nvPr/>
          </p:nvSpPr>
          <p:spPr>
            <a:xfrm>
              <a:off x="1700784" y="6007608"/>
              <a:ext cx="566928" cy="566928"/>
            </a:xfrm>
            <a:prstGeom prst="diamond">
              <a:avLst/>
            </a:prstGeom>
            <a:noFill/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Diamond 6"/>
            <p:cNvSpPr/>
            <p:nvPr/>
          </p:nvSpPr>
          <p:spPr>
            <a:xfrm>
              <a:off x="2267712" y="6007608"/>
              <a:ext cx="566928" cy="566928"/>
            </a:xfrm>
            <a:prstGeom prst="diamond">
              <a:avLst/>
            </a:prstGeom>
            <a:solidFill>
              <a:schemeClr val="tx2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" name="Diamond 7"/>
            <p:cNvSpPr/>
            <p:nvPr/>
          </p:nvSpPr>
          <p:spPr>
            <a:xfrm>
              <a:off x="2834640" y="6007608"/>
              <a:ext cx="566928" cy="566928"/>
            </a:xfrm>
            <a:prstGeom prst="diamond">
              <a:avLst/>
            </a:prstGeom>
            <a:solidFill>
              <a:schemeClr val="accent2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" name="Diamond 8"/>
            <p:cNvSpPr/>
            <p:nvPr/>
          </p:nvSpPr>
          <p:spPr>
            <a:xfrm>
              <a:off x="3401568" y="6007608"/>
              <a:ext cx="566928" cy="566928"/>
            </a:xfrm>
            <a:prstGeom prst="diamond">
              <a:avLst/>
            </a:prstGeom>
            <a:noFill/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" name="Diamond 9"/>
            <p:cNvSpPr/>
            <p:nvPr/>
          </p:nvSpPr>
          <p:spPr>
            <a:xfrm>
              <a:off x="3968496" y="6007608"/>
              <a:ext cx="566928" cy="566928"/>
            </a:xfrm>
            <a:prstGeom prst="diamond">
              <a:avLst/>
            </a:prstGeom>
            <a:solidFill>
              <a:schemeClr val="accent6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" name="Diamond 10"/>
            <p:cNvSpPr/>
            <p:nvPr/>
          </p:nvSpPr>
          <p:spPr>
            <a:xfrm>
              <a:off x="4535424" y="6007608"/>
              <a:ext cx="566928" cy="566928"/>
            </a:xfrm>
            <a:prstGeom prst="diamond">
              <a:avLst/>
            </a:prstGeom>
            <a:solidFill>
              <a:schemeClr val="tx2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" name="Diamond 11"/>
            <p:cNvSpPr/>
            <p:nvPr/>
          </p:nvSpPr>
          <p:spPr>
            <a:xfrm>
              <a:off x="5102352" y="6007608"/>
              <a:ext cx="566928" cy="566928"/>
            </a:xfrm>
            <a:prstGeom prst="diamond">
              <a:avLst/>
            </a:prstGeom>
            <a:noFill/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" name="Diamond 12"/>
            <p:cNvSpPr/>
            <p:nvPr/>
          </p:nvSpPr>
          <p:spPr>
            <a:xfrm>
              <a:off x="5669280" y="6007608"/>
              <a:ext cx="566928" cy="566928"/>
            </a:xfrm>
            <a:prstGeom prst="diamond">
              <a:avLst/>
            </a:prstGeom>
            <a:solidFill>
              <a:schemeClr val="accent5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" name="Diamond 13"/>
            <p:cNvSpPr/>
            <p:nvPr/>
          </p:nvSpPr>
          <p:spPr>
            <a:xfrm>
              <a:off x="6236208" y="6007608"/>
              <a:ext cx="566928" cy="566928"/>
            </a:xfrm>
            <a:prstGeom prst="diamond">
              <a:avLst/>
            </a:prstGeom>
            <a:solidFill>
              <a:schemeClr val="accent6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" name="Diamond 14"/>
            <p:cNvSpPr/>
            <p:nvPr/>
          </p:nvSpPr>
          <p:spPr>
            <a:xfrm>
              <a:off x="6803136" y="6007608"/>
              <a:ext cx="566928" cy="566928"/>
            </a:xfrm>
            <a:prstGeom prst="diamond">
              <a:avLst/>
            </a:prstGeom>
            <a:noFill/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6" name="Diamond 15"/>
            <p:cNvSpPr/>
            <p:nvPr/>
          </p:nvSpPr>
          <p:spPr>
            <a:xfrm>
              <a:off x="7370064" y="6007608"/>
              <a:ext cx="566928" cy="566928"/>
            </a:xfrm>
            <a:prstGeom prst="diamond">
              <a:avLst/>
            </a:prstGeom>
            <a:solidFill>
              <a:schemeClr val="accent2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7" name="Diamond 16"/>
            <p:cNvSpPr/>
            <p:nvPr/>
          </p:nvSpPr>
          <p:spPr>
            <a:xfrm>
              <a:off x="7936992" y="6007608"/>
              <a:ext cx="566928" cy="566928"/>
            </a:xfrm>
            <a:prstGeom prst="diamond">
              <a:avLst/>
            </a:prstGeom>
            <a:solidFill>
              <a:schemeClr val="accent5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8" name="Diamond 17"/>
            <p:cNvSpPr/>
            <p:nvPr/>
          </p:nvSpPr>
          <p:spPr>
            <a:xfrm>
              <a:off x="8503920" y="6007608"/>
              <a:ext cx="566928" cy="566928"/>
            </a:xfrm>
            <a:prstGeom prst="diamond">
              <a:avLst/>
            </a:prstGeom>
            <a:noFill/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" name="Diamond 18"/>
            <p:cNvSpPr/>
            <p:nvPr/>
          </p:nvSpPr>
          <p:spPr>
            <a:xfrm>
              <a:off x="9070848" y="6007608"/>
              <a:ext cx="566928" cy="566928"/>
            </a:xfrm>
            <a:prstGeom prst="diamond">
              <a:avLst/>
            </a:prstGeom>
            <a:solidFill>
              <a:schemeClr val="tx2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0" name="Diamond 19"/>
            <p:cNvSpPr/>
            <p:nvPr/>
          </p:nvSpPr>
          <p:spPr>
            <a:xfrm>
              <a:off x="9637776" y="6007608"/>
              <a:ext cx="566928" cy="566928"/>
            </a:xfrm>
            <a:prstGeom prst="diamond">
              <a:avLst/>
            </a:prstGeom>
            <a:solidFill>
              <a:schemeClr val="accent2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1" name="Diamond 20"/>
            <p:cNvSpPr/>
            <p:nvPr/>
          </p:nvSpPr>
          <p:spPr>
            <a:xfrm>
              <a:off x="10204704" y="6007608"/>
              <a:ext cx="566928" cy="566928"/>
            </a:xfrm>
            <a:prstGeom prst="diamond">
              <a:avLst/>
            </a:prstGeom>
            <a:noFill/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2" name="Diamond 21"/>
            <p:cNvSpPr/>
            <p:nvPr/>
          </p:nvSpPr>
          <p:spPr>
            <a:xfrm>
              <a:off x="10771632" y="6007608"/>
              <a:ext cx="566928" cy="566928"/>
            </a:xfrm>
            <a:prstGeom prst="diamond">
              <a:avLst/>
            </a:prstGeom>
            <a:solidFill>
              <a:schemeClr val="accent6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3" name="Diamond 22"/>
            <p:cNvSpPr/>
            <p:nvPr/>
          </p:nvSpPr>
          <p:spPr>
            <a:xfrm>
              <a:off x="11338560" y="6007608"/>
              <a:ext cx="566928" cy="566928"/>
            </a:xfrm>
            <a:prstGeom prst="diamond">
              <a:avLst/>
            </a:prstGeom>
            <a:solidFill>
              <a:schemeClr val="tx2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4" name="Diamond 23"/>
            <p:cNvSpPr/>
            <p:nvPr/>
          </p:nvSpPr>
          <p:spPr>
            <a:xfrm>
              <a:off x="11905488" y="6007608"/>
              <a:ext cx="566928" cy="566928"/>
            </a:xfrm>
            <a:prstGeom prst="diamond">
              <a:avLst/>
            </a:prstGeom>
            <a:noFill/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5" name="Diamond 24"/>
            <p:cNvSpPr/>
            <p:nvPr/>
          </p:nvSpPr>
          <p:spPr>
            <a:xfrm>
              <a:off x="12472416" y="6007608"/>
              <a:ext cx="566928" cy="566928"/>
            </a:xfrm>
            <a:prstGeom prst="diamond">
              <a:avLst/>
            </a:prstGeom>
            <a:solidFill>
              <a:schemeClr val="accent5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6" name="Diamond 25"/>
            <p:cNvSpPr/>
            <p:nvPr/>
          </p:nvSpPr>
          <p:spPr>
            <a:xfrm>
              <a:off x="-283464" y="6291072"/>
              <a:ext cx="566928" cy="566928"/>
            </a:xfrm>
            <a:prstGeom prst="diamond">
              <a:avLst/>
            </a:prstGeom>
            <a:solidFill>
              <a:schemeClr val="accent5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7" name="Diamond 26"/>
            <p:cNvSpPr/>
            <p:nvPr/>
          </p:nvSpPr>
          <p:spPr>
            <a:xfrm>
              <a:off x="283464" y="6291072"/>
              <a:ext cx="566928" cy="566928"/>
            </a:xfrm>
            <a:prstGeom prst="diamond">
              <a:avLst/>
            </a:prstGeom>
            <a:solidFill>
              <a:schemeClr val="accent6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8" name="Diamond 27"/>
            <p:cNvSpPr/>
            <p:nvPr/>
          </p:nvSpPr>
          <p:spPr>
            <a:xfrm>
              <a:off x="850392" y="6291072"/>
              <a:ext cx="566928" cy="566928"/>
            </a:xfrm>
            <a:prstGeom prst="diamond">
              <a:avLst/>
            </a:prstGeom>
            <a:noFill/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9" name="Diamond 28"/>
            <p:cNvSpPr/>
            <p:nvPr/>
          </p:nvSpPr>
          <p:spPr>
            <a:xfrm>
              <a:off x="1417319" y="6291072"/>
              <a:ext cx="566928" cy="566928"/>
            </a:xfrm>
            <a:prstGeom prst="diamond">
              <a:avLst/>
            </a:prstGeom>
            <a:solidFill>
              <a:schemeClr val="accent2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0" name="Diamond 29"/>
            <p:cNvSpPr/>
            <p:nvPr/>
          </p:nvSpPr>
          <p:spPr>
            <a:xfrm>
              <a:off x="1984248" y="6291072"/>
              <a:ext cx="566928" cy="566928"/>
            </a:xfrm>
            <a:prstGeom prst="diamond">
              <a:avLst/>
            </a:prstGeom>
            <a:solidFill>
              <a:schemeClr val="accent5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1" name="Diamond 30"/>
            <p:cNvSpPr/>
            <p:nvPr/>
          </p:nvSpPr>
          <p:spPr>
            <a:xfrm>
              <a:off x="2551176" y="6291072"/>
              <a:ext cx="566928" cy="566928"/>
            </a:xfrm>
            <a:prstGeom prst="diamond">
              <a:avLst/>
            </a:prstGeom>
            <a:noFill/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2" name="Diamond 31"/>
            <p:cNvSpPr/>
            <p:nvPr/>
          </p:nvSpPr>
          <p:spPr>
            <a:xfrm>
              <a:off x="3118103" y="6291072"/>
              <a:ext cx="566928" cy="566928"/>
            </a:xfrm>
            <a:prstGeom prst="diamond">
              <a:avLst/>
            </a:prstGeom>
            <a:solidFill>
              <a:schemeClr val="tx2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3" name="Diamond 32"/>
            <p:cNvSpPr/>
            <p:nvPr/>
          </p:nvSpPr>
          <p:spPr>
            <a:xfrm>
              <a:off x="3685032" y="6291072"/>
              <a:ext cx="566928" cy="566928"/>
            </a:xfrm>
            <a:prstGeom prst="diamond">
              <a:avLst/>
            </a:prstGeom>
            <a:solidFill>
              <a:schemeClr val="accent2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4" name="Diamond 33"/>
            <p:cNvSpPr/>
            <p:nvPr/>
          </p:nvSpPr>
          <p:spPr>
            <a:xfrm>
              <a:off x="4251960" y="6291072"/>
              <a:ext cx="566928" cy="566928"/>
            </a:xfrm>
            <a:prstGeom prst="diamond">
              <a:avLst/>
            </a:prstGeom>
            <a:noFill/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5" name="Diamond 34"/>
            <p:cNvSpPr/>
            <p:nvPr/>
          </p:nvSpPr>
          <p:spPr>
            <a:xfrm>
              <a:off x="4818888" y="6291072"/>
              <a:ext cx="566928" cy="566928"/>
            </a:xfrm>
            <a:prstGeom prst="diamond">
              <a:avLst/>
            </a:prstGeom>
            <a:solidFill>
              <a:schemeClr val="accent6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6" name="Diamond 35"/>
            <p:cNvSpPr/>
            <p:nvPr/>
          </p:nvSpPr>
          <p:spPr>
            <a:xfrm>
              <a:off x="5385816" y="6291072"/>
              <a:ext cx="566928" cy="566928"/>
            </a:xfrm>
            <a:prstGeom prst="diamond">
              <a:avLst/>
            </a:prstGeom>
            <a:solidFill>
              <a:schemeClr val="tx2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7" name="Diamond 36"/>
            <p:cNvSpPr/>
            <p:nvPr/>
          </p:nvSpPr>
          <p:spPr>
            <a:xfrm>
              <a:off x="5952744" y="6291072"/>
              <a:ext cx="566928" cy="566928"/>
            </a:xfrm>
            <a:prstGeom prst="diamond">
              <a:avLst/>
            </a:prstGeom>
            <a:noFill/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8" name="Diamond 37"/>
            <p:cNvSpPr/>
            <p:nvPr/>
          </p:nvSpPr>
          <p:spPr>
            <a:xfrm>
              <a:off x="6519672" y="6291072"/>
              <a:ext cx="566928" cy="566928"/>
            </a:xfrm>
            <a:prstGeom prst="diamond">
              <a:avLst/>
            </a:prstGeom>
            <a:solidFill>
              <a:schemeClr val="accent5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9" name="Diamond 38"/>
            <p:cNvSpPr/>
            <p:nvPr/>
          </p:nvSpPr>
          <p:spPr>
            <a:xfrm>
              <a:off x="7086600" y="6291072"/>
              <a:ext cx="566928" cy="566928"/>
            </a:xfrm>
            <a:prstGeom prst="diamond">
              <a:avLst/>
            </a:prstGeom>
            <a:solidFill>
              <a:schemeClr val="accent6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0" name="Diamond 39"/>
            <p:cNvSpPr/>
            <p:nvPr/>
          </p:nvSpPr>
          <p:spPr>
            <a:xfrm>
              <a:off x="7653527" y="6291072"/>
              <a:ext cx="566928" cy="566928"/>
            </a:xfrm>
            <a:prstGeom prst="diamond">
              <a:avLst/>
            </a:prstGeom>
            <a:noFill/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1" name="Diamond 40"/>
            <p:cNvSpPr/>
            <p:nvPr/>
          </p:nvSpPr>
          <p:spPr>
            <a:xfrm>
              <a:off x="8220456" y="6291072"/>
              <a:ext cx="566928" cy="566928"/>
            </a:xfrm>
            <a:prstGeom prst="diamond">
              <a:avLst/>
            </a:prstGeom>
            <a:solidFill>
              <a:schemeClr val="accent2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2" name="Diamond 41"/>
            <p:cNvSpPr/>
            <p:nvPr/>
          </p:nvSpPr>
          <p:spPr>
            <a:xfrm>
              <a:off x="8787384" y="6291072"/>
              <a:ext cx="566928" cy="566928"/>
            </a:xfrm>
            <a:prstGeom prst="diamond">
              <a:avLst/>
            </a:prstGeom>
            <a:solidFill>
              <a:schemeClr val="accent5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3" name="Diamond 42"/>
            <p:cNvSpPr/>
            <p:nvPr/>
          </p:nvSpPr>
          <p:spPr>
            <a:xfrm>
              <a:off x="9354311" y="6291072"/>
              <a:ext cx="566928" cy="566928"/>
            </a:xfrm>
            <a:prstGeom prst="diamond">
              <a:avLst/>
            </a:prstGeom>
            <a:noFill/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4" name="Diamond 43"/>
            <p:cNvSpPr/>
            <p:nvPr/>
          </p:nvSpPr>
          <p:spPr>
            <a:xfrm>
              <a:off x="9921240" y="6291072"/>
              <a:ext cx="566928" cy="566928"/>
            </a:xfrm>
            <a:prstGeom prst="diamond">
              <a:avLst/>
            </a:prstGeom>
            <a:solidFill>
              <a:schemeClr val="tx2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5" name="Diamond 44"/>
            <p:cNvSpPr/>
            <p:nvPr/>
          </p:nvSpPr>
          <p:spPr>
            <a:xfrm>
              <a:off x="10488167" y="6291072"/>
              <a:ext cx="566928" cy="566928"/>
            </a:xfrm>
            <a:prstGeom prst="diamond">
              <a:avLst/>
            </a:prstGeom>
            <a:solidFill>
              <a:schemeClr val="accent2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6" name="Diamond 45"/>
            <p:cNvSpPr/>
            <p:nvPr/>
          </p:nvSpPr>
          <p:spPr>
            <a:xfrm>
              <a:off x="11055096" y="6291072"/>
              <a:ext cx="566928" cy="566928"/>
            </a:xfrm>
            <a:prstGeom prst="diamond">
              <a:avLst/>
            </a:prstGeom>
            <a:noFill/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7" name="Diamond 46"/>
            <p:cNvSpPr/>
            <p:nvPr/>
          </p:nvSpPr>
          <p:spPr>
            <a:xfrm>
              <a:off x="11622024" y="6291072"/>
              <a:ext cx="566928" cy="566928"/>
            </a:xfrm>
            <a:prstGeom prst="diamond">
              <a:avLst/>
            </a:prstGeom>
            <a:solidFill>
              <a:schemeClr val="accent6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8" name="Diamond 47"/>
            <p:cNvSpPr/>
            <p:nvPr/>
          </p:nvSpPr>
          <p:spPr>
            <a:xfrm>
              <a:off x="12188952" y="6291072"/>
              <a:ext cx="566928" cy="566928"/>
            </a:xfrm>
            <a:prstGeom prst="diamond">
              <a:avLst/>
            </a:prstGeom>
            <a:solidFill>
              <a:schemeClr val="tx2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</p:grpSp>
      <p:cxnSp>
        <p:nvCxnSpPr>
          <p:cNvPr id="49" name="Connector 48"/>
          <p:cNvCxnSpPr/>
          <p:nvPr/>
        </p:nvCxnSpPr>
        <p:spPr>
          <a:xfrm>
            <a:off x="731520" y="566928"/>
            <a:ext cx="10728655" cy="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sp>
        <p:nvSpPr>
          <p:cNvPr id="50" name="Diamond 49"/>
          <p:cNvSpPr/>
          <p:nvPr/>
        </p:nvSpPr>
        <p:spPr>
          <a:xfrm>
            <a:off x="6004407" y="475488"/>
            <a:ext cx="182880" cy="182880"/>
          </a:xfrm>
          <a:prstGeom prst="diamond">
            <a:avLst/>
          </a:prstGeom>
          <a:solidFill>
            <a:schemeClr val="tx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 + 사진">
    <p:bg>
      <p:bgPr>
        <a:pattFill prst="pct10">
          <a:fgClr>
            <a:schemeClr val="accent1">
              <a:lumMod val="10000"/>
              <a:lumOff val="90000"/>
            </a:schemeClr>
          </a:fgClr>
          <a:bgClr>
            <a:schemeClr val="bg2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세로 글씨"/>
          <p:cNvSpPr>
            <a:spLocks noGrp="1"/>
          </p:cNvSpPr>
          <p:nvPr>
            <p:ph type="body" sz="quarter" idx="30"/>
          </p:nvPr>
        </p:nvSpPr>
        <p:spPr>
          <a:xfrm>
            <a:off x="91440" y="914400"/>
            <a:ext cx="594359" cy="4663440"/>
          </a:xfrm>
          <a:noFill/>
        </p:spPr>
        <p:txBody>
          <a:bodyPr lIns="45720" rIns="45720" tIns="27432" bIns="27432" anchor="ctr" vert="vert270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2000" b="0" spc="900">
                <a:solidFill>
                  <a:srgbClr val="1A1613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세로 글씨</a:t>
            </a:r>
          </a:p>
        </p:txBody>
      </p:sp>
      <p:sp>
        <p:nvSpPr>
          <p:cNvPr id="102" name="쪽 번호"/>
          <p:cNvSpPr>
            <a:spLocks noGrp="1"/>
          </p:cNvSpPr>
          <p:nvPr>
            <p:ph type="sldNum" sz="quarter" idx="12"/>
          </p:nvPr>
        </p:nvSpPr>
        <p:spPr>
          <a:xfrm>
            <a:off x="0" y="6172200"/>
            <a:ext cx="777240" cy="4572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200" b="1" spc="0">
                <a:solidFill>
                  <a:srgbClr val="1A1613"/>
                </a:solidFill>
              </a:defRPr>
            </a:lvl1pPr>
          </a:lstStyle>
          <a:p>
            <a:fld id="{FF6F120B-493D-41F7-9025-47B123C6677E}" type="slidenum">
              <a:rPr lang="en-US"/>
              <a:t>‹#›</a:t>
            </a:fld>
          </a:p>
        </p:txBody>
      </p:sp>
      <p:sp>
        <p:nvSpPr>
          <p:cNvPr id="103" name="영문 라벨"/>
          <p:cNvSpPr>
            <a:spLocks noGrp="1"/>
          </p:cNvSpPr>
          <p:nvPr>
            <p:ph type="body" sz="quarter" idx="10"/>
          </p:nvPr>
        </p:nvSpPr>
        <p:spPr>
          <a:xfrm>
            <a:off x="1417319" y="365760"/>
            <a:ext cx="1013429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4" name="제목"/>
          <p:cNvSpPr>
            <a:spLocks noGrp="1"/>
          </p:cNvSpPr>
          <p:nvPr>
            <p:ph type="title"/>
          </p:nvPr>
        </p:nvSpPr>
        <p:spPr>
          <a:xfrm>
            <a:off x="1417319" y="658368"/>
            <a:ext cx="10134295" cy="7772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2800" b="1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105" name="사진 1"/>
          <p:cNvSpPr>
            <a:spLocks noGrp="1"/>
          </p:cNvSpPr>
          <p:nvPr>
            <p:ph type="pic" sz="quarter" idx="13"/>
          </p:nvPr>
        </p:nvSpPr>
        <p:spPr>
          <a:xfrm>
            <a:off x="1417319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6" name="사진 2"/>
          <p:cNvSpPr>
            <a:spLocks noGrp="1"/>
          </p:cNvSpPr>
          <p:nvPr>
            <p:ph type="pic" sz="quarter" idx="14"/>
          </p:nvPr>
        </p:nvSpPr>
        <p:spPr>
          <a:xfrm>
            <a:off x="27889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7" name="사진 3"/>
          <p:cNvSpPr>
            <a:spLocks noGrp="1"/>
          </p:cNvSpPr>
          <p:nvPr>
            <p:ph type="pic" sz="quarter" idx="15"/>
          </p:nvPr>
        </p:nvSpPr>
        <p:spPr>
          <a:xfrm>
            <a:off x="41605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8" name="사진 4"/>
          <p:cNvSpPr>
            <a:spLocks noGrp="1"/>
          </p:cNvSpPr>
          <p:nvPr>
            <p:ph type="pic" sz="quarter" idx="16"/>
          </p:nvPr>
        </p:nvSpPr>
        <p:spPr>
          <a:xfrm>
            <a:off x="55321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9" name="사진 5"/>
          <p:cNvSpPr>
            <a:spLocks noGrp="1"/>
          </p:cNvSpPr>
          <p:nvPr>
            <p:ph type="pic" sz="quarter" idx="17"/>
          </p:nvPr>
        </p:nvSpPr>
        <p:spPr>
          <a:xfrm>
            <a:off x="1417319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0" name="사진 6"/>
          <p:cNvSpPr>
            <a:spLocks noGrp="1"/>
          </p:cNvSpPr>
          <p:nvPr>
            <p:ph type="pic" sz="quarter" idx="18"/>
          </p:nvPr>
        </p:nvSpPr>
        <p:spPr>
          <a:xfrm>
            <a:off x="27889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1" name="사진 7"/>
          <p:cNvSpPr>
            <a:spLocks noGrp="1"/>
          </p:cNvSpPr>
          <p:nvPr>
            <p:ph type="pic" sz="quarter" idx="19"/>
          </p:nvPr>
        </p:nvSpPr>
        <p:spPr>
          <a:xfrm>
            <a:off x="41605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2" name="사진 8"/>
          <p:cNvSpPr>
            <a:spLocks noGrp="1"/>
          </p:cNvSpPr>
          <p:nvPr>
            <p:ph type="pic" sz="quarter" idx="20"/>
          </p:nvPr>
        </p:nvSpPr>
        <p:spPr>
          <a:xfrm>
            <a:off x="55321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2" name="옆 띠"/>
          <p:cNvSpPr/>
          <p:nvPr/>
        </p:nvSpPr>
        <p:spPr>
          <a:xfrm>
            <a:off x="0" y="0"/>
            <a:ext cx="777240" cy="6858000"/>
          </a:xfrm>
          <a:prstGeom prst="rect">
            <a:avLst/>
          </a:prstGeom>
          <a:gradFill rotWithShape="1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0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1417319" y="1572768"/>
            <a:ext cx="1280160" cy="0"/>
          </a:xfrm>
          <a:prstGeom prst="line">
            <a:avLst/>
          </a:prstGeom>
          <a:ln w="31750" cap="rnd">
            <a:solidFill>
              <a:schemeClr val="accent2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2697479" y="1572768"/>
            <a:ext cx="8854136" cy="0"/>
          </a:xfrm>
          <a:prstGeom prst="line">
            <a:avLst/>
          </a:prstGeom>
          <a:ln w="6350" cap="rnd">
            <a:solidFill>
              <a:schemeClr val="accent1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한 문장">
    <p:bg>
      <p:bgPr>
        <a:pattFill prst="pct10">
          <a:fgClr>
            <a:schemeClr val="accent1">
              <a:lumMod val="10000"/>
              <a:lumOff val="90000"/>
            </a:schemeClr>
          </a:fgClr>
          <a:bgClr>
            <a:schemeClr val="bg2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세로 글씨"/>
          <p:cNvSpPr>
            <a:spLocks noGrp="1"/>
          </p:cNvSpPr>
          <p:nvPr>
            <p:ph type="body" sz="quarter" idx="30"/>
          </p:nvPr>
        </p:nvSpPr>
        <p:spPr>
          <a:xfrm>
            <a:off x="91440" y="914400"/>
            <a:ext cx="594359" cy="4663440"/>
          </a:xfrm>
          <a:noFill/>
        </p:spPr>
        <p:txBody>
          <a:bodyPr lIns="45720" rIns="45720" tIns="27432" bIns="27432" anchor="ctr" vert="vert270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2000" b="0" spc="900">
                <a:solidFill>
                  <a:srgbClr val="1A1613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세로 글씨</a:t>
            </a:r>
          </a:p>
        </p:txBody>
      </p:sp>
      <p:sp>
        <p:nvSpPr>
          <p:cNvPr id="102" name="쪽 번호"/>
          <p:cNvSpPr>
            <a:spLocks noGrp="1"/>
          </p:cNvSpPr>
          <p:nvPr>
            <p:ph type="sldNum" sz="quarter" idx="12"/>
          </p:nvPr>
        </p:nvSpPr>
        <p:spPr>
          <a:xfrm>
            <a:off x="0" y="6172200"/>
            <a:ext cx="777240" cy="4572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200" b="1" spc="0">
                <a:solidFill>
                  <a:srgbClr val="1A1613"/>
                </a:solidFill>
              </a:defRPr>
            </a:lvl1pPr>
          </a:lstStyle>
          <a:p>
            <a:fld id="{56B95B70-39D1-439E-86A8-284D1FFADF8C}" type="slidenum">
              <a:rPr lang="en-US"/>
              <a:t>‹#›</a:t>
            </a:fld>
          </a:p>
        </p:txBody>
      </p:sp>
      <p:sp>
        <p:nvSpPr>
          <p:cNvPr id="103" name="영문 라벨"/>
          <p:cNvSpPr>
            <a:spLocks noGrp="1"/>
          </p:cNvSpPr>
          <p:nvPr>
            <p:ph type="body" sz="quarter" idx="10"/>
          </p:nvPr>
        </p:nvSpPr>
        <p:spPr>
          <a:xfrm>
            <a:off x="1417319" y="365760"/>
            <a:ext cx="1013429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4" name="한 문장"/>
          <p:cNvSpPr>
            <a:spLocks noGrp="1"/>
          </p:cNvSpPr>
          <p:nvPr>
            <p:ph type="title"/>
          </p:nvPr>
        </p:nvSpPr>
        <p:spPr>
          <a:xfrm>
            <a:off x="1463003" y="2331720"/>
            <a:ext cx="9265688" cy="233172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30000"/>
              </a:lnSpc>
              <a:spcBef>
                <a:spcPts val="0"/>
              </a:spcBef>
              <a:buNone/>
              <a:defRPr sz="3400" b="1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한 문장으로 말하면</a:t>
            </a:r>
          </a:p>
        </p:txBody>
      </p:sp>
      <p:sp>
        <p:nvSpPr>
          <p:cNvPr id="2" name="옆 띠"/>
          <p:cNvSpPr/>
          <p:nvPr/>
        </p:nvSpPr>
        <p:spPr>
          <a:xfrm>
            <a:off x="0" y="0"/>
            <a:ext cx="777240" cy="6858000"/>
          </a:xfrm>
          <a:prstGeom prst="rect">
            <a:avLst/>
          </a:prstGeom>
          <a:gradFill rotWithShape="1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0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grpSp>
        <p:nvGrpSpPr>
          <p:cNvPr id="3" name="따옴표 장식"/>
          <p:cNvGrpSpPr/>
          <p:nvPr/>
        </p:nvGrpSpPr>
        <p:grpSpPr>
          <a:xfrm>
            <a:off x="5592927" y="1520189"/>
            <a:ext cx="1005840" cy="251460"/>
            <a:chOff x="5592927" y="1520189"/>
            <a:chExt cx="1005840" cy="251460"/>
          </a:xfrm>
        </p:grpSpPr>
        <p:sp>
          <p:nvSpPr>
            <p:cNvPr id="4" name="Diamond 3"/>
            <p:cNvSpPr/>
            <p:nvPr/>
          </p:nvSpPr>
          <p:spPr>
            <a:xfrm>
              <a:off x="5970117" y="1520189"/>
              <a:ext cx="251460" cy="251460"/>
            </a:xfrm>
            <a:prstGeom prst="diamond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5" name="Connector 4"/>
            <p:cNvCxnSpPr/>
            <p:nvPr/>
          </p:nvCxnSpPr>
          <p:spPr>
            <a:xfrm>
              <a:off x="5592927" y="1645919"/>
              <a:ext cx="297180" cy="0"/>
            </a:xfrm>
            <a:prstGeom prst="line">
              <a:avLst/>
            </a:prstGeom>
            <a:ln w="9525" cap="rnd">
              <a:solidFill>
                <a:schemeClr val="accent1"/>
              </a:solidFill>
            </a:ln>
          </p:spPr>
        </p:cxnSp>
        <p:cxnSp>
          <p:nvCxnSpPr>
            <p:cNvPr id="6" name="Connector 5"/>
            <p:cNvCxnSpPr/>
            <p:nvPr/>
          </p:nvCxnSpPr>
          <p:spPr>
            <a:xfrm>
              <a:off x="6301587" y="1645919"/>
              <a:ext cx="297180" cy="0"/>
            </a:xfrm>
            <a:prstGeom prst="line">
              <a:avLst/>
            </a:prstGeom>
            <a:ln w="9525" cap="rnd">
              <a:solidFill>
                <a:schemeClr val="accent1"/>
              </a:solidFill>
            </a:ln>
          </p:spPr>
        </p:cxnSp>
      </p:grpSp>
      <p:cxnSp>
        <p:nvCxnSpPr>
          <p:cNvPr id="7" name="Connector 6"/>
          <p:cNvCxnSpPr/>
          <p:nvPr/>
        </p:nvCxnSpPr>
        <p:spPr>
          <a:xfrm>
            <a:off x="5547207" y="5349240"/>
            <a:ext cx="1097280" cy="0"/>
          </a:xfrm>
          <a:prstGeom prst="line">
            <a:avLst/>
          </a:prstGeom>
          <a:ln w="9525" cap="rnd">
            <a:solidFill>
              <a:schemeClr val="accent1"/>
            </a:solidFill>
          </a:ln>
        </p:spPr>
      </p:cxnSp>
      <p:sp>
        <p:nvSpPr>
          <p:cNvPr id="8" name="Diamond 7"/>
          <p:cNvSpPr/>
          <p:nvPr/>
        </p:nvSpPr>
        <p:spPr>
          <a:xfrm>
            <a:off x="6036411" y="5289804"/>
            <a:ext cx="118872" cy="118872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4" r:id="rId6"/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BABY  ·  WEDDING</a:t>
            </a:r>
          </a:p>
        </p:txBody>
      </p:sp>
      <p:sp>
        <p:nvSpPr>
          <p:cNvPr id="3" name="Title 2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/>
              <a:t>저희 결혼합니다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추운 날 와 주셔서 더 고맙습니다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신랑 이름 ♥ 신부 이름</a:t>
            </a:r>
          </a:p>
          <a:p>
            <a:r>
              <a:rPr lang="ko-KR"/>
              <a:t>0000. 00. 00 · 예식장 이름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30" sz="quarter"/>
          </p:nvPr>
        </p:nvSpPr>
        <p:spPr/>
        <p:txBody>
          <a:bodyPr/>
          <a:lstStyle/>
          <a:p>
            <a:r>
              <a:rPr lang="ko-KR"/>
              <a:t>BABY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GROOM &amp; BRIDE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신랑 · 신부 소개</a:t>
            </a:r>
          </a:p>
        </p:txBody>
      </p:sp>
      <p:sp>
        <p:nvSpPr>
          <p:cNvPr id="16" name="사진 바탕 1"/>
          <p:cNvSpPr/>
          <p:nvPr/>
        </p:nvSpPr>
        <p:spPr>
          <a:xfrm>
            <a:off x="2636443" y="2057400"/>
            <a:ext cx="2171700" cy="21717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</a:t>
            </a:r>
          </a:p>
        </p:txBody>
      </p:sp>
      <p:sp>
        <p:nvSpPr>
          <p:cNvPr id="5" name="Picture Placeholder 4" descr="사진 자리 — 아이콘을 누르면 사진을 넣을 수 있어요"/>
          <p:cNvSpPr>
            <a:spLocks noGrp="1"/>
          </p:cNvSpPr>
          <p:nvPr>
            <p:ph type="pic" idx="13" sz="quarter"/>
          </p:nvPr>
        </p:nvSpPr>
        <p:spPr>
          <a:xfrm>
            <a:off x="2636443" y="2057400"/>
            <a:ext cx="2171700" cy="2171700"/>
          </a:xfrm>
          <a:prstGeom prst="rect">
            <a:avLst/>
          </a:prstGeom>
        </p:spPr>
      </p:sp>
      <p:sp>
        <p:nvSpPr>
          <p:cNvPr id="21" name="사진 바탕 2"/>
          <p:cNvSpPr/>
          <p:nvPr/>
        </p:nvSpPr>
        <p:spPr>
          <a:xfrm>
            <a:off x="8160791" y="2057400"/>
            <a:ext cx="2171700" cy="21717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</a:t>
            </a:r>
          </a:p>
        </p:txBody>
      </p:sp>
      <p:sp>
        <p:nvSpPr>
          <p:cNvPr id="6" name="Picture Placeholder 5" descr="사진 자리 — 아이콘을 누르면 사진을 넣을 수 있어요"/>
          <p:cNvSpPr>
            <a:spLocks noGrp="1"/>
          </p:cNvSpPr>
          <p:nvPr>
            <p:ph type="pic" idx="14" sz="quarter"/>
          </p:nvPr>
        </p:nvSpPr>
        <p:spPr>
          <a:xfrm>
            <a:off x="8160791" y="2057400"/>
            <a:ext cx="2171700" cy="2171700"/>
          </a:xfrm>
          <a:prstGeom prst="rect">
            <a:avLst/>
          </a:prstGeom>
        </p:spPr>
      </p:sp>
      <p:sp>
        <p:nvSpPr>
          <p:cNvPr id="13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FC2BD0-9414-4773-AE02-C5933D020DB6}" type="slidenum">
              <a:rPr lang="en-US"/>
              <a:t>‹#›</a:t>
            </a:fld>
            <a:endParaRPr lang="en-US"/>
          </a:p>
        </p:txBody>
      </p:sp>
      <p:sp>
        <p:nvSpPr>
          <p:cNvPr id="14" name="신랑 카드"/>
          <p:cNvSpPr/>
          <p:nvPr/>
        </p:nvSpPr>
        <p:spPr>
          <a:xfrm>
            <a:off x="1417319" y="1828800"/>
            <a:ext cx="4609947" cy="427482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76200" dist="19050" dir="5400000" algn="t" rotWithShape="0">
              <a:schemeClr val="tx2">
                <a:alpha val="8000"/>
              </a:scheme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15" name="윗선"/>
          <p:cNvSpPr/>
          <p:nvPr/>
        </p:nvSpPr>
        <p:spPr>
          <a:xfrm>
            <a:off x="1417319" y="1828800"/>
            <a:ext cx="4609947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신랑 이름"/>
          <p:cNvSpPr txBox="1"/>
          <p:nvPr/>
        </p:nvSpPr>
        <p:spPr>
          <a:xfrm>
            <a:off x="1417319" y="4320540"/>
            <a:ext cx="4609947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600" b="1" i="0" lang="ko-KR">
                <a:solidFill>
                  <a:schemeClr val="tx2"/>
                </a:solidFill>
                <a:latin typeface="+mj-lt"/>
                <a:ea typeface="+mj-ea"/>
              </a:rPr>
              <a:t>신랑</a:t>
            </a:r>
          </a:p>
        </p:txBody>
      </p:sp>
      <p:sp>
        <p:nvSpPr>
          <p:cNvPr id="18" name="신랑 소개"/>
          <p:cNvSpPr txBox="1"/>
          <p:nvPr/>
        </p:nvSpPr>
        <p:spPr>
          <a:xfrm>
            <a:off x="1508760" y="4777740"/>
            <a:ext cx="4427067" cy="1234439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이름 · 나이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직업 · 취미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신부에게 한마디</a:t>
            </a:r>
          </a:p>
        </p:txBody>
      </p:sp>
      <p:sp>
        <p:nvSpPr>
          <p:cNvPr id="19" name="신부 카드"/>
          <p:cNvSpPr/>
          <p:nvPr/>
        </p:nvSpPr>
        <p:spPr>
          <a:xfrm>
            <a:off x="6941667" y="1828800"/>
            <a:ext cx="4609947" cy="427482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76200" dist="19050" dir="5400000" algn="t" rotWithShape="0">
              <a:schemeClr val="tx2">
                <a:alpha val="8000"/>
              </a:scheme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20" name="윗선"/>
          <p:cNvSpPr/>
          <p:nvPr/>
        </p:nvSpPr>
        <p:spPr>
          <a:xfrm>
            <a:off x="6941667" y="1828800"/>
            <a:ext cx="4609947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신부 이름"/>
          <p:cNvSpPr txBox="1"/>
          <p:nvPr/>
        </p:nvSpPr>
        <p:spPr>
          <a:xfrm>
            <a:off x="6941667" y="4320540"/>
            <a:ext cx="4609947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600" b="1" i="0" lang="ko-KR">
                <a:solidFill>
                  <a:schemeClr val="tx2"/>
                </a:solidFill>
                <a:latin typeface="+mj-lt"/>
                <a:ea typeface="+mj-ea"/>
              </a:rPr>
              <a:t>신부</a:t>
            </a:r>
          </a:p>
        </p:txBody>
      </p:sp>
      <p:sp>
        <p:nvSpPr>
          <p:cNvPr id="23" name="신부 소개"/>
          <p:cNvSpPr txBox="1"/>
          <p:nvPr/>
        </p:nvSpPr>
        <p:spPr>
          <a:xfrm>
            <a:off x="7033107" y="4777740"/>
            <a:ext cx="4427067" cy="1234439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이름 · 나이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직업 · 취미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신랑에게 한마디</a:t>
            </a:r>
          </a:p>
        </p:txBody>
      </p:sp>
    </p:spTree>
  </p:cSld>
  <p:clrMapOvr>
    <a:masterClrMapping/>
  </p:clrMapOvr>
  <p:transition spd="med">
    <p:wedg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30" sz="quarter"/>
          </p:nvPr>
        </p:nvSpPr>
        <p:spPr/>
        <p:txBody>
          <a:bodyPr/>
          <a:lstStyle/>
          <a:p>
            <a:r>
              <a:rPr lang="ko-KR"/>
              <a:t>BABY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OUR STORY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감사의 말씀</a:t>
            </a:r>
          </a:p>
        </p:txBody>
      </p:sp>
      <p:sp>
        <p:nvSpPr>
          <p:cNvPr id="5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0C46A8-F1F4-4F7C-BD5C-D50FC5C114C9}" type="slidenum">
              <a:rPr lang="en-US"/>
              <a:t>‹#›</a:t>
            </a:fld>
            <a:endParaRPr lang="en-US"/>
          </a:p>
        </p:txBody>
      </p:sp>
      <p:grpSp>
        <p:nvGrpSpPr>
          <p:cNvPr id="6" name="감사 글 칸"/>
          <p:cNvGrpSpPr/>
          <p:nvPr/>
        </p:nvGrpSpPr>
        <p:grpSpPr>
          <a:xfrm>
            <a:off x="1417319" y="1828800"/>
            <a:ext cx="10134295" cy="4343400"/>
            <a:chOff x="1417319" y="1828800"/>
            <a:chExt cx="10134295" cy="4343400"/>
          </a:xfrm>
        </p:grpSpPr>
        <p:sp>
          <p:nvSpPr>
            <p:cNvPr id="7" name="감사 글 칸"/>
            <p:cNvSpPr/>
            <p:nvPr/>
          </p:nvSpPr>
          <p:spPr>
            <a:xfrm>
              <a:off x="1417319" y="1828800"/>
              <a:ext cx="10134295" cy="43434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" name="윗선"/>
            <p:cNvSpPr/>
            <p:nvPr/>
          </p:nvSpPr>
          <p:spPr>
            <a:xfrm>
              <a:off x="1417319" y="1828800"/>
              <a:ext cx="10134295" cy="64008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" name="감사 글"/>
            <p:cNvSpPr txBox="1"/>
            <p:nvPr/>
          </p:nvSpPr>
          <p:spPr>
            <a:xfrm>
              <a:off x="1965960" y="2194560"/>
              <a:ext cx="9037015" cy="36118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ctr">
                <a:lnSpc>
                  <a:spcPct val="140000"/>
                </a:lnSpc>
              </a:pPr>
              <a:r>
                <a:rPr sz="2000" b="0" i="0" lang="ko-KR">
                  <a:solidFill>
                    <a:schemeClr val="tx1"/>
                  </a:solidFill>
                </a:rPr>
                <a:t>바쁘신 중에 와 주셔서 고맙습니다.</a:t>
              </a:r>
            </a:p>
            <a:p>
              <a:pPr algn="ctr">
                <a:lnSpc>
                  <a:spcPct val="140000"/>
                </a:lnSpc>
              </a:pPr>
              <a:r>
                <a:rPr sz="2000" b="0" i="0" lang="ko-KR">
                  <a:solidFill>
                    <a:schemeClr val="tx1"/>
                  </a:solidFill>
                </a:rPr>
                <a:t/>
              </a:r>
            </a:p>
            <a:p>
              <a:pPr algn="ctr">
                <a:lnSpc>
                  <a:spcPct val="140000"/>
                </a:lnSpc>
              </a:pPr>
              <a:r>
                <a:rPr sz="2000" b="0" i="0" lang="ko-KR">
                  <a:solidFill>
                    <a:schemeClr val="tx1"/>
                  </a:solidFill>
                </a:rPr>
                <a:t>보내 주신 마음 잊지 않고</a:t>
              </a:r>
            </a:p>
            <a:p>
              <a:pPr algn="ctr">
                <a:lnSpc>
                  <a:spcPct val="140000"/>
                </a:lnSpc>
              </a:pPr>
              <a:r>
                <a:rPr sz="2000" b="0" i="0" lang="ko-KR">
                  <a:solidFill>
                    <a:schemeClr val="tx1"/>
                  </a:solidFill>
                </a:rPr>
                <a:t>잘 살겠습니다.</a:t>
              </a:r>
            </a:p>
            <a:p>
              <a:pPr algn="ctr">
                <a:lnSpc>
                  <a:spcPct val="140000"/>
                </a:lnSpc>
              </a:pPr>
              <a:r>
                <a:rPr sz="2000" b="0" i="0" lang="ko-KR">
                  <a:solidFill>
                    <a:schemeClr val="tx1"/>
                  </a:solidFill>
                </a:rPr>
                <a:t/>
              </a:r>
            </a:p>
            <a:p>
              <a:pPr algn="ctr">
                <a:lnSpc>
                  <a:spcPct val="140000"/>
                </a:lnSpc>
              </a:pPr>
              <a:r>
                <a:rPr sz="2000" b="0" i="0" lang="ko-KR">
                  <a:solidFill>
                    <a:schemeClr val="tx1"/>
                  </a:solidFill>
                </a:rPr>
                <a:t>신랑 · 신부 드림</a:t>
              </a:r>
            </a:p>
          </p:txBody>
        </p:sp>
      </p:grpSp>
    </p:spTree>
  </p:cSld>
  <p:clrMapOvr>
    <a:masterClrMapping/>
  </p:clrMapOvr>
  <p:transition spd="med">
    <p:wedg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6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30" sz="quarter"/>
          </p:nvPr>
        </p:nvSpPr>
        <p:spPr/>
        <p:txBody>
          <a:bodyPr/>
          <a:lstStyle/>
          <a:p>
            <a:r>
              <a:rPr lang="ko-KR"/>
              <a:t>BABY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GUIDE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답례 안내</a:t>
            </a:r>
          </a:p>
        </p:txBody>
      </p:sp>
      <p:sp>
        <p:nvSpPr>
          <p:cNvPr id="5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5807D4-53D5-4D5B-8DDB-0CC3153CBB98}" type="slidenum">
              <a:rPr lang="en-US"/>
              <a:t>‹#›</a:t>
            </a:fld>
            <a:endParaRPr lang="en-US"/>
          </a:p>
        </p:txBody>
      </p:sp>
      <p:grpSp>
        <p:nvGrpSpPr>
          <p:cNvPr id="6" name="카드 1"/>
          <p:cNvGrpSpPr/>
          <p:nvPr/>
        </p:nvGrpSpPr>
        <p:grpSpPr>
          <a:xfrm>
            <a:off x="1417319" y="1828800"/>
            <a:ext cx="3195218" cy="3566160"/>
            <a:chOff x="1417319" y="1828800"/>
            <a:chExt cx="3195218" cy="3566160"/>
          </a:xfrm>
        </p:grpSpPr>
        <p:sp>
          <p:nvSpPr>
            <p:cNvPr id="7" name="카드 바탕"/>
            <p:cNvSpPr/>
            <p:nvPr/>
          </p:nvSpPr>
          <p:spPr>
            <a:xfrm>
              <a:off x="1417319" y="1828800"/>
              <a:ext cx="3195218" cy="356616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" name="윗선"/>
            <p:cNvSpPr/>
            <p:nvPr/>
          </p:nvSpPr>
          <p:spPr>
            <a:xfrm>
              <a:off x="1417319" y="1828800"/>
              <a:ext cx="3195218" cy="64008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" name="번호 1"/>
            <p:cNvSpPr/>
            <p:nvPr/>
          </p:nvSpPr>
          <p:spPr>
            <a:xfrm>
              <a:off x="1645919" y="2084832"/>
              <a:ext cx="457200" cy="457200"/>
            </a:xfrm>
            <a:prstGeom prst="rect">
              <a:avLst/>
            </a:prstGeom>
            <a:noFill/>
            <a:ln w="15875">
              <a:solidFill>
                <a:schemeClr val="accent1"/>
              </a:solidFill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chemeClr val="tx2"/>
                  </a:solidFill>
                </a:rPr>
                <a:t>1</a:t>
              </a:r>
            </a:p>
          </p:txBody>
        </p:sp>
        <p:sp>
          <p:nvSpPr>
            <p:cNvPr id="10" name="카드 제목"/>
            <p:cNvSpPr txBox="1"/>
            <p:nvPr/>
          </p:nvSpPr>
          <p:spPr>
            <a:xfrm>
              <a:off x="1600199" y="2697480"/>
              <a:ext cx="282945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답례품</a:t>
              </a:r>
            </a:p>
          </p:txBody>
        </p:sp>
        <p:cxnSp>
          <p:nvCxnSpPr>
            <p:cNvPr id="11" name="구분선"/>
            <p:cNvCxnSpPr/>
            <p:nvPr/>
          </p:nvCxnSpPr>
          <p:spPr>
            <a:xfrm>
              <a:off x="1645919" y="3364991"/>
              <a:ext cx="2738019" cy="0"/>
            </a:xfrm>
            <a:prstGeom prst="line">
              <a:avLst/>
            </a:prstGeom>
            <a:ln w="6350" cap="rnd">
              <a:solidFill>
                <a:schemeClr val="accent1"/>
              </a:solidFill>
            </a:ln>
          </p:spPr>
        </p:cxnSp>
        <p:sp>
          <p:nvSpPr>
            <p:cNvPr id="12" name="카드 내용"/>
            <p:cNvSpPr txBox="1"/>
            <p:nvPr/>
          </p:nvSpPr>
          <p:spPr>
            <a:xfrm>
              <a:off x="1600199" y="3456432"/>
              <a:ext cx="2829458" cy="18288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입력하세요</a:t>
              </a:r>
            </a:p>
          </p:txBody>
        </p:sp>
      </p:grpSp>
      <p:grpSp>
        <p:nvGrpSpPr>
          <p:cNvPr id="13" name="카드 2"/>
          <p:cNvGrpSpPr/>
          <p:nvPr/>
        </p:nvGrpSpPr>
        <p:grpSpPr>
          <a:xfrm>
            <a:off x="4886858" y="1828800"/>
            <a:ext cx="3195218" cy="3566160"/>
            <a:chOff x="4886858" y="1828800"/>
            <a:chExt cx="3195218" cy="3566160"/>
          </a:xfrm>
        </p:grpSpPr>
        <p:sp>
          <p:nvSpPr>
            <p:cNvPr id="14" name="카드 바탕"/>
            <p:cNvSpPr/>
            <p:nvPr/>
          </p:nvSpPr>
          <p:spPr>
            <a:xfrm>
              <a:off x="4886858" y="1828800"/>
              <a:ext cx="3195218" cy="356616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" name="윗선"/>
            <p:cNvSpPr/>
            <p:nvPr/>
          </p:nvSpPr>
          <p:spPr>
            <a:xfrm>
              <a:off x="4886858" y="1828800"/>
              <a:ext cx="3195218" cy="64008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6" name="번호 2"/>
            <p:cNvSpPr/>
            <p:nvPr/>
          </p:nvSpPr>
          <p:spPr>
            <a:xfrm>
              <a:off x="5115458" y="2084832"/>
              <a:ext cx="457200" cy="457200"/>
            </a:xfrm>
            <a:prstGeom prst="rect">
              <a:avLst/>
            </a:prstGeom>
            <a:noFill/>
            <a:ln w="15875">
              <a:solidFill>
                <a:schemeClr val="accent1"/>
              </a:solidFill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chemeClr val="tx2"/>
                  </a:solidFill>
                </a:rPr>
                <a:t>2</a:t>
              </a:r>
            </a:p>
          </p:txBody>
        </p:sp>
        <p:sp>
          <p:nvSpPr>
            <p:cNvPr id="17" name="카드 제목"/>
            <p:cNvSpPr txBox="1"/>
            <p:nvPr/>
          </p:nvSpPr>
          <p:spPr>
            <a:xfrm>
              <a:off x="5069738" y="2697480"/>
              <a:ext cx="282945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방명록</a:t>
              </a:r>
            </a:p>
          </p:txBody>
        </p:sp>
        <p:cxnSp>
          <p:nvCxnSpPr>
            <p:cNvPr id="18" name="구분선"/>
            <p:cNvCxnSpPr/>
            <p:nvPr/>
          </p:nvCxnSpPr>
          <p:spPr>
            <a:xfrm>
              <a:off x="5115458" y="3364991"/>
              <a:ext cx="2738018" cy="0"/>
            </a:xfrm>
            <a:prstGeom prst="line">
              <a:avLst/>
            </a:prstGeom>
            <a:ln w="6350" cap="rnd">
              <a:solidFill>
                <a:schemeClr val="accent1"/>
              </a:solidFill>
            </a:ln>
          </p:spPr>
        </p:cxnSp>
        <p:sp>
          <p:nvSpPr>
            <p:cNvPr id="19" name="카드 내용"/>
            <p:cNvSpPr txBox="1"/>
            <p:nvPr/>
          </p:nvSpPr>
          <p:spPr>
            <a:xfrm>
              <a:off x="5069738" y="3456432"/>
              <a:ext cx="2829458" cy="18288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입력하세요</a:t>
              </a:r>
            </a:p>
          </p:txBody>
        </p:sp>
      </p:grpSp>
      <p:grpSp>
        <p:nvGrpSpPr>
          <p:cNvPr id="20" name="카드 3"/>
          <p:cNvGrpSpPr/>
          <p:nvPr/>
        </p:nvGrpSpPr>
        <p:grpSpPr>
          <a:xfrm>
            <a:off x="8356396" y="1828800"/>
            <a:ext cx="3195218" cy="3566160"/>
            <a:chOff x="8356396" y="1828800"/>
            <a:chExt cx="3195218" cy="3566160"/>
          </a:xfrm>
        </p:grpSpPr>
        <p:sp>
          <p:nvSpPr>
            <p:cNvPr id="21" name="카드 바탕"/>
            <p:cNvSpPr/>
            <p:nvPr/>
          </p:nvSpPr>
          <p:spPr>
            <a:xfrm>
              <a:off x="8356396" y="1828800"/>
              <a:ext cx="3195218" cy="356616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2" name="윗선"/>
            <p:cNvSpPr/>
            <p:nvPr/>
          </p:nvSpPr>
          <p:spPr>
            <a:xfrm>
              <a:off x="8356396" y="1828800"/>
              <a:ext cx="3195218" cy="64008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3" name="번호 3"/>
            <p:cNvSpPr/>
            <p:nvPr/>
          </p:nvSpPr>
          <p:spPr>
            <a:xfrm>
              <a:off x="8584996" y="2084832"/>
              <a:ext cx="457200" cy="457200"/>
            </a:xfrm>
            <a:prstGeom prst="rect">
              <a:avLst/>
            </a:prstGeom>
            <a:noFill/>
            <a:ln w="15875">
              <a:solidFill>
                <a:schemeClr val="accent1"/>
              </a:solidFill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chemeClr val="tx2"/>
                  </a:solidFill>
                </a:rPr>
                <a:t>3</a:t>
              </a:r>
            </a:p>
          </p:txBody>
        </p:sp>
        <p:sp>
          <p:nvSpPr>
            <p:cNvPr id="24" name="카드 제목"/>
            <p:cNvSpPr txBox="1"/>
            <p:nvPr/>
          </p:nvSpPr>
          <p:spPr>
            <a:xfrm>
              <a:off x="8539276" y="2697480"/>
              <a:ext cx="282945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사진 · 영상</a:t>
              </a:r>
            </a:p>
          </p:txBody>
        </p:sp>
        <p:cxnSp>
          <p:nvCxnSpPr>
            <p:cNvPr id="25" name="구분선"/>
            <p:cNvCxnSpPr/>
            <p:nvPr/>
          </p:nvCxnSpPr>
          <p:spPr>
            <a:xfrm>
              <a:off x="8584996" y="3364991"/>
              <a:ext cx="2738019" cy="0"/>
            </a:xfrm>
            <a:prstGeom prst="line">
              <a:avLst/>
            </a:prstGeom>
            <a:ln w="6350" cap="rnd">
              <a:solidFill>
                <a:schemeClr val="accent1"/>
              </a:solidFill>
            </a:ln>
          </p:spPr>
        </p:cxnSp>
        <p:sp>
          <p:nvSpPr>
            <p:cNvPr id="26" name="카드 내용"/>
            <p:cNvSpPr txBox="1"/>
            <p:nvPr/>
          </p:nvSpPr>
          <p:spPr>
            <a:xfrm>
              <a:off x="8539276" y="3456432"/>
              <a:ext cx="2829458" cy="18288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입력하세요</a:t>
              </a:r>
            </a:p>
          </p:txBody>
        </p:sp>
      </p:grpSp>
    </p:spTree>
  </p:cSld>
  <p:clrMapOvr>
    <a:masterClrMapping/>
  </p:clrMapOvr>
  <p:transition spd="med">
    <p:wedg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5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6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450"/>
                            </p:stCondLst>
                            <p:childTnLst>
                              <p:par>
                                <p:cTn id="8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0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900"/>
                            </p:stCondLst>
                            <p:childTnLst>
                              <p:par>
                                <p:cTn id="12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4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30" sz="quarter"/>
          </p:nvPr>
        </p:nvSpPr>
        <p:spPr/>
        <p:txBody>
          <a:bodyPr/>
          <a:lstStyle/>
          <a:p>
            <a:r>
              <a:rPr lang="ko-KR"/>
              <a:t>BABY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GALLERY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웨딩 사진</a:t>
            </a:r>
          </a:p>
        </p:txBody>
      </p:sp>
      <p:sp>
        <p:nvSpPr>
          <p:cNvPr id="14" name="사진 바탕 1"/>
          <p:cNvSpPr/>
          <p:nvPr/>
        </p:nvSpPr>
        <p:spPr>
          <a:xfrm>
            <a:off x="1417319" y="1828800"/>
            <a:ext cx="3243986" cy="2071116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1</a:t>
            </a:r>
          </a:p>
        </p:txBody>
      </p:sp>
      <p:sp>
        <p:nvSpPr>
          <p:cNvPr id="5" name="Picture Placeholder 4" descr="사진 자리 — 아이콘을 누르면 사진을 넣을 수 있어요"/>
          <p:cNvSpPr>
            <a:spLocks noGrp="1"/>
          </p:cNvSpPr>
          <p:nvPr>
            <p:ph type="pic" idx="13" sz="quarter"/>
          </p:nvPr>
        </p:nvSpPr>
        <p:spPr>
          <a:xfrm>
            <a:off x="1417319" y="1828800"/>
            <a:ext cx="3243986" cy="2071116"/>
          </a:xfrm>
          <a:prstGeom prst="round2SameRect">
            <a:avLst>
              <a:gd name="adj1" fmla="val 50000"/>
              <a:gd name="adj2" fmla="val 0"/>
            </a:avLst>
          </a:prstGeom>
        </p:spPr>
      </p:sp>
      <p:sp>
        <p:nvSpPr>
          <p:cNvPr id="15" name="사진 바탕 2"/>
          <p:cNvSpPr/>
          <p:nvPr/>
        </p:nvSpPr>
        <p:spPr>
          <a:xfrm>
            <a:off x="4862474" y="1828800"/>
            <a:ext cx="3243986" cy="2071116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2</a:t>
            </a:r>
          </a:p>
        </p:txBody>
      </p:sp>
      <p:sp>
        <p:nvSpPr>
          <p:cNvPr id="6" name="Picture Placeholder 5" descr="사진 자리 — 아이콘을 누르면 사진을 넣을 수 있어요"/>
          <p:cNvSpPr>
            <a:spLocks noGrp="1"/>
          </p:cNvSpPr>
          <p:nvPr>
            <p:ph type="pic" idx="14" sz="quarter"/>
          </p:nvPr>
        </p:nvSpPr>
        <p:spPr>
          <a:xfrm>
            <a:off x="4862474" y="1828800"/>
            <a:ext cx="3243986" cy="2071116"/>
          </a:xfrm>
          <a:prstGeom prst="round2SameRect">
            <a:avLst>
              <a:gd name="adj1" fmla="val 50000"/>
              <a:gd name="adj2" fmla="val 0"/>
            </a:avLst>
          </a:prstGeom>
        </p:spPr>
      </p:sp>
      <p:sp>
        <p:nvSpPr>
          <p:cNvPr id="16" name="사진 바탕 3"/>
          <p:cNvSpPr/>
          <p:nvPr/>
        </p:nvSpPr>
        <p:spPr>
          <a:xfrm>
            <a:off x="8307628" y="1828800"/>
            <a:ext cx="3243986" cy="2071116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3</a:t>
            </a:r>
          </a:p>
        </p:txBody>
      </p:sp>
      <p:sp>
        <p:nvSpPr>
          <p:cNvPr id="7" name="Picture Placeholder 6" descr="사진 자리 — 아이콘을 누르면 사진을 넣을 수 있어요"/>
          <p:cNvSpPr>
            <a:spLocks noGrp="1"/>
          </p:cNvSpPr>
          <p:nvPr>
            <p:ph type="pic" idx="15" sz="quarter"/>
          </p:nvPr>
        </p:nvSpPr>
        <p:spPr>
          <a:xfrm>
            <a:off x="8307628" y="1828800"/>
            <a:ext cx="3243986" cy="2071116"/>
          </a:xfrm>
          <a:prstGeom prst="round2SameRect">
            <a:avLst>
              <a:gd name="adj1" fmla="val 50000"/>
              <a:gd name="adj2" fmla="val 0"/>
            </a:avLst>
          </a:prstGeom>
        </p:spPr>
      </p:sp>
      <p:sp>
        <p:nvSpPr>
          <p:cNvPr id="17" name="사진 바탕 4"/>
          <p:cNvSpPr/>
          <p:nvPr/>
        </p:nvSpPr>
        <p:spPr>
          <a:xfrm>
            <a:off x="1417319" y="4101084"/>
            <a:ext cx="3243986" cy="2071116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4</a:t>
            </a:r>
          </a:p>
        </p:txBody>
      </p:sp>
      <p:sp>
        <p:nvSpPr>
          <p:cNvPr id="8" name="Picture Placeholder 7" descr="사진 자리 — 아이콘을 누르면 사진을 넣을 수 있어요"/>
          <p:cNvSpPr>
            <a:spLocks noGrp="1"/>
          </p:cNvSpPr>
          <p:nvPr>
            <p:ph type="pic" idx="16" sz="quarter"/>
          </p:nvPr>
        </p:nvSpPr>
        <p:spPr>
          <a:xfrm>
            <a:off x="1417319" y="4101084"/>
            <a:ext cx="3243986" cy="2071116"/>
          </a:xfrm>
          <a:prstGeom prst="round2SameRect">
            <a:avLst>
              <a:gd name="adj1" fmla="val 50000"/>
              <a:gd name="adj2" fmla="val 0"/>
            </a:avLst>
          </a:prstGeom>
        </p:spPr>
      </p:sp>
      <p:sp>
        <p:nvSpPr>
          <p:cNvPr id="18" name="사진 바탕 5"/>
          <p:cNvSpPr/>
          <p:nvPr/>
        </p:nvSpPr>
        <p:spPr>
          <a:xfrm>
            <a:off x="4862474" y="4101084"/>
            <a:ext cx="3243986" cy="2071116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5</a:t>
            </a:r>
          </a:p>
        </p:txBody>
      </p:sp>
      <p:sp>
        <p:nvSpPr>
          <p:cNvPr id="9" name="Picture Placeholder 8" descr="사진 자리 — 아이콘을 누르면 사진을 넣을 수 있어요"/>
          <p:cNvSpPr>
            <a:spLocks noGrp="1"/>
          </p:cNvSpPr>
          <p:nvPr>
            <p:ph type="pic" idx="17" sz="quarter"/>
          </p:nvPr>
        </p:nvSpPr>
        <p:spPr>
          <a:xfrm>
            <a:off x="4862474" y="4101084"/>
            <a:ext cx="3243986" cy="2071116"/>
          </a:xfrm>
          <a:prstGeom prst="round2SameRect">
            <a:avLst>
              <a:gd name="adj1" fmla="val 50000"/>
              <a:gd name="adj2" fmla="val 0"/>
            </a:avLst>
          </a:prstGeom>
        </p:spPr>
      </p:sp>
      <p:sp>
        <p:nvSpPr>
          <p:cNvPr id="19" name="사진 바탕 6"/>
          <p:cNvSpPr/>
          <p:nvPr/>
        </p:nvSpPr>
        <p:spPr>
          <a:xfrm>
            <a:off x="8307628" y="4101084"/>
            <a:ext cx="3243986" cy="2071116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6</a:t>
            </a:r>
          </a:p>
        </p:txBody>
      </p:sp>
      <p:sp>
        <p:nvSpPr>
          <p:cNvPr id="10" name="Picture Placeholder 9" descr="사진 자리 — 아이콘을 누르면 사진을 넣을 수 있어요"/>
          <p:cNvSpPr>
            <a:spLocks noGrp="1"/>
          </p:cNvSpPr>
          <p:nvPr>
            <p:ph type="pic" idx="18" sz="quarter"/>
          </p:nvPr>
        </p:nvSpPr>
        <p:spPr>
          <a:xfrm>
            <a:off x="8307628" y="4101084"/>
            <a:ext cx="3243986" cy="2071116"/>
          </a:xfrm>
          <a:prstGeom prst="round2SameRect">
            <a:avLst>
              <a:gd name="adj1" fmla="val 50000"/>
              <a:gd name="adj2" fmla="val 0"/>
            </a:avLst>
          </a:prstGeom>
        </p:spPr>
      </p:sp>
      <p:sp>
        <p:nvSpPr>
          <p:cNvPr id="13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4B05EE-F8CD-4318-9B2C-3637907803A2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  <p:transition spd="med">
    <p:wedg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30" sz="quarter"/>
          </p:nvPr>
        </p:nvSpPr>
        <p:spPr/>
        <p:txBody>
          <a:bodyPr/>
          <a:lstStyle/>
          <a:p>
            <a:r>
              <a:rPr lang="ko-KR"/>
              <a:t>BABY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VOW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서로에게 한마디</a:t>
            </a:r>
          </a:p>
        </p:txBody>
      </p:sp>
      <p:sp>
        <p:nvSpPr>
          <p:cNvPr id="5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2CF5D5-85A2-48D6-A910-BCA3E70AD58D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  <p:transition spd="med">
    <p:wedg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BABY  ·  WEDDING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와 주셔서 고맙습니다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잘 살겠습니다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신랑 이름 ♥ 신부 이름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결혼식 슬라이드(감사·답례 중심)">
  <a:themeElements>
    <a:clrScheme name="결혼식 슬라이드(감사·답례 중심)">
      <a:dk1>
        <a:srgbClr val="373E48"/>
      </a:dk1>
      <a:lt1>
        <a:srgbClr val="FEFDFB"/>
      </a:lt1>
      <a:dk2>
        <a:srgbClr val="2C4468"/>
      </a:dk2>
      <a:lt2>
        <a:srgbClr val="FBF9F2"/>
      </a:lt2>
      <a:accent1>
        <a:srgbClr val="8DB6E0"/>
      </a:accent1>
      <a:accent2>
        <a:srgbClr val="F0C7A9"/>
      </a:accent2>
      <a:accent3>
        <a:srgbClr val="55647A"/>
      </a:accent3>
      <a:accent4>
        <a:srgbClr val="E5ECEE"/>
      </a:accent4>
      <a:accent5>
        <a:srgbClr val="C9BFA6"/>
      </a:accent5>
      <a:accent6>
        <a:srgbClr val="F5DECA"/>
      </a:accent6>
      <a:hlink>
        <a:srgbClr val="2C4468"/>
      </a:hlink>
      <a:folHlink>
        <a:srgbClr val="55647A"/>
      </a:folHlink>
    </a:clrScheme>
    <a:fontScheme name="결혼식 슬라이드(감사·답례 중심)">
      <a:majorFont>
        <a:latin typeface="Trebuchet MS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결혼식 슬라이드(감사·답례 중심)</dc:title>
  <dc:subject>결혼식 상영용 슬라이드 · 감사·답례 중심</dc:subject>
  <dc:creator>우체국보험 상담 안내</dc:creator>
  <cp:keywords>결혼식,웨딩,PPT</cp:keywords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>템플릿</cp:category>
  <dc:language>ko-KR</dc:language>
</cp:coreProperties>
</file>