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555A6EA-A78D-4A95-B0AB-623A419FC631}">
          <p14:sldIdLst>
            <p14:sldId id="256"/>
          </p14:sldIdLst>
        </p14:section>
        <p14:section name="본문" id="{E60717FE-BA8F-4688-BBAB-0967656313F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EFF92555-F9A9-4DD6-A291-C3244B47B264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243833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243833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243833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463003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380707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398995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398995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1D8C0C9-D06F-4E4D-B13D-035866A43595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243833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243833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243833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1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5BD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463003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380707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398995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398995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3C039C9E-D4F5-4673-8EDC-ECCE004FE45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B94E70E0-CC58-499D-A311-191139E44D1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함께 보낸 시간을 사진으로 모았습니다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07B8-0511-4203-8962-ED28C920FEC8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6553047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7B91E-0F54-4743-AEA8-EE7E2E131764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어떻게?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데이트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설레던 하루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무엇을 했나요?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프러포즈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평생을 약속하다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이야기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결혼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함께 시작합니다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첫 번째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8E086-1810-41AB-8291-C5FE7401AC2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여행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3482263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선물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623300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다툼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어떻게 풀었나요?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옆 선"/>
            <p:cNvSpPr/>
            <p:nvPr/>
          </p:nvSpPr>
          <p:spPr>
            <a:xfrm>
              <a:off x="8983751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약속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FBE84-DA3E-4454-A04C-54E59D15947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9178E-97E4-4867-8970-869269BAADD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러브스토리 중심)">
  <a:themeElements>
    <a:clrScheme name="결혼식 슬라이드(러브스토리 중심)">
      <a:dk1>
        <a:srgbClr val="483B37"/>
      </a:dk1>
      <a:lt1>
        <a:srgbClr val="FEFBFA"/>
      </a:lt1>
      <a:dk2>
        <a:srgbClr val="4A281F"/>
      </a:dk2>
      <a:lt2>
        <a:srgbClr val="FAF2EE"/>
      </a:lt2>
      <a:accent1>
        <a:srgbClr val="A9604E"/>
      </a:accent1>
      <a:accent2>
        <a:srgbClr val="CFA08C"/>
      </a:accent2>
      <a:accent3>
        <a:srgbClr val="76615B"/>
      </a:accent3>
      <a:accent4>
        <a:srgbClr val="EAD5CE"/>
      </a:accent4>
      <a:accent5>
        <a:srgbClr val="BF9072"/>
      </a:accent5>
      <a:accent6>
        <a:srgbClr val="E2C5B8"/>
      </a:accent6>
      <a:hlink>
        <a:srgbClr val="4A281F"/>
      </a:hlink>
      <a:folHlink>
        <a:srgbClr val="76615B"/>
      </a:folHlink>
    </a:clrScheme>
    <a:fontScheme name="결혼식 슬라이드(러브스토리 중심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>결혼식 상영용 슬라이드 · 러브스토리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