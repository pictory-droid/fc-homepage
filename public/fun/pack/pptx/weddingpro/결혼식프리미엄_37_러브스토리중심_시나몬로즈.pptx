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36FB274-9FF5-454E-8655-0E7DCE6D625F}">
          <p14:sldIdLst>
            <p14:sldId id="256"/>
          </p14:sldIdLst>
        </p14:section>
        <p14:section name="본문" id="{CCA58C9B-4F00-494F-BCC0-468A2A5CF4A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20B002C-64C5-4645-92C9-6AA10964510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4AD1EAD-705B-4CD8-9C1E-F8D11A9D9EF4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57F07D7-E040-4A4F-A5A1-A99A0232D05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03CA866-6AF8-4ACF-99C7-47621483955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함께 보낸 계절을 사진으로 모았습니다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E5C4-9375-4970-ADBC-5D2CC46FB9E4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072B-7A5D-4CE9-932B-713F5AF0B8E2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38D2-FCFB-46CC-BFD0-065D701E64E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3482263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623300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8983751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6807-47E3-4C18-B4A7-4B845609FB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7309-5CE2-4D53-B097-3B346D2AEA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결혼식 슬라이드(러브스토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