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77295773-9F9B-4140-9A55-29EE0A4A9570}">
          <p14:sldIdLst>
            <p14:sldId id="256"/>
          </p14:sldIdLst>
        </p14:section>
        <p14:section name="본문" id="{0D3983C9-81E0-4CF2-90FA-5CA6C24AF98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0067928-C843-4A85-98CB-F0ECE9382A8D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49302858-034C-4CEB-9F14-50DA4CA9A1EF}" type="slidenum">
              <a:rPr lang="en-US"/>
              <a:t>‹#›</a:t>
            </a:fld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1185855" y="6172200"/>
            <a:ext cx="548640" cy="5486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0">
                <a:solidFill>
                  <a:schemeClr val="bg1"/>
                </a:solidFill>
              </a:defRPr>
            </a:lvl1pPr>
          </a:lstStyle>
          <a:p>
            <a:fld id="{BD56C177-6B61-447A-B81F-40FF1228E9B1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제목 막대"/>
          <p:cNvSpPr/>
          <p:nvPr/>
        </p:nvSpPr>
        <p:spPr>
          <a:xfrm>
            <a:off x="777240" y="1481328"/>
            <a:ext cx="914400" cy="8229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원"/>
          <p:cNvSpPr/>
          <p:nvPr/>
        </p:nvSpPr>
        <p:spPr>
          <a:xfrm>
            <a:off x="11185855" y="6172200"/>
            <a:ext cx="548640" cy="54864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1949C77-A51F-40C7-9AEF-0F31BD789664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48831"/>
            <a:ext cx="548640" cy="475137"/>
            <a:chOff x="5821527" y="5248831"/>
            <a:chExt cx="548640" cy="475137"/>
          </a:xfrm>
        </p:grpSpPr>
        <p:cxnSp>
          <p:nvCxnSpPr>
            <p:cNvPr id="6" name="Connector 5"/>
            <p:cNvCxnSpPr/>
            <p:nvPr/>
          </p:nvCxnSpPr>
          <p:spPr>
            <a:xfrm>
              <a:off x="5821527" y="5486400"/>
              <a:ext cx="548640" cy="0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5958687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5958687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부모님께 먼저 말씀드리고 날을 잡았습니다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20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E0183C-7CC8-47A6-9494-825244E94053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4" name="포인트 막대"/>
          <p:cNvSpPr/>
          <p:nvPr/>
        </p:nvSpPr>
        <p:spPr>
          <a:xfrm>
            <a:off x="731520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7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8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포인트 막대"/>
          <p:cNvSpPr/>
          <p:nvPr/>
        </p:nvSpPr>
        <p:spPr>
          <a:xfrm>
            <a:off x="6553047" y="1938528"/>
            <a:ext cx="64008" cy="405536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2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두 사람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2050F-8C54-4E4E-B4AB-E57393F5D2B2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닮은 점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다른 점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하고 싶은 말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37462-7A60-4B55-8E4C-A40993405AEE}" type="slidenum">
              <a:rPr lang="en-US"/>
              <a:t>‹#›</a:t>
            </a:fld>
            <a:endParaRPr lang="en-US"/>
          </a:p>
        </p:txBody>
      </p:sp>
      <p:grpSp>
        <p:nvGrpSpPr>
          <p:cNvPr id="5" name="왼쪽 칸"/>
          <p:cNvGrpSpPr/>
          <p:nvPr/>
        </p:nvGrpSpPr>
        <p:grpSpPr>
          <a:xfrm>
            <a:off x="731520" y="1828800"/>
            <a:ext cx="5181447" cy="3566160"/>
            <a:chOff x="731520" y="1828800"/>
            <a:chExt cx="5181447" cy="3566160"/>
          </a:xfrm>
        </p:grpSpPr>
        <p:sp>
          <p:nvSpPr>
            <p:cNvPr id="6" name="칸 바탕"/>
            <p:cNvSpPr/>
            <p:nvPr/>
          </p:nvSpPr>
          <p:spPr>
            <a:xfrm>
              <a:off x="731520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칸 제목 알약"/>
            <p:cNvSpPr/>
            <p:nvPr/>
          </p:nvSpPr>
          <p:spPr>
            <a:xfrm>
              <a:off x="914400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tx1"/>
                  </a:solidFill>
                </a:rPr>
                <a:t>신랑이 신부에게</a:t>
              </a:r>
            </a:p>
          </p:txBody>
        </p:sp>
        <p:sp>
          <p:nvSpPr>
            <p:cNvPr id="9" name="칸 내용"/>
            <p:cNvSpPr txBox="1"/>
            <p:nvPr/>
          </p:nvSpPr>
          <p:spPr>
            <a:xfrm>
              <a:off x="1005840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  <p:grpSp>
        <p:nvGrpSpPr>
          <p:cNvPr id="10" name="오른쪽 칸"/>
          <p:cNvGrpSpPr/>
          <p:nvPr/>
        </p:nvGrpSpPr>
        <p:grpSpPr>
          <a:xfrm>
            <a:off x="6278727" y="1828800"/>
            <a:ext cx="5181447" cy="3566160"/>
            <a:chOff x="6278727" y="1828800"/>
            <a:chExt cx="5181447" cy="3566160"/>
          </a:xfrm>
        </p:grpSpPr>
        <p:sp>
          <p:nvSpPr>
            <p:cNvPr id="11" name="칸 바탕"/>
            <p:cNvSpPr/>
            <p:nvPr/>
          </p:nvSpPr>
          <p:spPr>
            <a:xfrm>
              <a:off x="6278727" y="1828800"/>
              <a:ext cx="5181447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포인트 막대"/>
            <p:cNvSpPr/>
            <p:nvPr/>
          </p:nvSpPr>
          <p:spPr>
            <a:xfrm>
              <a:off x="627872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칸 제목 알약"/>
            <p:cNvSpPr/>
            <p:nvPr/>
          </p:nvSpPr>
          <p:spPr>
            <a:xfrm>
              <a:off x="6461607" y="2011680"/>
              <a:ext cx="4815687" cy="594360"/>
            </a:xfrm>
            <a:prstGeom prst="roundRect">
              <a:avLst>
                <a:gd name="adj" fmla="val 50000"/>
              </a:avLst>
            </a:prstGeom>
            <a:solidFill>
              <a:schemeClr val="tx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700" b="1" i="0" lang="ko-KR">
                  <a:solidFill>
                    <a:schemeClr val="bg1"/>
                  </a:solidFill>
                </a:rPr>
                <a:t>신부가 신랑에게</a:t>
              </a:r>
            </a:p>
          </p:txBody>
        </p:sp>
        <p:sp>
          <p:nvSpPr>
            <p:cNvPr id="14" name="칸 내용"/>
            <p:cNvSpPr txBox="1"/>
            <p:nvPr/>
          </p:nvSpPr>
          <p:spPr>
            <a:xfrm>
              <a:off x="6553047" y="2788920"/>
              <a:ext cx="4632807" cy="246888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 marL="228600" indent="-228600">
                <a:lnSpc>
                  <a:spcPct val="130000"/>
                </a:lnSpc>
                <a:spcAft>
                  <a:spcPts val="600"/>
                </a:spcAft>
                <a:buClr>
                  <a:schemeClr val="accent1"/>
                </a:buClr>
                <a:buFont typeface="Arial"/>
                <a:buChar char="•"/>
              </a:pPr>
              <a:r>
                <a:rPr sz="1500" b="0" i="0" lang="ko-KR">
                  <a:solidFill>
                    <a:schemeClr val="tx1"/>
                  </a:solidFill>
                </a:rPr>
                <a:t>하고 싶은 말을 적어 주세요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2CEAC7-0E1B-4836-909E-0DD0F58A2EF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892C96-50E0-4FBA-B95A-1EE02A94153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소개 중심)">
  <a:themeElements>
    <a:clrScheme name="결혼식 슬라이드(소개 중심)">
      <a:dk1>
        <a:srgbClr val="2B2724"/>
      </a:dk1>
      <a:lt1>
        <a:srgbClr val="FFFFFF"/>
      </a:lt1>
      <a:dk2>
        <a:srgbClr val="3A6442"/>
      </a:dk2>
      <a:lt2>
        <a:srgbClr val="DEF9EA"/>
      </a:lt2>
      <a:accent1>
        <a:srgbClr val="7EE2A8"/>
      </a:accent1>
      <a:accent2>
        <a:srgbClr val="99CF86"/>
      </a:accent2>
      <a:accent3>
        <a:srgbClr val="2C4E3A"/>
      </a:accent3>
      <a:accent4>
        <a:srgbClr val="C5F7DA"/>
      </a:accent4>
      <a:accent5>
        <a:srgbClr val="A3C5E0"/>
      </a:accent5>
      <a:accent6>
        <a:srgbClr val="CFE6BC"/>
      </a:accent6>
      <a:hlink>
        <a:srgbClr val="3A6442"/>
      </a:hlink>
      <a:folHlink>
        <a:srgbClr val="2C4E3A"/>
      </a:folHlink>
    </a:clrScheme>
    <a:fontScheme name="결혼식 슬라이드(소개 중심)">
      <a:majorFont>
        <a:latin typeface="Bookman Old Style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슬라이드(소개 중심)</dc:title>
  <dc:subject>결혼식 상영용 슬라이드 · 소개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