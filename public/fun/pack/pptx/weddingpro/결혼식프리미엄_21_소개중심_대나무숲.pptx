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376F74A-3691-460E-8F96-DC14D64CAEF5}">
          <p14:sldIdLst>
            <p14:sldId id="256"/>
          </p14:sldIdLst>
        </p14:section>
        <p14:section name="본문" id="{E6D1AFD9-CD7D-4353-96D9-226F8950ACF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3C76713-7A3A-4294-91E6-DC5F1381C4E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0659840-41EF-4FF4-9C75-E672EC7A407A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EBF8D30-97E6-47E7-B13E-1948D24D7DF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49E07A4-BD7C-4A69-915A-CAA88E3759C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4-Point Star 6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대숲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한여름에 올립니다, 시원하게 와 주세요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8D14-54B6-4EE7-B3A3-CBC45330BADA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AE44-0E99-4F4E-9DE0-FEBD4C0D95B9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545D-E1E2-430C-9263-1808B6995759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EE65-9D28-419C-A834-BA957E065F3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E1BB-1B7E-46DF-BE0E-1CD064315BB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대숲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3A4A64"/>
      </a:dk2>
      <a:lt2>
        <a:srgbClr val="DEF9EC"/>
      </a:lt2>
      <a:accent1>
        <a:srgbClr val="7EE2B0"/>
      </a:accent1>
      <a:accent2>
        <a:srgbClr val="CF8693"/>
      </a:accent2>
      <a:accent3>
        <a:srgbClr val="2C4E3D"/>
      </a:accent3>
      <a:accent4>
        <a:srgbClr val="C5F7DE"/>
      </a:accent4>
      <a:accent5>
        <a:srgbClr val="A3C0E0"/>
      </a:accent5>
      <a:accent6>
        <a:srgbClr val="CCE6BC"/>
      </a:accent6>
      <a:hlink>
        <a:srgbClr val="3A4A64"/>
      </a:hlink>
      <a:folHlink>
        <a:srgbClr val="2C4E3D"/>
      </a:folHlink>
    </a:clrScheme>
    <a:fontScheme name="결혼식 슬라이드(소개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