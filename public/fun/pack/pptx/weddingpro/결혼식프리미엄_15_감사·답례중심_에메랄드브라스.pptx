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1A301A6-3CD3-4225-893F-8DEB19B20805}">
          <p14:sldIdLst>
            <p14:sldId id="256"/>
          </p14:sldIdLst>
        </p14:section>
        <p14:section name="본문" id="{63F39296-8DD4-48F1-BFE1-216F5919700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7B65DB2-3D03-470A-9C6A-C466B13E3AB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8F5EB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CB3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DDEFDDE3-B0C7-4B09-822C-1ECB0DEE4069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8F5EB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CB3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E3846D8E-AF4D-4A69-9A26-4CDC45222E4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073FB430-33E4-4C50-A2FD-FC72B2DD457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EMERALD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작은 답례품을 준비했습니다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5437-AE53-4E69-9100-986B85D272FD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F955-CFA4-4804-8C9A-FB1203312B6E}" type="slidenum">
              <a:rPr lang="en-US"/>
              <a:t>‹#›</a:t>
            </a:fld>
            <a:endParaRPr lang="en-US"/>
          </a:p>
        </p:txBody>
      </p:sp>
      <p:grpSp>
        <p:nvGrpSpPr>
          <p:cNvPr id="5" name="감사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감사 글 칸"/>
            <p:cNvSpPr/>
            <p:nvPr/>
          </p:nvSpPr>
          <p:spPr>
            <a:xfrm>
              <a:off x="731520" y="1828800"/>
              <a:ext cx="10728655" cy="4343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감사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C2EFC-C5F2-4C1F-81BD-8A72956DAE9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FFDA-825B-4CA7-BE30-92DED7A6FDD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6683-A852-4DCE-8843-E430FCDFA9C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EMERALD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F8F5EB"/>
      </a:dk1>
      <a:lt1>
        <a:srgbClr val="113C33"/>
      </a:lt1>
      <a:dk2>
        <a:srgbClr val="E6DCB8"/>
      </a:dk2>
      <a:lt2>
        <a:srgbClr val="0C2A24"/>
      </a:lt2>
      <a:accent1>
        <a:srgbClr val="C0A15A"/>
      </a:accent1>
      <a:accent2>
        <a:srgbClr val="4FA58C"/>
      </a:accent2>
      <a:accent3>
        <a:srgbClr val="071A16"/>
      </a:accent3>
      <a:accent4>
        <a:srgbClr val="175246"/>
      </a:accent4>
      <a:accent5>
        <a:srgbClr val="CDB06C"/>
      </a:accent5>
      <a:accent6>
        <a:srgbClr val="3B806D"/>
      </a:accent6>
      <a:hlink>
        <a:srgbClr val="E6DCB8"/>
      </a:hlink>
      <a:folHlink>
        <a:srgbClr val="071A16"/>
      </a:folHlink>
    </a:clrScheme>
    <a:fontScheme name="결혼식 슬라이드(감사·답례 중심)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