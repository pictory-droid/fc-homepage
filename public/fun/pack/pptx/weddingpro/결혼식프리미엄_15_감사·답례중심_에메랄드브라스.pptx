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653F2D0-9DF3-49D2-8D0B-2096E65FE270}">
          <p14:sldIdLst>
            <p14:sldId id="256"/>
          </p14:sldIdLst>
        </p14:section>
        <p14:section name="본문" id="{F624B306-7317-46B4-B380-AB0CAEAE48D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6651AD6-8239-4280-8E91-D8D5B7A55A8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771E6F2-C2AC-4EDC-9179-9D2A46F576AE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E83A5B5-C97B-4919-9696-B2E7EBE12C7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7D11858-1317-4DDA-B29A-339136A677B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작은 답례품을 준비했습니다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3640E-5433-486A-BBFB-2195BD85F87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1AACD-9BC6-48D9-BC4B-A962E410F0A4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419A-5932-43A3-BCD4-38B582CB58F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52B41-DDB6-40A2-8FFC-1BC236EEE5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33BF7-3D22-4454-BCD8-7092AA44411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결혼식 슬라이드(감사·답례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