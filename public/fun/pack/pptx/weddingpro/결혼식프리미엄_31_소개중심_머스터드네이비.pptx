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A1946B3-23E2-40BD-B819-82C6B15E82E6}">
          <p14:sldIdLst>
            <p14:sldId id="256"/>
          </p14:sldIdLst>
        </p14:section>
        <p14:section name="본문" id="{7778BD7F-804D-4164-9AAD-D0EDBDCD06E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874015C-D498-4F7C-9493-3E97C1E7394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B368D3E-DE6E-460E-B2C9-1D39A3944513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7D8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3B6B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992FCCB-F73D-4BAB-A836-3E4C9297AB4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3F2A12E-CEC9-4169-B0D4-FC145C4453A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작게 하지만 정성껏 준비했습니다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72A5D-3639-45C3-97A9-A77B4AA7F92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E15FF-9129-4E21-8461-DDB2CF9FED0B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닮은 점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다른 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B8943-7939-48BD-9FF9-44692202AF3B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신랑이 신부에게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신부가 신랑에게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0EBFA-1DA9-4C2A-A1F5-49A72E0E53A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9CD-EDDE-49CF-B56E-079D615026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373B48"/>
      </a:dk1>
      <a:lt1>
        <a:srgbClr val="FEFCF8"/>
      </a:lt1>
      <a:dk2>
        <a:srgbClr val="262F4D"/>
      </a:dk2>
      <a:lt2>
        <a:srgbClr val="FBF6E6"/>
      </a:lt2>
      <a:accent1>
        <a:srgbClr val="D0A02A"/>
      </a:accent1>
      <a:accent2>
        <a:srgbClr val="2E3A5C"/>
      </a:accent2>
      <a:accent3>
        <a:srgbClr val="4A5063"/>
      </a:accent3>
      <a:accent4>
        <a:srgbClr val="F2E5C0"/>
      </a:accent4>
      <a:accent5>
        <a:srgbClr val="C8A040"/>
      </a:accent5>
      <a:accent6>
        <a:srgbClr val="8A8F9A"/>
      </a:accent6>
      <a:hlink>
        <a:srgbClr val="262F4D"/>
      </a:hlink>
      <a:folHlink>
        <a:srgbClr val="4A5063"/>
      </a:folHlink>
    </a:clrScheme>
    <a:fontScheme name="결혼식 슬라이드(소개 중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