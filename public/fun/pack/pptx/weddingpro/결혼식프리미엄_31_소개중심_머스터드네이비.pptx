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71D6D6B-FAA3-423D-8AE8-21B89240EF2F}">
          <p14:sldIdLst>
            <p14:sldId id="256"/>
          </p14:sldIdLst>
        </p14:section>
        <p14:section name="본문" id="{4B02E3BE-91E9-4663-A068-02C8DB69FED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006D9C9-08E1-4A4C-9A8B-D7BFA3E46CF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889120C-BDAA-411E-8AFC-51D8DDA93EF4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FB8BD3B-4AF5-4105-B3EB-D69261FAE76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0B27160-5682-43B6-8320-C35C51C4E07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작게 하지만 정성껏 준비했습니다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51C81-803F-49C5-A2C9-2A7E2C97191B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84D1E-5A9E-4AC0-AABB-DFB36CDEB94B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CA31C-E052-4F1D-AF5A-F3C04F7F5B77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D8711-3D2C-4617-A5D1-548172A3B1E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CC820-3CC6-4E1F-BD4E-BE9C77C0350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결혼식 슬라이드(소개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