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2C5B480-0BC0-435A-B91E-89EC8B36AC25}">
          <p14:sldIdLst>
            <p14:sldId id="256"/>
          </p14:sldIdLst>
        </p14:section>
        <p14:section name="본문" id="{567D72A3-6EE3-4A9B-81C8-DD7B51B1FA1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8F6CA926-9DB0-44E0-8C1D-D23AB1F060E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D14F8B65-0D6E-45DA-9C77-6FC7F0900EB8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D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B33289C-DBA6-4BF2-9A41-CBC23BBDDA9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803F383F-5718-4BB7-A9E7-9FA109E4186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4D97D-2511-4A0D-A34C-68CB4ED6789F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0F6FF-AA8B-4ACB-B9C9-0B4DF467F803}" type="slidenum">
              <a:rPr lang="en-US"/>
              <a:t>‹#›</a:t>
            </a:fld>
            <a:endParaRPr lang="en-US"/>
          </a:p>
        </p:txBody>
      </p:sp>
      <p:grpSp>
        <p:nvGrpSpPr>
          <p:cNvPr id="5" name="감사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감사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감사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E6327-C7DF-43E8-949A-20E5187E8CF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40C77-2EC2-463E-BB3A-EF141617C16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C4404-E6FF-4BE2-8E7F-F24519A4261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3A3748"/>
      </a:dk1>
      <a:lt1>
        <a:srgbClr val="FCFCFD"/>
      </a:lt1>
      <a:dk2>
        <a:srgbClr val="38325A"/>
      </a:dk2>
      <a:lt2>
        <a:srgbClr val="F5F3F9"/>
      </a:lt2>
      <a:accent1>
        <a:srgbClr val="8C82B0"/>
      </a:accent1>
      <a:accent2>
        <a:srgbClr val="A7AEBB"/>
      </a:accent2>
      <a:accent3>
        <a:srgbClr val="403C55"/>
      </a:accent3>
      <a:accent4>
        <a:srgbClr val="E0DCEA"/>
      </a:accent4>
      <a:accent5>
        <a:srgbClr val="B9B3CB"/>
      </a:accent5>
      <a:accent6>
        <a:srgbClr val="CACDD7"/>
      </a:accent6>
      <a:hlink>
        <a:srgbClr val="38325A"/>
      </a:hlink>
      <a:folHlink>
        <a:srgbClr val="403C55"/>
      </a:folHlink>
    </a:clrScheme>
    <a:fontScheme name="결혼식 슬라이드(감사·답례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