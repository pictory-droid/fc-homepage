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4EFDECD-B75E-4EF7-ABB8-D7058F2AB47C}">
          <p14:sldIdLst>
            <p14:sldId id="256"/>
          </p14:sldIdLst>
        </p14:section>
        <p14:section name="본문" id="{BB847CD1-262F-4D43-8FF7-E0E2AFF9154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7702BEF1-92F3-4DCC-A157-03391AE0E349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120511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5120511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5120511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120511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sp>
        <p:nvSpPr>
          <p:cNvPr id="6" name="Oval 5"/>
          <p:cNvSpPr/>
          <p:nvPr/>
        </p:nvSpPr>
        <p:spPr>
          <a:xfrm>
            <a:off x="-3108960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187244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2479852" y="335584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CE71EE0B-9A9B-45AF-8B21-B60B830B2084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120511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120511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5120511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5D4DA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120511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FADB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sp>
        <p:nvSpPr>
          <p:cNvPr id="6" name="Oval 5"/>
          <p:cNvSpPr/>
          <p:nvPr/>
        </p:nvSpPr>
        <p:spPr>
          <a:xfrm>
            <a:off x="-3108960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187244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2479852" y="3355848"/>
            <a:ext cx="146304" cy="146304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5AE38B8E-1E77-4444-AAA8-BAA48AF4B18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83DEFD72-2990-4F04-8D7B-59D0E3B2A744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LILAC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6C457-D2CB-4448-9B0F-797B5E66B0A2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>
              <a:alpha val="62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>
              <a:alpha val="62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감사의 말씀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8AA85-6D86-47EC-84BA-5A6F38C86A99}" type="slidenum">
              <a:rPr lang="en-US"/>
              <a:t>‹#›</a:t>
            </a:fld>
            <a:endParaRPr lang="en-US"/>
          </a:p>
        </p:txBody>
      </p:sp>
      <p:grpSp>
        <p:nvGrpSpPr>
          <p:cNvPr id="5" name="감사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감사 글 칸"/>
            <p:cNvSpPr/>
            <p:nvPr/>
          </p:nvSpPr>
          <p:spPr>
            <a:xfrm>
              <a:off x="731520" y="1828800"/>
              <a:ext cx="10728655" cy="434340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감사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바쁘신 중에 와 주셔서 고맙습니다.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보내 주신 마음 잊지 않고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잘 살겠습니다.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신랑 · 신부 드림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답례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C473A-469F-4A9D-8AF0-E79B26C3555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8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답례품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5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방명록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2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사진 · 영상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67C8-07F5-4A0B-B5BD-058D3CCAB01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CDBE6-39A4-45D6-AF7F-54D1CB861F9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LILAC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감사·답례 중심)">
  <a:themeElements>
    <a:clrScheme name="결혼식 슬라이드(감사·답례 중심)">
      <a:dk1>
        <a:srgbClr val="3A3748"/>
      </a:dk1>
      <a:lt1>
        <a:srgbClr val="FCFCFD"/>
      </a:lt1>
      <a:dk2>
        <a:srgbClr val="38325A"/>
      </a:dk2>
      <a:lt2>
        <a:srgbClr val="F5F3F9"/>
      </a:lt2>
      <a:accent1>
        <a:srgbClr val="8C82B0"/>
      </a:accent1>
      <a:accent2>
        <a:srgbClr val="A7AEBB"/>
      </a:accent2>
      <a:accent3>
        <a:srgbClr val="403C55"/>
      </a:accent3>
      <a:accent4>
        <a:srgbClr val="E0DCEA"/>
      </a:accent4>
      <a:accent5>
        <a:srgbClr val="B9B3CB"/>
      </a:accent5>
      <a:accent6>
        <a:srgbClr val="CACDD7"/>
      </a:accent6>
      <a:hlink>
        <a:srgbClr val="38325A"/>
      </a:hlink>
      <a:folHlink>
        <a:srgbClr val="403C55"/>
      </a:folHlink>
    </a:clrScheme>
    <a:fontScheme name="결혼식 슬라이드(감사·답례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>결혼식 상영용 슬라이드 · 감사·답례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