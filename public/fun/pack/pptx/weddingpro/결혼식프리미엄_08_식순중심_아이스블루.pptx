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5994EB9-01BA-4DFA-A255-111895FA853D}">
          <p14:sldIdLst>
            <p14:sldId id="256"/>
          </p14:sldIdLst>
        </p14:section>
        <p14:section name="본문" id="{3C9F7682-3E72-410A-BECD-F0D9F3853D5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2FB22B3-1B5A-4874-9005-EC586939846B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60402B0-3D67-4BE5-916E-9C57E4A7945C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E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BF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F925A2B0-B9BF-4AD7-8A53-30367DFE607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FEEA9C4-E872-47A2-9309-24DAE7C6F56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신랑 신부 입장으로 시작합니다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1E475F-5B6A-4134-89B4-7FBC76B887FD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6553047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0A40E5-5CB8-42C1-A293-A15C757840F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0CEF0-9EA2-4E95-810B-920F0ABC2BD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3EEA7-A9C9-4456-96A9-4040C4E0AF5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EB19F-F403-486B-A6EF-F1838D92184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373F48"/>
      </a:dk1>
      <a:lt1>
        <a:srgbClr val="FBFCFE"/>
      </a:lt1>
      <a:dk2>
        <a:srgbClr val="21354F"/>
      </a:dk2>
      <a:lt2>
        <a:srgbClr val="F2F6FA"/>
      </a:lt2>
      <a:accent1>
        <a:srgbClr val="6C8EB6"/>
      </a:accent1>
      <a:accent2>
        <a:srgbClr val="AABDD2"/>
      </a:accent2>
      <a:accent3>
        <a:srgbClr val="5A6777"/>
      </a:accent3>
      <a:accent4>
        <a:srgbClr val="D7E1EC"/>
      </a:accent4>
      <a:accent5>
        <a:srgbClr val="C2CBD6"/>
      </a:accent5>
      <a:accent6>
        <a:srgbClr val="CAD7E4"/>
      </a:accent6>
      <a:hlink>
        <a:srgbClr val="21354F"/>
      </a:hlink>
      <a:folHlink>
        <a:srgbClr val="5A6777"/>
      </a:folHlink>
    </a:clrScheme>
    <a:fontScheme name="결혼식 슬라이드(식순 중심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