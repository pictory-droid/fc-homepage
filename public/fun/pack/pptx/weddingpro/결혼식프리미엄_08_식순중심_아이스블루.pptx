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BABE6BA-4007-4F4D-A608-5A73B7396057}">
          <p14:sldIdLst>
            <p14:sldId id="256"/>
          </p14:sldIdLst>
        </p14:section>
        <p14:section name="본문" id="{067650C4-66B3-4121-B881-94331BCC44D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A8F2017-8D0B-4299-8E9D-EECB24A3EAD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187278F-2EEF-4F4F-B113-843818A7A45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5DCE9FD-5C92-4501-9A1E-E2BF9808D00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893A936-5901-441D-BA2E-74BBC51C8BB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신랑 신부 입장으로 시작합니다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DB4EB-5A70-49A4-9F44-ACDD2CBC9AC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553047" y="1828800"/>
            <a:ext cx="490712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F06F-02F4-4219-8F74-CF3FBBE74E2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3B89D-6CF6-4AD3-9634-C58D9ABD097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2C44B-E0B7-480F-8D7B-C0FCCB208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7B7F-6ADC-42E2-8F7F-7210844FB5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결혼식 슬라이드(식순 중심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