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C5C726-D610-412D-9047-EE28B93D2A5B}">
          <p14:sldIdLst>
            <p14:sldId id="256"/>
          </p14:sldIdLst>
        </p14:section>
        <p14:section name="본문" id="{1CD6B88A-1824-4832-B71F-0CC3ABC526B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718FEC2-4759-4B1F-9D23-800D4D5F66C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21A5805-18F2-4A7D-8DE6-A81BEBCF295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4FCB3466-6E2A-4D43-B0D5-740DCD76F6C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ED9A4BE-878C-4DB0-B35C-77DF0FB4F28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3E1B-8C2D-4DAE-A5D1-7832420650F6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C039-8257-437E-B6C0-CF65533E6525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4F33-A6E2-46CA-817E-166F211E580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36ED6-6C47-4BF1-87D2-A5C1FA4308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2A0F-D31B-4C42-846E-62D8649109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결혼식 슬라이드(감사·답례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