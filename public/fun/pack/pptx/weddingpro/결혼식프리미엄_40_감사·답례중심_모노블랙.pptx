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DE8CD9E-2AB1-4371-9529-4C93A8F453D8}">
          <p14:sldIdLst>
            <p14:sldId id="256"/>
          </p14:sldIdLst>
        </p14:section>
        <p14:section name="본문" id="{7E7AB214-FC76-4A2B-B2DE-4D6E0EB98F9D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B10388EB-07AF-4F4D-88B3-EE344DAAED33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94FE0742-417C-4DE5-971D-F0FB0E575743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C9C9C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97979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99BB983C-42B5-4C46-8F35-92E9B136DE86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3C4A4C69-830B-4D56-BFB1-3164F19EC490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MONO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0E148-DC5B-4949-9BF0-17B12BD7F202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감사의 말씀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D25DD5-CAFB-4518-B426-568CB6EB1110}" type="slidenum">
              <a:rPr lang="en-US"/>
              <a:t>‹#›</a:t>
            </a:fld>
            <a:endParaRPr lang="en-US"/>
          </a:p>
        </p:txBody>
      </p:sp>
      <p:grpSp>
        <p:nvGrpSpPr>
          <p:cNvPr id="5" name="감사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감사 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감사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바쁘신 중에 와 주셔서 고맙습니다.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보내 주신 마음 잊지 않고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잘 살겠습니다.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신랑 · 신부 드림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답례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21F26E-B411-404E-92DC-9E772D5D06BB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답례품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방명록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사진 · 영상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AC006-6E89-4888-BCED-EF3970CFB6A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3F0F8-3E17-41A0-B471-2AF0F96F909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MONO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감사·답례 중심)">
  <a:themeElements>
    <a:clrScheme name="결혼식 슬라이드(감사·답례 중심)">
      <a:dk1>
        <a:srgbClr val="08080A"/>
      </a:dk1>
      <a:lt1>
        <a:srgbClr val="FDFDFC"/>
      </a:lt1>
      <a:dk2>
        <a:srgbClr val="1C1C1E"/>
      </a:dk2>
      <a:lt2>
        <a:srgbClr val="F7F7F5"/>
      </a:lt2>
      <a:accent1>
        <a:srgbClr val="1C1C1E"/>
      </a:accent1>
      <a:accent2>
        <a:srgbClr val="8E8E93"/>
      </a:accent2>
      <a:accent3>
        <a:srgbClr val="080809"/>
      </a:accent3>
      <a:accent4>
        <a:srgbClr val="CBCBCA"/>
      </a:accent4>
      <a:accent5>
        <a:srgbClr val="B5B5B5"/>
      </a:accent5>
      <a:accent6>
        <a:srgbClr val="BDBDBF"/>
      </a:accent6>
      <a:hlink>
        <a:srgbClr val="1C1C1E"/>
      </a:hlink>
      <a:folHlink>
        <a:srgbClr val="080809"/>
      </a:folHlink>
    </a:clrScheme>
    <a:fontScheme name="결혼식 슬라이드(감사·답례 중심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>결혼식 상영용 슬라이드 · 감사·답례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