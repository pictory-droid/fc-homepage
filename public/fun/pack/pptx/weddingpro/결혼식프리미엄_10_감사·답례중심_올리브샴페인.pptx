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45366AA-89F1-4D75-BCE3-88D330F55092}">
          <p14:sldIdLst>
            <p14:sldId id="256"/>
          </p14:sldIdLst>
        </p14:section>
        <p14:section name="본문" id="{D8C612BE-7F9B-449C-A170-080665DCD19A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E4DE889D-7DED-4C6A-862E-85BAA0893A91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217627" y="350131"/>
            <a:ext cx="4708245" cy="5958032"/>
            <a:chOff x="217627" y="350131"/>
            <a:chExt cx="4708245" cy="5958032"/>
          </a:xfrm>
        </p:grpSpPr>
        <p:sp>
          <p:nvSpPr>
            <p:cNvPr id="3" name="Hexagon 2"/>
            <p:cNvSpPr/>
            <p:nvPr/>
          </p:nvSpPr>
          <p:spPr>
            <a:xfrm>
              <a:off x="217627" y="350131"/>
              <a:ext cx="799185" cy="692094"/>
            </a:xfrm>
            <a:prstGeom prst="hexagon">
              <a:avLst/>
            </a:prstGeom>
            <a:solidFill>
              <a:schemeClr val="accent1">
                <a:alpha val="8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217627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21762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217627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21762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217627" y="4111515"/>
              <a:ext cx="799185" cy="69209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21762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21762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869137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86913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869137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86913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869137" y="3735377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869137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869137" y="5239930"/>
              <a:ext cx="799185" cy="692094"/>
            </a:xfrm>
            <a:prstGeom prst="hexagon">
              <a:avLst/>
            </a:prstGeom>
            <a:solidFill>
              <a:schemeClr val="accent1">
                <a:alpha val="68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152064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1520647" y="1102407"/>
              <a:ext cx="799185" cy="692094"/>
            </a:xfrm>
            <a:prstGeom prst="hexagon">
              <a:avLst/>
            </a:prstGeom>
            <a:solidFill>
              <a:schemeClr val="accent1">
                <a:alpha val="56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152064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1520647" y="2606961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152064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152064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152064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152064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2172157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exagon 26"/>
            <p:cNvSpPr/>
            <p:nvPr/>
          </p:nvSpPr>
          <p:spPr>
            <a:xfrm>
              <a:off x="217215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Hexagon 27"/>
            <p:cNvSpPr/>
            <p:nvPr/>
          </p:nvSpPr>
          <p:spPr>
            <a:xfrm>
              <a:off x="2172157" y="223082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Hexagon 28"/>
            <p:cNvSpPr/>
            <p:nvPr/>
          </p:nvSpPr>
          <p:spPr>
            <a:xfrm>
              <a:off x="217215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Hexagon 29"/>
            <p:cNvSpPr/>
            <p:nvPr/>
          </p:nvSpPr>
          <p:spPr>
            <a:xfrm>
              <a:off x="2172157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Hexagon 30"/>
            <p:cNvSpPr/>
            <p:nvPr/>
          </p:nvSpPr>
          <p:spPr>
            <a:xfrm>
              <a:off x="2172157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exagon 31"/>
            <p:cNvSpPr/>
            <p:nvPr/>
          </p:nvSpPr>
          <p:spPr>
            <a:xfrm>
              <a:off x="2172157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exagon 32"/>
            <p:cNvSpPr/>
            <p:nvPr/>
          </p:nvSpPr>
          <p:spPr>
            <a:xfrm>
              <a:off x="282366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Hexagon 33"/>
            <p:cNvSpPr/>
            <p:nvPr/>
          </p:nvSpPr>
          <p:spPr>
            <a:xfrm>
              <a:off x="2823667" y="1102407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exagon 34"/>
            <p:cNvSpPr/>
            <p:nvPr/>
          </p:nvSpPr>
          <p:spPr>
            <a:xfrm>
              <a:off x="2823667" y="1854684"/>
              <a:ext cx="799185" cy="692094"/>
            </a:xfrm>
            <a:prstGeom prst="hexagon">
              <a:avLst/>
            </a:prstGeom>
            <a:solidFill>
              <a:schemeClr val="accent1">
                <a:alpha val="33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Hexagon 35"/>
            <p:cNvSpPr/>
            <p:nvPr/>
          </p:nvSpPr>
          <p:spPr>
            <a:xfrm>
              <a:off x="2823667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exagon 36"/>
            <p:cNvSpPr/>
            <p:nvPr/>
          </p:nvSpPr>
          <p:spPr>
            <a:xfrm>
              <a:off x="282366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Hexagon 37"/>
            <p:cNvSpPr/>
            <p:nvPr/>
          </p:nvSpPr>
          <p:spPr>
            <a:xfrm>
              <a:off x="282366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exagon 38"/>
            <p:cNvSpPr/>
            <p:nvPr/>
          </p:nvSpPr>
          <p:spPr>
            <a:xfrm>
              <a:off x="2823667" y="4863792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Hexagon 39"/>
            <p:cNvSpPr/>
            <p:nvPr/>
          </p:nvSpPr>
          <p:spPr>
            <a:xfrm>
              <a:off x="282366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exagon 40"/>
            <p:cNvSpPr/>
            <p:nvPr/>
          </p:nvSpPr>
          <p:spPr>
            <a:xfrm>
              <a:off x="3475177" y="726269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Hexagon 41"/>
            <p:cNvSpPr/>
            <p:nvPr/>
          </p:nvSpPr>
          <p:spPr>
            <a:xfrm>
              <a:off x="347517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exagon 42"/>
            <p:cNvSpPr/>
            <p:nvPr/>
          </p:nvSpPr>
          <p:spPr>
            <a:xfrm>
              <a:off x="3475177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Hexagon 43"/>
            <p:cNvSpPr/>
            <p:nvPr/>
          </p:nvSpPr>
          <p:spPr>
            <a:xfrm>
              <a:off x="347517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exagon 44"/>
            <p:cNvSpPr/>
            <p:nvPr/>
          </p:nvSpPr>
          <p:spPr>
            <a:xfrm>
              <a:off x="3475177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Hexagon 45"/>
            <p:cNvSpPr/>
            <p:nvPr/>
          </p:nvSpPr>
          <p:spPr>
            <a:xfrm>
              <a:off x="3475177" y="448765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exagon 46"/>
            <p:cNvSpPr/>
            <p:nvPr/>
          </p:nvSpPr>
          <p:spPr>
            <a:xfrm>
              <a:off x="3475177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Hexagon 47"/>
            <p:cNvSpPr/>
            <p:nvPr/>
          </p:nvSpPr>
          <p:spPr>
            <a:xfrm>
              <a:off x="412668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exagon 48"/>
            <p:cNvSpPr/>
            <p:nvPr/>
          </p:nvSpPr>
          <p:spPr>
            <a:xfrm>
              <a:off x="4126687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Hexagon 49"/>
            <p:cNvSpPr/>
            <p:nvPr/>
          </p:nvSpPr>
          <p:spPr>
            <a:xfrm>
              <a:off x="412668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Hexagon 50"/>
            <p:cNvSpPr/>
            <p:nvPr/>
          </p:nvSpPr>
          <p:spPr>
            <a:xfrm>
              <a:off x="4126687" y="2606961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Hexagon 51"/>
            <p:cNvSpPr/>
            <p:nvPr/>
          </p:nvSpPr>
          <p:spPr>
            <a:xfrm>
              <a:off x="4126687" y="3359238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exagon 52"/>
            <p:cNvSpPr/>
            <p:nvPr/>
          </p:nvSpPr>
          <p:spPr>
            <a:xfrm>
              <a:off x="412668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exagon 53"/>
            <p:cNvSpPr/>
            <p:nvPr/>
          </p:nvSpPr>
          <p:spPr>
            <a:xfrm>
              <a:off x="412668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exagon 54"/>
            <p:cNvSpPr/>
            <p:nvPr/>
          </p:nvSpPr>
          <p:spPr>
            <a:xfrm>
              <a:off x="412668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0D417E5B-B42F-46C2-A6B8-139D8DEA7477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ADAD7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8B9B2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217627" y="350131"/>
            <a:ext cx="4708245" cy="5958032"/>
            <a:chOff x="217627" y="350131"/>
            <a:chExt cx="4708245" cy="5958032"/>
          </a:xfrm>
        </p:grpSpPr>
        <p:sp>
          <p:nvSpPr>
            <p:cNvPr id="3" name="Hexagon 2"/>
            <p:cNvSpPr/>
            <p:nvPr/>
          </p:nvSpPr>
          <p:spPr>
            <a:xfrm>
              <a:off x="217627" y="350131"/>
              <a:ext cx="799185" cy="692094"/>
            </a:xfrm>
            <a:prstGeom prst="hexagon">
              <a:avLst/>
            </a:prstGeom>
            <a:solidFill>
              <a:schemeClr val="tx2">
                <a:alpha val="8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217627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21762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217627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21762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217627" y="4111515"/>
              <a:ext cx="799185" cy="69209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21762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21762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869137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86913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869137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86913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869137" y="3735377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869137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869137" y="5239930"/>
              <a:ext cx="799185" cy="692094"/>
            </a:xfrm>
            <a:prstGeom prst="hexagon">
              <a:avLst/>
            </a:prstGeom>
            <a:solidFill>
              <a:schemeClr val="tx2">
                <a:alpha val="68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152064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1520647" y="1102407"/>
              <a:ext cx="799185" cy="692094"/>
            </a:xfrm>
            <a:prstGeom prst="hexagon">
              <a:avLst/>
            </a:prstGeom>
            <a:solidFill>
              <a:schemeClr val="tx2">
                <a:alpha val="56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152064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1520647" y="2606961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152064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152064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152064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152064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2172157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exagon 26"/>
            <p:cNvSpPr/>
            <p:nvPr/>
          </p:nvSpPr>
          <p:spPr>
            <a:xfrm>
              <a:off x="217215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Hexagon 27"/>
            <p:cNvSpPr/>
            <p:nvPr/>
          </p:nvSpPr>
          <p:spPr>
            <a:xfrm>
              <a:off x="2172157" y="223082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Hexagon 28"/>
            <p:cNvSpPr/>
            <p:nvPr/>
          </p:nvSpPr>
          <p:spPr>
            <a:xfrm>
              <a:off x="217215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Hexagon 29"/>
            <p:cNvSpPr/>
            <p:nvPr/>
          </p:nvSpPr>
          <p:spPr>
            <a:xfrm>
              <a:off x="2172157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Hexagon 30"/>
            <p:cNvSpPr/>
            <p:nvPr/>
          </p:nvSpPr>
          <p:spPr>
            <a:xfrm>
              <a:off x="2172157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exagon 31"/>
            <p:cNvSpPr/>
            <p:nvPr/>
          </p:nvSpPr>
          <p:spPr>
            <a:xfrm>
              <a:off x="2172157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exagon 32"/>
            <p:cNvSpPr/>
            <p:nvPr/>
          </p:nvSpPr>
          <p:spPr>
            <a:xfrm>
              <a:off x="282366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Hexagon 33"/>
            <p:cNvSpPr/>
            <p:nvPr/>
          </p:nvSpPr>
          <p:spPr>
            <a:xfrm>
              <a:off x="2823667" y="1102407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exagon 34"/>
            <p:cNvSpPr/>
            <p:nvPr/>
          </p:nvSpPr>
          <p:spPr>
            <a:xfrm>
              <a:off x="2823667" y="1854684"/>
              <a:ext cx="799185" cy="692094"/>
            </a:xfrm>
            <a:prstGeom prst="hexagon">
              <a:avLst/>
            </a:prstGeom>
            <a:solidFill>
              <a:schemeClr val="tx2">
                <a:alpha val="33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Hexagon 35"/>
            <p:cNvSpPr/>
            <p:nvPr/>
          </p:nvSpPr>
          <p:spPr>
            <a:xfrm>
              <a:off x="2823667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exagon 36"/>
            <p:cNvSpPr/>
            <p:nvPr/>
          </p:nvSpPr>
          <p:spPr>
            <a:xfrm>
              <a:off x="282366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Hexagon 37"/>
            <p:cNvSpPr/>
            <p:nvPr/>
          </p:nvSpPr>
          <p:spPr>
            <a:xfrm>
              <a:off x="282366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exagon 38"/>
            <p:cNvSpPr/>
            <p:nvPr/>
          </p:nvSpPr>
          <p:spPr>
            <a:xfrm>
              <a:off x="2823667" y="4863792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Hexagon 39"/>
            <p:cNvSpPr/>
            <p:nvPr/>
          </p:nvSpPr>
          <p:spPr>
            <a:xfrm>
              <a:off x="282366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exagon 40"/>
            <p:cNvSpPr/>
            <p:nvPr/>
          </p:nvSpPr>
          <p:spPr>
            <a:xfrm>
              <a:off x="3475177" y="726269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Hexagon 41"/>
            <p:cNvSpPr/>
            <p:nvPr/>
          </p:nvSpPr>
          <p:spPr>
            <a:xfrm>
              <a:off x="347517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exagon 42"/>
            <p:cNvSpPr/>
            <p:nvPr/>
          </p:nvSpPr>
          <p:spPr>
            <a:xfrm>
              <a:off x="3475177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Hexagon 43"/>
            <p:cNvSpPr/>
            <p:nvPr/>
          </p:nvSpPr>
          <p:spPr>
            <a:xfrm>
              <a:off x="347517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exagon 44"/>
            <p:cNvSpPr/>
            <p:nvPr/>
          </p:nvSpPr>
          <p:spPr>
            <a:xfrm>
              <a:off x="3475177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Hexagon 45"/>
            <p:cNvSpPr/>
            <p:nvPr/>
          </p:nvSpPr>
          <p:spPr>
            <a:xfrm>
              <a:off x="3475177" y="448765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exagon 46"/>
            <p:cNvSpPr/>
            <p:nvPr/>
          </p:nvSpPr>
          <p:spPr>
            <a:xfrm>
              <a:off x="3475177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Hexagon 47"/>
            <p:cNvSpPr/>
            <p:nvPr/>
          </p:nvSpPr>
          <p:spPr>
            <a:xfrm>
              <a:off x="412668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exagon 48"/>
            <p:cNvSpPr/>
            <p:nvPr/>
          </p:nvSpPr>
          <p:spPr>
            <a:xfrm>
              <a:off x="4126687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Hexagon 49"/>
            <p:cNvSpPr/>
            <p:nvPr/>
          </p:nvSpPr>
          <p:spPr>
            <a:xfrm>
              <a:off x="412668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Hexagon 50"/>
            <p:cNvSpPr/>
            <p:nvPr/>
          </p:nvSpPr>
          <p:spPr>
            <a:xfrm>
              <a:off x="4126687" y="2606961"/>
              <a:ext cx="799185" cy="692094"/>
            </a:xfrm>
            <a:prstGeom prst="hexagon">
              <a:avLst/>
            </a:prstGeom>
            <a:solidFill>
              <a:schemeClr val="tx2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Hexagon 51"/>
            <p:cNvSpPr/>
            <p:nvPr/>
          </p:nvSpPr>
          <p:spPr>
            <a:xfrm>
              <a:off x="4126687" y="3359238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exagon 52"/>
            <p:cNvSpPr/>
            <p:nvPr/>
          </p:nvSpPr>
          <p:spPr>
            <a:xfrm>
              <a:off x="412668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exagon 53"/>
            <p:cNvSpPr/>
            <p:nvPr/>
          </p:nvSpPr>
          <p:spPr>
            <a:xfrm>
              <a:off x="412668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exagon 54"/>
            <p:cNvSpPr/>
            <p:nvPr/>
          </p:nvSpPr>
          <p:spPr>
            <a:xfrm>
              <a:off x="412668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B13BD7CD-C176-415C-8F99-05831A2A022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C042C80C-B030-4775-B210-CD4CF764634E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OLIVE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바쁘신 중에 와 주신 것 잊지 않겠습니다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A539-F268-4EE5-A262-4847E71728CE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옆 선"/>
          <p:cNvSpPr/>
          <p:nvPr/>
        </p:nvSpPr>
        <p:spPr>
          <a:xfrm>
            <a:off x="731520" y="1828800"/>
            <a:ext cx="54864" cy="4274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옆 선"/>
          <p:cNvSpPr/>
          <p:nvPr/>
        </p:nvSpPr>
        <p:spPr>
          <a:xfrm>
            <a:off x="6553047" y="1828800"/>
            <a:ext cx="54864" cy="4274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감사의 말씀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A03B-5AD8-4C44-83CA-AC7FFAB64DD2}" type="slidenum">
              <a:rPr lang="en-US"/>
              <a:t>‹#›</a:t>
            </a:fld>
            <a:endParaRPr lang="en-US"/>
          </a:p>
        </p:txBody>
      </p:sp>
      <p:grpSp>
        <p:nvGrpSpPr>
          <p:cNvPr id="5" name="감사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감사 글 칸"/>
            <p:cNvSpPr/>
            <p:nvPr/>
          </p:nvSpPr>
          <p:spPr>
            <a:xfrm>
              <a:off x="731520" y="1828800"/>
              <a:ext cx="10728655" cy="4343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434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감사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바쁘신 중에 와 주셔서 고맙습니다.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보내 주신 마음 잊지 않고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잘 살겠습니다.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신랑 · 신부 드림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답례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B1F8F-C529-46A5-AB64-1B38B3DAC69D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답례품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4399178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방명록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8066836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사진 · 영상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EF59B-1A2E-4B99-A606-6C9103B2C53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45AE3-5521-4B31-8F80-7CDEB826ED9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OLIVE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감사·답례 중심)">
  <a:themeElements>
    <a:clrScheme name="결혼식 슬라이드(감사·답례 중심)">
      <a:dk1>
        <a:srgbClr val="464837"/>
      </a:dk1>
      <a:lt1>
        <a:srgbClr val="FDFCF9"/>
      </a:lt1>
      <a:dk2>
        <a:srgbClr val="3A3D20"/>
      </a:dk2>
      <a:lt2>
        <a:srgbClr val="F7F5EB"/>
      </a:lt2>
      <a:accent1>
        <a:srgbClr val="868C58"/>
      </a:accent1>
      <a:accent2>
        <a:srgbClr val="C1AA6A"/>
      </a:accent2>
      <a:accent3>
        <a:srgbClr val="575947"/>
      </a:accent3>
      <a:accent4>
        <a:srgbClr val="E0E0CE"/>
      </a:accent4>
      <a:accent5>
        <a:srgbClr val="C4AC70"/>
      </a:accent5>
      <a:accent6>
        <a:srgbClr val="D9CCA4"/>
      </a:accent6>
      <a:hlink>
        <a:srgbClr val="3A3D20"/>
      </a:hlink>
      <a:folHlink>
        <a:srgbClr val="575947"/>
      </a:folHlink>
    </a:clrScheme>
    <a:fontScheme name="결혼식 슬라이드(감사·답례 중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>결혼식 상영용 슬라이드 · 감사·답례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