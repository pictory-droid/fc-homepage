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004F905-4172-44D7-9526-D246BEEB4288}">
          <p14:sldIdLst>
            <p14:sldId id="256"/>
          </p14:sldIdLst>
        </p14:section>
        <p14:section name="본문" id="{D96077EE-4AE0-4885-87E4-D0ED902785A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CE13534-247D-412B-B4DE-C9F8939F380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accent1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5F4BAF9-3E58-490F-88AF-B62DBC3CA28A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AD7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9B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tx2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tx2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tx2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tx2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9148A48-A066-497C-857F-AF615703648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2E83599-4361-4BFD-998F-FF4369288E6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바쁘신 중에 와 주신 것 잊지 않겠습니다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C17A-A61D-4268-9877-3212C2377FFF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6553047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B9944-C8AA-43A2-B016-8CE55DA5B175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434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D50E61-924A-4621-9509-30EDEE7E066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9B899D-A761-47B0-B7D9-E8A685E039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E3F8C-1746-4050-B765-EDC4B389616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464837"/>
      </a:dk1>
      <a:lt1>
        <a:srgbClr val="FDFCF9"/>
      </a:lt1>
      <a:dk2>
        <a:srgbClr val="3A3D20"/>
      </a:dk2>
      <a:lt2>
        <a:srgbClr val="F7F5EB"/>
      </a:lt2>
      <a:accent1>
        <a:srgbClr val="868C58"/>
      </a:accent1>
      <a:accent2>
        <a:srgbClr val="C1AA6A"/>
      </a:accent2>
      <a:accent3>
        <a:srgbClr val="575947"/>
      </a:accent3>
      <a:accent4>
        <a:srgbClr val="E0E0CE"/>
      </a:accent4>
      <a:accent5>
        <a:srgbClr val="C4AC70"/>
      </a:accent5>
      <a:accent6>
        <a:srgbClr val="D9CCA4"/>
      </a:accent6>
      <a:hlink>
        <a:srgbClr val="3A3D20"/>
      </a:hlink>
      <a:folHlink>
        <a:srgbClr val="575947"/>
      </a:folHlink>
    </a:clrScheme>
    <a:fontScheme name="결혼식 슬라이드(감사·답례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