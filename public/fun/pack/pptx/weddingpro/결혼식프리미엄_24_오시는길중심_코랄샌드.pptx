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87B8B45-2EDE-4DF7-9F81-0C3CFAFE19C7}">
          <p14:sldIdLst>
            <p14:sldId id="256"/>
          </p14:sldIdLst>
        </p14:section>
        <p14:section name="본문" id="{61F78EC0-8CA6-415B-953F-71097E260243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311A73C7-E442-43C8-8DC4-02F9134DED87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109441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10820095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0042855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9585655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9311335" y="0"/>
            <a:ext cx="27432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9174175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DE564C99-BC96-4BC5-8388-31D0FEBCD20E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109441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3DC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9BCBB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10820095" y="0"/>
            <a:ext cx="1371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0042855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9585655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9311335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9174175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4AAD12EC-ADE4-4CCE-B88F-AF4FEFD2E069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0C67A26-BDA9-43AC-A723-EF1CB7DDD7A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CORAL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CORAL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비 오면 우산이 필요한 길입니다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0000. 00. 00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099233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rect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920761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C11857-5772-4ABE-A0C0-454310F53264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오시는 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603504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약도 · 지도를 넣어 주세요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603504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13C7F-7120-4A04-9EAA-48C74295A1B1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7132320" y="1828800"/>
          <a:ext cx="4327855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71600"/>
                <a:gridCol w="295625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예식장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주소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일시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연락처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교통 안내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ECC6D3-3047-4580-AA98-2A8900C22232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지하철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버스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자가용 · 주차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121436-7F79-4597-BF84-B3112050FC4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3C584-254C-4A1F-A8E6-EB0E7E6AE2B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CORAL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CORAL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오시는 길 중심)">
  <a:themeElements>
    <a:clrScheme name="결혼식 슬라이드(오시는 길 중심)">
      <a:dk1>
        <a:srgbClr val="483937"/>
      </a:dk1>
      <a:lt1>
        <a:srgbClr val="FEFCFA"/>
      </a:lt1>
      <a:dk2>
        <a:srgbClr val="5A2A24"/>
      </a:dk2>
      <a:lt2>
        <a:srgbClr val="FBF4EE"/>
      </a:lt2>
      <a:accent1>
        <a:srgbClr val="D96A5B"/>
      </a:accent1>
      <a:accent2>
        <a:srgbClr val="E5B27E"/>
      </a:accent2>
      <a:accent3>
        <a:srgbClr val="7E605D"/>
      </a:accent3>
      <a:accent4>
        <a:srgbClr val="F4D8D1"/>
      </a:accent4>
      <a:accent5>
        <a:srgbClr val="C99A62"/>
      </a:accent5>
      <a:accent6>
        <a:srgbClr val="EFD0B0"/>
      </a:accent6>
      <a:hlink>
        <a:srgbClr val="5A2A24"/>
      </a:hlink>
      <a:folHlink>
        <a:srgbClr val="7E605D"/>
      </a:folHlink>
    </a:clrScheme>
    <a:fontScheme name="결혼식 슬라이드(오시는 길 중심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>결혼식 상영용 슬라이드 · 오시는 길 중심</dc:subject>
  <dc:creator>우체국보험 상담 안내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