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904ADA4-1F17-472C-9459-290A12A3E14F}">
          <p14:sldIdLst>
            <p14:sldId id="256"/>
          </p14:sldIdLst>
        </p14:section>
        <p14:section name="본문" id="{716B1D3F-71B3-4B87-8E9F-EDAAEE0B641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0C8ADCF-ED7C-452B-B428-994A41513AF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560699E-41A4-414F-A8B6-5BA880617B96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3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9BC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AA6FAC6-0F30-4FEC-8C4D-799C3B28667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1F3B388-DBE3-41EE-AB1D-6FEF3AD504A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정문까지 걸어서 이 분 거리입니다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C5315-13EF-4829-84B8-1DDEF3DFBF65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5F13-1BB3-45A0-92CF-248537E32D6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D1DA1-F530-4A93-B1CF-A466EEF5188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8B38A-6AD4-4AC0-9081-1AC0FF3035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9F0D-820F-4A35-B9B8-24F2C69E8BA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483937"/>
      </a:dk1>
      <a:lt1>
        <a:srgbClr val="FEFCFA"/>
      </a:lt1>
      <a:dk2>
        <a:srgbClr val="5A2A24"/>
      </a:dk2>
      <a:lt2>
        <a:srgbClr val="FBF4EE"/>
      </a:lt2>
      <a:accent1>
        <a:srgbClr val="D96A5B"/>
      </a:accent1>
      <a:accent2>
        <a:srgbClr val="E5B27E"/>
      </a:accent2>
      <a:accent3>
        <a:srgbClr val="7E605D"/>
      </a:accent3>
      <a:accent4>
        <a:srgbClr val="F4D8D1"/>
      </a:accent4>
      <a:accent5>
        <a:srgbClr val="C99A62"/>
      </a:accent5>
      <a:accent6>
        <a:srgbClr val="EFD0B0"/>
      </a:accent6>
      <a:hlink>
        <a:srgbClr val="5A2A24"/>
      </a:hlink>
      <a:folHlink>
        <a:srgbClr val="7E605D"/>
      </a:folHlink>
    </a:clrScheme>
    <a:fontScheme name="결혼식 슬라이드(오시는 길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