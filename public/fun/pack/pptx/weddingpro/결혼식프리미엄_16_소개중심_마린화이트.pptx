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B86A104-1448-4C78-9799-2ACDC2695657}">
          <p14:sldIdLst>
            <p14:sldId id="256"/>
          </p14:sldIdLst>
        </p14:section>
        <p14:section name="본문" id="{846466AC-1A78-4A72-8E4A-58AA4B61BDB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A3F6E4E-01CD-43A6-A201-94D61E4D379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7939835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8012987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8086139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9BF3D56-AD80-4D01-B08B-58436756418C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7939835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8012987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8086139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3B74987-2A00-4602-BDCF-2A76942BB40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7B8E977-A389-4C8D-94E7-90ED3689BF4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MARINE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부모님께 먼저 말씀드리고 날을 잡았습니다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CF8F-42F0-44D9-82AE-564E92B25BC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1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2031-3F23-4FB9-B2DE-E23997DA6D2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0BF96-4B91-4D1F-A596-C48735F31B8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9350B-F47F-42D2-AE20-9A1B13E226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BE09-4453-4019-BAEA-91A3061C7FD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MARINE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결혼식 슬라이드(소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