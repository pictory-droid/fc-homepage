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2F2F61F-76B0-41B4-BF38-66B131B46D1A}">
          <p14:sldIdLst>
            <p14:sldId id="256"/>
          </p14:sldIdLst>
        </p14:section>
        <p14:section name="본문" id="{800662D3-7578-46BD-B1D5-3CE2CED4FA8A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01FB4048-BB49-4338-99A8-BE240982F9A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3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A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7939835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8012987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8086139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3679050-B5F8-4E8E-B413-F5E240C5F49E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7939835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8012987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8086139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CF1FA4F-7C0D-4EC9-91B4-C209544A504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6800958-A231-4E1C-BF64-1BEE201D582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MARINE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부모님께 먼저 말씀드리고 날을 잡았습니다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BFAB4-7910-45B2-AEED-1F7CF7423162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3C234-FFF1-4F11-906F-947FA73EBC0E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닮은 점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다른 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6B871-4BE3-4AEB-922D-6433D0F81E9A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신랑이 신부에게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신부가 신랑에게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22C2E-BF7A-4047-847A-964043A368F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5B84-574D-4407-ABBA-5EE35E32B7E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MARINE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374048"/>
      </a:dk1>
      <a:lt1>
        <a:srgbClr val="FCFDFE"/>
      </a:lt1>
      <a:dk2>
        <a:srgbClr val="0F2F4A"/>
      </a:dk2>
      <a:lt2>
        <a:srgbClr val="F4F8FA"/>
      </a:lt2>
      <a:accent1>
        <a:srgbClr val="1F5C86"/>
      </a:accent1>
      <a:accent2>
        <a:srgbClr val="5BA3C4"/>
      </a:accent2>
      <a:accent3>
        <a:srgbClr val="72818D"/>
      </a:accent3>
      <a:accent4>
        <a:srgbClr val="C9D9E3"/>
      </a:accent4>
      <a:accent5>
        <a:srgbClr val="B7C4CE"/>
      </a:accent5>
      <a:accent6>
        <a:srgbClr val="A0C9DC"/>
      </a:accent6>
      <a:hlink>
        <a:srgbClr val="0F2F4A"/>
      </a:hlink>
      <a:folHlink>
        <a:srgbClr val="72818D"/>
      </a:folHlink>
    </a:clrScheme>
    <a:fontScheme name="결혼식 슬라이드(소개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