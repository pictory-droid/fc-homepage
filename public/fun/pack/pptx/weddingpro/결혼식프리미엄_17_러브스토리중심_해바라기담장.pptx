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DE0A296-9651-4585-B4F2-72CD1EE7CADA}">
          <p14:sldIdLst>
            <p14:sldId id="256"/>
          </p14:sldIdLst>
        </p14:section>
        <p14:section name="본문" id="{5D172E6A-9D6D-4DB3-96CA-7A282B1D095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6046902-94D3-4ECE-9924-5124644572D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68095"/>
            <a:ext cx="731520" cy="658368"/>
            <a:chOff x="10362931" y="768095"/>
            <a:chExt cx="731520" cy="658368"/>
          </a:xfrm>
        </p:grpSpPr>
        <p:sp>
          <p:nvSpPr>
            <p:cNvPr id="6" name="Heart 5"/>
            <p:cNvSpPr/>
            <p:nvPr/>
          </p:nvSpPr>
          <p:spPr>
            <a:xfrm>
              <a:off x="10362931" y="768095"/>
              <a:ext cx="731520" cy="65836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EC5D4B3-70CF-4476-BCC9-C20DA79A96F9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56782"/>
            <a:ext cx="320040" cy="288036"/>
            <a:chOff x="571500" y="6256782"/>
            <a:chExt cx="320040" cy="288036"/>
          </a:xfrm>
        </p:grpSpPr>
        <p:sp>
          <p:nvSpPr>
            <p:cNvPr id="4" name="Heart 3"/>
            <p:cNvSpPr/>
            <p:nvPr/>
          </p:nvSpPr>
          <p:spPr>
            <a:xfrm>
              <a:off x="571500" y="6256782"/>
              <a:ext cx="320040" cy="288036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56782"/>
            <a:ext cx="320040" cy="288036"/>
            <a:chOff x="11300155" y="6256782"/>
            <a:chExt cx="320040" cy="288036"/>
          </a:xfrm>
        </p:grpSpPr>
        <p:sp>
          <p:nvSpPr>
            <p:cNvPr id="6" name="Heart 5"/>
            <p:cNvSpPr/>
            <p:nvPr/>
          </p:nvSpPr>
          <p:spPr>
            <a:xfrm>
              <a:off x="11300155" y="6256782"/>
              <a:ext cx="320040" cy="288036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68095"/>
            <a:ext cx="731520" cy="658368"/>
            <a:chOff x="10362931" y="768095"/>
            <a:chExt cx="731520" cy="658368"/>
          </a:xfrm>
        </p:grpSpPr>
        <p:sp>
          <p:nvSpPr>
            <p:cNvPr id="6" name="Heart 5"/>
            <p:cNvSpPr/>
            <p:nvPr/>
          </p:nvSpPr>
          <p:spPr>
            <a:xfrm>
              <a:off x="10362931" y="768095"/>
              <a:ext cx="731520" cy="65836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20FBCAD-F75F-4F6B-A1AA-AA499C6A965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56782"/>
            <a:ext cx="320040" cy="288036"/>
            <a:chOff x="571500" y="6256782"/>
            <a:chExt cx="320040" cy="288036"/>
          </a:xfrm>
        </p:grpSpPr>
        <p:sp>
          <p:nvSpPr>
            <p:cNvPr id="4" name="Heart 3"/>
            <p:cNvSpPr/>
            <p:nvPr/>
          </p:nvSpPr>
          <p:spPr>
            <a:xfrm>
              <a:off x="571500" y="6256782"/>
              <a:ext cx="320040" cy="288036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56782"/>
            <a:ext cx="320040" cy="288036"/>
            <a:chOff x="11300155" y="6256782"/>
            <a:chExt cx="320040" cy="288036"/>
          </a:xfrm>
        </p:grpSpPr>
        <p:sp>
          <p:nvSpPr>
            <p:cNvPr id="6" name="Heart 5"/>
            <p:cNvSpPr/>
            <p:nvPr/>
          </p:nvSpPr>
          <p:spPr>
            <a:xfrm>
              <a:off x="11300155" y="6256782"/>
              <a:ext cx="320040" cy="288036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6D30241-A2BC-4903-BA24-3659EEFE491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싸우기도 많이 했고, 그만큼 풀기도 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3DAF-7D59-4640-AF0F-3C557DCDD7F5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0170-6C4D-43C0-831A-ACD8B4D789C9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1DFFF-605F-499E-8F7F-A203BC15C8A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A511A-6EE5-4E81-98A5-5025574654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043A-53B5-4DCC-AC54-7BC28E8F1AB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3D643A"/>
      </a:dk2>
      <a:lt2>
        <a:srgbClr val="F9F3DE"/>
      </a:lt2>
      <a:accent1>
        <a:srgbClr val="E2CB7E"/>
      </a:accent1>
      <a:accent2>
        <a:srgbClr val="9A86CF"/>
      </a:accent2>
      <a:accent3>
        <a:srgbClr val="4E462C"/>
      </a:accent3>
      <a:accent4>
        <a:srgbClr val="F7EBC5"/>
      </a:accent4>
      <a:accent5>
        <a:srgbClr val="AFE0A3"/>
      </a:accent5>
      <a:accent6>
        <a:srgbClr val="E6BCC1"/>
      </a:accent6>
      <a:hlink>
        <a:srgbClr val="3D643A"/>
      </a:hlink>
      <a:folHlink>
        <a:srgbClr val="4E462C"/>
      </a:folHlink>
    </a:clrScheme>
    <a:fontScheme name="결혼식 슬라이드(러브스토리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