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DE07205-D851-4C1A-BAFF-EF85774223FB}">
          <p14:sldIdLst>
            <p14:sldId id="256"/>
          </p14:sldIdLst>
        </p14:section>
        <p14:section name="본문" id="{2871A6FB-D45E-4636-AFE3-014883872F5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1E2D5F9-3851-40AB-87E5-0055D8912B7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4-Point Star 6"/>
            <p:cNvSpPr/>
            <p:nvPr/>
          </p:nvSpPr>
          <p:spPr>
            <a:xfrm>
              <a:off x="1447751" y="1554480"/>
              <a:ext cx="1005840" cy="10058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1B550A8-4F1D-470C-92BE-4DDBD576AC5F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4-Point Star 6"/>
            <p:cNvSpPr/>
            <p:nvPr/>
          </p:nvSpPr>
          <p:spPr>
            <a:xfrm>
              <a:off x="1447751" y="1554480"/>
              <a:ext cx="1005840" cy="10058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F9959AC-FCAF-4113-9033-9F580187939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AFD714C-9AE2-483D-B217-1E4CCCE570F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4-Point Star 6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함께 보낸 계절을 사진으로 모았습니다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3142D-6EB7-4CF3-9163-BF2C63563522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6571335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E8603-CFC7-4DCD-8840-0E858B80EBCD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데이트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프러포즈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결혼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77BE-A810-4710-9DBA-B7A9CD7D072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3500551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6251295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9002039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2D5-B785-4CC4-B882-B6CC86D555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5504-781F-49A5-BB97-D82B7E5496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2B2724"/>
      </a:dk1>
      <a:lt1>
        <a:srgbClr val="FFFFFF"/>
      </a:lt1>
      <a:dk2>
        <a:srgbClr val="5E3A64"/>
      </a:dk2>
      <a:lt2>
        <a:srgbClr val="E2E5F5"/>
      </a:lt2>
      <a:accent1>
        <a:srgbClr val="7C87CF"/>
      </a:accent1>
      <a:accent2>
        <a:srgbClr val="BEB683"/>
      </a:accent2>
      <a:accent3>
        <a:srgbClr val="2C314E"/>
      </a:accent3>
      <a:accent4>
        <a:srgbClr val="CBD0F0"/>
      </a:accent4>
      <a:accent5>
        <a:srgbClr val="DAA3E0"/>
      </a:accent5>
      <a:accent6>
        <a:srgbClr val="BCE6E6"/>
      </a:accent6>
      <a:hlink>
        <a:srgbClr val="5E3A64"/>
      </a:hlink>
      <a:folHlink>
        <a:srgbClr val="2C314E"/>
      </a:folHlink>
    </a:clrScheme>
    <a:fontScheme name="결혼식 슬라이드(러브스토리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