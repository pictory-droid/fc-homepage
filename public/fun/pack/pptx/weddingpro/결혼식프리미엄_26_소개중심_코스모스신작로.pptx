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1DEA32E-C70D-4A97-B5E6-6B4630F45EAF}">
          <p14:sldIdLst>
            <p14:sldId id="256"/>
          </p14:sldIdLst>
        </p14:section>
        <p14:section name="본문" id="{BC6E4B78-98A8-4D29-B620-2FF5AB3B15A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E0B1C9A-9F92-4A39-870F-0B1AAAB4633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39815" y="1271016"/>
            <a:ext cx="512064" cy="201168"/>
            <a:chOff x="5839815" y="1271016"/>
            <a:chExt cx="512064" cy="201168"/>
          </a:xfrm>
        </p:grpSpPr>
        <p:sp>
          <p:nvSpPr>
            <p:cNvPr id="11" name="Isosceles Triangle 10"/>
            <p:cNvSpPr/>
            <p:nvPr/>
          </p:nvSpPr>
          <p:spPr>
            <a:xfrm rot="5400000">
              <a:off x="5839815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sosceles Triangle 11"/>
            <p:cNvSpPr/>
            <p:nvPr/>
          </p:nvSpPr>
          <p:spPr>
            <a:xfrm rot="16200000">
              <a:off x="6123279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050127" y="1325880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2D90400-C922-41B5-97A3-E84524A705B8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89512" y="843991"/>
            <a:ext cx="358445" cy="140817"/>
            <a:chOff x="11189512" y="843991"/>
            <a:chExt cx="358445" cy="140817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189512" y="8439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387937" y="8439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336731" y="8823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39815" y="1271016"/>
            <a:ext cx="512064" cy="201168"/>
            <a:chOff x="5839815" y="1271016"/>
            <a:chExt cx="512064" cy="201168"/>
          </a:xfrm>
        </p:grpSpPr>
        <p:sp>
          <p:nvSpPr>
            <p:cNvPr id="11" name="Isosceles Triangle 10"/>
            <p:cNvSpPr/>
            <p:nvPr/>
          </p:nvSpPr>
          <p:spPr>
            <a:xfrm rot="5400000">
              <a:off x="5839815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sosceles Triangle 11"/>
            <p:cNvSpPr/>
            <p:nvPr/>
          </p:nvSpPr>
          <p:spPr>
            <a:xfrm rot="16200000">
              <a:off x="6123279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050127" y="1325880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B30A98B-9C43-4AC7-83A3-2BD82CF69FA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189512" y="843991"/>
            <a:ext cx="358445" cy="140817"/>
            <a:chOff x="11189512" y="843991"/>
            <a:chExt cx="358445" cy="140817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189512" y="8439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387937" y="8439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336731" y="8823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93D7604-8E00-4982-8ECF-B580017BB0F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7" name="Isosceles Triangle 6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코스모스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하객 한 분 한 분께 직접 인사드리고 싶습니다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0019-FF86-4D56-B4B9-F69216CF0907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54C9-A7B8-46D3-96BD-55502D812A5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2537D-A319-4557-AF54-EB469B8D8807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693B2-2735-4594-ABEF-373786A6A98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AAB59-7819-47ED-A215-9154BA9C21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코스모스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64483A"/>
      </a:dk2>
      <a:lt2>
        <a:srgbClr val="F5E2EF"/>
      </a:lt2>
      <a:accent1>
        <a:srgbClr val="CF7CB4"/>
      </a:accent1>
      <a:accent2>
        <a:srgbClr val="83BE97"/>
      </a:accent2>
      <a:accent3>
        <a:srgbClr val="4E2C43"/>
      </a:accent3>
      <a:accent4>
        <a:srgbClr val="F0CBE4"/>
      </a:accent4>
      <a:accent5>
        <a:srgbClr val="E0BAA3"/>
      </a:accent5>
      <a:accent6>
        <a:srgbClr val="D0BCE6"/>
      </a:accent6>
      <a:hlink>
        <a:srgbClr val="64483A"/>
      </a:hlink>
      <a:folHlink>
        <a:srgbClr val="4E2C43"/>
      </a:folHlink>
    </a:clrScheme>
    <a:fontScheme name="결혼식 슬라이드(소개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