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D6D8616-AA93-482D-93A1-55F1B7BCDE5E}">
          <p14:sldIdLst>
            <p14:sldId id="256"/>
          </p14:sldIdLst>
        </p14:section>
        <p14:section name="본문" id="{6BFBA668-FD83-4910-8809-73E5BC2ECC2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CB432C1-67D3-43E6-9323-3B115A195BE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794659" y="3200400"/>
            <a:ext cx="457200" cy="457200"/>
            <a:chOff x="3794659" y="3200400"/>
            <a:chExt cx="457200" cy="457200"/>
          </a:xfrm>
        </p:grpSpPr>
        <p:sp>
          <p:nvSpPr>
            <p:cNvPr id="6" name="Plus 5"/>
            <p:cNvSpPr/>
            <p:nvPr/>
          </p:nvSpPr>
          <p:spPr>
            <a:xfrm>
              <a:off x="3794659" y="3200400"/>
              <a:ext cx="457200" cy="457200"/>
            </a:xfrm>
            <a:prstGeom prst="mathPlus">
              <a:avLst>
                <a:gd name="adj1" fmla="val 1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B0095027-7361-4D03-90EF-1C9278439E5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9D4D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7ACB0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794659" y="3200400"/>
            <a:ext cx="457200" cy="457200"/>
            <a:chOff x="3794659" y="3200400"/>
            <a:chExt cx="457200" cy="457200"/>
          </a:xfrm>
        </p:grpSpPr>
        <p:sp>
          <p:nvSpPr>
            <p:cNvPr id="6" name="Plus 5"/>
            <p:cNvSpPr/>
            <p:nvPr/>
          </p:nvSpPr>
          <p:spPr>
            <a:xfrm>
              <a:off x="3794659" y="3200400"/>
              <a:ext cx="457200" cy="457200"/>
            </a:xfrm>
            <a:prstGeom prst="mathPlus">
              <a:avLst>
                <a:gd name="adj1" fmla="val 1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4A6D52AF-FFF5-41BC-9F5A-638B69C3487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E5019DB5-A754-44B8-A381-A56E9C4CA63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QUARTZ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QUARTZ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 첫 달에 결혼식을 올립니다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0771-BE2C-4F3F-8DA5-66D2588B9999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윗선"/>
          <p:cNvSpPr/>
          <p:nvPr/>
        </p:nvSpPr>
        <p:spPr>
          <a:xfrm>
            <a:off x="731520" y="1828800"/>
            <a:ext cx="490712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윗선"/>
          <p:cNvSpPr/>
          <p:nvPr/>
        </p:nvSpPr>
        <p:spPr>
          <a:xfrm>
            <a:off x="6553047" y="1828800"/>
            <a:ext cx="490712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7E688-893A-41B5-8E68-C2E346BC69F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518144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닮은 점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윗선"/>
            <p:cNvSpPr/>
            <p:nvPr/>
          </p:nvSpPr>
          <p:spPr>
            <a:xfrm>
              <a:off x="6278727" y="1828800"/>
              <a:ext cx="518144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다른 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DB0B1-A3A3-4C57-AED9-913F038FCE56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518144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신랑이 신부에게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윗선"/>
            <p:cNvSpPr/>
            <p:nvPr/>
          </p:nvSpPr>
          <p:spPr>
            <a:xfrm>
              <a:off x="6278727" y="1828800"/>
              <a:ext cx="518144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신부가 신랑에게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348D4-6AE6-41EF-AC2F-28F6D724A8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F248C-AE6A-441B-9D6C-5B93089BBF0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QUARTZ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QUARTZ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48373D"/>
      </a:dk1>
      <a:lt1>
        <a:srgbClr val="FEFCFC"/>
      </a:lt1>
      <a:dk2>
        <a:srgbClr val="5A3341"/>
      </a:dk2>
      <a:lt2>
        <a:srgbClr val="FBF3F4"/>
      </a:lt2>
      <a:accent1>
        <a:srgbClr val="D59AA9"/>
      </a:accent1>
      <a:accent2>
        <a:srgbClr val="A9A3C4"/>
      </a:accent2>
      <a:accent3>
        <a:srgbClr val="533A43"/>
      </a:accent3>
      <a:accent4>
        <a:srgbClr val="F3E1E5"/>
      </a:accent4>
      <a:accent5>
        <a:srgbClr val="C9B2A8"/>
      </a:accent5>
      <a:accent6>
        <a:srgbClr val="CEC7DA"/>
      </a:accent6>
      <a:hlink>
        <a:srgbClr val="5A3341"/>
      </a:hlink>
      <a:folHlink>
        <a:srgbClr val="533A43"/>
      </a:folHlink>
    </a:clrScheme>
    <a:fontScheme name="결혼식 슬라이드(소개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