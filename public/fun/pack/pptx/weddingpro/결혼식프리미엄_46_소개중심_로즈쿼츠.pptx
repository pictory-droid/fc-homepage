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1436364E-804A-4C44-B423-4A30884FDD5E}">
          <p14:sldIdLst>
            <p14:sldId id="256"/>
          </p14:sldIdLst>
        </p14:section>
        <p14:section name="본문" id="{31A2246F-9240-4834-8C11-C869BCD7C581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DBF5B17A-7F82-4233-8B3B-E34F19B74443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794659" y="3200400"/>
            <a:ext cx="457200" cy="457200"/>
            <a:chOff x="3794659" y="3200400"/>
            <a:chExt cx="457200" cy="457200"/>
          </a:xfrm>
        </p:grpSpPr>
        <p:sp>
          <p:nvSpPr>
            <p:cNvPr id="6" name="Plus 5"/>
            <p:cNvSpPr/>
            <p:nvPr/>
          </p:nvSpPr>
          <p:spPr>
            <a:xfrm>
              <a:off x="3794659" y="3200400"/>
              <a:ext cx="457200" cy="457200"/>
            </a:xfrm>
            <a:prstGeom prst="mathPlus">
              <a:avLst>
                <a:gd name="adj1" fmla="val 12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41A7AEE8-6A7C-47F8-8303-88B3871BE4C1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9D4D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7ACB0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794659" y="3200400"/>
            <a:ext cx="457200" cy="457200"/>
            <a:chOff x="3794659" y="3200400"/>
            <a:chExt cx="457200" cy="457200"/>
          </a:xfrm>
        </p:grpSpPr>
        <p:sp>
          <p:nvSpPr>
            <p:cNvPr id="6" name="Plus 5"/>
            <p:cNvSpPr/>
            <p:nvPr/>
          </p:nvSpPr>
          <p:spPr>
            <a:xfrm>
              <a:off x="3794659" y="3200400"/>
              <a:ext cx="457200" cy="457200"/>
            </a:xfrm>
            <a:prstGeom prst="mathPlus">
              <a:avLst>
                <a:gd name="adj1" fmla="val 12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FDB78F8A-1530-4342-B05F-190C743BF219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E379EF6A-5CA6-4878-B8A2-046C7FB44EAD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QUARTZ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QUARTZ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작은 예식으로 올립니다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099233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ellipse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7920761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D31EF-41F9-4E27-804C-7DB00FA096D0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윗선"/>
          <p:cNvSpPr/>
          <p:nvPr/>
        </p:nvSpPr>
        <p:spPr>
          <a:xfrm>
            <a:off x="731520" y="1828800"/>
            <a:ext cx="490712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윗선"/>
          <p:cNvSpPr/>
          <p:nvPr/>
        </p:nvSpPr>
        <p:spPr>
          <a:xfrm>
            <a:off x="6553047" y="1828800"/>
            <a:ext cx="490712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두 사람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01C26-F27B-45C6-ACF2-472B69902FB7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518144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닮은 점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윗선"/>
            <p:cNvSpPr/>
            <p:nvPr/>
          </p:nvSpPr>
          <p:spPr>
            <a:xfrm>
              <a:off x="6278727" y="1828800"/>
              <a:ext cx="518144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다른 점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하고 싶은 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3415C2-9F38-419E-B0BE-AA97C4AFBF77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518144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신랑이 신부에게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윗선"/>
            <p:cNvSpPr/>
            <p:nvPr/>
          </p:nvSpPr>
          <p:spPr>
            <a:xfrm>
              <a:off x="6278727" y="1828800"/>
              <a:ext cx="518144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신부가 신랑에게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549A4-258B-459D-A14F-9219ED134F2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C6506-FE33-4CB5-87D8-FCBED6B9B49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QUARTZ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QUARTZ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소개 중심)">
  <a:themeElements>
    <a:clrScheme name="결혼식 슬라이드(소개 중심)">
      <a:dk1>
        <a:srgbClr val="48373D"/>
      </a:dk1>
      <a:lt1>
        <a:srgbClr val="FEFCFC"/>
      </a:lt1>
      <a:dk2>
        <a:srgbClr val="5A3341"/>
      </a:dk2>
      <a:lt2>
        <a:srgbClr val="FBF3F4"/>
      </a:lt2>
      <a:accent1>
        <a:srgbClr val="D59AA9"/>
      </a:accent1>
      <a:accent2>
        <a:srgbClr val="A9A3C4"/>
      </a:accent2>
      <a:accent3>
        <a:srgbClr val="533A43"/>
      </a:accent3>
      <a:accent4>
        <a:srgbClr val="F3E1E5"/>
      </a:accent4>
      <a:accent5>
        <a:srgbClr val="C9B2A8"/>
      </a:accent5>
      <a:accent6>
        <a:srgbClr val="CEC7DA"/>
      </a:accent6>
      <a:hlink>
        <a:srgbClr val="5A3341"/>
      </a:hlink>
      <a:folHlink>
        <a:srgbClr val="533A43"/>
      </a:folHlink>
    </a:clrScheme>
    <a:fontScheme name="결혼식 슬라이드(소개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>결혼식 상영용 슬라이드 · 소개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