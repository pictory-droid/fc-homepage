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72A1501-EB0F-4A2F-9F00-636A8FE3A914}">
          <p14:sldIdLst>
            <p14:sldId id="256"/>
          </p14:sldIdLst>
        </p14:section>
        <p14:section name="본문" id="{44C022E6-6499-4093-9590-F4116FAEBE52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D786C41E-2F8C-4106-9B5A-D87569054BAC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F112539A-16E2-44D2-85A3-AC85C412C4A0}" type="slidenum">
              <a:rPr lang="en-US"/>
              <a:t>‹#›</a:t>
            </a:fld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EE0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0C5BA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E692FB86-D4A3-4527-93CA-6D107B4C597A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FFC4B11B-2633-4444-8D26-CBB255B5EC79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8" name="Diamond 7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1" name="Connector 10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2" name="Diamond 11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PISTACHIO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PISTACHIO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작은 답례품을 하나 더 준비했습니다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4FC6D-A55B-4EDC-941B-BF555CEFBC72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옆 선"/>
          <p:cNvSpPr/>
          <p:nvPr/>
        </p:nvSpPr>
        <p:spPr>
          <a:xfrm>
            <a:off x="731520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옆 선"/>
          <p:cNvSpPr/>
          <p:nvPr/>
        </p:nvSpPr>
        <p:spPr>
          <a:xfrm>
            <a:off x="6553047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감사의 말씀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42D33-E889-41F6-8973-1F04D8F78549}" type="slidenum">
              <a:rPr lang="en-US"/>
              <a:t>‹#›</a:t>
            </a:fld>
            <a:endParaRPr lang="en-US"/>
          </a:p>
        </p:txBody>
      </p:sp>
      <p:grpSp>
        <p:nvGrpSpPr>
          <p:cNvPr id="5" name="감사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감사 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4343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감사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바쁘신 중에 와 주셔서 고맙습니다.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보내 주신 마음 잊지 않고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잘 살겠습니다.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신랑 · 신부 드림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답례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DDED14-8C1F-471F-837D-EA92A6DD4FB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답례품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4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옆 선"/>
            <p:cNvSpPr/>
            <p:nvPr/>
          </p:nvSpPr>
          <p:spPr>
            <a:xfrm>
              <a:off x="4399178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방명록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2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옆 선"/>
            <p:cNvSpPr/>
            <p:nvPr/>
          </p:nvSpPr>
          <p:spPr>
            <a:xfrm>
              <a:off x="8066836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사진 · 영상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94D7F-34CF-4444-8BB9-B39B8FA2066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847CA-3DF5-4F12-886C-4210FFF1CD9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PISTACHIO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PISTACHIO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감사·답례 중심)">
  <a:themeElements>
    <a:clrScheme name="결혼식 슬라이드(감사·답례 중심)">
      <a:dk1>
        <a:srgbClr val="404837"/>
      </a:dk1>
      <a:lt1>
        <a:srgbClr val="FDFEFA"/>
      </a:lt1>
      <a:dk2>
        <a:srgbClr val="34471E"/>
      </a:dk2>
      <a:lt2>
        <a:srgbClr val="F7FAEC"/>
      </a:lt2>
      <a:accent1>
        <a:srgbClr val="8DAE5B"/>
      </a:accent1>
      <a:accent2>
        <a:srgbClr val="D6A58A"/>
      </a:accent2>
      <a:accent3>
        <a:srgbClr val="68745B"/>
      </a:accent3>
      <a:accent4>
        <a:srgbClr val="E2EBCF"/>
      </a:accent4>
      <a:accent5>
        <a:srgbClr val="B7B06C"/>
      </a:accent5>
      <a:accent6>
        <a:srgbClr val="E5CBB6"/>
      </a:accent6>
      <a:hlink>
        <a:srgbClr val="34471E"/>
      </a:hlink>
      <a:folHlink>
        <a:srgbClr val="68745B"/>
      </a:folHlink>
    </a:clrScheme>
    <a:fontScheme name="결혼식 슬라이드(감사·답례 중심)">
      <a:majorFont>
        <a:latin typeface="Constant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>결혼식 상영용 슬라이드 · 감사·답례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