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E7E60C8-962A-4D3C-BAE6-B7AA1E209336}">
          <p14:sldIdLst>
            <p14:sldId id="256"/>
          </p14:sldIdLst>
        </p14:section>
        <p14:section name="본문" id="{4516539B-85F5-4E62-96BF-871B755AABA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FD1C44E-956D-4A29-827D-DC8CB4D3AFBC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FD353159-8B5E-4FD8-BD83-AA1059C7E9FB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EE0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0C5BA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444087" y="594360"/>
            <a:ext cx="53035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AE8DEA5E-1844-4E50-BD13-9DBC6DE12CA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169767" y="594360"/>
            <a:ext cx="58521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821527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rgbClr val="1A1613"/>
                </a:solidFill>
              </a:defRPr>
            </a:lvl1pPr>
          </a:lstStyle>
          <a:p>
            <a:fld id="{F3EE784B-B88D-4F1B-AD89-D6BCB22352B4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점"/>
          <p:cNvSpPr/>
          <p:nvPr/>
        </p:nvSpPr>
        <p:spPr>
          <a:xfrm>
            <a:off x="649224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점"/>
          <p:cNvSpPr/>
          <p:nvPr/>
        </p:nvSpPr>
        <p:spPr>
          <a:xfrm>
            <a:off x="1014983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점"/>
          <p:cNvSpPr/>
          <p:nvPr/>
        </p:nvSpPr>
        <p:spPr>
          <a:xfrm>
            <a:off x="11012119" y="941832"/>
            <a:ext cx="164592" cy="1645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점"/>
          <p:cNvSpPr/>
          <p:nvPr/>
        </p:nvSpPr>
        <p:spPr>
          <a:xfrm>
            <a:off x="11377879" y="941832"/>
            <a:ext cx="164592" cy="1645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쪽 번호 원"/>
          <p:cNvSpPr/>
          <p:nvPr/>
        </p:nvSpPr>
        <p:spPr>
          <a:xfrm>
            <a:off x="5821527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8" name="Diamond 7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1" name="Connector 10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2" name="Diamond 11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PISTACHIO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PISTACHIO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작은 답례품을 하나 더 준비했습니다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FDDF1-5ED1-4F5F-810B-9DF6EC187F4B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옆 선"/>
          <p:cNvSpPr/>
          <p:nvPr/>
        </p:nvSpPr>
        <p:spPr>
          <a:xfrm>
            <a:off x="731520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옆 선"/>
          <p:cNvSpPr/>
          <p:nvPr/>
        </p:nvSpPr>
        <p:spPr>
          <a:xfrm>
            <a:off x="6553047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1EDB1-40F4-47C9-A862-C292B1B65AB0}" type="slidenum">
              <a:rPr lang="en-US"/>
              <a:t>‹#›</a:t>
            </a:fld>
            <a:endParaRPr lang="en-US"/>
          </a:p>
        </p:txBody>
      </p:sp>
      <p:grpSp>
        <p:nvGrpSpPr>
          <p:cNvPr id="5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434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7991D-80AD-46C5-B0D0-CF670B1B60A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4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옆 선"/>
            <p:cNvSpPr/>
            <p:nvPr/>
          </p:nvSpPr>
          <p:spPr>
            <a:xfrm>
              <a:off x="4399178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4582058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4627778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2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옆 선"/>
            <p:cNvSpPr/>
            <p:nvPr/>
          </p:nvSpPr>
          <p:spPr>
            <a:xfrm>
              <a:off x="8066836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8249716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8295436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36D0A-D573-47B6-9342-56950B00CF6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8B50D-376A-4A01-9EAC-5B2018E985E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PISTACHIO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PISTACHIO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404837"/>
      </a:dk1>
      <a:lt1>
        <a:srgbClr val="FDFEFA"/>
      </a:lt1>
      <a:dk2>
        <a:srgbClr val="34471E"/>
      </a:dk2>
      <a:lt2>
        <a:srgbClr val="F7FAEC"/>
      </a:lt2>
      <a:accent1>
        <a:srgbClr val="8DAE5B"/>
      </a:accent1>
      <a:accent2>
        <a:srgbClr val="D6A58A"/>
      </a:accent2>
      <a:accent3>
        <a:srgbClr val="68745B"/>
      </a:accent3>
      <a:accent4>
        <a:srgbClr val="E2EBCF"/>
      </a:accent4>
      <a:accent5>
        <a:srgbClr val="B7B06C"/>
      </a:accent5>
      <a:accent6>
        <a:srgbClr val="E5CBB6"/>
      </a:accent6>
      <a:hlink>
        <a:srgbClr val="34471E"/>
      </a:hlink>
      <a:folHlink>
        <a:srgbClr val="68745B"/>
      </a:folHlink>
    </a:clrScheme>
    <a:fontScheme name="결혼식 슬라이드(감사·답례 중심)">
      <a:majorFont>
        <a:latin typeface="Constant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