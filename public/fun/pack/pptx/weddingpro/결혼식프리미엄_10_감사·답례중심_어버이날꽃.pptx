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17EE66E-A155-4B27-BCE9-65AA8C767B9F}">
          <p14:sldIdLst>
            <p14:sldId id="256"/>
          </p14:sldIdLst>
        </p14:section>
        <p14:section name="본문" id="{6B61ECAC-DEA7-4204-8EBE-96EDF9FF5E8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9063578-27DF-4645-ACF6-E86BE979FBE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520D525-B199-42EA-8FC9-D98EE815A41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E9407F3-41F1-4175-9E8C-18581E933B5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35AC4D4-FCF0-41D5-B43E-8A96808F435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7" name="Isosceles Triangle 6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바쁘신 중에 와 주신 것 잊지 않겠습니다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166-0FB2-4EEC-9CED-50F94E99C57C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76955-1876-4367-858E-74607F5FFFDB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596E-9548-4682-BFAF-8FB3A5F644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A13C2-9873-4AAD-83FB-C870C990AE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51AC7-270C-4694-9C80-F55F6EE1C4A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결혼식 슬라이드(감사·답례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