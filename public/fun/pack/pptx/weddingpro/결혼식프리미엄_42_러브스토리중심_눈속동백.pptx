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56276B2-BEE6-4EB9-9E11-919BCAAB61C5}">
          <p14:sldIdLst>
            <p14:sldId id="256"/>
          </p14:sldIdLst>
        </p14:section>
        <p14:section name="본문" id="{B01105FD-C14E-4BC4-B0BD-AFBC744E310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EFE297F-389D-433B-98B4-3C911210BE5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76029" y="700796"/>
            <a:ext cx="389169" cy="152887"/>
            <a:chOff x="2576029" y="700796"/>
            <a:chExt cx="389169" cy="152887"/>
          </a:xfrm>
        </p:grpSpPr>
        <p:sp>
          <p:nvSpPr>
            <p:cNvPr id="10" name="Isosceles Triangle 9"/>
            <p:cNvSpPr/>
            <p:nvPr/>
          </p:nvSpPr>
          <p:spPr>
            <a:xfrm rot="5400000">
              <a:off x="2576029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 rot="16200000">
              <a:off x="2791462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35866" y="742492"/>
              <a:ext cx="69494" cy="694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CDA159E-92D8-4613-B8D8-2AC3E532DDA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76029" y="700796"/>
            <a:ext cx="389169" cy="152887"/>
            <a:chOff x="2576029" y="700796"/>
            <a:chExt cx="389169" cy="152887"/>
          </a:xfrm>
        </p:grpSpPr>
        <p:sp>
          <p:nvSpPr>
            <p:cNvPr id="10" name="Isosceles Triangle 9"/>
            <p:cNvSpPr/>
            <p:nvPr/>
          </p:nvSpPr>
          <p:spPr>
            <a:xfrm rot="5400000">
              <a:off x="2576029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 rot="16200000">
              <a:off x="2791462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35866" y="742492"/>
              <a:ext cx="69494" cy="694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39D11AA-C9D7-4A6F-BD64-0584EC6F948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AA57F1E-7929-4140-8F1B-A2103892776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7" name="Isosceles Triangle 6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 오는 날 같이 걸으며 정했습니다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69AD-3B90-4AF0-A904-C0B599A5BC6D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E529A-17CE-4EE0-B565-5191FEF3F3DD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8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3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8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3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D1C7-A372-47D9-A5B7-E98C24757435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9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4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5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8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9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DCB7-2672-4BF9-8691-6B7F1F074C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7572-8DAF-49B8-A7C3-E6B6A2DDA66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60643A"/>
      </a:dk2>
      <a:lt2>
        <a:srgbClr val="F7EBEC"/>
      </a:lt2>
      <a:accent1>
        <a:srgbClr val="CC898F"/>
      </a:accent1>
      <a:accent2>
        <a:srgbClr val="8FAABD"/>
      </a:accent2>
      <a:accent3>
        <a:srgbClr val="4E2C2F"/>
      </a:accent3>
      <a:accent4>
        <a:srgbClr val="EECED1"/>
      </a:accent4>
      <a:accent5>
        <a:srgbClr val="E0DDA3"/>
      </a:accent5>
      <a:accent6>
        <a:srgbClr val="E6BCE4"/>
      </a:accent6>
      <a:hlink>
        <a:srgbClr val="60643A"/>
      </a:hlink>
      <a:folHlink>
        <a:srgbClr val="4E2C2F"/>
      </a:folHlink>
    </a:clrScheme>
    <a:fontScheme name="결혼식 슬라이드(러브스토리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