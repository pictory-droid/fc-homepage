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E140AD7C-B9F9-4EFE-A6AC-9C7EE689B305}">
          <p14:sldIdLst>
            <p14:sldId id="256"/>
          </p14:sldIdLst>
        </p14:section>
        <p14:section name="본문" id="{F7F496FB-6DBF-4151-9D27-665C70977112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06EA2A2C-5024-4BDF-82BE-1A38783858C2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2697479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3081527"/>
            <a:ext cx="8534186" cy="12344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200" b="0" spc="0">
                <a:solidFill>
                  <a:srgbClr val="FCF7EA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438912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EB5AD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828754" y="5074920"/>
            <a:ext cx="8534186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D817D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 flipH="1" flipV="1">
            <a:off x="4114729" y="1982395"/>
            <a:ext cx="1485839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 flipH="1" flipV="1">
            <a:off x="4205486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 flipV="1">
            <a:off x="4353681" y="1325879"/>
            <a:ext cx="1306625" cy="7543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 flipV="1">
            <a:off x="4554811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 flipV="1">
            <a:off x="4802764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50900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 flipV="1">
            <a:off x="5407812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 flipV="1">
            <a:off x="5746523" y="350601"/>
            <a:ext cx="261993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6095847" y="320039"/>
            <a:ext cx="0" cy="150876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6183178" y="350601"/>
            <a:ext cx="261994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6267856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63473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6419118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6481106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6531389" y="1325879"/>
            <a:ext cx="1306624" cy="75438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6568437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6591127" y="1982395"/>
            <a:ext cx="1485838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9" name="Arc 18"/>
          <p:cNvSpPr/>
          <p:nvPr/>
        </p:nvSpPr>
        <p:spPr>
          <a:xfrm>
            <a:off x="5592927" y="1828799"/>
            <a:ext cx="1005840" cy="1005840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4989423" y="1225295"/>
            <a:ext cx="2212848" cy="221284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4486503" y="722375"/>
            <a:ext cx="3218688" cy="321868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4084167" y="320039"/>
            <a:ext cx="4023360" cy="4023360"/>
          </a:xfrm>
          <a:prstGeom prst="arc">
            <a:avLst>
              <a:gd name="adj1" fmla="val 10800000"/>
              <a:gd name="adj2" fmla="val 0"/>
            </a:avLst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35527" y="2331720"/>
            <a:ext cx="512064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4" name="Diamond 23"/>
          <p:cNvSpPr/>
          <p:nvPr/>
        </p:nvSpPr>
        <p:spPr>
          <a:xfrm>
            <a:off x="6004407" y="2240279"/>
            <a:ext cx="182880" cy="18288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바깥 선"/>
          <p:cNvSpPr/>
          <p:nvPr/>
        </p:nvSpPr>
        <p:spPr>
          <a:xfrm>
            <a:off x="292608" y="292608"/>
            <a:ext cx="11606479" cy="6272784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안쪽 선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16FE59FA-6FD2-437A-B846-42790D1FB965}" type="slidenum">
              <a:rPr lang="en-US"/>
              <a:t>‹#›</a:t>
            </a:fld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2697479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3081527"/>
            <a:ext cx="8534186" cy="12344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200" b="0" spc="0">
                <a:solidFill>
                  <a:srgbClr val="FCF7EA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438912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EB5AD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828754" y="5074920"/>
            <a:ext cx="8534186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D817D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 flipH="1" flipV="1">
            <a:off x="4114729" y="1982395"/>
            <a:ext cx="1485839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 flipH="1" flipV="1">
            <a:off x="4205486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 flipV="1">
            <a:off x="4353681" y="1325879"/>
            <a:ext cx="1306625" cy="7543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 flipV="1">
            <a:off x="4554811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 flipV="1">
            <a:off x="4802764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50900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 flipV="1">
            <a:off x="5407812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 flipV="1">
            <a:off x="5746523" y="350601"/>
            <a:ext cx="261993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6095847" y="320039"/>
            <a:ext cx="0" cy="150876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6183178" y="350601"/>
            <a:ext cx="261994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6267856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63473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6419118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6481106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6531389" y="1325879"/>
            <a:ext cx="1306624" cy="75438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6568437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6591127" y="1982395"/>
            <a:ext cx="1485838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9" name="Arc 18"/>
          <p:cNvSpPr/>
          <p:nvPr/>
        </p:nvSpPr>
        <p:spPr>
          <a:xfrm>
            <a:off x="5592927" y="1828799"/>
            <a:ext cx="1005840" cy="1005840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4989423" y="1225295"/>
            <a:ext cx="2212848" cy="221284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4486503" y="722375"/>
            <a:ext cx="3218688" cy="321868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4084167" y="320039"/>
            <a:ext cx="4023360" cy="4023360"/>
          </a:xfrm>
          <a:prstGeom prst="arc">
            <a:avLst>
              <a:gd name="adj1" fmla="val 10800000"/>
              <a:gd name="adj2" fmla="val 0"/>
            </a:avLst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35527" y="2331720"/>
            <a:ext cx="512064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4" name="Diamond 23"/>
          <p:cNvSpPr/>
          <p:nvPr/>
        </p:nvSpPr>
        <p:spPr>
          <a:xfrm>
            <a:off x="6004407" y="2240279"/>
            <a:ext cx="182880" cy="18288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바깥 선"/>
          <p:cNvSpPr/>
          <p:nvPr/>
        </p:nvSpPr>
        <p:spPr>
          <a:xfrm>
            <a:off x="292608" y="292608"/>
            <a:ext cx="11606479" cy="6272784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안쪽 선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CE0867C8-87BE-4E8E-92D7-F2D966224488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BC4D2A7E-B3AF-4180-BF80-1D0FAE50A2AB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16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17" name="Diamond 16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20" name="Connector 19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1" name="Diamond 20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LUCKY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신혼여행 다녀와서 인사드리겠습니다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099233" y="2057400"/>
            <a:ext cx="2171700" cy="2171700"/>
          </a:xfrm>
          <a:prstGeom prst="ellipse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ellipse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7920761" y="2057400"/>
            <a:ext cx="2171700" cy="2171700"/>
          </a:xfrm>
          <a:prstGeom prst="ellipse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61F35-9BAE-494A-AFAB-7DA1482CB884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5">
                <a:alpha val="85000"/>
              </a:schemeClr>
            </a:solidFill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5">
                <a:alpha val="85000"/>
              </a:schemeClr>
            </a:solidFill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감사의 말씀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1BAAE-0029-4686-9901-C798C9D675B3}" type="slidenum">
              <a:rPr lang="en-US"/>
              <a:t>‹#›</a:t>
            </a:fld>
            <a:endParaRPr lang="en-US"/>
          </a:p>
        </p:txBody>
      </p:sp>
      <p:grpSp>
        <p:nvGrpSpPr>
          <p:cNvPr id="5" name="감사 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감사 글 칸"/>
            <p:cNvSpPr/>
            <p:nvPr/>
          </p:nvSpPr>
          <p:spPr>
            <a:xfrm>
              <a:off x="731520" y="1828800"/>
              <a:ext cx="10728655" cy="4343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감사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바쁘신 중에 와 주셔서 고맙습니다.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보내 주신 마음 잊지 않고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잘 살겠습니다.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신랑 · 신부 드림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답례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75CD-174A-4305-B456-879B5196E75F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14400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답례품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 txBox="1"/>
            <p:nvPr/>
          </p:nvSpPr>
          <p:spPr>
            <a:xfrm>
              <a:off x="4582058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방명록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 txBox="1"/>
            <p:nvPr/>
          </p:nvSpPr>
          <p:spPr>
            <a:xfrm>
              <a:off x="8249716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사진 · 영상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35CD6-3118-4048-BEC8-69AEB6F66E7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045A9-74C4-4196-8AB3-1D06E7A4591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LUCKY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감사·답례 중심)">
  <a:themeElements>
    <a:clrScheme name="결혼식 슬라이드(감사·답례 중심)">
      <a:dk1>
        <a:srgbClr val="FCF7EA"/>
      </a:dk1>
      <a:lt1>
        <a:srgbClr val="2F1119"/>
      </a:lt1>
      <a:dk2>
        <a:srgbClr val="F6E3B4"/>
      </a:dk2>
      <a:lt2>
        <a:srgbClr val="1E0B10"/>
      </a:lt2>
      <a:accent1>
        <a:srgbClr val="E2B659"/>
      </a:accent1>
      <a:accent2>
        <a:srgbClr val="C0283C"/>
      </a:accent2>
      <a:accent3>
        <a:srgbClr val="13070A"/>
      </a:accent3>
      <a:accent4>
        <a:srgbClr val="431924"/>
      </a:accent4>
      <a:accent5>
        <a:srgbClr val="EAC871"/>
      </a:accent5>
      <a:accent6>
        <a:srgbClr val="8F1F2F"/>
      </a:accent6>
      <a:hlink>
        <a:srgbClr val="F6E3B4"/>
      </a:hlink>
      <a:folHlink>
        <a:srgbClr val="13070A"/>
      </a:folHlink>
    </a:clrScheme>
    <a:fontScheme name="결혼식 슬라이드(감사·답례 중심)">
      <a:majorFont>
        <a:latin typeface="Georgia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슬라이드(감사·답례 중심)</dc:title>
  <dc:subject>결혼식 상영용 슬라이드 · 감사·답례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