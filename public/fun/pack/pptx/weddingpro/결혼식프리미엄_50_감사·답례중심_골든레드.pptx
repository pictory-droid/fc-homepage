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9497799-E5B3-486C-9F84-0628945AAA8C}">
          <p14:sldIdLst>
            <p14:sldId id="256"/>
          </p14:sldIdLst>
        </p14:section>
        <p14:section name="본문" id="{2A29FE96-8FB7-4F88-BB2D-CC398080C35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12C4E107-584C-4081-94C3-0B8AF6DE1B4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40DB598-0ECD-463C-91D6-F990FA36CE60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EAD080D-DB7F-492C-BAD4-D9C412E1EB2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C67D8FD-E340-4555-8CB7-5B358797284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신혼여행 다녀와서 인사드리겠습니다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0D2CF-6BCA-4BA0-90FC-E0E1E2BF1820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A4DF3-A8D8-46D2-8AA5-524C052E40D7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BEC9C-777A-434E-8CF5-1A4D287D12D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E0A86-8D19-491F-94FE-C54CC9A6C3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6190-C090-48C8-85AF-0DBFF2EDB34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FCF7EA"/>
      </a:dk1>
      <a:lt1>
        <a:srgbClr val="2F1119"/>
      </a:lt1>
      <a:dk2>
        <a:srgbClr val="F6E3B4"/>
      </a:dk2>
      <a:lt2>
        <a:srgbClr val="1E0B10"/>
      </a:lt2>
      <a:accent1>
        <a:srgbClr val="E2B659"/>
      </a:accent1>
      <a:accent2>
        <a:srgbClr val="C0283C"/>
      </a:accent2>
      <a:accent3>
        <a:srgbClr val="13070A"/>
      </a:accent3>
      <a:accent4>
        <a:srgbClr val="431924"/>
      </a:accent4>
      <a:accent5>
        <a:srgbClr val="EAC871"/>
      </a:accent5>
      <a:accent6>
        <a:srgbClr val="8F1F2F"/>
      </a:accent6>
      <a:hlink>
        <a:srgbClr val="F6E3B4"/>
      </a:hlink>
      <a:folHlink>
        <a:srgbClr val="13070A"/>
      </a:folHlink>
    </a:clrScheme>
    <a:fontScheme name="결혼식 슬라이드(감사·답례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