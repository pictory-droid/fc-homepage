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865D4F3-8393-4539-A045-0E9F1BB37EEF}">
          <p14:sldIdLst>
            <p14:sldId id="256"/>
          </p14:sldIdLst>
        </p14:section>
        <p14:section name="본문" id="{4EF51F6A-A4BE-49EB-892A-250154F76F6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CB50E943-2E74-42D8-8298-DE5510F0F89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99EE6FE-DDA7-4137-9B93-89A7928506A2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635508" y="6240780"/>
            <a:ext cx="192024" cy="320040"/>
            <a:chOff x="635508" y="6240780"/>
            <a:chExt cx="192024" cy="320040"/>
          </a:xfrm>
        </p:grpSpPr>
        <p:sp>
          <p:nvSpPr>
            <p:cNvPr id="4" name="Moon 3"/>
            <p:cNvSpPr/>
            <p:nvPr/>
          </p:nvSpPr>
          <p:spPr>
            <a:xfrm>
              <a:off x="635508" y="6240780"/>
              <a:ext cx="192024" cy="320040"/>
            </a:xfrm>
            <a:prstGeom prst="mo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64163" y="6240780"/>
            <a:ext cx="192024" cy="320040"/>
            <a:chOff x="11364163" y="6240780"/>
            <a:chExt cx="192024" cy="320040"/>
          </a:xfrm>
        </p:grpSpPr>
        <p:sp>
          <p:nvSpPr>
            <p:cNvPr id="6" name="Moon 5"/>
            <p:cNvSpPr/>
            <p:nvPr/>
          </p:nvSpPr>
          <p:spPr>
            <a:xfrm>
              <a:off x="11364163" y="6240780"/>
              <a:ext cx="192024" cy="320040"/>
            </a:xfrm>
            <a:prstGeom prst="mo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5308D7D-25F5-4002-BAD1-F3D3FEF3D53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635508" y="6240780"/>
            <a:ext cx="192024" cy="320040"/>
            <a:chOff x="635508" y="6240780"/>
            <a:chExt cx="192024" cy="320040"/>
          </a:xfrm>
        </p:grpSpPr>
        <p:sp>
          <p:nvSpPr>
            <p:cNvPr id="4" name="Moon 3"/>
            <p:cNvSpPr/>
            <p:nvPr/>
          </p:nvSpPr>
          <p:spPr>
            <a:xfrm>
              <a:off x="635508" y="6240780"/>
              <a:ext cx="192024" cy="320040"/>
            </a:xfrm>
            <a:prstGeom prst="mo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64163" y="6240780"/>
            <a:ext cx="192024" cy="320040"/>
            <a:chOff x="11364163" y="6240780"/>
            <a:chExt cx="192024" cy="320040"/>
          </a:xfrm>
        </p:grpSpPr>
        <p:sp>
          <p:nvSpPr>
            <p:cNvPr id="6" name="Moon 5"/>
            <p:cNvSpPr/>
            <p:nvPr/>
          </p:nvSpPr>
          <p:spPr>
            <a:xfrm>
              <a:off x="11364163" y="6240780"/>
              <a:ext cx="192024" cy="320040"/>
            </a:xfrm>
            <a:prstGeom prst="moo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42A5D80-42A8-4C3E-AD37-69042977FC50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31255" y="5212080"/>
            <a:ext cx="329184" cy="548640"/>
            <a:chOff x="5931255" y="5212080"/>
            <a:chExt cx="329184" cy="548640"/>
          </a:xfrm>
        </p:grpSpPr>
        <p:sp>
          <p:nvSpPr>
            <p:cNvPr id="6" name="Moon 5"/>
            <p:cNvSpPr/>
            <p:nvPr/>
          </p:nvSpPr>
          <p:spPr>
            <a:xfrm>
              <a:off x="5931255" y="5212080"/>
              <a:ext cx="329184" cy="548640"/>
            </a:xfrm>
            <a:prstGeom prst="moon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첫눈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길이 막히니 조금 일찍 나서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551E-533A-406C-8E29-9C76465FDFBE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89040-FCC0-4F8D-A0C5-DBC5AF3EE51A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F2733-DD63-4DD3-8D64-A892F20794F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01335-43B1-4AA8-BEF2-CDB75759C49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C9DA-C9AE-4721-A49E-66318A17A79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첫눈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2B2724"/>
      </a:dk1>
      <a:lt1>
        <a:srgbClr val="FFFFFF"/>
      </a:lt1>
      <a:dk2>
        <a:srgbClr val="573A64"/>
      </a:dk2>
      <a:lt2>
        <a:srgbClr val="EBF1F7"/>
      </a:lt2>
      <a:accent1>
        <a:srgbClr val="89A9CC"/>
      </a:accent1>
      <a:accent2>
        <a:srgbClr val="BBBD8F"/>
      </a:accent2>
      <a:accent3>
        <a:srgbClr val="2C3C4E"/>
      </a:accent3>
      <a:accent4>
        <a:srgbClr val="CEDDEE"/>
      </a:accent4>
      <a:accent5>
        <a:srgbClr val="C6A3E0"/>
      </a:accent5>
      <a:accent6>
        <a:srgbClr val="BCE6D8"/>
      </a:accent6>
      <a:hlink>
        <a:srgbClr val="573A64"/>
      </a:hlink>
      <a:folHlink>
        <a:srgbClr val="2C3C4E"/>
      </a:folHlink>
    </a:clrScheme>
    <a:fontScheme name="결혼식 슬라이드(오시는 길 중심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