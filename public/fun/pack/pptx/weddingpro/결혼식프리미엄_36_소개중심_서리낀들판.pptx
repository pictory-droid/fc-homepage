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64434D1-AE60-4825-802A-30451EAB8DF8}">
          <p14:sldIdLst>
            <p14:sldId id="256"/>
          </p14:sldIdLst>
        </p14:section>
        <p14:section name="본문" id="{6FA771B4-D5C7-429A-8E58-C530E9A43B2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94C44C2-8707-4844-A388-15B17368D07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4023250" y="3063240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7DEFC53-ED23-486B-AB20-CC82AF7D76C1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063240"/>
            <a:ext cx="731520" cy="731520"/>
            <a:chOff x="4023250" y="3063240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4023250" y="3063240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454759C-9DBF-4E82-AB4C-458A4D69199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16669D-5863-4A74-B1CD-C57911E4AC8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가을에 결혼합니다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BB12-F265-4B0A-B53D-D6CA04E2609C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AF673-EA08-40E0-9F69-176C833B985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79-A4FE-4B03-9025-8C5A9936DB5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F02D2-EDE0-4624-B308-223C097D227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31925-8D80-4E27-B68C-569347D1186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첫서리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결혼식 슬라이드(소개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