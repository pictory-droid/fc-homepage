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두 사람이 하나 되는 날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한가위 보름달처럼 둥근 가정을 이루겠습니다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신랑 · 신부 소개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신랑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신부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우리의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처음 만난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첫 만남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3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첫 데이트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설레던 하루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7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프러포즈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평생을 약속하다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1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결혼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오늘의 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우리의 첫 번째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첫 여행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2" name="카드 2"/>
          <p:cNvSpPr/>
          <p:nvPr/>
        </p:nvSpPr>
        <p:spPr>
          <a:xfrm>
            <a:off x="3493693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76573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853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첫 선물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853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첫 다툼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0" name="카드 4"/>
          <p:cNvSpPr/>
          <p:nvPr/>
        </p:nvSpPr>
        <p:spPr>
          <a:xfrm>
            <a:off x="8926601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109481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3761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첫 약속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761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웨딩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15214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오늘의 축복을 오래도록 간직하겠습니다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