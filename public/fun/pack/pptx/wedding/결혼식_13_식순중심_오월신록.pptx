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두 사람이 하나 되는 날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푸른 신록처럼 싱그럽게 살겠습니다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식순 안내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77240" y="1554480"/>
          <a:ext cx="1063721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175321"/>
                <a:gridCol w="3450214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하객 안내</a:t>
            </a:r>
          </a:p>
        </p:txBody>
      </p:sp>
      <p:sp>
        <p:nvSpPr>
          <p:cNvPr id="10" name="카드 1"/>
          <p:cNvSpPr/>
          <p:nvPr/>
        </p:nvSpPr>
        <p:spPr>
          <a:xfrm>
            <a:off x="777240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주차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99178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식사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21116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기념 촬영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43D21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오늘의 축복을 오래도록 간직하겠습니다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