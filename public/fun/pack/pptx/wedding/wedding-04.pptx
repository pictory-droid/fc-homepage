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노란 유채꽃처럼 환한 시작을 함께해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신랑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신부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오시는 길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05610"/>
                </a:solidFill>
              </a:rPr>
              <a:t>약도 · 지도를 넣어 주세요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7040880" y="164592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교통 안내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지하철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자가용 · 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