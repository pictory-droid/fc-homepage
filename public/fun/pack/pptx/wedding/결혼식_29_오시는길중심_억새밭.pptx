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9472C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9472C"/>
                </a:solidFill>
              </a:rPr>
              <a:t>택시는 정문 앞에서 내리시면 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신랑 · 신부 소개</a:t>
            </a:r>
          </a:p>
        </p:txBody>
      </p:sp>
      <p:sp>
        <p:nvSpPr>
          <p:cNvPr id="5" name="사진 자리"/>
          <p:cNvSpPr/>
          <p:nvPr/>
        </p:nvSpPr>
        <p:spPr>
          <a:xfrm>
            <a:off x="2042083" y="1554480"/>
            <a:ext cx="2194560" cy="2194560"/>
          </a:xfrm>
          <a:prstGeom prst="ellipse">
            <a:avLst/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7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9472C"/>
                </a:solidFill>
              </a:rPr>
              <a:t>신랑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297679"/>
            <a:ext cx="4815687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955051" y="1554480"/>
            <a:ext cx="2194560" cy="2194560"/>
          </a:xfrm>
          <a:prstGeom prst="ellipse">
            <a:avLst/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384047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9472C"/>
                </a:solidFill>
              </a:rPr>
              <a:t>신부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4297679"/>
            <a:ext cx="4815687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오시는 길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554480"/>
            <a:ext cx="6035040" cy="4389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9472C"/>
                </a:solidFill>
              </a:rPr>
              <a:t>약도 · 지도를 넣어 주세요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040880" y="1554480"/>
          <a:ext cx="4510735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313913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9472C"/>
                          </a:solidFill>
                        </a:rPr>
                        <a:t>예식장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9472C"/>
                          </a:solidFill>
                        </a:rPr>
                        <a:t>주소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9472C"/>
                          </a:solidFill>
                        </a:rPr>
                        <a:t>일시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9472C"/>
                          </a:solidFill>
                        </a:rPr>
                        <a:t>연락처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교통 안내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554480"/>
            <a:ext cx="3484778" cy="4389120"/>
          </a:xfrm>
          <a:prstGeom prst="roundRect">
            <a:avLst>
              <a:gd name="adj" fmla="val 8000"/>
            </a:avLst>
          </a:prstGeom>
          <a:solidFill>
            <a:srgbClr val="F8F5F1"/>
          </a:solidFill>
          <a:ln w="15875">
            <a:solidFill>
              <a:srgbClr val="ECE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37360"/>
            <a:ext cx="457200" cy="457200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9472C"/>
                </a:solidFill>
              </a:rPr>
              <a:t>지하철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3210458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554480"/>
            <a:ext cx="3484778" cy="4389120"/>
          </a:xfrm>
          <a:prstGeom prst="roundRect">
            <a:avLst>
              <a:gd name="adj" fmla="val 8000"/>
            </a:avLst>
          </a:prstGeom>
          <a:solidFill>
            <a:srgbClr val="F8F5F1"/>
          </a:solidFill>
          <a:ln w="15875">
            <a:solidFill>
              <a:srgbClr val="ECE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37360"/>
            <a:ext cx="457200" cy="457200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9472C"/>
                </a:solidFill>
              </a:rPr>
              <a:t>버스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17520"/>
            <a:ext cx="3210458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554480"/>
            <a:ext cx="3484778" cy="4389120"/>
          </a:xfrm>
          <a:prstGeom prst="roundRect">
            <a:avLst>
              <a:gd name="adj" fmla="val 8000"/>
            </a:avLst>
          </a:prstGeom>
          <a:solidFill>
            <a:srgbClr val="F8F5F1"/>
          </a:solidFill>
          <a:ln w="15875">
            <a:solidFill>
              <a:srgbClr val="ECE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37360"/>
            <a:ext cx="457200" cy="457200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9472C"/>
                </a:solidFill>
              </a:rPr>
              <a:t>자가용 · 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17520"/>
            <a:ext cx="3210458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웨딩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59472C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9472C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오시는 길 중심)">
  <a:themeElements>
    <a:clrScheme name="Office">
      <a:dk1>
        <a:sysClr val="windowText" lastClr="000000"/>
      </a:dk1>
      <a:lt1>
        <a:sysClr val="window" lastClr="FFFFFF"/>
      </a:lt1>
      <a:dk2>
        <a:srgbClr val="59472C"/>
      </a:dk2>
      <a:lt2>
        <a:srgbClr val="F8F5F1"/>
      </a:lt2>
      <a:accent1>
        <a:srgbClr val="9D7D4D"/>
      </a:accent1>
      <a:accent2>
        <a:srgbClr val="438289"/>
      </a:accent2>
      <a:accent3>
        <a:srgbClr val="59472C"/>
      </a:accent3>
      <a:accent4>
        <a:srgbClr val="ECE3D4"/>
      </a:accent4>
      <a:accent5>
        <a:srgbClr val="70806B"/>
      </a:accent5>
      <a:accent6>
        <a:srgbClr val="9B9180"/>
      </a:accent6>
      <a:hlink>
        <a:srgbClr val="9D7D4D"/>
      </a:hlink>
      <a:folHlink>
        <a:srgbClr val="59472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