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9472C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택시는 정문 앞에서 내리시면 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9472C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9472C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오시는 길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6035040" cy="4389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9472C"/>
                </a:solidFill>
              </a:rPr>
              <a:t>약도 · 지도를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7040880" y="155448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8F5F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9472C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ECE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CE3D4"/>
                      </a:solidFill>
                      <a:prstDash val="solid"/>
                    </a:lnL>
                    <a:lnR w="9525" cap="flat" cmpd="sng" algn="ctr">
                      <a:solidFill>
                        <a:srgbClr val="ECE3D4"/>
                      </a:solidFill>
                      <a:prstDash val="solid"/>
                    </a:lnR>
                    <a:lnT w="9525" cap="flat" cmpd="sng" algn="ctr">
                      <a:solidFill>
                        <a:srgbClr val="ECE3D4"/>
                      </a:solidFill>
                      <a:prstDash val="solid"/>
                    </a:lnT>
                    <a:lnB w="9525" cap="flat" cmpd="sng" algn="ctr">
                      <a:solidFill>
                        <a:srgbClr val="ECE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교통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지하철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5875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자가용 · 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9472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59472C"/>
      </a:dk2>
      <a:lt2>
        <a:srgbClr val="F8F5F1"/>
      </a:lt2>
      <a:accent1>
        <a:srgbClr val="9D7D4D"/>
      </a:accent1>
      <a:accent2>
        <a:srgbClr val="438289"/>
      </a:accent2>
      <a:accent3>
        <a:srgbClr val="59472C"/>
      </a:accent3>
      <a:accent4>
        <a:srgbClr val="ECE3D4"/>
      </a:accent4>
      <a:accent5>
        <a:srgbClr val="70806B"/>
      </a:accent5>
      <a:accent6>
        <a:srgbClr val="9B9180"/>
      </a:accent6>
      <a:hlink>
        <a:srgbClr val="9D7D4D"/>
      </a:hlink>
      <a:folHlink>
        <a:srgbClr val="59472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