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D2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B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택시는 정문 앞에서 내리시면 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oon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600200"/>
            <a:ext cx="2286000" cy="2286000"/>
          </a:xfrm>
          <a:prstGeom prst="ellipse">
            <a:avLst/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B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600200"/>
            <a:ext cx="2286000" cy="2286000"/>
          </a:xfrm>
          <a:prstGeom prst="ellipse">
            <a:avLst/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B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oon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오시는 길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6035040" cy="457200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약도 · 지도를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7040880" y="160020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B27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BF5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B27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B27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BF5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B27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oon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교통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2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2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지하철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60020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2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2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버스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60020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2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2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자가용 · 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oon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D2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B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493B27"/>
      </a:dk2>
      <a:lt2>
        <a:srgbClr val="FBF5EC"/>
      </a:lt2>
      <a:accent1>
        <a:srgbClr val="D8B279"/>
      </a:accent1>
      <a:accent2>
        <a:srgbClr val="DCE198"/>
      </a:accent2>
      <a:accent3>
        <a:srgbClr val="493B27"/>
      </a:accent3>
      <a:accent4>
        <a:srgbClr val="F6E9D5"/>
      </a:accent4>
      <a:accent5>
        <a:srgbClr val="DACA88"/>
      </a:accent5>
      <a:accent6>
        <a:srgbClr val="92897D"/>
      </a:accent6>
      <a:hlink>
        <a:srgbClr val="D8B279"/>
      </a:hlink>
      <a:folHlink>
        <a:srgbClr val="493B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