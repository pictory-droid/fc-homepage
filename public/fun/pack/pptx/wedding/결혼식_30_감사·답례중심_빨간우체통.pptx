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먼 길 와 주신 분들께 특별히 인사드립니다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2315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감사의 말씀</a:t>
            </a:r>
          </a:p>
        </p:txBody>
      </p:sp>
      <p:sp>
        <p:nvSpPr>
          <p:cNvPr id="4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답례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답례품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방명록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사진 · 영상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231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