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B2315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2315"/>
                </a:solidFill>
              </a:rPr>
              <a:t>먼 길 와 주신 분들께 특별히 인사드립니다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2315"/>
                </a:solidFill>
              </a:rPr>
              <a:t>신랑 · 신부 소개</a:t>
            </a:r>
          </a:p>
        </p:txBody>
      </p:sp>
      <p:sp>
        <p:nvSpPr>
          <p:cNvPr id="4" name="사진 자리"/>
          <p:cNvSpPr/>
          <p:nvPr/>
        </p:nvSpPr>
        <p:spPr>
          <a:xfrm>
            <a:off x="1939213" y="1600200"/>
            <a:ext cx="2400300" cy="2400300"/>
          </a:xfrm>
          <a:prstGeom prst="ellipse">
            <a:avLst/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2315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B2315"/>
                </a:solidFill>
              </a:rPr>
              <a:t>신랑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852181" y="1600200"/>
            <a:ext cx="2400300" cy="2400300"/>
          </a:xfrm>
          <a:prstGeom prst="ellipse">
            <a:avLst/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2315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B2315"/>
                </a:solidFill>
              </a:rPr>
              <a:t>신부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4487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2315"/>
                </a:solidFill>
              </a:rPr>
              <a:t>감사의 말씀</a:t>
            </a:r>
          </a:p>
        </p:txBody>
      </p:sp>
      <p:sp>
        <p:nvSpPr>
          <p:cNvPr id="4" name="감사 글 칸"/>
          <p:cNvSpPr/>
          <p:nvPr/>
        </p:nvSpPr>
        <p:spPr>
          <a:xfrm>
            <a:off x="640080" y="1600200"/>
            <a:ext cx="10911535" cy="4800600"/>
          </a:xfrm>
          <a:prstGeom prst="roundRect">
            <a:avLst>
              <a:gd name="adj" fmla="val 8000"/>
            </a:avLst>
          </a:prstGeom>
          <a:solidFill>
            <a:srgbClr val="FBF1EE"/>
          </a:solidFill>
          <a:ln w="12700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감사 글"/>
          <p:cNvSpPr txBox="1"/>
          <p:nvPr/>
        </p:nvSpPr>
        <p:spPr>
          <a:xfrm>
            <a:off x="1097280" y="1965960"/>
            <a:ext cx="9997135" cy="4069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바쁘신 중에 와 주셔서 고맙습니다.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보내 주신 마음 잊지 않고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잘 살겠습니다.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신랑 · 신부 드림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2315"/>
                </a:solidFill>
              </a:rPr>
              <a:t>답례 안내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BF1EE"/>
          </a:solidFill>
          <a:ln w="15875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답례품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BF1EE"/>
          </a:solidFill>
          <a:ln w="15875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방명록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BF1EE"/>
          </a:solidFill>
          <a:ln w="15875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사진 · 영상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2315"/>
                </a:solidFill>
              </a:rPr>
              <a:t>웨딩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2315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2315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2315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2315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2315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2315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5B2315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2315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감사·답례 중심)">
  <a:themeElements>
    <a:clrScheme name="Office">
      <a:dk1>
        <a:sysClr val="windowText" lastClr="000000"/>
      </a:dk1>
      <a:lt1>
        <a:sysClr val="window" lastClr="FFFFFF"/>
      </a:lt1>
      <a:dk2>
        <a:srgbClr val="5B2315"/>
      </a:dk2>
      <a:lt2>
        <a:srgbClr val="FBF1EE"/>
      </a:lt2>
      <a:accent1>
        <a:srgbClr val="AE4329"/>
      </a:accent1>
      <a:accent2>
        <a:srgbClr val="3B9177"/>
      </a:accent2>
      <a:accent3>
        <a:srgbClr val="5B2315"/>
      </a:accent3>
      <a:accent4>
        <a:srgbClr val="F5D4CC"/>
      </a:accent4>
      <a:accent5>
        <a:srgbClr val="746A50"/>
      </a:accent5>
      <a:accent6>
        <a:srgbClr val="9D7B73"/>
      </a:accent6>
      <a:hlink>
        <a:srgbClr val="AE4329"/>
      </a:hlink>
      <a:folHlink>
        <a:srgbClr val="5B231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