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B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E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6231F"/>
                </a:solidFill>
              </a:rPr>
              <a:t>저희 결혼합니다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먼 길 와 주신 분들께 특별히 인사드립니다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날짜 입력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167567" y="667512"/>
            <a:ext cx="310896" cy="310896"/>
          </a:xfrm>
          <a:prstGeom prst="teardrop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신랑 · 신부 소개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996363" y="1783080"/>
            <a:ext cx="2286000" cy="2286000"/>
          </a:xfrm>
          <a:prstGeom prst="ellipse">
            <a:avLst/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E27"/>
                </a:solidFill>
              </a:rPr>
              <a:t>신랑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7909331" y="1783080"/>
            <a:ext cx="2286000" cy="2286000"/>
          </a:xfrm>
          <a:prstGeom prst="ellipse">
            <a:avLst/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416052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92E27"/>
                </a:solidFill>
              </a:rPr>
              <a:t>신부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4487" y="4617720"/>
            <a:ext cx="4815687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167567" y="667512"/>
            <a:ext cx="310896" cy="310896"/>
          </a:xfrm>
          <a:prstGeom prst="teardrop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감사의 말씀</a:t>
            </a:r>
          </a:p>
        </p:txBody>
      </p:sp>
      <p:sp>
        <p:nvSpPr>
          <p:cNvPr id="6" name="감사 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감사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바쁘신 중에 와 주셔서 고맙습니다.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보내 주신 마음 잊지 않고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잘 살겠습니다.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신랑 · 신부 드림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167567" y="667512"/>
            <a:ext cx="310896" cy="310896"/>
          </a:xfrm>
          <a:prstGeom prst="teardrop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답례 안내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noFill/>
          <a:ln w="19050">
            <a:solidFill>
              <a:srgbClr val="D88C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E27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답례품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noFill/>
          <a:ln w="19050">
            <a:solidFill>
              <a:srgbClr val="D88C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E27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방명록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457200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D88C7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noFill/>
          <a:ln w="19050">
            <a:solidFill>
              <a:srgbClr val="D88C79"/>
            </a:solidFill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492E27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2E27"/>
                </a:solidFill>
              </a:rPr>
              <a:t>사진 · 영상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971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8C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WEDDING</a:t>
            </a:r>
          </a:p>
        </p:txBody>
      </p:sp>
      <p:sp>
        <p:nvSpPr>
          <p:cNvPr id="5" name="포인트"/>
          <p:cNvSpPr/>
          <p:nvPr/>
        </p:nvSpPr>
        <p:spPr>
          <a:xfrm rot="18900000">
            <a:off x="11167567" y="667512"/>
            <a:ext cx="310896" cy="310896"/>
          </a:xfrm>
          <a:prstGeom prst="teardrop">
            <a:avLst/>
          </a:prstGeom>
          <a:solidFill>
            <a:srgbClr val="EBBA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웨딩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6DC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F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7071183" y="960120"/>
            <a:ext cx="3657508" cy="4526280"/>
          </a:xfrm>
          <a:prstGeom prst="roundRect">
            <a:avLst>
              <a:gd name="adj" fmla="val 4000"/>
            </a:avLst>
          </a:prstGeom>
          <a:solidFill>
            <a:srgbClr val="EBBA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E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7558851" y="1234439"/>
            <a:ext cx="3657508" cy="4526280"/>
          </a:xfrm>
          <a:prstGeom prst="roundRect">
            <a:avLst>
              <a:gd name="adj" fmla="val 4000"/>
            </a:avLst>
          </a:prstGeom>
          <a:noFill/>
          <a:ln w="9525">
            <a:solidFill>
              <a:srgbClr val="26231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WEDDING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잘 살겠습니다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감사·답례 중심)">
  <a:themeElements>
    <a:clrScheme name="Office">
      <a:dk1>
        <a:sysClr val="windowText" lastClr="000000"/>
      </a:dk1>
      <a:lt1>
        <a:sysClr val="window" lastClr="FFFFFF"/>
      </a:lt1>
      <a:dk2>
        <a:srgbClr val="492E27"/>
      </a:dk2>
      <a:lt2>
        <a:srgbClr val="FBEFEC"/>
      </a:lt2>
      <a:accent1>
        <a:srgbClr val="D88C79"/>
      </a:accent1>
      <a:accent2>
        <a:srgbClr val="E1C998"/>
      </a:accent2>
      <a:accent3>
        <a:srgbClr val="492E27"/>
      </a:accent3>
      <a:accent4>
        <a:srgbClr val="F6DCD5"/>
      </a:accent4>
      <a:accent5>
        <a:srgbClr val="DCAA88"/>
      </a:accent5>
      <a:accent6>
        <a:srgbClr val="92827D"/>
      </a:accent6>
      <a:hlink>
        <a:srgbClr val="D88C79"/>
      </a:hlink>
      <a:folHlink>
        <a:srgbClr val="492E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슬라이드(감사·답례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