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3F13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3F13"/>
                </a:solidFill>
              </a:rPr>
              <a:t>축가는 친구가 불러 줍니다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2144953" y="1600200"/>
            <a:ext cx="2400300" cy="2400300"/>
          </a:xfrm>
          <a:prstGeom prst="ellipse">
            <a:avLst/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3F13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920761" y="1600200"/>
            <a:ext cx="2400300" cy="2400300"/>
          </a:xfrm>
          <a:prstGeom prst="ellipse">
            <a:avLst/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0207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3F13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647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식순 안내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175321"/>
                <a:gridCol w="3450214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하객 안내</a:t>
            </a:r>
          </a:p>
        </p:txBody>
      </p:sp>
      <p:sp>
        <p:nvSpPr>
          <p:cNvPr id="5" name="카드 1"/>
          <p:cNvSpPr/>
          <p:nvPr/>
        </p:nvSpPr>
        <p:spPr>
          <a:xfrm>
            <a:off x="914400" y="1600200"/>
            <a:ext cx="3393338" cy="480060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주차 안내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311901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536338" y="1600200"/>
            <a:ext cx="3393338" cy="480060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식사 안내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063240"/>
            <a:ext cx="311901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158276" y="1600200"/>
            <a:ext cx="3393338" cy="480060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기념 촬영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3063240"/>
            <a:ext cx="311901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8DFC9"/>
          </a:solidFill>
          <a:ln w="19050">
            <a:solidFill>
              <a:srgbClr val="CA702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3F13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23F13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3F13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723F13"/>
      </a:dk2>
      <a:lt2>
        <a:srgbClr val="FCF4ED"/>
      </a:lt2>
      <a:accent1>
        <a:srgbClr val="CA7021"/>
      </a:accent1>
      <a:accent2>
        <a:srgbClr val="3B918E"/>
      </a:accent2>
      <a:accent3>
        <a:srgbClr val="723F13"/>
      </a:accent3>
      <a:accent4>
        <a:srgbClr val="F8DFC9"/>
      </a:accent4>
      <a:accent5>
        <a:srgbClr val="828058"/>
      </a:accent5>
      <a:accent6>
        <a:srgbClr val="AA8C71"/>
      </a:accent6>
      <a:hlink>
        <a:srgbClr val="CA7021"/>
      </a:hlink>
      <a:folHlink>
        <a:srgbClr val="723F1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