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7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축가는 친구가 불러 줍니다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7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7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579"/>
                      </a:solidFill>
                      <a:prstDash val="solid"/>
                    </a:lnL>
                    <a:lnR w="9525" cap="flat" cmpd="sng" algn="ctr">
                      <a:solidFill>
                        <a:srgbClr val="D8A579"/>
                      </a:solidFill>
                      <a:prstDash val="solid"/>
                    </a:lnR>
                    <a:lnT w="9525" cap="flat" cmpd="sng" algn="ctr">
                      <a:solidFill>
                        <a:srgbClr val="D8A579"/>
                      </a:solidFill>
                      <a:prstDash val="solid"/>
                    </a:lnT>
                    <a:lnB w="9525" cap="flat" cmpd="sng" algn="ctr">
                      <a:solidFill>
                        <a:srgbClr val="D8A579"/>
                      </a:solidFill>
                      <a:prstDash val="solid"/>
                    </a:lnB>
                    <a:solidFill>
                      <a:srgbClr val="D8A57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BF3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7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6E4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4D5"/>
                      </a:solidFill>
                      <a:prstDash val="solid"/>
                    </a:lnL>
                    <a:lnR w="9525" cap="flat" cmpd="sng" algn="ctr">
                      <a:solidFill>
                        <a:srgbClr val="F6E4D5"/>
                      </a:solidFill>
                      <a:prstDash val="solid"/>
                    </a:lnR>
                    <a:lnT w="9525" cap="flat" cmpd="sng" algn="ctr">
                      <a:solidFill>
                        <a:srgbClr val="F6E4D5"/>
                      </a:solidFill>
                      <a:prstDash val="solid"/>
                    </a:lnT>
                    <a:lnB w="9525" cap="flat" cmpd="sng" algn="ctr">
                      <a:solidFill>
                        <a:srgbClr val="F6E4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주차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식사 안내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3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727"/>
                </a:solidFill>
              </a:rPr>
              <a:t>기념 촬영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ellipse">
            <a:avLst/>
          </a:prstGeom>
          <a:solidFill>
            <a:srgbClr val="D8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4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7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93727"/>
      </a:dk2>
      <a:lt2>
        <a:srgbClr val="FBF3EC"/>
      </a:lt2>
      <a:accent1>
        <a:srgbClr val="D8A579"/>
      </a:accent1>
      <a:accent2>
        <a:srgbClr val="E1DC98"/>
      </a:accent2>
      <a:accent3>
        <a:srgbClr val="493727"/>
      </a:accent3>
      <a:accent4>
        <a:srgbClr val="F6E4D5"/>
      </a:accent4>
      <a:accent5>
        <a:srgbClr val="DCC088"/>
      </a:accent5>
      <a:accent6>
        <a:srgbClr val="92877D"/>
      </a:accent6>
      <a:hlink>
        <a:srgbClr val="D8A579"/>
      </a:hlink>
      <a:folHlink>
        <a:srgbClr val="4937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