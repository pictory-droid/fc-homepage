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3F13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축가는 친구가 불러 줍니다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144953" y="1600200"/>
            <a:ext cx="2400300" cy="2400300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920761" y="1600200"/>
            <a:ext cx="2400300" cy="2400300"/>
          </a:xfrm>
          <a:prstGeom prst="ellipse">
            <a:avLst/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90207" y="4091939"/>
            <a:ext cx="486140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3F13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647" y="4549140"/>
            <a:ext cx="467852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식순 안내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5175321"/>
                <a:gridCol w="3450214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하객 맞이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신랑 · 신부 입장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혼인 서약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축가 · 감사 인사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00:00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기념 촬영 · 식사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하객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914400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주차 안내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536338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719218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3498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식사 안내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158276" y="1600200"/>
            <a:ext cx="3393338" cy="48006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341156" y="178308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37744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기념 촬영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063240"/>
            <a:ext cx="311901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914400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521098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127796" y="1600200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914400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521098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127796" y="4091939"/>
            <a:ext cx="3423818" cy="2308860"/>
          </a:xfrm>
          <a:prstGeom prst="roundRect">
            <a:avLst>
              <a:gd name="adj" fmla="val 6000"/>
            </a:avLst>
          </a:prstGeom>
          <a:solidFill>
            <a:srgbClr val="F8DFC9"/>
          </a:solidFill>
          <a:ln w="19050">
            <a:solidFill>
              <a:srgbClr val="CA7021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3F13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23F13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식순 중심)">
  <a:themeElements>
    <a:clrScheme name="Office">
      <a:dk1>
        <a:sysClr val="windowText" lastClr="000000"/>
      </a:dk1>
      <a:lt1>
        <a:sysClr val="window" lastClr="FFFFFF"/>
      </a:lt1>
      <a:dk2>
        <a:srgbClr val="723F13"/>
      </a:dk2>
      <a:lt2>
        <a:srgbClr val="FCF4ED"/>
      </a:lt2>
      <a:accent1>
        <a:srgbClr val="CA7021"/>
      </a:accent1>
      <a:accent2>
        <a:srgbClr val="3B918E"/>
      </a:accent2>
      <a:accent3>
        <a:srgbClr val="723F13"/>
      </a:accent3>
      <a:accent4>
        <a:srgbClr val="F8DFC9"/>
      </a:accent4>
      <a:accent5>
        <a:srgbClr val="828058"/>
      </a:accent5>
      <a:accent6>
        <a:srgbClr val="AA8C71"/>
      </a:accent6>
      <a:hlink>
        <a:srgbClr val="CA7021"/>
      </a:hlink>
      <a:folHlink>
        <a:srgbClr val="723F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