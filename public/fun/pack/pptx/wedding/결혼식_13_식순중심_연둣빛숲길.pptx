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D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7558851" y="685800"/>
            <a:ext cx="3169840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6F2B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74931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6827349" y="4251960"/>
            <a:ext cx="1005840" cy="1005840"/>
          </a:xfrm>
          <a:prstGeom prst="ellipse">
            <a:avLst/>
          </a:prstGeom>
          <a:solidFill>
            <a:srgbClr val="A6F2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26231F"/>
                </a:solidFill>
              </a:rPr>
              <a:t>저희 결혼합니다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예식 순서를 미리 알려 드립니다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신랑 이름 ♥ 신부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날짜 입력 · 예식장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>
            <a:off x="5958687" y="246888"/>
            <a:ext cx="274320" cy="274320"/>
          </a:xfrm>
          <a:prstGeom prst="sun">
            <a:avLst/>
          </a:prstGeom>
          <a:solidFill>
            <a:srgbClr val="97ED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684367" y="1572768"/>
            <a:ext cx="822960" cy="22860"/>
          </a:xfrm>
          <a:prstGeom prst="rect">
            <a:avLst/>
          </a:prstGeom>
          <a:solidFill>
            <a:srgbClr val="97ED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WEDDING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신랑 · 신부 소개</a:t>
            </a:r>
          </a:p>
        </p:txBody>
      </p:sp>
      <p:sp>
        <p:nvSpPr>
          <p:cNvPr id="6" name="사진 자리"/>
          <p:cNvSpPr/>
          <p:nvPr/>
        </p:nvSpPr>
        <p:spPr>
          <a:xfrm>
            <a:off x="1996363" y="1783080"/>
            <a:ext cx="2286000" cy="2286000"/>
          </a:xfrm>
          <a:prstGeom prst="ellipse">
            <a:avLst/>
          </a:prstGeom>
          <a:solidFill>
            <a:srgbClr val="D1FADD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60520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74931"/>
                </a:solidFill>
              </a:rPr>
              <a:t>신랑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4617720"/>
            <a:ext cx="4815687" cy="17373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신부에게 한마디</a:t>
            </a:r>
          </a:p>
        </p:txBody>
      </p:sp>
      <p:sp>
        <p:nvSpPr>
          <p:cNvPr id="9" name="사진 자리"/>
          <p:cNvSpPr/>
          <p:nvPr/>
        </p:nvSpPr>
        <p:spPr>
          <a:xfrm>
            <a:off x="7909331" y="1783080"/>
            <a:ext cx="2286000" cy="2286000"/>
          </a:xfrm>
          <a:prstGeom prst="ellipse">
            <a:avLst/>
          </a:prstGeom>
          <a:solidFill>
            <a:srgbClr val="D1FADD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3047" y="4160520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74931"/>
                </a:solidFill>
              </a:rPr>
              <a:t>신부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44487" y="4617720"/>
            <a:ext cx="4815687" cy="17373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신랑에게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>
            <a:off x="5958687" y="246888"/>
            <a:ext cx="274320" cy="274320"/>
          </a:xfrm>
          <a:prstGeom prst="sun">
            <a:avLst/>
          </a:prstGeom>
          <a:solidFill>
            <a:srgbClr val="97ED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684367" y="1572768"/>
            <a:ext cx="822960" cy="22860"/>
          </a:xfrm>
          <a:prstGeom prst="rect">
            <a:avLst/>
          </a:prstGeom>
          <a:solidFill>
            <a:srgbClr val="97ED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WEDDING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식순 안내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640080" y="1783080"/>
          <a:ext cx="10911535" cy="39502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5339913"/>
                <a:gridCol w="3559942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시간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7EDB1"/>
                      </a:solidFill>
                      <a:prstDash val="solid"/>
                    </a:lnL>
                    <a:lnR w="9525" cap="flat" cmpd="sng" algn="ctr">
                      <a:solidFill>
                        <a:srgbClr val="97EDB1"/>
                      </a:solidFill>
                      <a:prstDash val="solid"/>
                    </a:lnR>
                    <a:lnT w="9525" cap="flat" cmpd="sng" algn="ctr">
                      <a:solidFill>
                        <a:srgbClr val="97EDB1"/>
                      </a:solidFill>
                      <a:prstDash val="solid"/>
                    </a:lnT>
                    <a:lnB w="9525" cap="flat" cmpd="sng" algn="ctr">
                      <a:solidFill>
                        <a:srgbClr val="97EDB1"/>
                      </a:solidFill>
                      <a:prstDash val="solid"/>
                    </a:lnB>
                    <a:solidFill>
                      <a:srgbClr val="97EDB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순서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7EDB1"/>
                      </a:solidFill>
                      <a:prstDash val="solid"/>
                    </a:lnL>
                    <a:lnR w="9525" cap="flat" cmpd="sng" algn="ctr">
                      <a:solidFill>
                        <a:srgbClr val="97EDB1"/>
                      </a:solidFill>
                      <a:prstDash val="solid"/>
                    </a:lnR>
                    <a:lnT w="9525" cap="flat" cmpd="sng" algn="ctr">
                      <a:solidFill>
                        <a:srgbClr val="97EDB1"/>
                      </a:solidFill>
                      <a:prstDash val="solid"/>
                    </a:lnT>
                    <a:lnB w="9525" cap="flat" cmpd="sng" algn="ctr">
                      <a:solidFill>
                        <a:srgbClr val="97EDB1"/>
                      </a:solidFill>
                      <a:prstDash val="solid"/>
                    </a:lnB>
                    <a:solidFill>
                      <a:srgbClr val="97EDB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담당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7EDB1"/>
                      </a:solidFill>
                      <a:prstDash val="solid"/>
                    </a:lnL>
                    <a:lnR w="9525" cap="flat" cmpd="sng" algn="ctr">
                      <a:solidFill>
                        <a:srgbClr val="97EDB1"/>
                      </a:solidFill>
                      <a:prstDash val="solid"/>
                    </a:lnR>
                    <a:lnT w="9525" cap="flat" cmpd="sng" algn="ctr">
                      <a:solidFill>
                        <a:srgbClr val="97EDB1"/>
                      </a:solidFill>
                      <a:prstDash val="solid"/>
                    </a:lnT>
                    <a:lnB w="9525" cap="flat" cmpd="sng" algn="ctr">
                      <a:solidFill>
                        <a:srgbClr val="97EDB1"/>
                      </a:solidFill>
                      <a:prstDash val="solid"/>
                    </a:lnB>
                    <a:solidFill>
                      <a:srgbClr val="97EDB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4931"/>
                          </a:solidFill>
                        </a:rPr>
                        <a:t>00:00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D1FA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하객 맞이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4931"/>
                          </a:solidFill>
                        </a:rPr>
                        <a:t>00:00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D1FA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신랑 · 신부 입장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EAFD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EAFDF0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4931"/>
                          </a:solidFill>
                        </a:rPr>
                        <a:t>00:00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D1FA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혼인 서약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4931"/>
                          </a:solidFill>
                        </a:rPr>
                        <a:t>00:00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D1FA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축가 · 감사 인사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EAFD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EAFDF0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4931"/>
                          </a:solidFill>
                        </a:rPr>
                        <a:t>00:00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D1FA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기념 촬영 · 식사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D"/>
                      </a:solidFill>
                      <a:prstDash val="solid"/>
                    </a:lnL>
                    <a:lnR w="9525" cap="flat" cmpd="sng" algn="ctr">
                      <a:solidFill>
                        <a:srgbClr val="D1FADD"/>
                      </a:solidFill>
                      <a:prstDash val="solid"/>
                    </a:lnR>
                    <a:lnT w="9525" cap="flat" cmpd="sng" algn="ctr">
                      <a:solidFill>
                        <a:srgbClr val="D1FADD"/>
                      </a:solidFill>
                      <a:prstDash val="solid"/>
                    </a:lnT>
                    <a:lnB w="9525" cap="flat" cmpd="sng" algn="ctr">
                      <a:solidFill>
                        <a:srgbClr val="D1FA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>
            <a:off x="5958687" y="246888"/>
            <a:ext cx="274320" cy="274320"/>
          </a:xfrm>
          <a:prstGeom prst="sun">
            <a:avLst/>
          </a:prstGeom>
          <a:solidFill>
            <a:srgbClr val="97ED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684367" y="1572768"/>
            <a:ext cx="822960" cy="22860"/>
          </a:xfrm>
          <a:prstGeom prst="rect">
            <a:avLst/>
          </a:prstGeom>
          <a:solidFill>
            <a:srgbClr val="97ED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WEDDING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하객 안내</a:t>
            </a:r>
          </a:p>
        </p:txBody>
      </p:sp>
      <p:sp>
        <p:nvSpPr>
          <p:cNvPr id="6" name="카드 1"/>
          <p:cNvSpPr/>
          <p:nvPr/>
        </p:nvSpPr>
        <p:spPr>
          <a:xfrm>
            <a:off x="640080" y="1783080"/>
            <a:ext cx="3484778" cy="457200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97EDB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번호 1"/>
          <p:cNvSpPr txBox="1"/>
          <p:nvPr/>
        </p:nvSpPr>
        <p:spPr>
          <a:xfrm>
            <a:off x="731519" y="1920240"/>
            <a:ext cx="91440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97EDB1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931"/>
                </a:solidFill>
              </a:rPr>
              <a:t>주차 안내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46120"/>
            <a:ext cx="3210458" cy="2971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입력하세요</a:t>
            </a:r>
          </a:p>
        </p:txBody>
      </p:sp>
      <p:sp>
        <p:nvSpPr>
          <p:cNvPr id="10" name="카드 2"/>
          <p:cNvSpPr/>
          <p:nvPr/>
        </p:nvSpPr>
        <p:spPr>
          <a:xfrm>
            <a:off x="4353458" y="1783080"/>
            <a:ext cx="3484778" cy="457200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97EDB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2"/>
          <p:cNvSpPr txBox="1"/>
          <p:nvPr/>
        </p:nvSpPr>
        <p:spPr>
          <a:xfrm>
            <a:off x="4444898" y="1920240"/>
            <a:ext cx="91440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97EDB1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0618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931"/>
                </a:solidFill>
              </a:rPr>
              <a:t>식사 안내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0618" y="3246120"/>
            <a:ext cx="3210458" cy="2971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입력하세요</a:t>
            </a:r>
          </a:p>
        </p:txBody>
      </p:sp>
      <p:sp>
        <p:nvSpPr>
          <p:cNvPr id="14" name="카드 3"/>
          <p:cNvSpPr/>
          <p:nvPr/>
        </p:nvSpPr>
        <p:spPr>
          <a:xfrm>
            <a:off x="8066836" y="1783080"/>
            <a:ext cx="3484778" cy="457200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97EDB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3"/>
          <p:cNvSpPr txBox="1"/>
          <p:nvPr/>
        </p:nvSpPr>
        <p:spPr>
          <a:xfrm>
            <a:off x="8158276" y="1920240"/>
            <a:ext cx="91440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97EDB1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3996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931"/>
                </a:solidFill>
              </a:rPr>
              <a:t>기념 촬영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3996" y="3246120"/>
            <a:ext cx="3210458" cy="2971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>
            <a:off x="5958687" y="246888"/>
            <a:ext cx="274320" cy="274320"/>
          </a:xfrm>
          <a:prstGeom prst="sun">
            <a:avLst/>
          </a:prstGeom>
          <a:solidFill>
            <a:srgbClr val="97ED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684367" y="1572768"/>
            <a:ext cx="822960" cy="22860"/>
          </a:xfrm>
          <a:prstGeom prst="rect">
            <a:avLst/>
          </a:prstGeom>
          <a:solidFill>
            <a:srgbClr val="97ED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WEDDING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웨딩 사진</a:t>
            </a:r>
          </a:p>
        </p:txBody>
      </p:sp>
      <p:sp>
        <p:nvSpPr>
          <p:cNvPr id="6" name="사진 자리"/>
          <p:cNvSpPr/>
          <p:nvPr/>
        </p:nvSpPr>
        <p:spPr>
          <a:xfrm>
            <a:off x="640080" y="178308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1FADD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1</a:t>
            </a:r>
          </a:p>
        </p:txBody>
      </p:sp>
      <p:sp>
        <p:nvSpPr>
          <p:cNvPr id="7" name="사진 자리"/>
          <p:cNvSpPr/>
          <p:nvPr/>
        </p:nvSpPr>
        <p:spPr>
          <a:xfrm>
            <a:off x="4338218" y="178308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1FADD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2</a:t>
            </a:r>
          </a:p>
        </p:txBody>
      </p:sp>
      <p:sp>
        <p:nvSpPr>
          <p:cNvPr id="8" name="사진 자리"/>
          <p:cNvSpPr/>
          <p:nvPr/>
        </p:nvSpPr>
        <p:spPr>
          <a:xfrm>
            <a:off x="8036356" y="178308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1FADD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3</a:t>
            </a:r>
          </a:p>
        </p:txBody>
      </p:sp>
      <p:sp>
        <p:nvSpPr>
          <p:cNvPr id="9" name="사진 자리"/>
          <p:cNvSpPr/>
          <p:nvPr/>
        </p:nvSpPr>
        <p:spPr>
          <a:xfrm>
            <a:off x="640080" y="41605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1FADD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4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4338218" y="41605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1FADD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5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8036356" y="41605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1FADD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D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7558851" y="685800"/>
            <a:ext cx="3169840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6F2B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74931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6827349" y="4251960"/>
            <a:ext cx="1005840" cy="1005840"/>
          </a:xfrm>
          <a:prstGeom prst="ellipse">
            <a:avLst/>
          </a:prstGeom>
          <a:solidFill>
            <a:srgbClr val="A6F2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26231F"/>
                </a:solidFill>
              </a:rPr>
              <a:t>와 주셔서 고맙습니다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잘 살겠습니다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신랑 이름 ♥ 신부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결혼식 슬라이드(식순 중심)">
  <a:themeElements>
    <a:clrScheme name="Office">
      <a:dk1>
        <a:sysClr val="windowText" lastClr="000000"/>
      </a:dk1>
      <a:lt1>
        <a:sysClr val="window" lastClr="FFFFFF"/>
      </a:lt1>
      <a:dk2>
        <a:srgbClr val="274931"/>
      </a:dk2>
      <a:lt2>
        <a:srgbClr val="EAFDF0"/>
      </a:lt2>
      <a:accent1>
        <a:srgbClr val="97EDB1"/>
      </a:accent1>
      <a:accent2>
        <a:srgbClr val="BAF3E5"/>
      </a:accent2>
      <a:accent3>
        <a:srgbClr val="274931"/>
      </a:accent3>
      <a:accent4>
        <a:srgbClr val="D1FADD"/>
      </a:accent4>
      <a:accent5>
        <a:srgbClr val="A8F0CB"/>
      </a:accent5>
      <a:accent6>
        <a:srgbClr val="7D9283"/>
      </a:accent6>
      <a:hlink>
        <a:srgbClr val="97EDB1"/>
      </a:hlink>
      <a:folHlink>
        <a:srgbClr val="274931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슬라이드(식순 중심)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