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두 사람이 하나 되는 날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한 해의 끝에서 평생의 시작을 약속합니다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신랑 · 신부 소개</a:t>
            </a:r>
          </a:p>
        </p:txBody>
      </p:sp>
      <p:sp>
        <p:nvSpPr>
          <p:cNvPr id="8" name="사진 자리"/>
          <p:cNvSpPr/>
          <p:nvPr/>
        </p:nvSpPr>
        <p:spPr>
          <a:xfrm>
            <a:off x="2042083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신랑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817891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신부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오시는 길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6035040" cy="4663440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91938"/>
                </a:solidFill>
              </a:rPr>
              <a:t>약도 · 지도를 넣어 주세요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7178040" y="1554480"/>
          <a:ext cx="423641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86481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교통 안내</a:t>
            </a:r>
          </a:p>
        </p:txBody>
      </p:sp>
      <p:sp>
        <p:nvSpPr>
          <p:cNvPr id="8" name="카드 1"/>
          <p:cNvSpPr/>
          <p:nvPr/>
        </p:nvSpPr>
        <p:spPr>
          <a:xfrm>
            <a:off x="777240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지하철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99178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21116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자가용 · 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웨딩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91938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오늘의 축복을 오래도록 간직하겠습니다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