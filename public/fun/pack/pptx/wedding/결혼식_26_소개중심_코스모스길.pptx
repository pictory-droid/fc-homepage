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14377" y="2130425"/>
            <a:ext cx="1036294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28754" y="3886200"/>
            <a:ext cx="8534186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12758" y="0"/>
            <a:ext cx="14629667" cy="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12758" y="0"/>
            <a:ext cx="14629667" cy="0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63059" y="4406900"/>
            <a:ext cx="1036294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63059" y="2906713"/>
            <a:ext cx="1036294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12758" y="0"/>
            <a:ext cx="14629667" cy="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584" y="1600200"/>
            <a:ext cx="5384665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7444" y="1600200"/>
            <a:ext cx="5384665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12758" y="0"/>
            <a:ext cx="14629667" cy="0"/>
          </a:xfrm>
        </p:spPr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584" y="1535113"/>
            <a:ext cx="5386782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9584" y="2174875"/>
            <a:ext cx="5386782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93211" y="1535113"/>
            <a:ext cx="538889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93211" y="2174875"/>
            <a:ext cx="538889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12758" y="0"/>
            <a:ext cx="14629667" cy="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584" y="273050"/>
            <a:ext cx="401098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6614" y="273050"/>
            <a:ext cx="6815496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584" y="1435100"/>
            <a:ext cx="401098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389657" y="4800600"/>
            <a:ext cx="7315016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389657" y="612775"/>
            <a:ext cx="7315016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389657" y="5367338"/>
            <a:ext cx="7315016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12758" y="0"/>
            <a:ext cx="14629667" cy="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12758" y="0"/>
            <a:ext cx="14629667" cy="0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38978" y="274638"/>
            <a:ext cx="2743131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09584" y="274638"/>
            <a:ext cx="8026199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09584" y="274638"/>
            <a:ext cx="10972525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584" y="1600200"/>
            <a:ext cx="10972525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09584" y="6356350"/>
            <a:ext cx="284472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165495" y="6356350"/>
            <a:ext cx="386070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737381" y="6356350"/>
            <a:ext cx="284472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0F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3" name="장식"/>
          <p:cNvSpPr/>
          <p:nvPr/>
        </p:nvSpPr>
        <p:spPr>
          <a:xfrm>
            <a:off x="0" y="2880360"/>
            <a:ext cx="5486262" cy="3977639"/>
          </a:xfrm>
          <a:prstGeom prst="rtTriangle">
            <a:avLst/>
          </a:prstGeom>
          <a:solidFill>
            <a:srgbClr val="F0D1E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장식"/>
          <p:cNvSpPr/>
          <p:nvPr/>
        </p:nvSpPr>
        <p:spPr>
          <a:xfrm>
            <a:off x="0" y="4526280"/>
            <a:ext cx="3169840" cy="2331720"/>
          </a:xfrm>
          <a:prstGeom prst="rtTriangle">
            <a:avLst/>
          </a:prstGeom>
          <a:solidFill>
            <a:srgbClr val="C15CA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장식"/>
          <p:cNvSpPr/>
          <p:nvPr/>
        </p:nvSpPr>
        <p:spPr>
          <a:xfrm rot="10800000">
            <a:off x="7802684" y="0"/>
            <a:ext cx="4389010" cy="2743200"/>
          </a:xfrm>
          <a:prstGeom prst="rtTriangle">
            <a:avLst/>
          </a:prstGeom>
          <a:solidFill>
            <a:srgbClr val="F0D1E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장식"/>
          <p:cNvSpPr/>
          <p:nvPr/>
        </p:nvSpPr>
        <p:spPr>
          <a:xfrm>
            <a:off x="9870691" y="3511296"/>
            <a:ext cx="740664" cy="1152143"/>
          </a:xfrm>
          <a:prstGeom prst="ellipse">
            <a:avLst/>
          </a:prstGeom>
          <a:solidFill>
            <a:srgbClr val="C15CA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장식"/>
          <p:cNvSpPr/>
          <p:nvPr/>
        </p:nvSpPr>
        <p:spPr>
          <a:xfrm rot="4320000">
            <a:off x="10549015" y="4004127"/>
            <a:ext cx="740664" cy="1152143"/>
          </a:xfrm>
          <a:prstGeom prst="ellipse">
            <a:avLst/>
          </a:prstGeom>
          <a:solidFill>
            <a:srgbClr val="F0D1E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장식"/>
          <p:cNvSpPr/>
          <p:nvPr/>
        </p:nvSpPr>
        <p:spPr>
          <a:xfrm rot="8640000">
            <a:off x="10289919" y="4801544"/>
            <a:ext cx="740664" cy="1152143"/>
          </a:xfrm>
          <a:prstGeom prst="ellipse">
            <a:avLst/>
          </a:prstGeom>
          <a:solidFill>
            <a:srgbClr val="C15CA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장식"/>
          <p:cNvSpPr/>
          <p:nvPr/>
        </p:nvSpPr>
        <p:spPr>
          <a:xfrm rot="12960000">
            <a:off x="9451464" y="4801544"/>
            <a:ext cx="740664" cy="1152143"/>
          </a:xfrm>
          <a:prstGeom prst="ellipse">
            <a:avLst/>
          </a:prstGeom>
          <a:solidFill>
            <a:srgbClr val="F0D1E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장식"/>
          <p:cNvSpPr/>
          <p:nvPr/>
        </p:nvSpPr>
        <p:spPr>
          <a:xfrm rot="17280000">
            <a:off x="9192368" y="4004127"/>
            <a:ext cx="740664" cy="1152143"/>
          </a:xfrm>
          <a:prstGeom prst="ellipse">
            <a:avLst/>
          </a:prstGeom>
          <a:solidFill>
            <a:srgbClr val="C15CA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장식"/>
          <p:cNvSpPr/>
          <p:nvPr/>
        </p:nvSpPr>
        <p:spPr>
          <a:xfrm>
            <a:off x="9994135" y="4553712"/>
            <a:ext cx="493775" cy="493775"/>
          </a:xfrm>
          <a:prstGeom prst="ellipse">
            <a:avLst/>
          </a:prstGeom>
          <a:solidFill>
            <a:srgbClr val="49913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" name="장식"/>
          <p:cNvSpPr/>
          <p:nvPr/>
        </p:nvSpPr>
        <p:spPr>
          <a:xfrm rot="1200000">
            <a:off x="8669067" y="5411894"/>
            <a:ext cx="370332" cy="576071"/>
          </a:xfrm>
          <a:prstGeom prst="ellipse">
            <a:avLst/>
          </a:prstGeom>
          <a:solidFill>
            <a:srgbClr val="C15CA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장식"/>
          <p:cNvSpPr/>
          <p:nvPr/>
        </p:nvSpPr>
        <p:spPr>
          <a:xfrm rot="5520000">
            <a:off x="8903496" y="5759449"/>
            <a:ext cx="370332" cy="576071"/>
          </a:xfrm>
          <a:prstGeom prst="ellipse">
            <a:avLst/>
          </a:prstGeom>
          <a:solidFill>
            <a:srgbClr val="F0D1E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" name="장식"/>
          <p:cNvSpPr/>
          <p:nvPr/>
        </p:nvSpPr>
        <p:spPr>
          <a:xfrm rot="9840000">
            <a:off x="8645394" y="6089805"/>
            <a:ext cx="370332" cy="576071"/>
          </a:xfrm>
          <a:prstGeom prst="ellipse">
            <a:avLst/>
          </a:prstGeom>
          <a:solidFill>
            <a:srgbClr val="C15CA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5" name="장식"/>
          <p:cNvSpPr/>
          <p:nvPr/>
        </p:nvSpPr>
        <p:spPr>
          <a:xfrm rot="14160000">
            <a:off x="8251449" y="5946421"/>
            <a:ext cx="370332" cy="576071"/>
          </a:xfrm>
          <a:prstGeom prst="ellipse">
            <a:avLst/>
          </a:prstGeom>
          <a:solidFill>
            <a:srgbClr val="F0D1E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" name="장식"/>
          <p:cNvSpPr/>
          <p:nvPr/>
        </p:nvSpPr>
        <p:spPr>
          <a:xfrm rot="18480000">
            <a:off x="8266080" y="5527449"/>
            <a:ext cx="370332" cy="576071"/>
          </a:xfrm>
          <a:prstGeom prst="ellipse">
            <a:avLst/>
          </a:prstGeom>
          <a:solidFill>
            <a:srgbClr val="C15CA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" name="장식"/>
          <p:cNvSpPr/>
          <p:nvPr/>
        </p:nvSpPr>
        <p:spPr>
          <a:xfrm>
            <a:off x="8608819" y="5911596"/>
            <a:ext cx="246887" cy="246887"/>
          </a:xfrm>
          <a:prstGeom prst="ellipse">
            <a:avLst/>
          </a:prstGeom>
          <a:solidFill>
            <a:srgbClr val="49913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8" name="장식"/>
          <p:cNvSpPr/>
          <p:nvPr/>
        </p:nvSpPr>
        <p:spPr>
          <a:xfrm rot="2400000">
            <a:off x="11786796" y="5700775"/>
            <a:ext cx="311078" cy="483900"/>
          </a:xfrm>
          <a:prstGeom prst="ellipse">
            <a:avLst/>
          </a:prstGeom>
          <a:solidFill>
            <a:srgbClr val="C15CA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9" name="장식"/>
          <p:cNvSpPr/>
          <p:nvPr/>
        </p:nvSpPr>
        <p:spPr>
          <a:xfrm rot="6720000">
            <a:off x="11871989" y="6042465"/>
            <a:ext cx="311078" cy="483900"/>
          </a:xfrm>
          <a:prstGeom prst="ellipse">
            <a:avLst/>
          </a:prstGeom>
          <a:solidFill>
            <a:srgbClr val="F0D1E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0" name="장식"/>
          <p:cNvSpPr/>
          <p:nvPr/>
        </p:nvSpPr>
        <p:spPr>
          <a:xfrm rot="11040000">
            <a:off x="11573348" y="6229077"/>
            <a:ext cx="311078" cy="483900"/>
          </a:xfrm>
          <a:prstGeom prst="ellipse">
            <a:avLst/>
          </a:prstGeom>
          <a:solidFill>
            <a:srgbClr val="C15CA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1" name="장식"/>
          <p:cNvSpPr/>
          <p:nvPr/>
        </p:nvSpPr>
        <p:spPr>
          <a:xfrm rot="15360000">
            <a:off x="11303585" y="6002719"/>
            <a:ext cx="311078" cy="483900"/>
          </a:xfrm>
          <a:prstGeom prst="ellipse">
            <a:avLst/>
          </a:prstGeom>
          <a:solidFill>
            <a:srgbClr val="F0D1E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2" name="장식"/>
          <p:cNvSpPr/>
          <p:nvPr/>
        </p:nvSpPr>
        <p:spPr>
          <a:xfrm rot="19680000">
            <a:off x="11435503" y="5676210"/>
            <a:ext cx="311078" cy="483900"/>
          </a:xfrm>
          <a:prstGeom prst="ellipse">
            <a:avLst/>
          </a:prstGeom>
          <a:solidFill>
            <a:srgbClr val="C15CA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3" name="장식"/>
          <p:cNvSpPr/>
          <p:nvPr/>
        </p:nvSpPr>
        <p:spPr>
          <a:xfrm>
            <a:off x="11646091" y="6068507"/>
            <a:ext cx="207385" cy="207385"/>
          </a:xfrm>
          <a:prstGeom prst="ellipse">
            <a:avLst/>
          </a:prstGeom>
          <a:solidFill>
            <a:srgbClr val="49913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75335" y="1097280"/>
            <a:ext cx="7558851" cy="1463040"/>
          </a:xfrm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05000"/>
              </a:lnSpc>
            </a:pPr>
            <a:r>
              <a:rPr sz="3600" b="1" i="0">
                <a:solidFill>
                  <a:srgbClr val="85326A"/>
                </a:solidFill>
              </a:rPr>
              <a:t>두 사람이 하나 되는 날</a:t>
            </a:r>
          </a:p>
        </p:txBody>
      </p:sp>
      <p:sp>
        <p:nvSpPr>
          <p:cNvPr id="24" name="한 줄 문구"/>
          <p:cNvSpPr txBox="1"/>
          <p:nvPr/>
        </p:nvSpPr>
        <p:spPr>
          <a:xfrm>
            <a:off x="975335" y="2651760"/>
            <a:ext cx="7315017" cy="82296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l">
              <a:lnSpc>
                <a:spcPct val="115000"/>
              </a:lnSpc>
            </a:pPr>
            <a:r>
              <a:rPr sz="1700" b="0" i="1">
                <a:solidFill>
                  <a:srgbClr val="85326A"/>
                </a:solidFill>
              </a:rPr>
              <a:t>코스모스 길 위에서 손을 잡았습니다</a:t>
            </a:r>
          </a:p>
        </p:txBody>
      </p:sp>
      <p:sp>
        <p:nvSpPr>
          <p:cNvPr id="25" name="안내 문구"/>
          <p:cNvSpPr txBox="1"/>
          <p:nvPr/>
        </p:nvSpPr>
        <p:spPr>
          <a:xfrm>
            <a:off x="975335" y="3520439"/>
            <a:ext cx="7315017" cy="91440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l">
              <a:lnSpc>
                <a:spcPct val="115000"/>
              </a:lnSpc>
            </a:pPr>
            <a:r>
              <a:rPr sz="1400" b="0" i="0">
                <a:solidFill>
                  <a:srgbClr val="666666"/>
                </a:solidFill>
              </a:rPr>
              <a:t>신랑 이름 ♥ 신부 이름</a:t>
            </a:r>
          </a:p>
          <a:p>
            <a:pPr algn="l">
              <a:lnSpc>
                <a:spcPct val="115000"/>
              </a:lnSpc>
            </a:pPr>
            <a:r>
              <a:rPr sz="1400" b="0" i="0">
                <a:solidFill>
                  <a:srgbClr val="666666"/>
                </a:solidFill>
              </a:rPr>
              <a:t>2026. 00. 00 · 예식장 이름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0F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3" name="장식"/>
          <p:cNvSpPr/>
          <p:nvPr/>
        </p:nvSpPr>
        <p:spPr>
          <a:xfrm>
            <a:off x="0" y="6035040"/>
            <a:ext cx="1737360" cy="822960"/>
          </a:xfrm>
          <a:prstGeom prst="rtTriangle">
            <a:avLst/>
          </a:prstGeom>
          <a:solidFill>
            <a:srgbClr val="F0D1E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장식"/>
          <p:cNvSpPr/>
          <p:nvPr/>
        </p:nvSpPr>
        <p:spPr>
          <a:xfrm>
            <a:off x="0" y="6400800"/>
            <a:ext cx="914400" cy="457200"/>
          </a:xfrm>
          <a:prstGeom prst="rtTriangle">
            <a:avLst/>
          </a:prstGeom>
          <a:solidFill>
            <a:srgbClr val="C15CA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장식"/>
          <p:cNvSpPr/>
          <p:nvPr/>
        </p:nvSpPr>
        <p:spPr>
          <a:xfrm>
            <a:off x="11187226" y="304495"/>
            <a:ext cx="271576" cy="422452"/>
          </a:xfrm>
          <a:prstGeom prst="ellipse">
            <a:avLst/>
          </a:prstGeom>
          <a:solidFill>
            <a:srgbClr val="C15CA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장식"/>
          <p:cNvSpPr/>
          <p:nvPr/>
        </p:nvSpPr>
        <p:spPr>
          <a:xfrm rot="4320000">
            <a:off x="11435945" y="485199"/>
            <a:ext cx="271576" cy="422452"/>
          </a:xfrm>
          <a:prstGeom prst="ellipse">
            <a:avLst/>
          </a:prstGeom>
          <a:solidFill>
            <a:srgbClr val="F0D1E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장식"/>
          <p:cNvSpPr/>
          <p:nvPr/>
        </p:nvSpPr>
        <p:spPr>
          <a:xfrm rot="8640000">
            <a:off x="11340943" y="777586"/>
            <a:ext cx="271576" cy="422452"/>
          </a:xfrm>
          <a:prstGeom prst="ellipse">
            <a:avLst/>
          </a:prstGeom>
          <a:solidFill>
            <a:srgbClr val="C15CA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장식"/>
          <p:cNvSpPr/>
          <p:nvPr/>
        </p:nvSpPr>
        <p:spPr>
          <a:xfrm rot="12960000">
            <a:off x="11033510" y="777586"/>
            <a:ext cx="271576" cy="422452"/>
          </a:xfrm>
          <a:prstGeom prst="ellipse">
            <a:avLst/>
          </a:prstGeom>
          <a:solidFill>
            <a:srgbClr val="F0D1E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장식"/>
          <p:cNvSpPr/>
          <p:nvPr/>
        </p:nvSpPr>
        <p:spPr>
          <a:xfrm rot="17280000">
            <a:off x="10938508" y="485199"/>
            <a:ext cx="271576" cy="422452"/>
          </a:xfrm>
          <a:prstGeom prst="ellipse">
            <a:avLst/>
          </a:prstGeom>
          <a:solidFill>
            <a:srgbClr val="C15CA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장식"/>
          <p:cNvSpPr/>
          <p:nvPr/>
        </p:nvSpPr>
        <p:spPr>
          <a:xfrm>
            <a:off x="11232489" y="686714"/>
            <a:ext cx="181051" cy="181051"/>
          </a:xfrm>
          <a:prstGeom prst="ellipse">
            <a:avLst/>
          </a:prstGeom>
          <a:solidFill>
            <a:srgbClr val="49913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장식"/>
          <p:cNvSpPr/>
          <p:nvPr/>
        </p:nvSpPr>
        <p:spPr>
          <a:xfrm rot="1200000">
            <a:off x="10746631" y="1001381"/>
            <a:ext cx="135788" cy="211226"/>
          </a:xfrm>
          <a:prstGeom prst="ellipse">
            <a:avLst/>
          </a:prstGeom>
          <a:solidFill>
            <a:srgbClr val="C15CA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" name="장식"/>
          <p:cNvSpPr/>
          <p:nvPr/>
        </p:nvSpPr>
        <p:spPr>
          <a:xfrm rot="5520000">
            <a:off x="10832588" y="1128818"/>
            <a:ext cx="135788" cy="211226"/>
          </a:xfrm>
          <a:prstGeom prst="ellipse">
            <a:avLst/>
          </a:prstGeom>
          <a:solidFill>
            <a:srgbClr val="F0D1E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장식"/>
          <p:cNvSpPr/>
          <p:nvPr/>
        </p:nvSpPr>
        <p:spPr>
          <a:xfrm rot="9840000">
            <a:off x="10737951" y="1249948"/>
            <a:ext cx="135788" cy="211226"/>
          </a:xfrm>
          <a:prstGeom prst="ellipse">
            <a:avLst/>
          </a:prstGeom>
          <a:solidFill>
            <a:srgbClr val="C15CA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" name="장식"/>
          <p:cNvSpPr/>
          <p:nvPr/>
        </p:nvSpPr>
        <p:spPr>
          <a:xfrm rot="14160000">
            <a:off x="10593504" y="1197374"/>
            <a:ext cx="135788" cy="211226"/>
          </a:xfrm>
          <a:prstGeom prst="ellipse">
            <a:avLst/>
          </a:prstGeom>
          <a:solidFill>
            <a:srgbClr val="F0D1E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5" name="장식"/>
          <p:cNvSpPr/>
          <p:nvPr/>
        </p:nvSpPr>
        <p:spPr>
          <a:xfrm rot="18480000">
            <a:off x="10598869" y="1043751"/>
            <a:ext cx="135788" cy="211226"/>
          </a:xfrm>
          <a:prstGeom prst="ellipse">
            <a:avLst/>
          </a:prstGeom>
          <a:solidFill>
            <a:srgbClr val="C15CA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" name="장식"/>
          <p:cNvSpPr/>
          <p:nvPr/>
        </p:nvSpPr>
        <p:spPr>
          <a:xfrm>
            <a:off x="10724540" y="1184605"/>
            <a:ext cx="90525" cy="90525"/>
          </a:xfrm>
          <a:prstGeom prst="ellipse">
            <a:avLst/>
          </a:prstGeom>
          <a:solidFill>
            <a:srgbClr val="49913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" name="장식"/>
          <p:cNvSpPr/>
          <p:nvPr/>
        </p:nvSpPr>
        <p:spPr>
          <a:xfrm rot="2400000">
            <a:off x="11889798" y="1107304"/>
            <a:ext cx="114062" cy="177430"/>
          </a:xfrm>
          <a:prstGeom prst="ellipse">
            <a:avLst/>
          </a:prstGeom>
          <a:solidFill>
            <a:srgbClr val="C15CA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8" name="장식"/>
          <p:cNvSpPr/>
          <p:nvPr/>
        </p:nvSpPr>
        <p:spPr>
          <a:xfrm rot="6720000">
            <a:off x="11921035" y="1232590"/>
            <a:ext cx="114062" cy="177430"/>
          </a:xfrm>
          <a:prstGeom prst="ellipse">
            <a:avLst/>
          </a:prstGeom>
          <a:solidFill>
            <a:srgbClr val="F0D1E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9" name="장식"/>
          <p:cNvSpPr/>
          <p:nvPr/>
        </p:nvSpPr>
        <p:spPr>
          <a:xfrm rot="11040000">
            <a:off x="11811534" y="1301015"/>
            <a:ext cx="114062" cy="177430"/>
          </a:xfrm>
          <a:prstGeom prst="ellipse">
            <a:avLst/>
          </a:prstGeom>
          <a:solidFill>
            <a:srgbClr val="C15CA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0" name="장식"/>
          <p:cNvSpPr/>
          <p:nvPr/>
        </p:nvSpPr>
        <p:spPr>
          <a:xfrm rot="15360000">
            <a:off x="11712620" y="1218017"/>
            <a:ext cx="114062" cy="177430"/>
          </a:xfrm>
          <a:prstGeom prst="ellipse">
            <a:avLst/>
          </a:prstGeom>
          <a:solidFill>
            <a:srgbClr val="F0D1E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1" name="장식"/>
          <p:cNvSpPr/>
          <p:nvPr/>
        </p:nvSpPr>
        <p:spPr>
          <a:xfrm rot="19680000">
            <a:off x="11760990" y="1098297"/>
            <a:ext cx="114062" cy="177430"/>
          </a:xfrm>
          <a:prstGeom prst="ellipse">
            <a:avLst/>
          </a:prstGeom>
          <a:solidFill>
            <a:srgbClr val="C15CA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2" name="장식"/>
          <p:cNvSpPr/>
          <p:nvPr/>
        </p:nvSpPr>
        <p:spPr>
          <a:xfrm>
            <a:off x="11838206" y="1242139"/>
            <a:ext cx="76041" cy="76041"/>
          </a:xfrm>
          <a:prstGeom prst="ellipse">
            <a:avLst/>
          </a:prstGeom>
          <a:solidFill>
            <a:srgbClr val="49913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40080" y="457200"/>
            <a:ext cx="9722815" cy="868680"/>
          </a:xfrm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05000"/>
              </a:lnSpc>
            </a:pPr>
            <a:r>
              <a:rPr sz="3000" b="1" i="0">
                <a:solidFill>
                  <a:srgbClr val="85326A"/>
                </a:solidFill>
              </a:rPr>
              <a:t>신랑 · 신부 소개</a:t>
            </a:r>
          </a:p>
        </p:txBody>
      </p:sp>
      <p:sp>
        <p:nvSpPr>
          <p:cNvPr id="23" name="사진 자리"/>
          <p:cNvSpPr/>
          <p:nvPr/>
        </p:nvSpPr>
        <p:spPr>
          <a:xfrm>
            <a:off x="1939213" y="1600200"/>
            <a:ext cx="2400300" cy="2400300"/>
          </a:xfrm>
          <a:prstGeom prst="ellipse">
            <a:avLst/>
          </a:prstGeom>
          <a:solidFill>
            <a:srgbClr val="F0D1E5"/>
          </a:solidFill>
          <a:ln w="19050">
            <a:solidFill>
              <a:srgbClr val="C15CA0"/>
            </a:solidFill>
            <a:prstDash val="dash"/>
          </a:ln>
        </p:spPr>
        <p:txBody>
          <a:bodyPr rtlCol="0" anchor="ctr" wrap="square" lIns="54864" rIns="54864" tIns="27432" bIns="27432">
            <a:noAutofit/>
          </a:bodyPr>
          <a:lstStyle/>
          <a:p>
            <a:pPr algn="ctr">
              <a:lnSpc>
                <a:spcPct val="100000"/>
              </a:lnSpc>
            </a:pPr>
            <a:r>
              <a:rPr sz="1200" b="0" i="0">
                <a:solidFill>
                  <a:srgbClr val="85326A"/>
                </a:solidFill>
              </a:rPr>
              <a:t>사진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40080" y="4091939"/>
            <a:ext cx="4998567" cy="41148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ctr">
              <a:lnSpc>
                <a:spcPct val="115000"/>
              </a:lnSpc>
            </a:pPr>
            <a:r>
              <a:rPr sz="1600" b="1" i="0">
                <a:solidFill>
                  <a:srgbClr val="85326A"/>
                </a:solidFill>
              </a:rPr>
              <a:t>신랑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31519" y="4549140"/>
            <a:ext cx="4815687" cy="185166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ctr">
              <a:lnSpc>
                <a:spcPct val="120000"/>
              </a:lnSpc>
            </a:pPr>
            <a:r>
              <a:rPr sz="1200" b="0" i="0">
                <a:solidFill>
                  <a:srgbClr val="555555"/>
                </a:solidFill>
              </a:rPr>
              <a:t>이름 · 나이</a:t>
            </a:r>
          </a:p>
          <a:p>
            <a:pPr algn="ctr">
              <a:lnSpc>
                <a:spcPct val="120000"/>
              </a:lnSpc>
            </a:pPr>
            <a:r>
              <a:rPr sz="1200" b="0" i="0">
                <a:solidFill>
                  <a:srgbClr val="555555"/>
                </a:solidFill>
              </a:rPr>
              <a:t>직업 · 취미</a:t>
            </a:r>
          </a:p>
          <a:p>
            <a:pPr algn="ctr">
              <a:lnSpc>
                <a:spcPct val="120000"/>
              </a:lnSpc>
            </a:pPr>
            <a:r>
              <a:rPr sz="1200" b="0" i="0">
                <a:solidFill>
                  <a:srgbClr val="555555"/>
                </a:solidFill>
              </a:rPr>
              <a:t>신부에게 한마디</a:t>
            </a:r>
          </a:p>
        </p:txBody>
      </p:sp>
      <p:sp>
        <p:nvSpPr>
          <p:cNvPr id="26" name="사진 자리"/>
          <p:cNvSpPr/>
          <p:nvPr/>
        </p:nvSpPr>
        <p:spPr>
          <a:xfrm>
            <a:off x="7852181" y="1600200"/>
            <a:ext cx="2400300" cy="2400300"/>
          </a:xfrm>
          <a:prstGeom prst="ellipse">
            <a:avLst/>
          </a:prstGeom>
          <a:solidFill>
            <a:srgbClr val="F0D1E5"/>
          </a:solidFill>
          <a:ln w="19050">
            <a:solidFill>
              <a:srgbClr val="C15CA0"/>
            </a:solidFill>
            <a:prstDash val="dash"/>
          </a:ln>
        </p:spPr>
        <p:txBody>
          <a:bodyPr rtlCol="0" anchor="ctr" wrap="square" lIns="54864" rIns="54864" tIns="27432" bIns="27432">
            <a:noAutofit/>
          </a:bodyPr>
          <a:lstStyle/>
          <a:p>
            <a:pPr algn="ctr">
              <a:lnSpc>
                <a:spcPct val="100000"/>
              </a:lnSpc>
            </a:pPr>
            <a:r>
              <a:rPr sz="1200" b="0" i="0">
                <a:solidFill>
                  <a:srgbClr val="85326A"/>
                </a:solidFill>
              </a:rPr>
              <a:t>사진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553047" y="4091939"/>
            <a:ext cx="4998567" cy="41148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ctr">
              <a:lnSpc>
                <a:spcPct val="115000"/>
              </a:lnSpc>
            </a:pPr>
            <a:r>
              <a:rPr sz="1600" b="1" i="0">
                <a:solidFill>
                  <a:srgbClr val="85326A"/>
                </a:solidFill>
              </a:rPr>
              <a:t>신부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644487" y="4549140"/>
            <a:ext cx="4815687" cy="185166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ctr">
              <a:lnSpc>
                <a:spcPct val="120000"/>
              </a:lnSpc>
            </a:pPr>
            <a:r>
              <a:rPr sz="1200" b="0" i="0">
                <a:solidFill>
                  <a:srgbClr val="555555"/>
                </a:solidFill>
              </a:rPr>
              <a:t>이름 · 나이</a:t>
            </a:r>
          </a:p>
          <a:p>
            <a:pPr algn="ctr">
              <a:lnSpc>
                <a:spcPct val="120000"/>
              </a:lnSpc>
            </a:pPr>
            <a:r>
              <a:rPr sz="1200" b="0" i="0">
                <a:solidFill>
                  <a:srgbClr val="555555"/>
                </a:solidFill>
              </a:rPr>
              <a:t>직업 · 취미</a:t>
            </a:r>
          </a:p>
          <a:p>
            <a:pPr algn="ctr">
              <a:lnSpc>
                <a:spcPct val="120000"/>
              </a:lnSpc>
            </a:pPr>
            <a:r>
              <a:rPr sz="1200" b="0" i="0">
                <a:solidFill>
                  <a:srgbClr val="555555"/>
                </a:solidFill>
              </a:rPr>
              <a:t>신랑에게 한마디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0F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3" name="장식"/>
          <p:cNvSpPr/>
          <p:nvPr/>
        </p:nvSpPr>
        <p:spPr>
          <a:xfrm>
            <a:off x="0" y="6035040"/>
            <a:ext cx="1737360" cy="822960"/>
          </a:xfrm>
          <a:prstGeom prst="rtTriangle">
            <a:avLst/>
          </a:prstGeom>
          <a:solidFill>
            <a:srgbClr val="F0D1E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장식"/>
          <p:cNvSpPr/>
          <p:nvPr/>
        </p:nvSpPr>
        <p:spPr>
          <a:xfrm>
            <a:off x="0" y="6400800"/>
            <a:ext cx="914400" cy="457200"/>
          </a:xfrm>
          <a:prstGeom prst="rtTriangle">
            <a:avLst/>
          </a:prstGeom>
          <a:solidFill>
            <a:srgbClr val="C15CA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장식"/>
          <p:cNvSpPr/>
          <p:nvPr/>
        </p:nvSpPr>
        <p:spPr>
          <a:xfrm>
            <a:off x="11187226" y="304495"/>
            <a:ext cx="271576" cy="422452"/>
          </a:xfrm>
          <a:prstGeom prst="ellipse">
            <a:avLst/>
          </a:prstGeom>
          <a:solidFill>
            <a:srgbClr val="C15CA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장식"/>
          <p:cNvSpPr/>
          <p:nvPr/>
        </p:nvSpPr>
        <p:spPr>
          <a:xfrm rot="4320000">
            <a:off x="11435945" y="485199"/>
            <a:ext cx="271576" cy="422452"/>
          </a:xfrm>
          <a:prstGeom prst="ellipse">
            <a:avLst/>
          </a:prstGeom>
          <a:solidFill>
            <a:srgbClr val="F0D1E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장식"/>
          <p:cNvSpPr/>
          <p:nvPr/>
        </p:nvSpPr>
        <p:spPr>
          <a:xfrm rot="8640000">
            <a:off x="11340943" y="777586"/>
            <a:ext cx="271576" cy="422452"/>
          </a:xfrm>
          <a:prstGeom prst="ellipse">
            <a:avLst/>
          </a:prstGeom>
          <a:solidFill>
            <a:srgbClr val="C15CA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장식"/>
          <p:cNvSpPr/>
          <p:nvPr/>
        </p:nvSpPr>
        <p:spPr>
          <a:xfrm rot="12960000">
            <a:off x="11033510" y="777586"/>
            <a:ext cx="271576" cy="422452"/>
          </a:xfrm>
          <a:prstGeom prst="ellipse">
            <a:avLst/>
          </a:prstGeom>
          <a:solidFill>
            <a:srgbClr val="F0D1E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장식"/>
          <p:cNvSpPr/>
          <p:nvPr/>
        </p:nvSpPr>
        <p:spPr>
          <a:xfrm rot="17280000">
            <a:off x="10938508" y="485199"/>
            <a:ext cx="271576" cy="422452"/>
          </a:xfrm>
          <a:prstGeom prst="ellipse">
            <a:avLst/>
          </a:prstGeom>
          <a:solidFill>
            <a:srgbClr val="C15CA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장식"/>
          <p:cNvSpPr/>
          <p:nvPr/>
        </p:nvSpPr>
        <p:spPr>
          <a:xfrm>
            <a:off x="11232489" y="686714"/>
            <a:ext cx="181051" cy="181051"/>
          </a:xfrm>
          <a:prstGeom prst="ellipse">
            <a:avLst/>
          </a:prstGeom>
          <a:solidFill>
            <a:srgbClr val="49913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장식"/>
          <p:cNvSpPr/>
          <p:nvPr/>
        </p:nvSpPr>
        <p:spPr>
          <a:xfrm rot="1200000">
            <a:off x="10746631" y="1001381"/>
            <a:ext cx="135788" cy="211226"/>
          </a:xfrm>
          <a:prstGeom prst="ellipse">
            <a:avLst/>
          </a:prstGeom>
          <a:solidFill>
            <a:srgbClr val="C15CA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" name="장식"/>
          <p:cNvSpPr/>
          <p:nvPr/>
        </p:nvSpPr>
        <p:spPr>
          <a:xfrm rot="5520000">
            <a:off x="10832588" y="1128818"/>
            <a:ext cx="135788" cy="211226"/>
          </a:xfrm>
          <a:prstGeom prst="ellipse">
            <a:avLst/>
          </a:prstGeom>
          <a:solidFill>
            <a:srgbClr val="F0D1E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장식"/>
          <p:cNvSpPr/>
          <p:nvPr/>
        </p:nvSpPr>
        <p:spPr>
          <a:xfrm rot="9840000">
            <a:off x="10737951" y="1249948"/>
            <a:ext cx="135788" cy="211226"/>
          </a:xfrm>
          <a:prstGeom prst="ellipse">
            <a:avLst/>
          </a:prstGeom>
          <a:solidFill>
            <a:srgbClr val="C15CA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" name="장식"/>
          <p:cNvSpPr/>
          <p:nvPr/>
        </p:nvSpPr>
        <p:spPr>
          <a:xfrm rot="14160000">
            <a:off x="10593504" y="1197374"/>
            <a:ext cx="135788" cy="211226"/>
          </a:xfrm>
          <a:prstGeom prst="ellipse">
            <a:avLst/>
          </a:prstGeom>
          <a:solidFill>
            <a:srgbClr val="F0D1E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5" name="장식"/>
          <p:cNvSpPr/>
          <p:nvPr/>
        </p:nvSpPr>
        <p:spPr>
          <a:xfrm rot="18480000">
            <a:off x="10598869" y="1043751"/>
            <a:ext cx="135788" cy="211226"/>
          </a:xfrm>
          <a:prstGeom prst="ellipse">
            <a:avLst/>
          </a:prstGeom>
          <a:solidFill>
            <a:srgbClr val="C15CA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" name="장식"/>
          <p:cNvSpPr/>
          <p:nvPr/>
        </p:nvSpPr>
        <p:spPr>
          <a:xfrm>
            <a:off x="10724540" y="1184605"/>
            <a:ext cx="90525" cy="90525"/>
          </a:xfrm>
          <a:prstGeom prst="ellipse">
            <a:avLst/>
          </a:prstGeom>
          <a:solidFill>
            <a:srgbClr val="49913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" name="장식"/>
          <p:cNvSpPr/>
          <p:nvPr/>
        </p:nvSpPr>
        <p:spPr>
          <a:xfrm rot="2400000">
            <a:off x="11889798" y="1107304"/>
            <a:ext cx="114062" cy="177430"/>
          </a:xfrm>
          <a:prstGeom prst="ellipse">
            <a:avLst/>
          </a:prstGeom>
          <a:solidFill>
            <a:srgbClr val="C15CA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8" name="장식"/>
          <p:cNvSpPr/>
          <p:nvPr/>
        </p:nvSpPr>
        <p:spPr>
          <a:xfrm rot="6720000">
            <a:off x="11921035" y="1232590"/>
            <a:ext cx="114062" cy="177430"/>
          </a:xfrm>
          <a:prstGeom prst="ellipse">
            <a:avLst/>
          </a:prstGeom>
          <a:solidFill>
            <a:srgbClr val="F0D1E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9" name="장식"/>
          <p:cNvSpPr/>
          <p:nvPr/>
        </p:nvSpPr>
        <p:spPr>
          <a:xfrm rot="11040000">
            <a:off x="11811534" y="1301015"/>
            <a:ext cx="114062" cy="177430"/>
          </a:xfrm>
          <a:prstGeom prst="ellipse">
            <a:avLst/>
          </a:prstGeom>
          <a:solidFill>
            <a:srgbClr val="C15CA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0" name="장식"/>
          <p:cNvSpPr/>
          <p:nvPr/>
        </p:nvSpPr>
        <p:spPr>
          <a:xfrm rot="15360000">
            <a:off x="11712620" y="1218017"/>
            <a:ext cx="114062" cy="177430"/>
          </a:xfrm>
          <a:prstGeom prst="ellipse">
            <a:avLst/>
          </a:prstGeom>
          <a:solidFill>
            <a:srgbClr val="F0D1E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1" name="장식"/>
          <p:cNvSpPr/>
          <p:nvPr/>
        </p:nvSpPr>
        <p:spPr>
          <a:xfrm rot="19680000">
            <a:off x="11760990" y="1098297"/>
            <a:ext cx="114062" cy="177430"/>
          </a:xfrm>
          <a:prstGeom prst="ellipse">
            <a:avLst/>
          </a:prstGeom>
          <a:solidFill>
            <a:srgbClr val="C15CA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2" name="장식"/>
          <p:cNvSpPr/>
          <p:nvPr/>
        </p:nvSpPr>
        <p:spPr>
          <a:xfrm>
            <a:off x="11838206" y="1242139"/>
            <a:ext cx="76041" cy="76041"/>
          </a:xfrm>
          <a:prstGeom prst="ellipse">
            <a:avLst/>
          </a:prstGeom>
          <a:solidFill>
            <a:srgbClr val="49913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40080" y="457200"/>
            <a:ext cx="9722815" cy="868680"/>
          </a:xfrm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05000"/>
              </a:lnSpc>
            </a:pPr>
            <a:r>
              <a:rPr sz="3000" b="1" i="0">
                <a:solidFill>
                  <a:srgbClr val="85326A"/>
                </a:solidFill>
              </a:rPr>
              <a:t>우리 두 사람</a:t>
            </a:r>
          </a:p>
        </p:txBody>
      </p:sp>
      <p:sp>
        <p:nvSpPr>
          <p:cNvPr id="23" name="왼쪽 칸"/>
          <p:cNvSpPr/>
          <p:nvPr/>
        </p:nvSpPr>
        <p:spPr>
          <a:xfrm>
            <a:off x="640080" y="1600200"/>
            <a:ext cx="5272887" cy="4800600"/>
          </a:xfrm>
          <a:prstGeom prst="roundRect">
            <a:avLst>
              <a:gd name="adj" fmla="val 8000"/>
            </a:avLst>
          </a:prstGeom>
          <a:solidFill>
            <a:srgbClr val="F9F0F6"/>
          </a:solidFill>
          <a:ln w="12700">
            <a:solidFill>
              <a:srgbClr val="F0D1E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4" name="칸 제목 바"/>
          <p:cNvSpPr/>
          <p:nvPr/>
        </p:nvSpPr>
        <p:spPr>
          <a:xfrm>
            <a:off x="640080" y="1600200"/>
            <a:ext cx="5272887" cy="640080"/>
          </a:xfrm>
          <a:prstGeom prst="roundRect">
            <a:avLst>
              <a:gd name="adj" fmla="val 25000"/>
            </a:avLst>
          </a:prstGeom>
          <a:solidFill>
            <a:srgbClr val="C15CA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22959" y="1600200"/>
            <a:ext cx="4907127" cy="640080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15000"/>
              </a:lnSpc>
            </a:pPr>
            <a:r>
              <a:rPr sz="1800" b="1" i="0">
                <a:solidFill>
                  <a:srgbClr val="FFFFFF"/>
                </a:solidFill>
              </a:rPr>
              <a:t>닮은 점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68680" y="2423160"/>
            <a:ext cx="4815687" cy="388620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l" marL="285750" indent="-285750">
              <a:lnSpc>
                <a:spcPct val="130000"/>
              </a:lnSpc>
              <a:spcAft>
                <a:spcPts val="600"/>
              </a:spcAft>
              <a:buFont typeface="Arial"/>
              <a:buChar char="•"/>
            </a:pPr>
            <a:r>
              <a:rPr sz="1500" b="0" i="0">
                <a:solidFill>
                  <a:srgbClr val="2B2B2B"/>
                </a:solidFill>
              </a:rPr>
              <a:t>내용을 입력하세요</a:t>
            </a:r>
          </a:p>
          <a:p>
            <a:pPr algn="l" marL="285750" indent="-285750">
              <a:lnSpc>
                <a:spcPct val="130000"/>
              </a:lnSpc>
              <a:spcAft>
                <a:spcPts val="600"/>
              </a:spcAft>
              <a:buFont typeface="Arial"/>
              <a:buChar char="•"/>
            </a:pPr>
            <a:r>
              <a:rPr sz="1500" b="0" i="0">
                <a:solidFill>
                  <a:srgbClr val="2B2B2B"/>
                </a:solidFill>
              </a:rPr>
              <a:t>내용을 입력하세요</a:t>
            </a:r>
          </a:p>
          <a:p>
            <a:pPr algn="l" marL="285750" indent="-285750">
              <a:lnSpc>
                <a:spcPct val="130000"/>
              </a:lnSpc>
              <a:spcAft>
                <a:spcPts val="600"/>
              </a:spcAft>
              <a:buFont typeface="Arial"/>
              <a:buChar char="•"/>
            </a:pPr>
            <a:r>
              <a:rPr sz="1500" b="0" i="0">
                <a:solidFill>
                  <a:srgbClr val="2B2B2B"/>
                </a:solidFill>
              </a:rPr>
              <a:t>내용을 입력하세요</a:t>
            </a:r>
          </a:p>
        </p:txBody>
      </p:sp>
      <p:sp>
        <p:nvSpPr>
          <p:cNvPr id="27" name="오른쪽 칸"/>
          <p:cNvSpPr/>
          <p:nvPr/>
        </p:nvSpPr>
        <p:spPr>
          <a:xfrm>
            <a:off x="6278727" y="1600200"/>
            <a:ext cx="5272887" cy="4800600"/>
          </a:xfrm>
          <a:prstGeom prst="roundRect">
            <a:avLst>
              <a:gd name="adj" fmla="val 8000"/>
            </a:avLst>
          </a:prstGeom>
          <a:solidFill>
            <a:srgbClr val="F0D1E5"/>
          </a:solidFill>
          <a:ln w="12700">
            <a:solidFill>
              <a:srgbClr val="F0D1E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8" name="칸 제목 바"/>
          <p:cNvSpPr/>
          <p:nvPr/>
        </p:nvSpPr>
        <p:spPr>
          <a:xfrm>
            <a:off x="6278727" y="1600200"/>
            <a:ext cx="5272887" cy="640080"/>
          </a:xfrm>
          <a:prstGeom prst="roundRect">
            <a:avLst>
              <a:gd name="adj" fmla="val 25000"/>
            </a:avLst>
          </a:prstGeom>
          <a:solidFill>
            <a:srgbClr val="85326A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461607" y="1600200"/>
            <a:ext cx="4907127" cy="640080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15000"/>
              </a:lnSpc>
            </a:pPr>
            <a:r>
              <a:rPr sz="1800" b="1" i="0">
                <a:solidFill>
                  <a:srgbClr val="FFFFFF"/>
                </a:solidFill>
              </a:rPr>
              <a:t>다른 점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507327" y="2423160"/>
            <a:ext cx="4815687" cy="388620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l" marL="285750" indent="-285750">
              <a:lnSpc>
                <a:spcPct val="130000"/>
              </a:lnSpc>
              <a:spcAft>
                <a:spcPts val="600"/>
              </a:spcAft>
              <a:buFont typeface="Arial"/>
              <a:buChar char="•"/>
            </a:pPr>
            <a:r>
              <a:rPr sz="1500" b="0" i="0">
                <a:solidFill>
                  <a:srgbClr val="2B2B2B"/>
                </a:solidFill>
              </a:rPr>
              <a:t>내용을 입력하세요</a:t>
            </a:r>
          </a:p>
          <a:p>
            <a:pPr algn="l" marL="285750" indent="-285750">
              <a:lnSpc>
                <a:spcPct val="130000"/>
              </a:lnSpc>
              <a:spcAft>
                <a:spcPts val="600"/>
              </a:spcAft>
              <a:buFont typeface="Arial"/>
              <a:buChar char="•"/>
            </a:pPr>
            <a:r>
              <a:rPr sz="1500" b="0" i="0">
                <a:solidFill>
                  <a:srgbClr val="2B2B2B"/>
                </a:solidFill>
              </a:rPr>
              <a:t>내용을 입력하세요</a:t>
            </a:r>
          </a:p>
          <a:p>
            <a:pPr algn="l" marL="285750" indent="-285750">
              <a:lnSpc>
                <a:spcPct val="130000"/>
              </a:lnSpc>
              <a:spcAft>
                <a:spcPts val="600"/>
              </a:spcAft>
              <a:buFont typeface="Arial"/>
              <a:buChar char="•"/>
            </a:pPr>
            <a:r>
              <a:rPr sz="1500" b="0" i="0">
                <a:solidFill>
                  <a:srgbClr val="2B2B2B"/>
                </a:solidFill>
              </a:rPr>
              <a:t>내용을 입력하세요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0F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3" name="장식"/>
          <p:cNvSpPr/>
          <p:nvPr/>
        </p:nvSpPr>
        <p:spPr>
          <a:xfrm>
            <a:off x="0" y="6035040"/>
            <a:ext cx="1737360" cy="822960"/>
          </a:xfrm>
          <a:prstGeom prst="rtTriangle">
            <a:avLst/>
          </a:prstGeom>
          <a:solidFill>
            <a:srgbClr val="F0D1E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장식"/>
          <p:cNvSpPr/>
          <p:nvPr/>
        </p:nvSpPr>
        <p:spPr>
          <a:xfrm>
            <a:off x="0" y="6400800"/>
            <a:ext cx="914400" cy="457200"/>
          </a:xfrm>
          <a:prstGeom prst="rtTriangle">
            <a:avLst/>
          </a:prstGeom>
          <a:solidFill>
            <a:srgbClr val="C15CA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장식"/>
          <p:cNvSpPr/>
          <p:nvPr/>
        </p:nvSpPr>
        <p:spPr>
          <a:xfrm>
            <a:off x="11187226" y="304495"/>
            <a:ext cx="271576" cy="422452"/>
          </a:xfrm>
          <a:prstGeom prst="ellipse">
            <a:avLst/>
          </a:prstGeom>
          <a:solidFill>
            <a:srgbClr val="C15CA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장식"/>
          <p:cNvSpPr/>
          <p:nvPr/>
        </p:nvSpPr>
        <p:spPr>
          <a:xfrm rot="4320000">
            <a:off x="11435945" y="485199"/>
            <a:ext cx="271576" cy="422452"/>
          </a:xfrm>
          <a:prstGeom prst="ellipse">
            <a:avLst/>
          </a:prstGeom>
          <a:solidFill>
            <a:srgbClr val="F0D1E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장식"/>
          <p:cNvSpPr/>
          <p:nvPr/>
        </p:nvSpPr>
        <p:spPr>
          <a:xfrm rot="8640000">
            <a:off x="11340943" y="777586"/>
            <a:ext cx="271576" cy="422452"/>
          </a:xfrm>
          <a:prstGeom prst="ellipse">
            <a:avLst/>
          </a:prstGeom>
          <a:solidFill>
            <a:srgbClr val="C15CA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장식"/>
          <p:cNvSpPr/>
          <p:nvPr/>
        </p:nvSpPr>
        <p:spPr>
          <a:xfrm rot="12960000">
            <a:off x="11033510" y="777586"/>
            <a:ext cx="271576" cy="422452"/>
          </a:xfrm>
          <a:prstGeom prst="ellipse">
            <a:avLst/>
          </a:prstGeom>
          <a:solidFill>
            <a:srgbClr val="F0D1E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장식"/>
          <p:cNvSpPr/>
          <p:nvPr/>
        </p:nvSpPr>
        <p:spPr>
          <a:xfrm rot="17280000">
            <a:off x="10938508" y="485199"/>
            <a:ext cx="271576" cy="422452"/>
          </a:xfrm>
          <a:prstGeom prst="ellipse">
            <a:avLst/>
          </a:prstGeom>
          <a:solidFill>
            <a:srgbClr val="C15CA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장식"/>
          <p:cNvSpPr/>
          <p:nvPr/>
        </p:nvSpPr>
        <p:spPr>
          <a:xfrm>
            <a:off x="11232489" y="686714"/>
            <a:ext cx="181051" cy="181051"/>
          </a:xfrm>
          <a:prstGeom prst="ellipse">
            <a:avLst/>
          </a:prstGeom>
          <a:solidFill>
            <a:srgbClr val="49913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장식"/>
          <p:cNvSpPr/>
          <p:nvPr/>
        </p:nvSpPr>
        <p:spPr>
          <a:xfrm rot="1200000">
            <a:off x="10746631" y="1001381"/>
            <a:ext cx="135788" cy="211226"/>
          </a:xfrm>
          <a:prstGeom prst="ellipse">
            <a:avLst/>
          </a:prstGeom>
          <a:solidFill>
            <a:srgbClr val="C15CA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" name="장식"/>
          <p:cNvSpPr/>
          <p:nvPr/>
        </p:nvSpPr>
        <p:spPr>
          <a:xfrm rot="5520000">
            <a:off x="10832588" y="1128818"/>
            <a:ext cx="135788" cy="211226"/>
          </a:xfrm>
          <a:prstGeom prst="ellipse">
            <a:avLst/>
          </a:prstGeom>
          <a:solidFill>
            <a:srgbClr val="F0D1E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장식"/>
          <p:cNvSpPr/>
          <p:nvPr/>
        </p:nvSpPr>
        <p:spPr>
          <a:xfrm rot="9840000">
            <a:off x="10737951" y="1249948"/>
            <a:ext cx="135788" cy="211226"/>
          </a:xfrm>
          <a:prstGeom prst="ellipse">
            <a:avLst/>
          </a:prstGeom>
          <a:solidFill>
            <a:srgbClr val="C15CA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" name="장식"/>
          <p:cNvSpPr/>
          <p:nvPr/>
        </p:nvSpPr>
        <p:spPr>
          <a:xfrm rot="14160000">
            <a:off x="10593504" y="1197374"/>
            <a:ext cx="135788" cy="211226"/>
          </a:xfrm>
          <a:prstGeom prst="ellipse">
            <a:avLst/>
          </a:prstGeom>
          <a:solidFill>
            <a:srgbClr val="F0D1E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5" name="장식"/>
          <p:cNvSpPr/>
          <p:nvPr/>
        </p:nvSpPr>
        <p:spPr>
          <a:xfrm rot="18480000">
            <a:off x="10598869" y="1043751"/>
            <a:ext cx="135788" cy="211226"/>
          </a:xfrm>
          <a:prstGeom prst="ellipse">
            <a:avLst/>
          </a:prstGeom>
          <a:solidFill>
            <a:srgbClr val="C15CA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" name="장식"/>
          <p:cNvSpPr/>
          <p:nvPr/>
        </p:nvSpPr>
        <p:spPr>
          <a:xfrm>
            <a:off x="10724540" y="1184605"/>
            <a:ext cx="90525" cy="90525"/>
          </a:xfrm>
          <a:prstGeom prst="ellipse">
            <a:avLst/>
          </a:prstGeom>
          <a:solidFill>
            <a:srgbClr val="49913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" name="장식"/>
          <p:cNvSpPr/>
          <p:nvPr/>
        </p:nvSpPr>
        <p:spPr>
          <a:xfrm rot="2400000">
            <a:off x="11889798" y="1107304"/>
            <a:ext cx="114062" cy="177430"/>
          </a:xfrm>
          <a:prstGeom prst="ellipse">
            <a:avLst/>
          </a:prstGeom>
          <a:solidFill>
            <a:srgbClr val="C15CA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8" name="장식"/>
          <p:cNvSpPr/>
          <p:nvPr/>
        </p:nvSpPr>
        <p:spPr>
          <a:xfrm rot="6720000">
            <a:off x="11921035" y="1232590"/>
            <a:ext cx="114062" cy="177430"/>
          </a:xfrm>
          <a:prstGeom prst="ellipse">
            <a:avLst/>
          </a:prstGeom>
          <a:solidFill>
            <a:srgbClr val="F0D1E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9" name="장식"/>
          <p:cNvSpPr/>
          <p:nvPr/>
        </p:nvSpPr>
        <p:spPr>
          <a:xfrm rot="11040000">
            <a:off x="11811534" y="1301015"/>
            <a:ext cx="114062" cy="177430"/>
          </a:xfrm>
          <a:prstGeom prst="ellipse">
            <a:avLst/>
          </a:prstGeom>
          <a:solidFill>
            <a:srgbClr val="C15CA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0" name="장식"/>
          <p:cNvSpPr/>
          <p:nvPr/>
        </p:nvSpPr>
        <p:spPr>
          <a:xfrm rot="15360000">
            <a:off x="11712620" y="1218017"/>
            <a:ext cx="114062" cy="177430"/>
          </a:xfrm>
          <a:prstGeom prst="ellipse">
            <a:avLst/>
          </a:prstGeom>
          <a:solidFill>
            <a:srgbClr val="F0D1E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1" name="장식"/>
          <p:cNvSpPr/>
          <p:nvPr/>
        </p:nvSpPr>
        <p:spPr>
          <a:xfrm rot="19680000">
            <a:off x="11760990" y="1098297"/>
            <a:ext cx="114062" cy="177430"/>
          </a:xfrm>
          <a:prstGeom prst="ellipse">
            <a:avLst/>
          </a:prstGeom>
          <a:solidFill>
            <a:srgbClr val="C15CA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2" name="장식"/>
          <p:cNvSpPr/>
          <p:nvPr/>
        </p:nvSpPr>
        <p:spPr>
          <a:xfrm>
            <a:off x="11838206" y="1242139"/>
            <a:ext cx="76041" cy="76041"/>
          </a:xfrm>
          <a:prstGeom prst="ellipse">
            <a:avLst/>
          </a:prstGeom>
          <a:solidFill>
            <a:srgbClr val="49913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40080" y="457200"/>
            <a:ext cx="9722815" cy="868680"/>
          </a:xfrm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05000"/>
              </a:lnSpc>
            </a:pPr>
            <a:r>
              <a:rPr sz="3000" b="1" i="0">
                <a:solidFill>
                  <a:srgbClr val="85326A"/>
                </a:solidFill>
              </a:rPr>
              <a:t>서로에게 하고 싶은 말</a:t>
            </a:r>
          </a:p>
        </p:txBody>
      </p:sp>
      <p:sp>
        <p:nvSpPr>
          <p:cNvPr id="23" name="왼쪽 칸"/>
          <p:cNvSpPr/>
          <p:nvPr/>
        </p:nvSpPr>
        <p:spPr>
          <a:xfrm>
            <a:off x="640080" y="1600200"/>
            <a:ext cx="5272887" cy="4800600"/>
          </a:xfrm>
          <a:prstGeom prst="roundRect">
            <a:avLst>
              <a:gd name="adj" fmla="val 8000"/>
            </a:avLst>
          </a:prstGeom>
          <a:solidFill>
            <a:srgbClr val="F9F0F6"/>
          </a:solidFill>
          <a:ln w="12700">
            <a:solidFill>
              <a:srgbClr val="F0D1E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4" name="칸 제목 바"/>
          <p:cNvSpPr/>
          <p:nvPr/>
        </p:nvSpPr>
        <p:spPr>
          <a:xfrm>
            <a:off x="640080" y="1600200"/>
            <a:ext cx="5272887" cy="640080"/>
          </a:xfrm>
          <a:prstGeom prst="roundRect">
            <a:avLst>
              <a:gd name="adj" fmla="val 25000"/>
            </a:avLst>
          </a:prstGeom>
          <a:solidFill>
            <a:srgbClr val="C15CA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22959" y="1600200"/>
            <a:ext cx="4907127" cy="640080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15000"/>
              </a:lnSpc>
            </a:pPr>
            <a:r>
              <a:rPr sz="1800" b="1" i="0">
                <a:solidFill>
                  <a:srgbClr val="FFFFFF"/>
                </a:solidFill>
              </a:rPr>
              <a:t>신랑이 신부에게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68680" y="2423160"/>
            <a:ext cx="4815687" cy="388620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l" marL="285750" indent="-285750">
              <a:lnSpc>
                <a:spcPct val="130000"/>
              </a:lnSpc>
              <a:spcAft>
                <a:spcPts val="600"/>
              </a:spcAft>
              <a:buFont typeface="Arial"/>
              <a:buChar char="•"/>
            </a:pPr>
            <a:r>
              <a:rPr sz="1500" b="0" i="0">
                <a:solidFill>
                  <a:srgbClr val="2B2B2B"/>
                </a:solidFill>
              </a:rPr>
              <a:t>하고 싶은 말을 적어 주세요</a:t>
            </a:r>
          </a:p>
        </p:txBody>
      </p:sp>
      <p:sp>
        <p:nvSpPr>
          <p:cNvPr id="27" name="오른쪽 칸"/>
          <p:cNvSpPr/>
          <p:nvPr/>
        </p:nvSpPr>
        <p:spPr>
          <a:xfrm>
            <a:off x="6278727" y="1600200"/>
            <a:ext cx="5272887" cy="4800600"/>
          </a:xfrm>
          <a:prstGeom prst="roundRect">
            <a:avLst>
              <a:gd name="adj" fmla="val 8000"/>
            </a:avLst>
          </a:prstGeom>
          <a:solidFill>
            <a:srgbClr val="F0D1E5"/>
          </a:solidFill>
          <a:ln w="12700">
            <a:solidFill>
              <a:srgbClr val="F0D1E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8" name="칸 제목 바"/>
          <p:cNvSpPr/>
          <p:nvPr/>
        </p:nvSpPr>
        <p:spPr>
          <a:xfrm>
            <a:off x="6278727" y="1600200"/>
            <a:ext cx="5272887" cy="640080"/>
          </a:xfrm>
          <a:prstGeom prst="roundRect">
            <a:avLst>
              <a:gd name="adj" fmla="val 25000"/>
            </a:avLst>
          </a:prstGeom>
          <a:solidFill>
            <a:srgbClr val="85326A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461607" y="1600200"/>
            <a:ext cx="4907127" cy="640080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15000"/>
              </a:lnSpc>
            </a:pPr>
            <a:r>
              <a:rPr sz="1800" b="1" i="0">
                <a:solidFill>
                  <a:srgbClr val="FFFFFF"/>
                </a:solidFill>
              </a:rPr>
              <a:t>신부가 신랑에게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507327" y="2423160"/>
            <a:ext cx="4815687" cy="388620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l" marL="285750" indent="-285750">
              <a:lnSpc>
                <a:spcPct val="130000"/>
              </a:lnSpc>
              <a:spcAft>
                <a:spcPts val="600"/>
              </a:spcAft>
              <a:buFont typeface="Arial"/>
              <a:buChar char="•"/>
            </a:pPr>
            <a:r>
              <a:rPr sz="1500" b="0" i="0">
                <a:solidFill>
                  <a:srgbClr val="2B2B2B"/>
                </a:solidFill>
              </a:rPr>
              <a:t>하고 싶은 말을 적어 주세요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0F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3" name="장식"/>
          <p:cNvSpPr/>
          <p:nvPr/>
        </p:nvSpPr>
        <p:spPr>
          <a:xfrm>
            <a:off x="0" y="6035040"/>
            <a:ext cx="1737360" cy="822960"/>
          </a:xfrm>
          <a:prstGeom prst="rtTriangle">
            <a:avLst/>
          </a:prstGeom>
          <a:solidFill>
            <a:srgbClr val="F0D1E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장식"/>
          <p:cNvSpPr/>
          <p:nvPr/>
        </p:nvSpPr>
        <p:spPr>
          <a:xfrm>
            <a:off x="0" y="6400800"/>
            <a:ext cx="914400" cy="457200"/>
          </a:xfrm>
          <a:prstGeom prst="rtTriangle">
            <a:avLst/>
          </a:prstGeom>
          <a:solidFill>
            <a:srgbClr val="C15CA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장식"/>
          <p:cNvSpPr/>
          <p:nvPr/>
        </p:nvSpPr>
        <p:spPr>
          <a:xfrm>
            <a:off x="11187226" y="304495"/>
            <a:ext cx="271576" cy="422452"/>
          </a:xfrm>
          <a:prstGeom prst="ellipse">
            <a:avLst/>
          </a:prstGeom>
          <a:solidFill>
            <a:srgbClr val="C15CA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장식"/>
          <p:cNvSpPr/>
          <p:nvPr/>
        </p:nvSpPr>
        <p:spPr>
          <a:xfrm rot="4320000">
            <a:off x="11435945" y="485199"/>
            <a:ext cx="271576" cy="422452"/>
          </a:xfrm>
          <a:prstGeom prst="ellipse">
            <a:avLst/>
          </a:prstGeom>
          <a:solidFill>
            <a:srgbClr val="F0D1E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장식"/>
          <p:cNvSpPr/>
          <p:nvPr/>
        </p:nvSpPr>
        <p:spPr>
          <a:xfrm rot="8640000">
            <a:off x="11340943" y="777586"/>
            <a:ext cx="271576" cy="422452"/>
          </a:xfrm>
          <a:prstGeom prst="ellipse">
            <a:avLst/>
          </a:prstGeom>
          <a:solidFill>
            <a:srgbClr val="C15CA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장식"/>
          <p:cNvSpPr/>
          <p:nvPr/>
        </p:nvSpPr>
        <p:spPr>
          <a:xfrm rot="12960000">
            <a:off x="11033510" y="777586"/>
            <a:ext cx="271576" cy="422452"/>
          </a:xfrm>
          <a:prstGeom prst="ellipse">
            <a:avLst/>
          </a:prstGeom>
          <a:solidFill>
            <a:srgbClr val="F0D1E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장식"/>
          <p:cNvSpPr/>
          <p:nvPr/>
        </p:nvSpPr>
        <p:spPr>
          <a:xfrm rot="17280000">
            <a:off x="10938508" y="485199"/>
            <a:ext cx="271576" cy="422452"/>
          </a:xfrm>
          <a:prstGeom prst="ellipse">
            <a:avLst/>
          </a:prstGeom>
          <a:solidFill>
            <a:srgbClr val="C15CA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장식"/>
          <p:cNvSpPr/>
          <p:nvPr/>
        </p:nvSpPr>
        <p:spPr>
          <a:xfrm>
            <a:off x="11232489" y="686714"/>
            <a:ext cx="181051" cy="181051"/>
          </a:xfrm>
          <a:prstGeom prst="ellipse">
            <a:avLst/>
          </a:prstGeom>
          <a:solidFill>
            <a:srgbClr val="49913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장식"/>
          <p:cNvSpPr/>
          <p:nvPr/>
        </p:nvSpPr>
        <p:spPr>
          <a:xfrm rot="1200000">
            <a:off x="10746631" y="1001381"/>
            <a:ext cx="135788" cy="211226"/>
          </a:xfrm>
          <a:prstGeom prst="ellipse">
            <a:avLst/>
          </a:prstGeom>
          <a:solidFill>
            <a:srgbClr val="C15CA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" name="장식"/>
          <p:cNvSpPr/>
          <p:nvPr/>
        </p:nvSpPr>
        <p:spPr>
          <a:xfrm rot="5520000">
            <a:off x="10832588" y="1128818"/>
            <a:ext cx="135788" cy="211226"/>
          </a:xfrm>
          <a:prstGeom prst="ellipse">
            <a:avLst/>
          </a:prstGeom>
          <a:solidFill>
            <a:srgbClr val="F0D1E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장식"/>
          <p:cNvSpPr/>
          <p:nvPr/>
        </p:nvSpPr>
        <p:spPr>
          <a:xfrm rot="9840000">
            <a:off x="10737951" y="1249948"/>
            <a:ext cx="135788" cy="211226"/>
          </a:xfrm>
          <a:prstGeom prst="ellipse">
            <a:avLst/>
          </a:prstGeom>
          <a:solidFill>
            <a:srgbClr val="C15CA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" name="장식"/>
          <p:cNvSpPr/>
          <p:nvPr/>
        </p:nvSpPr>
        <p:spPr>
          <a:xfrm rot="14160000">
            <a:off x="10593504" y="1197374"/>
            <a:ext cx="135788" cy="211226"/>
          </a:xfrm>
          <a:prstGeom prst="ellipse">
            <a:avLst/>
          </a:prstGeom>
          <a:solidFill>
            <a:srgbClr val="F0D1E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5" name="장식"/>
          <p:cNvSpPr/>
          <p:nvPr/>
        </p:nvSpPr>
        <p:spPr>
          <a:xfrm rot="18480000">
            <a:off x="10598869" y="1043751"/>
            <a:ext cx="135788" cy="211226"/>
          </a:xfrm>
          <a:prstGeom prst="ellipse">
            <a:avLst/>
          </a:prstGeom>
          <a:solidFill>
            <a:srgbClr val="C15CA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" name="장식"/>
          <p:cNvSpPr/>
          <p:nvPr/>
        </p:nvSpPr>
        <p:spPr>
          <a:xfrm>
            <a:off x="10724540" y="1184605"/>
            <a:ext cx="90525" cy="90525"/>
          </a:xfrm>
          <a:prstGeom prst="ellipse">
            <a:avLst/>
          </a:prstGeom>
          <a:solidFill>
            <a:srgbClr val="49913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" name="장식"/>
          <p:cNvSpPr/>
          <p:nvPr/>
        </p:nvSpPr>
        <p:spPr>
          <a:xfrm rot="2400000">
            <a:off x="11889798" y="1107304"/>
            <a:ext cx="114062" cy="177430"/>
          </a:xfrm>
          <a:prstGeom prst="ellipse">
            <a:avLst/>
          </a:prstGeom>
          <a:solidFill>
            <a:srgbClr val="C15CA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8" name="장식"/>
          <p:cNvSpPr/>
          <p:nvPr/>
        </p:nvSpPr>
        <p:spPr>
          <a:xfrm rot="6720000">
            <a:off x="11921035" y="1232590"/>
            <a:ext cx="114062" cy="177430"/>
          </a:xfrm>
          <a:prstGeom prst="ellipse">
            <a:avLst/>
          </a:prstGeom>
          <a:solidFill>
            <a:srgbClr val="F0D1E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9" name="장식"/>
          <p:cNvSpPr/>
          <p:nvPr/>
        </p:nvSpPr>
        <p:spPr>
          <a:xfrm rot="11040000">
            <a:off x="11811534" y="1301015"/>
            <a:ext cx="114062" cy="177430"/>
          </a:xfrm>
          <a:prstGeom prst="ellipse">
            <a:avLst/>
          </a:prstGeom>
          <a:solidFill>
            <a:srgbClr val="C15CA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0" name="장식"/>
          <p:cNvSpPr/>
          <p:nvPr/>
        </p:nvSpPr>
        <p:spPr>
          <a:xfrm rot="15360000">
            <a:off x="11712620" y="1218017"/>
            <a:ext cx="114062" cy="177430"/>
          </a:xfrm>
          <a:prstGeom prst="ellipse">
            <a:avLst/>
          </a:prstGeom>
          <a:solidFill>
            <a:srgbClr val="F0D1E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1" name="장식"/>
          <p:cNvSpPr/>
          <p:nvPr/>
        </p:nvSpPr>
        <p:spPr>
          <a:xfrm rot="19680000">
            <a:off x="11760990" y="1098297"/>
            <a:ext cx="114062" cy="177430"/>
          </a:xfrm>
          <a:prstGeom prst="ellipse">
            <a:avLst/>
          </a:prstGeom>
          <a:solidFill>
            <a:srgbClr val="C15CA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2" name="장식"/>
          <p:cNvSpPr/>
          <p:nvPr/>
        </p:nvSpPr>
        <p:spPr>
          <a:xfrm>
            <a:off x="11838206" y="1242139"/>
            <a:ext cx="76041" cy="76041"/>
          </a:xfrm>
          <a:prstGeom prst="ellipse">
            <a:avLst/>
          </a:prstGeom>
          <a:solidFill>
            <a:srgbClr val="49913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40080" y="457200"/>
            <a:ext cx="9722815" cy="868680"/>
          </a:xfrm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05000"/>
              </a:lnSpc>
            </a:pPr>
            <a:r>
              <a:rPr sz="3000" b="1" i="0">
                <a:solidFill>
                  <a:srgbClr val="85326A"/>
                </a:solidFill>
              </a:rPr>
              <a:t>웨딩 사진</a:t>
            </a:r>
          </a:p>
        </p:txBody>
      </p:sp>
      <p:sp>
        <p:nvSpPr>
          <p:cNvPr id="23" name="사진 자리"/>
          <p:cNvSpPr/>
          <p:nvPr/>
        </p:nvSpPr>
        <p:spPr>
          <a:xfrm>
            <a:off x="640080" y="1600200"/>
            <a:ext cx="3515258" cy="2308860"/>
          </a:xfrm>
          <a:prstGeom prst="roundRect">
            <a:avLst>
              <a:gd name="adj" fmla="val 6000"/>
            </a:avLst>
          </a:prstGeom>
          <a:solidFill>
            <a:srgbClr val="F0D1E5"/>
          </a:solidFill>
          <a:ln w="19050">
            <a:solidFill>
              <a:srgbClr val="C15CA0"/>
            </a:solidFill>
            <a:prstDash val="dash"/>
          </a:ln>
        </p:spPr>
        <p:txBody>
          <a:bodyPr rtlCol="0" anchor="ctr" wrap="square" lIns="54864" rIns="54864" tIns="27432" bIns="27432">
            <a:noAutofit/>
          </a:bodyPr>
          <a:lstStyle/>
          <a:p>
            <a:pPr algn="ctr">
              <a:lnSpc>
                <a:spcPct val="100000"/>
              </a:lnSpc>
            </a:pPr>
            <a:r>
              <a:rPr sz="1200" b="0" i="0">
                <a:solidFill>
                  <a:srgbClr val="85326A"/>
                </a:solidFill>
              </a:rPr>
              <a:t>사진 1</a:t>
            </a:r>
          </a:p>
        </p:txBody>
      </p:sp>
      <p:sp>
        <p:nvSpPr>
          <p:cNvPr id="24" name="사진 자리"/>
          <p:cNvSpPr/>
          <p:nvPr/>
        </p:nvSpPr>
        <p:spPr>
          <a:xfrm>
            <a:off x="4338218" y="1600200"/>
            <a:ext cx="3515258" cy="2308860"/>
          </a:xfrm>
          <a:prstGeom prst="roundRect">
            <a:avLst>
              <a:gd name="adj" fmla="val 6000"/>
            </a:avLst>
          </a:prstGeom>
          <a:solidFill>
            <a:srgbClr val="F0D1E5"/>
          </a:solidFill>
          <a:ln w="19050">
            <a:solidFill>
              <a:srgbClr val="C15CA0"/>
            </a:solidFill>
            <a:prstDash val="dash"/>
          </a:ln>
        </p:spPr>
        <p:txBody>
          <a:bodyPr rtlCol="0" anchor="ctr" wrap="square" lIns="54864" rIns="54864" tIns="27432" bIns="27432">
            <a:noAutofit/>
          </a:bodyPr>
          <a:lstStyle/>
          <a:p>
            <a:pPr algn="ctr">
              <a:lnSpc>
                <a:spcPct val="100000"/>
              </a:lnSpc>
            </a:pPr>
            <a:r>
              <a:rPr sz="1200" b="0" i="0">
                <a:solidFill>
                  <a:srgbClr val="85326A"/>
                </a:solidFill>
              </a:rPr>
              <a:t>사진 2</a:t>
            </a:r>
          </a:p>
        </p:txBody>
      </p:sp>
      <p:sp>
        <p:nvSpPr>
          <p:cNvPr id="25" name="사진 자리"/>
          <p:cNvSpPr/>
          <p:nvPr/>
        </p:nvSpPr>
        <p:spPr>
          <a:xfrm>
            <a:off x="8036356" y="1600200"/>
            <a:ext cx="3515258" cy="2308860"/>
          </a:xfrm>
          <a:prstGeom prst="roundRect">
            <a:avLst>
              <a:gd name="adj" fmla="val 6000"/>
            </a:avLst>
          </a:prstGeom>
          <a:solidFill>
            <a:srgbClr val="F0D1E5"/>
          </a:solidFill>
          <a:ln w="19050">
            <a:solidFill>
              <a:srgbClr val="C15CA0"/>
            </a:solidFill>
            <a:prstDash val="dash"/>
          </a:ln>
        </p:spPr>
        <p:txBody>
          <a:bodyPr rtlCol="0" anchor="ctr" wrap="square" lIns="54864" rIns="54864" tIns="27432" bIns="27432">
            <a:noAutofit/>
          </a:bodyPr>
          <a:lstStyle/>
          <a:p>
            <a:pPr algn="ctr">
              <a:lnSpc>
                <a:spcPct val="100000"/>
              </a:lnSpc>
            </a:pPr>
            <a:r>
              <a:rPr sz="1200" b="0" i="0">
                <a:solidFill>
                  <a:srgbClr val="85326A"/>
                </a:solidFill>
              </a:rPr>
              <a:t>사진 3</a:t>
            </a:r>
          </a:p>
        </p:txBody>
      </p:sp>
      <p:sp>
        <p:nvSpPr>
          <p:cNvPr id="26" name="사진 자리"/>
          <p:cNvSpPr/>
          <p:nvPr/>
        </p:nvSpPr>
        <p:spPr>
          <a:xfrm>
            <a:off x="640080" y="4091939"/>
            <a:ext cx="3515258" cy="2308860"/>
          </a:xfrm>
          <a:prstGeom prst="roundRect">
            <a:avLst>
              <a:gd name="adj" fmla="val 6000"/>
            </a:avLst>
          </a:prstGeom>
          <a:solidFill>
            <a:srgbClr val="F0D1E5"/>
          </a:solidFill>
          <a:ln w="19050">
            <a:solidFill>
              <a:srgbClr val="C15CA0"/>
            </a:solidFill>
            <a:prstDash val="dash"/>
          </a:ln>
        </p:spPr>
        <p:txBody>
          <a:bodyPr rtlCol="0" anchor="ctr" wrap="square" lIns="54864" rIns="54864" tIns="27432" bIns="27432">
            <a:noAutofit/>
          </a:bodyPr>
          <a:lstStyle/>
          <a:p>
            <a:pPr algn="ctr">
              <a:lnSpc>
                <a:spcPct val="100000"/>
              </a:lnSpc>
            </a:pPr>
            <a:r>
              <a:rPr sz="1200" b="0" i="0">
                <a:solidFill>
                  <a:srgbClr val="85326A"/>
                </a:solidFill>
              </a:rPr>
              <a:t>사진 4</a:t>
            </a:r>
          </a:p>
        </p:txBody>
      </p:sp>
      <p:sp>
        <p:nvSpPr>
          <p:cNvPr id="27" name="사진 자리"/>
          <p:cNvSpPr/>
          <p:nvPr/>
        </p:nvSpPr>
        <p:spPr>
          <a:xfrm>
            <a:off x="4338218" y="4091939"/>
            <a:ext cx="3515258" cy="2308860"/>
          </a:xfrm>
          <a:prstGeom prst="roundRect">
            <a:avLst>
              <a:gd name="adj" fmla="val 6000"/>
            </a:avLst>
          </a:prstGeom>
          <a:solidFill>
            <a:srgbClr val="F0D1E5"/>
          </a:solidFill>
          <a:ln w="19050">
            <a:solidFill>
              <a:srgbClr val="C15CA0"/>
            </a:solidFill>
            <a:prstDash val="dash"/>
          </a:ln>
        </p:spPr>
        <p:txBody>
          <a:bodyPr rtlCol="0" anchor="ctr" wrap="square" lIns="54864" rIns="54864" tIns="27432" bIns="27432">
            <a:noAutofit/>
          </a:bodyPr>
          <a:lstStyle/>
          <a:p>
            <a:pPr algn="ctr">
              <a:lnSpc>
                <a:spcPct val="100000"/>
              </a:lnSpc>
            </a:pPr>
            <a:r>
              <a:rPr sz="1200" b="0" i="0">
                <a:solidFill>
                  <a:srgbClr val="85326A"/>
                </a:solidFill>
              </a:rPr>
              <a:t>사진 5</a:t>
            </a:r>
          </a:p>
        </p:txBody>
      </p:sp>
      <p:sp>
        <p:nvSpPr>
          <p:cNvPr id="28" name="사진 자리"/>
          <p:cNvSpPr/>
          <p:nvPr/>
        </p:nvSpPr>
        <p:spPr>
          <a:xfrm>
            <a:off x="8036356" y="4091939"/>
            <a:ext cx="3515258" cy="2308860"/>
          </a:xfrm>
          <a:prstGeom prst="roundRect">
            <a:avLst>
              <a:gd name="adj" fmla="val 6000"/>
            </a:avLst>
          </a:prstGeom>
          <a:solidFill>
            <a:srgbClr val="F0D1E5"/>
          </a:solidFill>
          <a:ln w="19050">
            <a:solidFill>
              <a:srgbClr val="C15CA0"/>
            </a:solidFill>
            <a:prstDash val="dash"/>
          </a:ln>
        </p:spPr>
        <p:txBody>
          <a:bodyPr rtlCol="0" anchor="ctr" wrap="square" lIns="54864" rIns="54864" tIns="27432" bIns="27432">
            <a:noAutofit/>
          </a:bodyPr>
          <a:lstStyle/>
          <a:p>
            <a:pPr algn="ctr">
              <a:lnSpc>
                <a:spcPct val="100000"/>
              </a:lnSpc>
            </a:pPr>
            <a:r>
              <a:rPr sz="1200" b="0" i="0">
                <a:solidFill>
                  <a:srgbClr val="85326A"/>
                </a:solidFill>
              </a:rPr>
              <a:t>사진 6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0F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3" name="장식"/>
          <p:cNvSpPr/>
          <p:nvPr/>
        </p:nvSpPr>
        <p:spPr>
          <a:xfrm>
            <a:off x="0" y="2880360"/>
            <a:ext cx="5486262" cy="3977639"/>
          </a:xfrm>
          <a:prstGeom prst="rtTriangle">
            <a:avLst/>
          </a:prstGeom>
          <a:solidFill>
            <a:srgbClr val="F0D1E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장식"/>
          <p:cNvSpPr/>
          <p:nvPr/>
        </p:nvSpPr>
        <p:spPr>
          <a:xfrm>
            <a:off x="0" y="4526280"/>
            <a:ext cx="3169840" cy="2331720"/>
          </a:xfrm>
          <a:prstGeom prst="rtTriangle">
            <a:avLst/>
          </a:prstGeom>
          <a:solidFill>
            <a:srgbClr val="C15CA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장식"/>
          <p:cNvSpPr/>
          <p:nvPr/>
        </p:nvSpPr>
        <p:spPr>
          <a:xfrm rot="10800000">
            <a:off x="7802684" y="0"/>
            <a:ext cx="4389010" cy="2743200"/>
          </a:xfrm>
          <a:prstGeom prst="rtTriangle">
            <a:avLst/>
          </a:prstGeom>
          <a:solidFill>
            <a:srgbClr val="F0D1E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장식"/>
          <p:cNvSpPr/>
          <p:nvPr/>
        </p:nvSpPr>
        <p:spPr>
          <a:xfrm>
            <a:off x="9870691" y="3511296"/>
            <a:ext cx="740664" cy="1152143"/>
          </a:xfrm>
          <a:prstGeom prst="ellipse">
            <a:avLst/>
          </a:prstGeom>
          <a:solidFill>
            <a:srgbClr val="C15CA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장식"/>
          <p:cNvSpPr/>
          <p:nvPr/>
        </p:nvSpPr>
        <p:spPr>
          <a:xfrm rot="4320000">
            <a:off x="10549015" y="4004127"/>
            <a:ext cx="740664" cy="1152143"/>
          </a:xfrm>
          <a:prstGeom prst="ellipse">
            <a:avLst/>
          </a:prstGeom>
          <a:solidFill>
            <a:srgbClr val="F0D1E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장식"/>
          <p:cNvSpPr/>
          <p:nvPr/>
        </p:nvSpPr>
        <p:spPr>
          <a:xfrm rot="8640000">
            <a:off x="10289919" y="4801544"/>
            <a:ext cx="740664" cy="1152143"/>
          </a:xfrm>
          <a:prstGeom prst="ellipse">
            <a:avLst/>
          </a:prstGeom>
          <a:solidFill>
            <a:srgbClr val="C15CA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장식"/>
          <p:cNvSpPr/>
          <p:nvPr/>
        </p:nvSpPr>
        <p:spPr>
          <a:xfrm rot="12960000">
            <a:off x="9451464" y="4801544"/>
            <a:ext cx="740664" cy="1152143"/>
          </a:xfrm>
          <a:prstGeom prst="ellipse">
            <a:avLst/>
          </a:prstGeom>
          <a:solidFill>
            <a:srgbClr val="F0D1E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장식"/>
          <p:cNvSpPr/>
          <p:nvPr/>
        </p:nvSpPr>
        <p:spPr>
          <a:xfrm rot="17280000">
            <a:off x="9192368" y="4004127"/>
            <a:ext cx="740664" cy="1152143"/>
          </a:xfrm>
          <a:prstGeom prst="ellipse">
            <a:avLst/>
          </a:prstGeom>
          <a:solidFill>
            <a:srgbClr val="C15CA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장식"/>
          <p:cNvSpPr/>
          <p:nvPr/>
        </p:nvSpPr>
        <p:spPr>
          <a:xfrm>
            <a:off x="9994135" y="4553712"/>
            <a:ext cx="493775" cy="493775"/>
          </a:xfrm>
          <a:prstGeom prst="ellipse">
            <a:avLst/>
          </a:prstGeom>
          <a:solidFill>
            <a:srgbClr val="49913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" name="장식"/>
          <p:cNvSpPr/>
          <p:nvPr/>
        </p:nvSpPr>
        <p:spPr>
          <a:xfrm rot="1200000">
            <a:off x="8669067" y="5411894"/>
            <a:ext cx="370332" cy="576071"/>
          </a:xfrm>
          <a:prstGeom prst="ellipse">
            <a:avLst/>
          </a:prstGeom>
          <a:solidFill>
            <a:srgbClr val="C15CA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장식"/>
          <p:cNvSpPr/>
          <p:nvPr/>
        </p:nvSpPr>
        <p:spPr>
          <a:xfrm rot="5520000">
            <a:off x="8903496" y="5759449"/>
            <a:ext cx="370332" cy="576071"/>
          </a:xfrm>
          <a:prstGeom prst="ellipse">
            <a:avLst/>
          </a:prstGeom>
          <a:solidFill>
            <a:srgbClr val="F0D1E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" name="장식"/>
          <p:cNvSpPr/>
          <p:nvPr/>
        </p:nvSpPr>
        <p:spPr>
          <a:xfrm rot="9840000">
            <a:off x="8645394" y="6089805"/>
            <a:ext cx="370332" cy="576071"/>
          </a:xfrm>
          <a:prstGeom prst="ellipse">
            <a:avLst/>
          </a:prstGeom>
          <a:solidFill>
            <a:srgbClr val="C15CA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5" name="장식"/>
          <p:cNvSpPr/>
          <p:nvPr/>
        </p:nvSpPr>
        <p:spPr>
          <a:xfrm rot="14160000">
            <a:off x="8251449" y="5946421"/>
            <a:ext cx="370332" cy="576071"/>
          </a:xfrm>
          <a:prstGeom prst="ellipse">
            <a:avLst/>
          </a:prstGeom>
          <a:solidFill>
            <a:srgbClr val="F0D1E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" name="장식"/>
          <p:cNvSpPr/>
          <p:nvPr/>
        </p:nvSpPr>
        <p:spPr>
          <a:xfrm rot="18480000">
            <a:off x="8266080" y="5527449"/>
            <a:ext cx="370332" cy="576071"/>
          </a:xfrm>
          <a:prstGeom prst="ellipse">
            <a:avLst/>
          </a:prstGeom>
          <a:solidFill>
            <a:srgbClr val="C15CA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" name="장식"/>
          <p:cNvSpPr/>
          <p:nvPr/>
        </p:nvSpPr>
        <p:spPr>
          <a:xfrm>
            <a:off x="8608819" y="5911596"/>
            <a:ext cx="246887" cy="246887"/>
          </a:xfrm>
          <a:prstGeom prst="ellipse">
            <a:avLst/>
          </a:prstGeom>
          <a:solidFill>
            <a:srgbClr val="49913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8" name="장식"/>
          <p:cNvSpPr/>
          <p:nvPr/>
        </p:nvSpPr>
        <p:spPr>
          <a:xfrm rot="2400000">
            <a:off x="11786796" y="5700775"/>
            <a:ext cx="311078" cy="483900"/>
          </a:xfrm>
          <a:prstGeom prst="ellipse">
            <a:avLst/>
          </a:prstGeom>
          <a:solidFill>
            <a:srgbClr val="C15CA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9" name="장식"/>
          <p:cNvSpPr/>
          <p:nvPr/>
        </p:nvSpPr>
        <p:spPr>
          <a:xfrm rot="6720000">
            <a:off x="11871989" y="6042465"/>
            <a:ext cx="311078" cy="483900"/>
          </a:xfrm>
          <a:prstGeom prst="ellipse">
            <a:avLst/>
          </a:prstGeom>
          <a:solidFill>
            <a:srgbClr val="F0D1E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0" name="장식"/>
          <p:cNvSpPr/>
          <p:nvPr/>
        </p:nvSpPr>
        <p:spPr>
          <a:xfrm rot="11040000">
            <a:off x="11573348" y="6229077"/>
            <a:ext cx="311078" cy="483900"/>
          </a:xfrm>
          <a:prstGeom prst="ellipse">
            <a:avLst/>
          </a:prstGeom>
          <a:solidFill>
            <a:srgbClr val="C15CA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1" name="장식"/>
          <p:cNvSpPr/>
          <p:nvPr/>
        </p:nvSpPr>
        <p:spPr>
          <a:xfrm rot="15360000">
            <a:off x="11303585" y="6002719"/>
            <a:ext cx="311078" cy="483900"/>
          </a:xfrm>
          <a:prstGeom prst="ellipse">
            <a:avLst/>
          </a:prstGeom>
          <a:solidFill>
            <a:srgbClr val="F0D1E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2" name="장식"/>
          <p:cNvSpPr/>
          <p:nvPr/>
        </p:nvSpPr>
        <p:spPr>
          <a:xfrm rot="19680000">
            <a:off x="11435503" y="5676210"/>
            <a:ext cx="311078" cy="483900"/>
          </a:xfrm>
          <a:prstGeom prst="ellipse">
            <a:avLst/>
          </a:prstGeom>
          <a:solidFill>
            <a:srgbClr val="C15CA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3" name="장식"/>
          <p:cNvSpPr/>
          <p:nvPr/>
        </p:nvSpPr>
        <p:spPr>
          <a:xfrm>
            <a:off x="11646091" y="6068507"/>
            <a:ext cx="207385" cy="207385"/>
          </a:xfrm>
          <a:prstGeom prst="ellipse">
            <a:avLst/>
          </a:prstGeom>
          <a:solidFill>
            <a:srgbClr val="49913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75335" y="1097280"/>
            <a:ext cx="7558851" cy="1463040"/>
          </a:xfrm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05000"/>
              </a:lnSpc>
            </a:pPr>
            <a:r>
              <a:rPr sz="3400" b="1" i="0">
                <a:solidFill>
                  <a:srgbClr val="85326A"/>
                </a:solidFill>
              </a:rPr>
              <a:t>함께해 주셔서 감사합니다</a:t>
            </a:r>
          </a:p>
        </p:txBody>
      </p:sp>
      <p:sp>
        <p:nvSpPr>
          <p:cNvPr id="24" name="한 줄 문구"/>
          <p:cNvSpPr txBox="1"/>
          <p:nvPr/>
        </p:nvSpPr>
        <p:spPr>
          <a:xfrm>
            <a:off x="975335" y="2651760"/>
            <a:ext cx="7315017" cy="82296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l">
              <a:lnSpc>
                <a:spcPct val="115000"/>
              </a:lnSpc>
            </a:pPr>
            <a:r>
              <a:rPr sz="1700" b="0" i="1">
                <a:solidFill>
                  <a:srgbClr val="85326A"/>
                </a:solidFill>
              </a:rPr>
              <a:t>오늘의 축복을 오래도록 간직하겠습니다</a:t>
            </a:r>
          </a:p>
        </p:txBody>
      </p:sp>
      <p:sp>
        <p:nvSpPr>
          <p:cNvPr id="25" name="안내 문구"/>
          <p:cNvSpPr txBox="1"/>
          <p:nvPr/>
        </p:nvSpPr>
        <p:spPr>
          <a:xfrm>
            <a:off x="975335" y="3520439"/>
            <a:ext cx="7315017" cy="91440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l">
              <a:lnSpc>
                <a:spcPct val="115000"/>
              </a:lnSpc>
            </a:pPr>
            <a:r>
              <a:rPr sz="1400" b="0" i="0">
                <a:solidFill>
                  <a:srgbClr val="666666"/>
                </a:solidFill>
              </a:rPr>
              <a:t>신랑 이름 ♥ 신부 이름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결혼식 슬라이드(소개 중심)">
  <a:themeElements>
    <a:clrScheme name="Office">
      <a:dk1>
        <a:sysClr val="windowText" lastClr="000000"/>
      </a:dk1>
      <a:lt1>
        <a:sysClr val="window" lastClr="FFFFFF"/>
      </a:lt1>
      <a:dk2>
        <a:srgbClr val="85326A"/>
      </a:dk2>
      <a:lt2>
        <a:srgbClr val="F9F0F6"/>
      </a:lt2>
      <a:accent1>
        <a:srgbClr val="C15CA0"/>
      </a:accent1>
      <a:accent2>
        <a:srgbClr val="49913B"/>
      </a:accent2>
      <a:accent3>
        <a:srgbClr val="85326A"/>
      </a:accent3>
      <a:accent4>
        <a:srgbClr val="F0D1E5"/>
      </a:accent4>
      <a:accent5>
        <a:srgbClr val="85766E"/>
      </a:accent5>
      <a:accent6>
        <a:srgbClr val="B684A6"/>
      </a:accent6>
      <a:hlink>
        <a:srgbClr val="C15CA0"/>
      </a:hlink>
      <a:folHlink>
        <a:srgbClr val="85326A"/>
      </a:folHlink>
    </a:clrScheme>
    <a:fontScheme name="Office">
      <a:majorFont>
        <a:latin typeface="맑은 고딕"/>
        <a:ea typeface="맑은 고딕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/>
        <a:ea typeface="맑은 고딕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결혼식 슬라이드(소개 중심)</dc:title>
  <dc:subject/>
  <dc:creator>우체국보험 상담 안내</dc:creator>
  <cp:keywords/>
  <dc:description>자유롭게 편집해서 사용하세요.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