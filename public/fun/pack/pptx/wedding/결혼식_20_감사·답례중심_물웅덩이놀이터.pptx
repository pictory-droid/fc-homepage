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5E6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3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작은 답례품을 하나 더 준비했습니다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3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3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감사의 말씀</a:t>
            </a:r>
          </a:p>
        </p:txBody>
      </p:sp>
      <p:sp>
        <p:nvSpPr>
          <p:cNvPr id="6" name="감사 글 칸"/>
          <p:cNvSpPr/>
          <p:nvPr/>
        </p:nvSpPr>
        <p:spPr>
          <a:xfrm>
            <a:off x="640080" y="1783080"/>
            <a:ext cx="10911535" cy="45720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감사 글"/>
          <p:cNvSpPr txBox="1"/>
          <p:nvPr/>
        </p:nvSpPr>
        <p:spPr>
          <a:xfrm>
            <a:off x="1097280" y="214884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답례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FBC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답례품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43525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FBC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방명록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43525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FBC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사진 ·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5E6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3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274349"/>
      </a:dk2>
      <a:lt2>
        <a:srgbClr val="EAFAFD"/>
      </a:lt2>
      <a:accent1>
        <a:srgbClr val="7BD7EA"/>
      </a:accent1>
      <a:accent2>
        <a:srgbClr val="9FBCEF"/>
      </a:accent2>
      <a:accent3>
        <a:srgbClr val="274349"/>
      </a:accent3>
      <a:accent4>
        <a:srgbClr val="D1F3FA"/>
      </a:accent4>
      <a:accent5>
        <a:srgbClr val="8DCAEC"/>
      </a:accent5>
      <a:accent6>
        <a:srgbClr val="7D8E92"/>
      </a:accent6>
      <a:hlink>
        <a:srgbClr val="7BD7EA"/>
      </a:hlink>
      <a:folHlink>
        <a:srgbClr val="2743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