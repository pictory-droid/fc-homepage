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15F45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5F45"/>
                </a:solidFill>
              </a:rPr>
              <a:t>버스는 정류장에서 바로 보입니다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1FA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6C5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45"/>
                </a:solidFill>
              </a:rPr>
              <a:t>신랑 · 신부 소개</a:t>
            </a:r>
          </a:p>
        </p:txBody>
      </p:sp>
      <p:sp>
        <p:nvSpPr>
          <p:cNvPr id="5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D1FAEC"/>
          </a:solidFill>
          <a:ln w="19050">
            <a:solidFill>
              <a:srgbClr val="26C59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45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15F45"/>
                </a:solidFill>
              </a:rPr>
              <a:t>신랑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D1FAEC"/>
          </a:solidFill>
          <a:ln w="19050">
            <a:solidFill>
              <a:srgbClr val="26C59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45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15F45"/>
                </a:solidFill>
              </a:rPr>
              <a:t>신부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1FA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6C5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45"/>
                </a:solidFill>
              </a:rPr>
              <a:t>오시는 길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6035040" cy="4800600"/>
          </a:xfrm>
          <a:prstGeom prst="roundRect">
            <a:avLst>
              <a:gd name="adj" fmla="val 6000"/>
            </a:avLst>
          </a:prstGeom>
          <a:solidFill>
            <a:srgbClr val="D1FAEC"/>
          </a:solidFill>
          <a:ln w="19050">
            <a:solidFill>
              <a:srgbClr val="26C59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15F45"/>
                </a:solidFill>
              </a:rPr>
              <a:t>약도 · 지도를 넣어 주세요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040880" y="1600200"/>
          <a:ext cx="4510735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313913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5F45"/>
                          </a:solidFill>
                        </a:rPr>
                        <a:t>예식장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D1FA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5F45"/>
                          </a:solidFill>
                        </a:rPr>
                        <a:t>주소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D1FA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5F45"/>
                          </a:solidFill>
                        </a:rPr>
                        <a:t>일시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D1FA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EFCF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5F45"/>
                          </a:solidFill>
                        </a:rPr>
                        <a:t>연락처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D1FA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1FA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6C5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45"/>
                </a:solidFill>
              </a:rPr>
              <a:t>교통 안내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EEFCF7"/>
          </a:solidFill>
          <a:ln w="15875">
            <a:solidFill>
              <a:srgbClr val="D1FA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26C59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F45"/>
                </a:solidFill>
              </a:rPr>
              <a:t>지하철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EEFCF7"/>
          </a:solidFill>
          <a:ln w="15875">
            <a:solidFill>
              <a:srgbClr val="D1FA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26C59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F45"/>
                </a:solidFill>
              </a:rPr>
              <a:t>버스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EEFCF7"/>
          </a:solidFill>
          <a:ln w="15875">
            <a:solidFill>
              <a:srgbClr val="D1FA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26C59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F45"/>
                </a:solidFill>
              </a:rPr>
              <a:t>자가용 · 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1FA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6C5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45"/>
                </a:solidFill>
              </a:rPr>
              <a:t>웨딩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FAEC"/>
          </a:solidFill>
          <a:ln w="19050">
            <a:solidFill>
              <a:srgbClr val="26C59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45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FAEC"/>
          </a:solidFill>
          <a:ln w="19050">
            <a:solidFill>
              <a:srgbClr val="26C59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45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FAEC"/>
          </a:solidFill>
          <a:ln w="19050">
            <a:solidFill>
              <a:srgbClr val="26C59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45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FAEC"/>
          </a:solidFill>
          <a:ln w="19050">
            <a:solidFill>
              <a:srgbClr val="26C59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45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FAEC"/>
          </a:solidFill>
          <a:ln w="19050">
            <a:solidFill>
              <a:srgbClr val="26C59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45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FAEC"/>
          </a:solidFill>
          <a:ln w="19050">
            <a:solidFill>
              <a:srgbClr val="26C59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45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15F45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5F45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오시는 길 중심)">
  <a:themeElements>
    <a:clrScheme name="Office">
      <a:dk1>
        <a:sysClr val="windowText" lastClr="000000"/>
      </a:dk1>
      <a:lt1>
        <a:sysClr val="window" lastClr="FFFFFF"/>
      </a:lt1>
      <a:dk2>
        <a:srgbClr val="115F45"/>
      </a:dk2>
      <a:lt2>
        <a:srgbClr val="EEFCF7"/>
      </a:lt2>
      <a:accent1>
        <a:srgbClr val="26C590"/>
      </a:accent1>
      <a:accent2>
        <a:srgbClr val="209DB6"/>
      </a:accent2>
      <a:accent3>
        <a:srgbClr val="115F45"/>
      </a:accent3>
      <a:accent4>
        <a:srgbClr val="D1FAEC"/>
      </a:accent4>
      <a:accent5>
        <a:srgbClr val="23B1A3"/>
      </a:accent5>
      <a:accent6>
        <a:srgbClr val="709F8F"/>
      </a:accent6>
      <a:hlink>
        <a:srgbClr val="26C590"/>
      </a:hlink>
      <a:folHlink>
        <a:srgbClr val="115F45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