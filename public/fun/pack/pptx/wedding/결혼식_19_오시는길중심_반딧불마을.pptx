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509522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0370041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0966056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8517029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0732199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0694079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0442192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705432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두 사람이 하나 되는 날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853418" y="3611880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반딧불 같은 사랑으로 어둠도 환하게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853418" y="448056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2026.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신랑 · 신부 소개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신랑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신부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오시는 길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0080" y="1600200"/>
            <a:ext cx="6035040" cy="480060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43D30"/>
                </a:solidFill>
              </a:rPr>
              <a:t>약도 · 지도를 넣어 주세요</a:t>
            </a:r>
          </a:p>
        </p:txBody>
      </p:sp>
      <p:graphicFrame>
        <p:nvGraphicFramePr>
          <p:cNvPr id="12" name="표"/>
          <p:cNvGraphicFramePr>
            <a:graphicFrameLocks noGrp="1"/>
          </p:cNvGraphicFramePr>
          <p:nvPr/>
        </p:nvGraphicFramePr>
        <p:xfrm>
          <a:off x="7040880" y="160020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교통 안내</a:t>
            </a:r>
          </a:p>
        </p:txBody>
      </p:sp>
      <p:sp>
        <p:nvSpPr>
          <p:cNvPr id="11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지하철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5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버스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9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자가용 · 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웨딩 사진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1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2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3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4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5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509522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0370041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0966056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8517029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0732199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0694079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0442192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705432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3D30"/>
                </a:solidFill>
              </a:rPr>
              <a:t>함께해 주셔서 감사합니다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853418" y="3611880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오늘의 축복을 오래도록 간직하겠습니다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853418" y="448056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