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D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버스는 정류장에서 바로 보입니다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E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E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오시는 길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6035040" cy="457200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약도 · 지도를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7040880" y="178308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3E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교통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7BEAC5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E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지하철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7BEAC5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E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버스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EAF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7BEAC5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493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E"/>
                </a:solidFill>
              </a:rPr>
              <a:t>자가용 · 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A5F3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D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27493E"/>
      </a:dk2>
      <a:lt2>
        <a:srgbClr val="EAFDF7"/>
      </a:lt2>
      <a:accent1>
        <a:srgbClr val="7BEAC5"/>
      </a:accent1>
      <a:accent2>
        <a:srgbClr val="9FE5EF"/>
      </a:accent2>
      <a:accent3>
        <a:srgbClr val="27493E"/>
      </a:accent3>
      <a:accent4>
        <a:srgbClr val="D1FAEC"/>
      </a:accent4>
      <a:accent5>
        <a:srgbClr val="8DE8DA"/>
      </a:accent5>
      <a:accent6>
        <a:srgbClr val="7D928B"/>
      </a:accent6>
      <a:hlink>
        <a:srgbClr val="7BEAC5"/>
      </a:hlink>
      <a:folHlink>
        <a:srgbClr val="2749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