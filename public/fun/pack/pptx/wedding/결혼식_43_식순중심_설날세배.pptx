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31920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31920"/>
                </a:solidFill>
              </a:rPr>
              <a:t>겨울이라 실내에서만 진행합니다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042083" y="1554480"/>
            <a:ext cx="2194560" cy="2194560"/>
          </a:xfrm>
          <a:prstGeom prst="ellipse">
            <a:avLst/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7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31920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297679"/>
            <a:ext cx="4815687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955051" y="1554480"/>
            <a:ext cx="2194560" cy="2194560"/>
          </a:xfrm>
          <a:prstGeom prst="ellipse">
            <a:avLst/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384047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31920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297679"/>
            <a:ext cx="4815687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식순 안내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5339913"/>
                <a:gridCol w="3559942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순서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31920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하객 맞이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31920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신랑 · 신부 입장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31920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혼인 서약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31920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축가 · 감사 인사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31920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기념 촬영 · 식사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하객 안내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554480"/>
            <a:ext cx="3484778" cy="4389120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5875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3736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주차 안내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3210458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554480"/>
            <a:ext cx="3484778" cy="4389120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5875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3736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식사 안내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554480"/>
            <a:ext cx="3484778" cy="4389120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5875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3736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기념 촬영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17520"/>
            <a:ext cx="3210458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431920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31920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식순 중심)">
  <a:themeElements>
    <a:clrScheme name="Office">
      <a:dk1>
        <a:sysClr val="windowText" lastClr="000000"/>
      </a:dk1>
      <a:lt1>
        <a:sysClr val="window" lastClr="FFFFFF"/>
      </a:lt1>
      <a:dk2>
        <a:srgbClr val="431920"/>
      </a:dk2>
      <a:lt2>
        <a:srgbClr val="F9F0F2"/>
      </a:lt2>
      <a:accent1>
        <a:srgbClr val="8D3443"/>
      </a:accent1>
      <a:accent2>
        <a:srgbClr val="3B9158"/>
      </a:accent2>
      <a:accent3>
        <a:srgbClr val="431920"/>
      </a:accent3>
      <a:accent4>
        <a:srgbClr val="F0D1D6"/>
      </a:accent4>
      <a:accent5>
        <a:srgbClr val="64624E"/>
      </a:accent5>
      <a:accent6>
        <a:srgbClr val="8E7579"/>
      </a:accent6>
      <a:hlink>
        <a:srgbClr val="8D3443"/>
      </a:hlink>
      <a:folHlink>
        <a:srgbClr val="43192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