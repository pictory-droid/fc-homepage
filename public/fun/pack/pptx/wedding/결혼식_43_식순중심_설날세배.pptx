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31920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겨울이라 실내에서만 진행합니다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31920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55448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D3443"/>
                      </a:solidFill>
                      <a:prstDash val="solid"/>
                    </a:lnL>
                    <a:lnR w="9525" cap="flat" cmpd="sng" algn="ctr">
                      <a:solidFill>
                        <a:srgbClr val="8D3443"/>
                      </a:solidFill>
                      <a:prstDash val="solid"/>
                    </a:lnR>
                    <a:lnT w="9525" cap="flat" cmpd="sng" algn="ctr">
                      <a:solidFill>
                        <a:srgbClr val="8D3443"/>
                      </a:solidFill>
                      <a:prstDash val="solid"/>
                    </a:lnT>
                    <a:lnB w="9525" cap="flat" cmpd="sng" algn="ctr">
                      <a:solidFill>
                        <a:srgbClr val="8D3443"/>
                      </a:solidFill>
                      <a:prstDash val="solid"/>
                    </a:lnB>
                    <a:solidFill>
                      <a:srgbClr val="8D344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9F0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3192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0D1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D6"/>
                      </a:solidFill>
                      <a:prstDash val="solid"/>
                    </a:lnL>
                    <a:lnR w="9525" cap="flat" cmpd="sng" algn="ctr">
                      <a:solidFill>
                        <a:srgbClr val="F0D1D6"/>
                      </a:solidFill>
                      <a:prstDash val="solid"/>
                    </a:lnR>
                    <a:lnT w="9525" cap="flat" cmpd="sng" algn="ctr">
                      <a:solidFill>
                        <a:srgbClr val="F0D1D6"/>
                      </a:solidFill>
                      <a:prstDash val="solid"/>
                    </a:lnT>
                    <a:lnB w="9525" cap="flat" cmpd="sng" algn="ctr">
                      <a:solidFill>
                        <a:srgbClr val="F0D1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554480"/>
            <a:ext cx="3484778" cy="4389120"/>
          </a:xfrm>
          <a:prstGeom prst="roundRect">
            <a:avLst>
              <a:gd name="adj" fmla="val 8000"/>
            </a:avLst>
          </a:prstGeom>
          <a:solidFill>
            <a:srgbClr val="F9F0F2"/>
          </a:solidFill>
          <a:ln w="15875">
            <a:solidFill>
              <a:srgbClr val="F0D1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8D344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31920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175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0D1D6"/>
          </a:solidFill>
          <a:ln w="19050">
            <a:solidFill>
              <a:srgbClr val="8D344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3192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3192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31920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