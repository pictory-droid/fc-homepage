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274320" y="4251960"/>
            <a:ext cx="12740335" cy="274320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274320" y="5074920"/>
            <a:ext cx="12740335" cy="23317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8543294" y="1234440"/>
            <a:ext cx="822959" cy="137160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8749034" y="109728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8749034" y="260604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9585710" y="1728216"/>
            <a:ext cx="822959" cy="1152144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9791450" y="1591056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9791450" y="288036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0628126" y="1234440"/>
            <a:ext cx="822959" cy="137160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0833866" y="109728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0833866" y="260604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335" y="1371600"/>
            <a:ext cx="7558851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31920"/>
                </a:solidFill>
              </a:rPr>
              <a:t>두 사람이 하나 되는 날</a:t>
            </a:r>
          </a:p>
        </p:txBody>
      </p:sp>
      <p:sp>
        <p:nvSpPr>
          <p:cNvPr id="14" name="한 줄 문구"/>
          <p:cNvSpPr txBox="1"/>
          <p:nvPr/>
        </p:nvSpPr>
        <p:spPr>
          <a:xfrm>
            <a:off x="975335" y="292608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새해 첫날, 부부가 되었습니다</a:t>
            </a:r>
          </a:p>
        </p:txBody>
      </p:sp>
      <p:sp>
        <p:nvSpPr>
          <p:cNvPr id="15" name="안내 문구"/>
          <p:cNvSpPr txBox="1"/>
          <p:nvPr/>
        </p:nvSpPr>
        <p:spPr>
          <a:xfrm>
            <a:off x="975335" y="379476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2026.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89920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865358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865358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72139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247577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247577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54358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629796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629796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신랑 · 신부 소개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2042083" y="1554480"/>
            <a:ext cx="2194560" cy="2194560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신랑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7955051" y="1554480"/>
            <a:ext cx="2194560" cy="2194560"/>
          </a:xfrm>
          <a:prstGeom prst="ellipse">
            <a:avLst/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384047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31920"/>
                </a:solidFill>
              </a:rPr>
              <a:t>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4487" y="4297679"/>
            <a:ext cx="48156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89920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865358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865358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72139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247577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247577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54358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629796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629796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식순 안내</a:t>
            </a:r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640080" y="1554480"/>
          <a:ext cx="1091153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339913"/>
                <a:gridCol w="3559942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D3443"/>
                      </a:solidFill>
                      <a:prstDash val="solid"/>
                    </a:lnL>
                    <a:lnR w="9525" cap="flat" cmpd="sng" algn="ctr">
                      <a:solidFill>
                        <a:srgbClr val="8D3443"/>
                      </a:solidFill>
                      <a:prstDash val="solid"/>
                    </a:lnR>
                    <a:lnT w="9525" cap="flat" cmpd="sng" algn="ctr">
                      <a:solidFill>
                        <a:srgbClr val="8D3443"/>
                      </a:solidFill>
                      <a:prstDash val="solid"/>
                    </a:lnT>
                    <a:lnB w="9525" cap="flat" cmpd="sng" algn="ctr">
                      <a:solidFill>
                        <a:srgbClr val="8D3443"/>
                      </a:solidFill>
                      <a:prstDash val="solid"/>
                    </a:lnB>
                    <a:solidFill>
                      <a:srgbClr val="8D34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9F0F2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31920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0D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D6"/>
                      </a:solidFill>
                      <a:prstDash val="solid"/>
                    </a:lnL>
                    <a:lnR w="9525" cap="flat" cmpd="sng" algn="ctr">
                      <a:solidFill>
                        <a:srgbClr val="F0D1D6"/>
                      </a:solidFill>
                      <a:prstDash val="solid"/>
                    </a:lnR>
                    <a:lnT w="9525" cap="flat" cmpd="sng" algn="ctr">
                      <a:solidFill>
                        <a:srgbClr val="F0D1D6"/>
                      </a:solidFill>
                      <a:prstDash val="solid"/>
                    </a:lnT>
                    <a:lnB w="9525" cap="flat" cmpd="sng" algn="ctr">
                      <a:solidFill>
                        <a:srgbClr val="F0D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89920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865358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865358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72139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247577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247577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54358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629796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629796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하객 안내</a:t>
            </a:r>
          </a:p>
        </p:txBody>
      </p:sp>
      <p:sp>
        <p:nvSpPr>
          <p:cNvPr id="14" name="카드 1"/>
          <p:cNvSpPr/>
          <p:nvPr/>
        </p:nvSpPr>
        <p:spPr>
          <a:xfrm>
            <a:off x="640080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주차 안내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8" name="카드 2"/>
          <p:cNvSpPr/>
          <p:nvPr/>
        </p:nvSpPr>
        <p:spPr>
          <a:xfrm>
            <a:off x="4353458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2"/>
          <p:cNvSpPr/>
          <p:nvPr/>
        </p:nvSpPr>
        <p:spPr>
          <a:xfrm>
            <a:off x="4536338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0618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식사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0618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22" name="카드 3"/>
          <p:cNvSpPr/>
          <p:nvPr/>
        </p:nvSpPr>
        <p:spPr>
          <a:xfrm>
            <a:off x="8066836" y="1554480"/>
            <a:ext cx="3484778" cy="4389120"/>
          </a:xfrm>
          <a:prstGeom prst="roundRect">
            <a:avLst>
              <a:gd name="adj" fmla="val 8000"/>
            </a:avLst>
          </a:prstGeom>
          <a:solidFill>
            <a:srgbClr val="F9F0F2"/>
          </a:solidFill>
          <a:ln w="15875">
            <a:solidFill>
              <a:srgbClr val="F0D1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3"/>
          <p:cNvSpPr/>
          <p:nvPr/>
        </p:nvSpPr>
        <p:spPr>
          <a:xfrm>
            <a:off x="8249716" y="1737360"/>
            <a:ext cx="457200" cy="45720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3996" y="23317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31920"/>
                </a:solidFill>
              </a:rPr>
              <a:t>기념 촬영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3996" y="3017520"/>
            <a:ext cx="3210458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789920" y="525780"/>
            <a:ext cx="301752" cy="50292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0865358" y="475487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865358" y="1028700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172139" y="706831"/>
            <a:ext cx="301752" cy="422452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247577" y="656539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247577" y="1129284"/>
            <a:ext cx="150876" cy="50292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54358" y="525780"/>
            <a:ext cx="301752" cy="50292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629796" y="475487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629796" y="1028700"/>
            <a:ext cx="150876" cy="50292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31920"/>
                </a:solidFill>
              </a:rPr>
              <a:t>웨딩 사진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1</a:t>
            </a:r>
          </a:p>
        </p:txBody>
      </p:sp>
      <p:sp>
        <p:nvSpPr>
          <p:cNvPr id="15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2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3</a:t>
            </a:r>
          </a:p>
        </p:txBody>
      </p:sp>
      <p:sp>
        <p:nvSpPr>
          <p:cNvPr id="17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4</a:t>
            </a:r>
          </a:p>
        </p:txBody>
      </p:sp>
      <p:sp>
        <p:nvSpPr>
          <p:cNvPr id="18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5</a:t>
            </a:r>
          </a:p>
        </p:txBody>
      </p:sp>
      <p:sp>
        <p:nvSpPr>
          <p:cNvPr id="19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F0D1D6"/>
          </a:solidFill>
          <a:ln w="19050">
            <a:solidFill>
              <a:srgbClr val="8D344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3192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274320" y="4251960"/>
            <a:ext cx="12740335" cy="2743200"/>
          </a:xfrm>
          <a:prstGeom prst="wav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274320" y="5074920"/>
            <a:ext cx="12740335" cy="2331720"/>
          </a:xfrm>
          <a:prstGeom prst="wav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8543294" y="1234440"/>
            <a:ext cx="822959" cy="1371600"/>
          </a:xfrm>
          <a:prstGeom prst="round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8749034" y="109728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8749034" y="260604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9585710" y="1728216"/>
            <a:ext cx="822959" cy="1152144"/>
          </a:xfrm>
          <a:prstGeom prst="roundRect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9791450" y="1591056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9791450" y="2880360"/>
            <a:ext cx="411479" cy="13716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0628126" y="1234440"/>
            <a:ext cx="822959" cy="1371600"/>
          </a:xfrm>
          <a:prstGeom prst="round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0833866" y="109728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0833866" y="2606040"/>
            <a:ext cx="411479" cy="13716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335" y="1371600"/>
            <a:ext cx="7558851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31920"/>
                </a:solidFill>
              </a:rPr>
              <a:t>함께해 주셔서 감사합니다</a:t>
            </a:r>
          </a:p>
        </p:txBody>
      </p:sp>
      <p:sp>
        <p:nvSpPr>
          <p:cNvPr id="14" name="한 줄 문구"/>
          <p:cNvSpPr txBox="1"/>
          <p:nvPr/>
        </p:nvSpPr>
        <p:spPr>
          <a:xfrm>
            <a:off x="975335" y="2926080"/>
            <a:ext cx="731501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31920"/>
                </a:solidFill>
              </a:rPr>
              <a:t>오늘의 축복을 오래도록 간직하겠습니다</a:t>
            </a:r>
          </a:p>
        </p:txBody>
      </p:sp>
      <p:sp>
        <p:nvSpPr>
          <p:cNvPr id="15" name="안내 문구"/>
          <p:cNvSpPr txBox="1"/>
          <p:nvPr/>
        </p:nvSpPr>
        <p:spPr>
          <a:xfrm>
            <a:off x="975335" y="3794760"/>
            <a:ext cx="731501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431920"/>
      </a:dk2>
      <a:lt2>
        <a:srgbClr val="F9F0F2"/>
      </a:lt2>
      <a:accent1>
        <a:srgbClr val="8D3443"/>
      </a:accent1>
      <a:accent2>
        <a:srgbClr val="3B9158"/>
      </a:accent2>
      <a:accent3>
        <a:srgbClr val="431920"/>
      </a:accent3>
      <a:accent4>
        <a:srgbClr val="F0D1D6"/>
      </a:accent4>
      <a:accent5>
        <a:srgbClr val="64624E"/>
      </a:accent5>
      <a:accent6>
        <a:srgbClr val="8E7579"/>
      </a:accent6>
      <a:hlink>
        <a:srgbClr val="8D3443"/>
      </a:hlink>
      <a:folHlink>
        <a:srgbClr val="43192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