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5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AD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2D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식은 실내에서만 진행합니다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7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2D"/>
                </a:solidFill>
              </a:rPr>
              <a:t>신랑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2D"/>
                </a:solidFill>
              </a:rPr>
              <a:t>신부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AD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주차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AD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식사 안내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60020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AD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기념 촬영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D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5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AD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2D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BECEF"/>
      </a:lt2>
      <a:accent1>
        <a:srgbClr val="E198A4"/>
      </a:accent1>
      <a:accent2>
        <a:srgbClr val="EAC7B8"/>
      </a:accent2>
      <a:accent3>
        <a:srgbClr val="49272D"/>
      </a:accent3>
      <a:accent4>
        <a:srgbClr val="F6D5DA"/>
      </a:accent4>
      <a:accent5>
        <a:srgbClr val="E6B0AE"/>
      </a:accent5>
      <a:accent6>
        <a:srgbClr val="927D81"/>
      </a:accent6>
      <a:hlink>
        <a:srgbClr val="E198A4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