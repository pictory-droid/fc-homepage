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3D15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3D15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3D15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감사의 말씀</a:t>
            </a:r>
          </a:p>
        </p:txBody>
      </p:sp>
      <p:sp>
        <p:nvSpPr>
          <p:cNvPr id="4" name="감사 글 칸"/>
          <p:cNvSpPr/>
          <p:nvPr/>
        </p:nvSpPr>
        <p:spPr>
          <a:xfrm>
            <a:off x="640080" y="1645920"/>
            <a:ext cx="10911535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2700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감사 글"/>
          <p:cNvSpPr txBox="1"/>
          <p:nvPr/>
        </p:nvSpPr>
        <p:spPr>
          <a:xfrm>
            <a:off x="1097280" y="2011680"/>
            <a:ext cx="9997135" cy="4023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답례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답례품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방명록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사진 · 영상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3D15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