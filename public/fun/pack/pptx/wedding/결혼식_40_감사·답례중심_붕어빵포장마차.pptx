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3D15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3D15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신랑 · 신부 소개</a:t>
            </a:r>
          </a:p>
        </p:txBody>
      </p:sp>
      <p:sp>
        <p:nvSpPr>
          <p:cNvPr id="4" name="사진 자리"/>
          <p:cNvSpPr/>
          <p:nvPr/>
        </p:nvSpPr>
        <p:spPr>
          <a:xfrm>
            <a:off x="1950643" y="1645920"/>
            <a:ext cx="2377440" cy="2377440"/>
          </a:xfrm>
          <a:prstGeom prst="ellipse">
            <a:avLst/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3D15"/>
                </a:solidFill>
              </a:rPr>
              <a:t>신랑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863611" y="1645920"/>
            <a:ext cx="2377440" cy="2377440"/>
          </a:xfrm>
          <a:prstGeom prst="ellipse">
            <a:avLst/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3D15"/>
                </a:solidFill>
              </a:rPr>
              <a:t>신부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감사의 말씀</a:t>
            </a:r>
          </a:p>
        </p:txBody>
      </p:sp>
      <p:sp>
        <p:nvSpPr>
          <p:cNvPr id="4" name="감사 글 칸"/>
          <p:cNvSpPr/>
          <p:nvPr/>
        </p:nvSpPr>
        <p:spPr>
          <a:xfrm>
            <a:off x="640080" y="1645920"/>
            <a:ext cx="10911535" cy="47548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감사 글"/>
          <p:cNvSpPr txBox="1"/>
          <p:nvPr/>
        </p:nvSpPr>
        <p:spPr>
          <a:xfrm>
            <a:off x="1097280" y="2011680"/>
            <a:ext cx="9997135" cy="4023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 와 주셔서 고맙습니다.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마음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잘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답례 안내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답례품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방명록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45920"/>
            <a:ext cx="3484778" cy="47548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사진 · 영상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108960"/>
            <a:ext cx="3210458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웨딩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B3D15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3D15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5B3D15"/>
      </a:dk2>
      <a:lt2>
        <a:srgbClr val="FBF6EE"/>
      </a:lt2>
      <a:accent1>
        <a:srgbClr val="AE7429"/>
      </a:accent1>
      <a:accent2>
        <a:srgbClr val="3B8B91"/>
      </a:accent2>
      <a:accent3>
        <a:srgbClr val="5B3D15"/>
      </a:accent3>
      <a:accent4>
        <a:srgbClr val="F5E3CC"/>
      </a:accent4>
      <a:accent5>
        <a:srgbClr val="74805D"/>
      </a:accent5>
      <a:accent6>
        <a:srgbClr val="9D8B73"/>
      </a:accent6>
      <a:hlink>
        <a:srgbClr val="AE7429"/>
      </a:hlink>
      <a:folHlink>
        <a:srgbClr val="5B3D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