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길이 막히니 조금 일찍 나서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오시는 길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6035040" cy="46177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5E88"/>
                </a:solidFill>
              </a:rPr>
              <a:t>약도 · 지도를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132320" y="1600200"/>
          <a:ext cx="432785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교통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지하철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자가용 · 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A5E8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