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A5E88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A5E88"/>
                </a:solidFill>
              </a:rPr>
              <a:t>길이 막히니 조금 일찍 나서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5E88"/>
                </a:solidFill>
              </a:rPr>
              <a:t>신랑 · 신부 소개</a:t>
            </a:r>
          </a:p>
        </p:txBody>
      </p:sp>
      <p:sp>
        <p:nvSpPr>
          <p:cNvPr id="4" name="사진 자리"/>
          <p:cNvSpPr/>
          <p:nvPr/>
        </p:nvSpPr>
        <p:spPr>
          <a:xfrm>
            <a:off x="2030653" y="1600200"/>
            <a:ext cx="2308860" cy="2308860"/>
          </a:xfrm>
          <a:prstGeom prst="ellipse">
            <a:avLst/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00500"/>
            <a:ext cx="490712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A5E88"/>
                </a:solidFill>
              </a:rPr>
              <a:t>신랑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57700"/>
            <a:ext cx="472424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852181" y="1600200"/>
            <a:ext cx="2308860" cy="2308860"/>
          </a:xfrm>
          <a:prstGeom prst="ellipse">
            <a:avLst/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4000500"/>
            <a:ext cx="490712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A5E88"/>
                </a:solidFill>
              </a:rPr>
              <a:t>신부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4487" y="4457700"/>
            <a:ext cx="472424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5E88"/>
                </a:solidFill>
              </a:rPr>
              <a:t>오시는 길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6035040" cy="4617720"/>
          </a:xfrm>
          <a:prstGeom prst="roundRect">
            <a:avLst>
              <a:gd name="adj" fmla="val 6000"/>
            </a:avLst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A5E88"/>
                </a:solidFill>
              </a:rPr>
              <a:t>약도 · 지도를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132320" y="1600200"/>
          <a:ext cx="4327855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95625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A5E88"/>
                          </a:solidFill>
                        </a:rPr>
                        <a:t>예식장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A5E88"/>
                          </a:solidFill>
                        </a:rPr>
                        <a:t>주소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A5E88"/>
                          </a:solidFill>
                        </a:rPr>
                        <a:t>일시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A5E88"/>
                          </a:solidFill>
                        </a:rPr>
                        <a:t>연락처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FEE"/>
                      </a:solidFill>
                      <a:prstDash val="solid"/>
                    </a:lnL>
                    <a:lnR w="9525" cap="flat" cmpd="sng" algn="ctr">
                      <a:solidFill>
                        <a:srgbClr val="D3DFEE"/>
                      </a:solidFill>
                      <a:prstDash val="solid"/>
                    </a:lnR>
                    <a:lnT w="9525" cap="flat" cmpd="sng" algn="ctr">
                      <a:solidFill>
                        <a:srgbClr val="D3DFEE"/>
                      </a:solidFill>
                      <a:prstDash val="solid"/>
                    </a:lnT>
                    <a:lnB w="9525" cap="flat" cmpd="sng" algn="ctr">
                      <a:solidFill>
                        <a:srgbClr val="D3DF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5E88"/>
                </a:solidFill>
              </a:rPr>
              <a:t>교통 안내</a:t>
            </a:r>
          </a:p>
        </p:txBody>
      </p:sp>
      <p:sp>
        <p:nvSpPr>
          <p:cNvPr id="4" name="카드 1"/>
          <p:cNvSpPr/>
          <p:nvPr/>
        </p:nvSpPr>
        <p:spPr>
          <a:xfrm>
            <a:off x="731520" y="1600200"/>
            <a:ext cx="3423818" cy="4617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D3DF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rgbClr val="6991B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5E88"/>
                </a:solidFill>
              </a:rPr>
              <a:t>지하철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3149498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83938" y="1600200"/>
            <a:ext cx="3423818" cy="4617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D3DF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66818" y="1783080"/>
            <a:ext cx="457200" cy="457200"/>
          </a:xfrm>
          <a:prstGeom prst="ellipse">
            <a:avLst/>
          </a:prstGeom>
          <a:solidFill>
            <a:srgbClr val="6991B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1098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5E88"/>
                </a:solidFill>
              </a:rPr>
              <a:t>버스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3063240"/>
            <a:ext cx="3149498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36356" y="1600200"/>
            <a:ext cx="3423818" cy="4617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5875">
            <a:solidFill>
              <a:srgbClr val="D3DF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19236" y="1783080"/>
            <a:ext cx="457200" cy="457200"/>
          </a:xfrm>
          <a:prstGeom prst="ellipse">
            <a:avLst/>
          </a:prstGeom>
          <a:solidFill>
            <a:srgbClr val="6991B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3516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A5E88"/>
                </a:solidFill>
              </a:rPr>
              <a:t>자가용 · 주차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3516" y="3063240"/>
            <a:ext cx="3149498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991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A5E88"/>
                </a:solidFill>
              </a:rPr>
              <a:t>웨딩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68698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05876" y="16002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31520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68698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05876" y="4000500"/>
            <a:ext cx="3454298" cy="2217420"/>
          </a:xfrm>
          <a:prstGeom prst="roundRect">
            <a:avLst>
              <a:gd name="adj" fmla="val 6000"/>
            </a:avLst>
          </a:prstGeom>
          <a:solidFill>
            <a:srgbClr val="D3DFEE"/>
          </a:solidFill>
          <a:ln w="19050">
            <a:solidFill>
              <a:srgbClr val="6991BF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A5E88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3A5E88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A5E88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오시는 길 중심)">
  <a:themeElements>
    <a:clrScheme name="Office">
      <a:dk1>
        <a:sysClr val="windowText" lastClr="000000"/>
      </a:dk1>
      <a:lt1>
        <a:sysClr val="window" lastClr="FFFFFF"/>
      </a:lt1>
      <a:dk2>
        <a:srgbClr val="3A5E88"/>
      </a:dk2>
      <a:lt2>
        <a:srgbClr val="F1F5F9"/>
      </a:lt2>
      <a:accent1>
        <a:srgbClr val="6991BF"/>
      </a:accent1>
      <a:accent2>
        <a:srgbClr val="8F403D"/>
      </a:accent2>
      <a:accent3>
        <a:srgbClr val="3A5E88"/>
      </a:accent3>
      <a:accent4>
        <a:srgbClr val="D3DFEE"/>
      </a:accent4>
      <a:accent5>
        <a:srgbClr val="7C687E"/>
      </a:accent5>
      <a:accent6>
        <a:srgbClr val="899EB8"/>
      </a:accent6>
      <a:hlink>
        <a:srgbClr val="6991BF"/>
      </a:hlink>
      <a:folHlink>
        <a:srgbClr val="3A5E8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