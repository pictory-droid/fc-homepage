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A6D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F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친구 소개로 만나 몇 해를 걸었습니다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athPlus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600200"/>
            <a:ext cx="2286000" cy="2286000"/>
          </a:xfrm>
          <a:prstGeom prst="ellipse">
            <a:avLst/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F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600200"/>
            <a:ext cx="2286000" cy="2286000"/>
          </a:xfrm>
          <a:prstGeom prst="ellipse">
            <a:avLst/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F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athPlus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우리의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AD1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ED97D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D97D3"/>
                </a:solidFill>
              </a:rPr>
              <a:t>처음 만난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첫 만남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어디에서 어떻게?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ED97D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D97D3"/>
                </a:solidFill>
              </a:rPr>
              <a:t>첫 데이트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설레던 하루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무엇을 했나요?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ED97D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D97D3"/>
                </a:solidFill>
              </a:rPr>
              <a:t>프러포즈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평생을 약속하다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이야기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ED97D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D97D3"/>
                </a:solidFill>
              </a:rPr>
              <a:t>결혼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athPlus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우리의 첫 번째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첫 여행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어디였나요?</a:t>
            </a:r>
          </a:p>
        </p:txBody>
      </p:sp>
      <p:sp>
        <p:nvSpPr>
          <p:cNvPr id="10" name="카드 2"/>
          <p:cNvSpPr/>
          <p:nvPr/>
        </p:nvSpPr>
        <p:spPr>
          <a:xfrm>
            <a:off x="3425113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3607993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첫 선물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273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무엇이었나요?</a:t>
            </a:r>
          </a:p>
        </p:txBody>
      </p:sp>
      <p:sp>
        <p:nvSpPr>
          <p:cNvPr id="14" name="카드 3"/>
          <p:cNvSpPr/>
          <p:nvPr/>
        </p:nvSpPr>
        <p:spPr>
          <a:xfrm>
            <a:off x="6210147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6393027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첫 다툼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어떻게 풀었나요?</a:t>
            </a:r>
          </a:p>
        </p:txBody>
      </p:sp>
      <p:sp>
        <p:nvSpPr>
          <p:cNvPr id="18" name="카드 4"/>
          <p:cNvSpPr/>
          <p:nvPr/>
        </p:nvSpPr>
        <p:spPr>
          <a:xfrm>
            <a:off x="8995181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/>
          <p:nvPr/>
        </p:nvSpPr>
        <p:spPr>
          <a:xfrm>
            <a:off x="9178061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첫 약속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2341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athPlus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A6D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F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49273F"/>
      </a:dk2>
      <a:lt2>
        <a:srgbClr val="FDEAF7"/>
      </a:lt2>
      <a:accent1>
        <a:srgbClr val="ED97D3"/>
      </a:accent1>
      <a:accent2>
        <a:srgbClr val="F3BAC7"/>
      </a:accent2>
      <a:accent3>
        <a:srgbClr val="49273F"/>
      </a:accent3>
      <a:accent4>
        <a:srgbClr val="FAD1EE"/>
      </a:accent4>
      <a:accent5>
        <a:srgbClr val="F0A8CD"/>
      </a:accent5>
      <a:accent6>
        <a:srgbClr val="927D8C"/>
      </a:accent6>
      <a:hlink>
        <a:srgbClr val="ED97D3"/>
      </a:hlink>
      <a:folHlink>
        <a:srgbClr val="4927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