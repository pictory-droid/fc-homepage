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1285B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1285B"/>
                </a:solidFill>
              </a:rPr>
              <a:t>친구 소개로 만나 몇 해를 걸었습니다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1D0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BD42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285B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2042083" y="1554480"/>
            <a:ext cx="2194560" cy="2194560"/>
          </a:xfrm>
          <a:prstGeom prst="ellipse">
            <a:avLst/>
          </a:prstGeom>
          <a:solidFill>
            <a:srgbClr val="F1D0E7"/>
          </a:solidFill>
          <a:ln w="19050">
            <a:solidFill>
              <a:srgbClr val="BD429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285B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7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1285B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297679"/>
            <a:ext cx="4815687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955051" y="1554480"/>
            <a:ext cx="2194560" cy="2194560"/>
          </a:xfrm>
          <a:prstGeom prst="ellipse">
            <a:avLst/>
          </a:prstGeom>
          <a:solidFill>
            <a:srgbClr val="F1D0E7"/>
          </a:solidFill>
          <a:ln w="19050">
            <a:solidFill>
              <a:srgbClr val="BD429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285B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047" y="384047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1285B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4297679"/>
            <a:ext cx="4815687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1D0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BD42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285B"/>
                </a:solidFill>
              </a:rPr>
              <a:t>우리의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291840"/>
            <a:ext cx="10911535" cy="54864"/>
          </a:xfrm>
          <a:prstGeom prst="rect">
            <a:avLst/>
          </a:prstGeom>
          <a:solidFill>
            <a:srgbClr val="F1D0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08960"/>
            <a:ext cx="402336" cy="402336"/>
          </a:xfrm>
          <a:prstGeom prst="ellipse">
            <a:avLst/>
          </a:prstGeom>
          <a:solidFill>
            <a:srgbClr val="BD429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BD4298"/>
                </a:solidFill>
              </a:rPr>
              <a:t>처음 만난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1285B"/>
                </a:solidFill>
              </a:rPr>
              <a:t>첫 만남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어디에서 어떻게?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08960"/>
            <a:ext cx="402336" cy="402336"/>
          </a:xfrm>
          <a:prstGeom prst="ellipse">
            <a:avLst/>
          </a:prstGeom>
          <a:solidFill>
            <a:srgbClr val="BD429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BD4298"/>
                </a:solidFill>
              </a:rPr>
              <a:t>첫 데이트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1285B"/>
                </a:solidFill>
              </a:rPr>
              <a:t>설레던 하루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무엇을 했나요?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08960"/>
            <a:ext cx="402336" cy="402336"/>
          </a:xfrm>
          <a:prstGeom prst="ellipse">
            <a:avLst/>
          </a:prstGeom>
          <a:solidFill>
            <a:srgbClr val="BD429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BD4298"/>
                </a:solidFill>
              </a:rPr>
              <a:t>프러포즈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1285B"/>
                </a:solidFill>
              </a:rPr>
              <a:t>평생을 약속하다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이야기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08960"/>
            <a:ext cx="402336" cy="402336"/>
          </a:xfrm>
          <a:prstGeom prst="ellipse">
            <a:avLst/>
          </a:prstGeom>
          <a:solidFill>
            <a:srgbClr val="BD429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BD4298"/>
                </a:solidFill>
              </a:rPr>
              <a:t>결혼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1285B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함께 시작합니다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1D0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BD42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285B"/>
                </a:solidFill>
              </a:rPr>
              <a:t>우리의 첫 번째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554480"/>
            <a:ext cx="2556433" cy="4389120"/>
          </a:xfrm>
          <a:prstGeom prst="roundRect">
            <a:avLst>
              <a:gd name="adj" fmla="val 8000"/>
            </a:avLst>
          </a:prstGeom>
          <a:solidFill>
            <a:srgbClr val="FAF0F7"/>
          </a:solidFill>
          <a:ln w="15875">
            <a:solidFill>
              <a:srgbClr val="F1D0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37360"/>
            <a:ext cx="457200" cy="457200"/>
          </a:xfrm>
          <a:prstGeom prst="ellipse">
            <a:avLst/>
          </a:prstGeom>
          <a:solidFill>
            <a:srgbClr val="BD42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1285B"/>
                </a:solidFill>
              </a:rPr>
              <a:t>첫 여행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2282113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어디였나요?</a:t>
            </a:r>
          </a:p>
        </p:txBody>
      </p:sp>
      <p:sp>
        <p:nvSpPr>
          <p:cNvPr id="9" name="카드 2"/>
          <p:cNvSpPr/>
          <p:nvPr/>
        </p:nvSpPr>
        <p:spPr>
          <a:xfrm>
            <a:off x="3425113" y="1554480"/>
            <a:ext cx="2556433" cy="4389120"/>
          </a:xfrm>
          <a:prstGeom prst="roundRect">
            <a:avLst>
              <a:gd name="adj" fmla="val 8000"/>
            </a:avLst>
          </a:prstGeom>
          <a:solidFill>
            <a:srgbClr val="FAF0F7"/>
          </a:solidFill>
          <a:ln w="15875">
            <a:solidFill>
              <a:srgbClr val="F1D0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3607993" y="1737360"/>
            <a:ext cx="457200" cy="457200"/>
          </a:xfrm>
          <a:prstGeom prst="ellipse">
            <a:avLst/>
          </a:prstGeom>
          <a:solidFill>
            <a:srgbClr val="BD42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2273" y="23317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1285B"/>
                </a:solidFill>
              </a:rPr>
              <a:t>첫 선물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2273" y="3017520"/>
            <a:ext cx="2282113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무엇이었나요?</a:t>
            </a:r>
          </a:p>
        </p:txBody>
      </p:sp>
      <p:sp>
        <p:nvSpPr>
          <p:cNvPr id="13" name="카드 3"/>
          <p:cNvSpPr/>
          <p:nvPr/>
        </p:nvSpPr>
        <p:spPr>
          <a:xfrm>
            <a:off x="6210147" y="1554480"/>
            <a:ext cx="2556433" cy="4389120"/>
          </a:xfrm>
          <a:prstGeom prst="roundRect">
            <a:avLst>
              <a:gd name="adj" fmla="val 8000"/>
            </a:avLst>
          </a:prstGeom>
          <a:solidFill>
            <a:srgbClr val="FAF0F7"/>
          </a:solidFill>
          <a:ln w="15875">
            <a:solidFill>
              <a:srgbClr val="F1D0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6393027" y="1737360"/>
            <a:ext cx="457200" cy="457200"/>
          </a:xfrm>
          <a:prstGeom prst="ellipse">
            <a:avLst/>
          </a:prstGeom>
          <a:solidFill>
            <a:srgbClr val="BD42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23317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1285B"/>
                </a:solidFill>
              </a:rPr>
              <a:t>첫 다툼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3017520"/>
            <a:ext cx="2282113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어떻게 풀었나요?</a:t>
            </a:r>
          </a:p>
        </p:txBody>
      </p:sp>
      <p:sp>
        <p:nvSpPr>
          <p:cNvPr id="17" name="카드 4"/>
          <p:cNvSpPr/>
          <p:nvPr/>
        </p:nvSpPr>
        <p:spPr>
          <a:xfrm>
            <a:off x="8995181" y="1554480"/>
            <a:ext cx="2556433" cy="4389120"/>
          </a:xfrm>
          <a:prstGeom prst="roundRect">
            <a:avLst>
              <a:gd name="adj" fmla="val 8000"/>
            </a:avLst>
          </a:prstGeom>
          <a:solidFill>
            <a:srgbClr val="FAF0F7"/>
          </a:solidFill>
          <a:ln w="15875">
            <a:solidFill>
              <a:srgbClr val="F1D0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9178061" y="1737360"/>
            <a:ext cx="457200" cy="457200"/>
          </a:xfrm>
          <a:prstGeom prst="ellipse">
            <a:avLst/>
          </a:prstGeom>
          <a:solidFill>
            <a:srgbClr val="BD42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2341" y="23317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1285B"/>
                </a:solidFill>
              </a:rPr>
              <a:t>첫 약속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2341" y="3017520"/>
            <a:ext cx="2282113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무엇이었나요?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1D0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BD42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285B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1D0E7"/>
          </a:solidFill>
          <a:ln w="19050">
            <a:solidFill>
              <a:srgbClr val="BD429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285B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1D0E7"/>
          </a:solidFill>
          <a:ln w="19050">
            <a:solidFill>
              <a:srgbClr val="BD429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285B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1D0E7"/>
          </a:solidFill>
          <a:ln w="19050">
            <a:solidFill>
              <a:srgbClr val="BD429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285B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1D0E7"/>
          </a:solidFill>
          <a:ln w="19050">
            <a:solidFill>
              <a:srgbClr val="BD429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285B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1D0E7"/>
          </a:solidFill>
          <a:ln w="19050">
            <a:solidFill>
              <a:srgbClr val="BD429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285B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1D0E7"/>
          </a:solidFill>
          <a:ln w="19050">
            <a:solidFill>
              <a:srgbClr val="BD429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285B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71285B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1285B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러브스토리 중심)">
  <a:themeElements>
    <a:clrScheme name="Office">
      <a:dk1>
        <a:sysClr val="windowText" lastClr="000000"/>
      </a:dk1>
      <a:lt1>
        <a:sysClr val="window" lastClr="FFFFFF"/>
      </a:lt1>
      <a:dk2>
        <a:srgbClr val="71285B"/>
      </a:dk2>
      <a:lt2>
        <a:srgbClr val="FAF0F7"/>
      </a:lt2>
      <a:accent1>
        <a:srgbClr val="BD4298"/>
      </a:accent1>
      <a:accent2>
        <a:srgbClr val="4C913B"/>
      </a:accent2>
      <a:accent3>
        <a:srgbClr val="71285B"/>
      </a:accent3>
      <a:accent4>
        <a:srgbClr val="F1D0E7"/>
      </a:accent4>
      <a:accent5>
        <a:srgbClr val="846A6A"/>
      </a:accent5>
      <a:accent6>
        <a:srgbClr val="AA7E9D"/>
      </a:accent6>
      <a:hlink>
        <a:srgbClr val="BD4298"/>
      </a:hlink>
      <a:folHlink>
        <a:srgbClr val="71285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슬라이드(러브스토리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