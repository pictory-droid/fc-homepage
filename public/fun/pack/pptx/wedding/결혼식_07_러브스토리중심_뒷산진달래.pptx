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1D59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59"/>
                </a:solidFill>
              </a:rPr>
              <a:t>친구 소개로 만나 몇 해를 걸었습니다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7D4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D34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59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59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59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7D4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D34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59"/>
                </a:solidFill>
              </a:rPr>
              <a:t>우리의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F7D4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D345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345A9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D345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345A9"/>
                </a:solidFill>
              </a:rPr>
              <a:t>첫 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설레던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D345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345A9"/>
                </a:solidFill>
              </a:rPr>
              <a:t>프러포즈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평생을 약속하다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D345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345A9"/>
                </a:solidFill>
              </a:rPr>
              <a:t>결혼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7D4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D34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59"/>
                </a:solidFill>
              </a:rPr>
              <a:t>우리의 첫 번째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CF3F9"/>
          </a:solidFill>
          <a:ln w="15875">
            <a:solidFill>
              <a:srgbClr val="F7D4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D345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첫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CF3F9"/>
          </a:solidFill>
          <a:ln w="15875">
            <a:solidFill>
              <a:srgbClr val="F7D4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37360"/>
            <a:ext cx="457200" cy="457200"/>
          </a:xfrm>
          <a:prstGeom prst="ellipse">
            <a:avLst/>
          </a:prstGeom>
          <a:solidFill>
            <a:srgbClr val="D345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첫 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CF3F9"/>
          </a:solidFill>
          <a:ln w="15875">
            <a:solidFill>
              <a:srgbClr val="F7D4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D345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첫 다툼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CF3F9"/>
          </a:solidFill>
          <a:ln w="15875">
            <a:solidFill>
              <a:srgbClr val="F7D4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37360"/>
            <a:ext cx="457200" cy="457200"/>
          </a:xfrm>
          <a:prstGeom prst="ellipse">
            <a:avLst/>
          </a:prstGeom>
          <a:solidFill>
            <a:srgbClr val="D345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59"/>
                </a:solidFill>
              </a:rPr>
              <a:t>첫 약속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7D4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D34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59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7D4ED"/>
          </a:solidFill>
          <a:ln w="19050">
            <a:solidFill>
              <a:srgbClr val="D345A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5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1D5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59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721D59"/>
      </a:dk2>
      <a:lt2>
        <a:srgbClr val="FCF3F9"/>
      </a:lt2>
      <a:accent1>
        <a:srgbClr val="D345A9"/>
      </a:accent1>
      <a:accent2>
        <a:srgbClr val="339941"/>
      </a:accent2>
      <a:accent3>
        <a:srgbClr val="721D59"/>
      </a:accent3>
      <a:accent4>
        <a:srgbClr val="F7D4ED"/>
      </a:accent4>
      <a:accent5>
        <a:srgbClr val="836F75"/>
      </a:accent5>
      <a:accent6>
        <a:srgbClr val="AA779B"/>
      </a:accent6>
      <a:hlink>
        <a:srgbClr val="D345A9"/>
      </a:hlink>
      <a:folHlink>
        <a:srgbClr val="721D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