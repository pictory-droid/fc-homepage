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ADB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2A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EBAD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같이 걸으며 마음을 정했습니다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783080"/>
            <a:ext cx="2286000" cy="2286000"/>
          </a:xfrm>
          <a:prstGeom prst="ellipse">
            <a:avLst/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A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783080"/>
            <a:ext cx="2286000" cy="2286000"/>
          </a:xfrm>
          <a:prstGeom prst="ellipse">
            <a:avLst/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72A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우리의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6D5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E1989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989E"/>
                </a:solidFill>
              </a:rPr>
              <a:t>처음 만난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첫 만남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어디에서 어떻게?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E1989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989E"/>
                </a:solidFill>
              </a:rPr>
              <a:t>첫 데이트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설레던 하루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무엇을 했나요?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E1989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989E"/>
                </a:solidFill>
              </a:rPr>
              <a:t>프러포즈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평생을 약속하다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이야기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E1989E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E1989E"/>
                </a:solidFill>
              </a:rPr>
              <a:t>결혼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우리의 첫 번째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2556433" cy="4572000"/>
          </a:xfrm>
          <a:prstGeom prst="roundRect">
            <a:avLst>
              <a:gd name="adj" fmla="val 7000"/>
            </a:avLst>
          </a:prstGeom>
          <a:solidFill>
            <a:srgbClr val="FBEC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E1989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첫 여행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어디였나요?</a:t>
            </a:r>
          </a:p>
        </p:txBody>
      </p:sp>
      <p:sp>
        <p:nvSpPr>
          <p:cNvPr id="10" name="카드 2"/>
          <p:cNvSpPr/>
          <p:nvPr/>
        </p:nvSpPr>
        <p:spPr>
          <a:xfrm>
            <a:off x="3425113" y="1783080"/>
            <a:ext cx="2556433" cy="4572000"/>
          </a:xfrm>
          <a:prstGeom prst="roundRect">
            <a:avLst>
              <a:gd name="adj" fmla="val 7000"/>
            </a:avLst>
          </a:prstGeom>
          <a:solidFill>
            <a:srgbClr val="FBEC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3607993" y="1965960"/>
            <a:ext cx="457200" cy="457200"/>
          </a:xfrm>
          <a:prstGeom prst="ellipse">
            <a:avLst/>
          </a:prstGeom>
          <a:solidFill>
            <a:srgbClr val="E1989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첫 선물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273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무엇이었나요?</a:t>
            </a:r>
          </a:p>
        </p:txBody>
      </p:sp>
      <p:sp>
        <p:nvSpPr>
          <p:cNvPr id="14" name="카드 3"/>
          <p:cNvSpPr/>
          <p:nvPr/>
        </p:nvSpPr>
        <p:spPr>
          <a:xfrm>
            <a:off x="6210147" y="1783080"/>
            <a:ext cx="2556433" cy="4572000"/>
          </a:xfrm>
          <a:prstGeom prst="roundRect">
            <a:avLst>
              <a:gd name="adj" fmla="val 7000"/>
            </a:avLst>
          </a:prstGeom>
          <a:solidFill>
            <a:srgbClr val="FBEC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6393027" y="1965960"/>
            <a:ext cx="457200" cy="457200"/>
          </a:xfrm>
          <a:prstGeom prst="ellipse">
            <a:avLst/>
          </a:prstGeom>
          <a:solidFill>
            <a:srgbClr val="E1989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첫 다툼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어떻게 풀었나요?</a:t>
            </a:r>
          </a:p>
        </p:txBody>
      </p:sp>
      <p:sp>
        <p:nvSpPr>
          <p:cNvPr id="18" name="카드 4"/>
          <p:cNvSpPr/>
          <p:nvPr/>
        </p:nvSpPr>
        <p:spPr>
          <a:xfrm>
            <a:off x="8995181" y="1783080"/>
            <a:ext cx="2556433" cy="4572000"/>
          </a:xfrm>
          <a:prstGeom prst="roundRect">
            <a:avLst>
              <a:gd name="adj" fmla="val 7000"/>
            </a:avLst>
          </a:prstGeom>
          <a:solidFill>
            <a:srgbClr val="FBEC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/>
          <p:nvPr/>
        </p:nvSpPr>
        <p:spPr>
          <a:xfrm>
            <a:off x="9178061" y="1965960"/>
            <a:ext cx="457200" cy="457200"/>
          </a:xfrm>
          <a:prstGeom prst="ellipse">
            <a:avLst/>
          </a:prstGeom>
          <a:solidFill>
            <a:srgbClr val="E1989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첫 약속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2341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mathPlus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5D8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C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ADB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2A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EBADB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49272A"/>
      </a:dk2>
      <a:lt2>
        <a:srgbClr val="FBECED"/>
      </a:lt2>
      <a:accent1>
        <a:srgbClr val="E1989E"/>
      </a:accent1>
      <a:accent2>
        <a:srgbClr val="EACBB8"/>
      </a:accent2>
      <a:accent3>
        <a:srgbClr val="49272A"/>
      </a:accent3>
      <a:accent4>
        <a:srgbClr val="F6D5D8"/>
      </a:accent4>
      <a:accent5>
        <a:srgbClr val="E6B2AB"/>
      </a:accent5>
      <a:accent6>
        <a:srgbClr val="927D7F"/>
      </a:accent6>
      <a:hlink>
        <a:srgbClr val="E1989E"/>
      </a:hlink>
      <a:folHlink>
        <a:srgbClr val="49272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