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두 사람이 하나 되는 날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아랫목처럼 따뜻한 가정을 꾸리겠습니다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두 사람</a:t>
            </a:r>
          </a:p>
        </p:txBody>
      </p:sp>
      <p:sp>
        <p:nvSpPr>
          <p:cNvPr id="7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EFD9D1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B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서로에게 하고 싶은 말</a:t>
            </a:r>
          </a:p>
        </p:txBody>
      </p:sp>
      <p:sp>
        <p:nvSpPr>
          <p:cNvPr id="7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EFD9D1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B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3B2017"/>
                </a:solidFill>
              </a:rPr>
              <a:t>함께해 주셔서 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오늘의 축복을 오래도록 간직하겠습니다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