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53A41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53A41"/>
                </a:solidFill>
              </a:rPr>
              <a:t>새해 첫 달에 결혼식을 올립니다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950643" y="1645920"/>
            <a:ext cx="2377440" cy="2377440"/>
          </a:xfrm>
          <a:prstGeom prst="ellipse">
            <a:avLst/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53A41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72000"/>
            <a:ext cx="4815687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63611" y="1645920"/>
            <a:ext cx="2377440" cy="2377440"/>
          </a:xfrm>
          <a:prstGeom prst="ellipse">
            <a:avLst/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411480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53A41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572000"/>
            <a:ext cx="4815687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두 사람</a:t>
            </a:r>
          </a:p>
        </p:txBody>
      </p:sp>
      <p:sp>
        <p:nvSpPr>
          <p:cNvPr id="4" name="왼쪽 칸"/>
          <p:cNvSpPr/>
          <p:nvPr/>
        </p:nvSpPr>
        <p:spPr>
          <a:xfrm>
            <a:off x="640080" y="1645920"/>
            <a:ext cx="5272887" cy="475488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2700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640080" y="164592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닮은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15687" cy="3840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45920"/>
            <a:ext cx="5272887" cy="4754880"/>
          </a:xfrm>
          <a:prstGeom prst="roundRect">
            <a:avLst>
              <a:gd name="adj" fmla="val 8000"/>
            </a:avLst>
          </a:prstGeom>
          <a:solidFill>
            <a:srgbClr val="D6E5EA"/>
          </a:solidFill>
          <a:ln w="12700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4592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53A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4592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다른 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68880"/>
            <a:ext cx="4815687" cy="3840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서로에게 하고 싶은 말</a:t>
            </a:r>
          </a:p>
        </p:txBody>
      </p:sp>
      <p:sp>
        <p:nvSpPr>
          <p:cNvPr id="4" name="왼쪽 칸"/>
          <p:cNvSpPr/>
          <p:nvPr/>
        </p:nvSpPr>
        <p:spPr>
          <a:xfrm>
            <a:off x="640080" y="1645920"/>
            <a:ext cx="5272887" cy="475488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2700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640080" y="164592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신랑이 신부에게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15687" cy="3840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45920"/>
            <a:ext cx="5272887" cy="4754880"/>
          </a:xfrm>
          <a:prstGeom prst="roundRect">
            <a:avLst>
              <a:gd name="adj" fmla="val 8000"/>
            </a:avLst>
          </a:prstGeom>
          <a:solidFill>
            <a:srgbClr val="D6E5EA"/>
          </a:solidFill>
          <a:ln w="12700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4592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53A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4592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신부가 신랑에게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68880"/>
            <a:ext cx="4815687" cy="3840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6E5EA"/>
          </a:solidFill>
          <a:ln w="19050">
            <a:solidFill>
              <a:srgbClr val="49748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53A41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53A41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53A41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소개 중심)">
  <a:themeElements>
    <a:clrScheme name="Office">
      <a:dk1>
        <a:sysClr val="windowText" lastClr="000000"/>
      </a:dk1>
      <a:lt1>
        <a:sysClr val="window" lastClr="FFFFFF"/>
      </a:lt1>
      <a:dk2>
        <a:srgbClr val="253A41"/>
      </a:dk2>
      <a:lt2>
        <a:srgbClr val="F2F6F8"/>
      </a:lt2>
      <a:accent1>
        <a:srgbClr val="497483"/>
      </a:accent1>
      <a:accent2>
        <a:srgbClr val="834958"/>
      </a:accent2>
      <a:accent3>
        <a:srgbClr val="253A41"/>
      </a:accent3>
      <a:accent4>
        <a:srgbClr val="D6E5EA"/>
      </a:accent4>
      <a:accent5>
        <a:srgbClr val="665E6E"/>
      </a:accent5>
      <a:accent6>
        <a:srgbClr val="7C898D"/>
      </a:accent6>
      <a:hlink>
        <a:srgbClr val="497483"/>
      </a:hlink>
      <a:folHlink>
        <a:srgbClr val="253A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