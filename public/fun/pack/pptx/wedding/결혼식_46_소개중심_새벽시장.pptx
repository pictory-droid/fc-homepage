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377" y="2130425"/>
            <a:ext cx="1036294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28754" y="3886200"/>
            <a:ext cx="8534186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12758" y="0"/>
            <a:ext cx="14629667" cy="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12758" y="0"/>
            <a:ext cx="14629667" cy="0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3059" y="4406900"/>
            <a:ext cx="1036294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63059" y="2906713"/>
            <a:ext cx="1036294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12758" y="0"/>
            <a:ext cx="14629667" cy="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584" y="1600200"/>
            <a:ext cx="5384665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444" y="1600200"/>
            <a:ext cx="5384665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12758" y="0"/>
            <a:ext cx="14629667" cy="0"/>
          </a:xfrm>
        </p:spPr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584" y="1535113"/>
            <a:ext cx="5386782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584" y="2174875"/>
            <a:ext cx="5386782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93211" y="1535113"/>
            <a:ext cx="538889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3211" y="2174875"/>
            <a:ext cx="538889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12758" y="0"/>
            <a:ext cx="14629667" cy="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584" y="273050"/>
            <a:ext cx="401098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6614" y="273050"/>
            <a:ext cx="6815496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584" y="1435100"/>
            <a:ext cx="401098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89657" y="4800600"/>
            <a:ext cx="7315016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389657" y="612775"/>
            <a:ext cx="7315016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389657" y="5367338"/>
            <a:ext cx="7315016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12758" y="0"/>
            <a:ext cx="14629667" cy="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12758" y="0"/>
            <a:ext cx="14629667" cy="0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8978" y="274638"/>
            <a:ext cx="2743131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584" y="274638"/>
            <a:ext cx="8026199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09584" y="274638"/>
            <a:ext cx="10972525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584" y="1600200"/>
            <a:ext cx="10972525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09584" y="6356350"/>
            <a:ext cx="284472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165495" y="6356350"/>
            <a:ext cx="386070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37381" y="6356350"/>
            <a:ext cx="284472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D5EEF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" name="사진 자리"/>
          <p:cNvSpPr/>
          <p:nvPr/>
        </p:nvSpPr>
        <p:spPr>
          <a:xfrm>
            <a:off x="7071183" y="960120"/>
            <a:ext cx="3657508" cy="4526280"/>
          </a:xfrm>
          <a:prstGeom prst="roundRect">
            <a:avLst>
              <a:gd name="adj" fmla="val 4000"/>
            </a:avLst>
          </a:prstGeom>
          <a:solidFill>
            <a:srgbClr val="ADDBEB"/>
          </a:solidFill>
          <a:ln>
            <a:noFill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400" b="0" i="0">
                <a:solidFill>
                  <a:srgbClr val="274149"/>
                </a:solidFill>
              </a:rPr>
              <a:t>사진을 넣어 주세요</a:t>
            </a:r>
          </a:p>
        </p:txBody>
      </p:sp>
      <p:sp>
        <p:nvSpPr>
          <p:cNvPr id="4" name="장식"/>
          <p:cNvSpPr/>
          <p:nvPr/>
        </p:nvSpPr>
        <p:spPr>
          <a:xfrm>
            <a:off x="7558851" y="1234439"/>
            <a:ext cx="3657508" cy="4526280"/>
          </a:xfrm>
          <a:prstGeom prst="roundRect">
            <a:avLst>
              <a:gd name="adj" fmla="val 4000"/>
            </a:avLst>
          </a:prstGeom>
          <a:noFill/>
          <a:ln w="9525">
            <a:solidFill>
              <a:srgbClr val="26231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라벨"/>
          <p:cNvSpPr txBox="1"/>
          <p:nvPr/>
        </p:nvSpPr>
        <p:spPr>
          <a:xfrm>
            <a:off x="822960" y="2148840"/>
            <a:ext cx="5608179" cy="27432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1000" b="1" i="0" spc="250">
                <a:solidFill>
                  <a:srgbClr val="26231F"/>
                </a:solidFill>
              </a:rPr>
              <a:t>WEDDING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22960" y="2606040"/>
            <a:ext cx="5608179" cy="1188720"/>
          </a:xfrm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05000"/>
              </a:lnSpc>
            </a:pPr>
            <a:r>
              <a:rPr sz="3600" b="1" i="0">
                <a:solidFill>
                  <a:srgbClr val="26231F"/>
                </a:solidFill>
              </a:rPr>
              <a:t>저희 결혼합니다</a:t>
            </a:r>
          </a:p>
        </p:txBody>
      </p:sp>
      <p:sp>
        <p:nvSpPr>
          <p:cNvPr id="6" name="한 줄 문구"/>
          <p:cNvSpPr txBox="1"/>
          <p:nvPr/>
        </p:nvSpPr>
        <p:spPr>
          <a:xfrm>
            <a:off x="822960" y="3886200"/>
            <a:ext cx="5608179" cy="82296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1700" b="0" i="0">
                <a:solidFill>
                  <a:srgbClr val="26231F"/>
                </a:solidFill>
              </a:rPr>
              <a:t>작은 예식으로 올립니다</a:t>
            </a:r>
          </a:p>
        </p:txBody>
      </p:sp>
      <p:sp>
        <p:nvSpPr>
          <p:cNvPr id="7" name="안내 문구"/>
          <p:cNvSpPr txBox="1"/>
          <p:nvPr/>
        </p:nvSpPr>
        <p:spPr>
          <a:xfrm>
            <a:off x="822960" y="4754880"/>
            <a:ext cx="5608179" cy="91440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1400" b="0" i="0">
                <a:solidFill>
                  <a:srgbClr val="26231F"/>
                </a:solidFill>
              </a:rPr>
              <a:t>신랑 이름 ♥ 신부 이름</a:t>
            </a:r>
          </a:p>
          <a:p>
            <a:pPr algn="l">
              <a:lnSpc>
                <a:spcPct val="115000"/>
              </a:lnSpc>
            </a:pPr>
            <a:r>
              <a:rPr sz="1400" b="0" i="0">
                <a:solidFill>
                  <a:srgbClr val="26231F"/>
                </a:solidFill>
              </a:rPr>
              <a:t>날짜 입력 · 예식장 이름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" name="장식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ADDBE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장식"/>
          <p:cNvSpPr/>
          <p:nvPr/>
        </p:nvSpPr>
        <p:spPr>
          <a:xfrm>
            <a:off x="640080" y="6400800"/>
            <a:ext cx="10911535" cy="10972"/>
          </a:xfrm>
          <a:prstGeom prst="rect">
            <a:avLst/>
          </a:prstGeom>
          <a:solidFill>
            <a:srgbClr val="26231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하단 라벨"/>
          <p:cNvSpPr txBox="1"/>
          <p:nvPr/>
        </p:nvSpPr>
        <p:spPr>
          <a:xfrm>
            <a:off x="640080" y="6437376"/>
            <a:ext cx="5486400" cy="27432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15000"/>
              </a:lnSpc>
            </a:pPr>
            <a:r>
              <a:rPr sz="900" b="1" i="0" spc="250">
                <a:solidFill>
                  <a:srgbClr val="26231F"/>
                </a:solidFill>
              </a:rPr>
              <a:t>WEDDING</a:t>
            </a:r>
          </a:p>
        </p:txBody>
      </p:sp>
      <p:sp>
        <p:nvSpPr>
          <p:cNvPr id="6" name="포인트"/>
          <p:cNvSpPr/>
          <p:nvPr/>
        </p:nvSpPr>
        <p:spPr>
          <a:xfrm>
            <a:off x="11213287" y="6473952"/>
            <a:ext cx="219456" cy="219456"/>
          </a:xfrm>
          <a:prstGeom prst="ellipse">
            <a:avLst/>
          </a:prstGeom>
          <a:solidFill>
            <a:srgbClr val="98CFE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40080" y="502920"/>
            <a:ext cx="10911535" cy="914400"/>
          </a:xfrm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05000"/>
              </a:lnSpc>
            </a:pPr>
            <a:r>
              <a:rPr sz="3000" b="1" i="0">
                <a:solidFill>
                  <a:srgbClr val="26231F"/>
                </a:solidFill>
              </a:rPr>
              <a:t>신랑 · 신부 소개</a:t>
            </a:r>
          </a:p>
        </p:txBody>
      </p:sp>
      <p:sp>
        <p:nvSpPr>
          <p:cNvPr id="7" name="사진 자리"/>
          <p:cNvSpPr/>
          <p:nvPr/>
        </p:nvSpPr>
        <p:spPr>
          <a:xfrm>
            <a:off x="1996363" y="1600200"/>
            <a:ext cx="2286000" cy="2286000"/>
          </a:xfrm>
          <a:prstGeom prst="ellipse">
            <a:avLst/>
          </a:prstGeom>
          <a:solidFill>
            <a:srgbClr val="D5EEF6"/>
          </a:solidFill>
          <a:ln w="19050">
            <a:noFill/>
            <a:prstDash val="dash"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200" b="0" i="0">
                <a:solidFill>
                  <a:srgbClr val="8E8780"/>
                </a:solidFill>
              </a:rPr>
              <a:t>사진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3977639"/>
            <a:ext cx="4998567" cy="41148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ctr">
              <a:lnSpc>
                <a:spcPct val="115000"/>
              </a:lnSpc>
            </a:pPr>
            <a:r>
              <a:rPr sz="1600" b="1" i="0">
                <a:solidFill>
                  <a:srgbClr val="274149"/>
                </a:solidFill>
              </a:rPr>
              <a:t>신랑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19" y="4434840"/>
            <a:ext cx="4815687" cy="173736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ctr">
              <a:lnSpc>
                <a:spcPct val="120000"/>
              </a:lnSpc>
            </a:pPr>
            <a:r>
              <a:rPr sz="1200" b="0" i="0">
                <a:solidFill>
                  <a:srgbClr val="555555"/>
                </a:solidFill>
              </a:rPr>
              <a:t>이름 · 나이</a:t>
            </a:r>
          </a:p>
          <a:p>
            <a:pPr algn="ctr">
              <a:lnSpc>
                <a:spcPct val="120000"/>
              </a:lnSpc>
            </a:pPr>
            <a:r>
              <a:rPr sz="1200" b="0" i="0">
                <a:solidFill>
                  <a:srgbClr val="555555"/>
                </a:solidFill>
              </a:rPr>
              <a:t>직업 · 취미</a:t>
            </a:r>
          </a:p>
          <a:p>
            <a:pPr algn="ctr">
              <a:lnSpc>
                <a:spcPct val="120000"/>
              </a:lnSpc>
            </a:pPr>
            <a:r>
              <a:rPr sz="1200" b="0" i="0">
                <a:solidFill>
                  <a:srgbClr val="555555"/>
                </a:solidFill>
              </a:rPr>
              <a:t>신부에게 한마디</a:t>
            </a:r>
          </a:p>
        </p:txBody>
      </p:sp>
      <p:sp>
        <p:nvSpPr>
          <p:cNvPr id="10" name="사진 자리"/>
          <p:cNvSpPr/>
          <p:nvPr/>
        </p:nvSpPr>
        <p:spPr>
          <a:xfrm>
            <a:off x="7909331" y="1600200"/>
            <a:ext cx="2286000" cy="2286000"/>
          </a:xfrm>
          <a:prstGeom prst="ellipse">
            <a:avLst/>
          </a:prstGeom>
          <a:solidFill>
            <a:srgbClr val="D5EEF6"/>
          </a:solidFill>
          <a:ln w="19050">
            <a:noFill/>
            <a:prstDash val="dash"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200" b="0" i="0">
                <a:solidFill>
                  <a:srgbClr val="8E8780"/>
                </a:solidFill>
              </a:rPr>
              <a:t>사진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553047" y="3977639"/>
            <a:ext cx="4998567" cy="41148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ctr">
              <a:lnSpc>
                <a:spcPct val="115000"/>
              </a:lnSpc>
            </a:pPr>
            <a:r>
              <a:rPr sz="1600" b="1" i="0">
                <a:solidFill>
                  <a:srgbClr val="274149"/>
                </a:solidFill>
              </a:rPr>
              <a:t>신부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644487" y="4434840"/>
            <a:ext cx="4815687" cy="173736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ctr">
              <a:lnSpc>
                <a:spcPct val="120000"/>
              </a:lnSpc>
            </a:pPr>
            <a:r>
              <a:rPr sz="1200" b="0" i="0">
                <a:solidFill>
                  <a:srgbClr val="555555"/>
                </a:solidFill>
              </a:rPr>
              <a:t>이름 · 나이</a:t>
            </a:r>
          </a:p>
          <a:p>
            <a:pPr algn="ctr">
              <a:lnSpc>
                <a:spcPct val="120000"/>
              </a:lnSpc>
            </a:pPr>
            <a:r>
              <a:rPr sz="1200" b="0" i="0">
                <a:solidFill>
                  <a:srgbClr val="555555"/>
                </a:solidFill>
              </a:rPr>
              <a:t>직업 · 취미</a:t>
            </a:r>
          </a:p>
          <a:p>
            <a:pPr algn="ctr">
              <a:lnSpc>
                <a:spcPct val="120000"/>
              </a:lnSpc>
            </a:pPr>
            <a:r>
              <a:rPr sz="1200" b="0" i="0">
                <a:solidFill>
                  <a:srgbClr val="555555"/>
                </a:solidFill>
              </a:rPr>
              <a:t>신랑에게 한마디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" name="장식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ADDBE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장식"/>
          <p:cNvSpPr/>
          <p:nvPr/>
        </p:nvSpPr>
        <p:spPr>
          <a:xfrm>
            <a:off x="640080" y="6400800"/>
            <a:ext cx="10911535" cy="10972"/>
          </a:xfrm>
          <a:prstGeom prst="rect">
            <a:avLst/>
          </a:prstGeom>
          <a:solidFill>
            <a:srgbClr val="26231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하단 라벨"/>
          <p:cNvSpPr txBox="1"/>
          <p:nvPr/>
        </p:nvSpPr>
        <p:spPr>
          <a:xfrm>
            <a:off x="640080" y="6437376"/>
            <a:ext cx="5486400" cy="27432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15000"/>
              </a:lnSpc>
            </a:pPr>
            <a:r>
              <a:rPr sz="900" b="1" i="0" spc="250">
                <a:solidFill>
                  <a:srgbClr val="26231F"/>
                </a:solidFill>
              </a:rPr>
              <a:t>WEDDING</a:t>
            </a:r>
          </a:p>
        </p:txBody>
      </p:sp>
      <p:sp>
        <p:nvSpPr>
          <p:cNvPr id="6" name="포인트"/>
          <p:cNvSpPr/>
          <p:nvPr/>
        </p:nvSpPr>
        <p:spPr>
          <a:xfrm>
            <a:off x="11213287" y="6473952"/>
            <a:ext cx="219456" cy="219456"/>
          </a:xfrm>
          <a:prstGeom prst="ellipse">
            <a:avLst/>
          </a:prstGeom>
          <a:solidFill>
            <a:srgbClr val="98CFE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40080" y="502920"/>
            <a:ext cx="10911535" cy="914400"/>
          </a:xfrm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05000"/>
              </a:lnSpc>
            </a:pPr>
            <a:r>
              <a:rPr sz="3000" b="1" i="0">
                <a:solidFill>
                  <a:srgbClr val="26231F"/>
                </a:solidFill>
              </a:rPr>
              <a:t>우리 두 사람</a:t>
            </a:r>
          </a:p>
        </p:txBody>
      </p:sp>
      <p:sp>
        <p:nvSpPr>
          <p:cNvPr id="7" name="왼쪽 칸"/>
          <p:cNvSpPr/>
          <p:nvPr/>
        </p:nvSpPr>
        <p:spPr>
          <a:xfrm>
            <a:off x="640080" y="1600200"/>
            <a:ext cx="5272887" cy="4572000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9525">
            <a:solidFill>
              <a:srgbClr val="D5EEF6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위쪽 띠"/>
          <p:cNvSpPr/>
          <p:nvPr/>
        </p:nvSpPr>
        <p:spPr>
          <a:xfrm>
            <a:off x="649224" y="1609344"/>
            <a:ext cx="5254599" cy="82296"/>
          </a:xfrm>
          <a:prstGeom prst="rect">
            <a:avLst/>
          </a:prstGeom>
          <a:solidFill>
            <a:srgbClr val="98CFE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칸 제목 바"/>
          <p:cNvSpPr/>
          <p:nvPr/>
        </p:nvSpPr>
        <p:spPr>
          <a:xfrm>
            <a:off x="640080" y="1600200"/>
            <a:ext cx="5272887" cy="640080"/>
          </a:xfrm>
          <a:prstGeom prst="roundRect">
            <a:avLst>
              <a:gd name="adj" fmla="val 25000"/>
            </a:avLst>
          </a:prstGeom>
          <a:solidFill>
            <a:srgbClr val="98CFE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2959" y="1600200"/>
            <a:ext cx="4907127" cy="64008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15000"/>
              </a:lnSpc>
            </a:pPr>
            <a:r>
              <a:rPr sz="1800" b="1" i="0">
                <a:solidFill>
                  <a:srgbClr val="26231F"/>
                </a:solidFill>
              </a:rPr>
              <a:t>닮은 점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68680" y="2423160"/>
            <a:ext cx="4815687" cy="365760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 marL="285750" indent="-285750">
              <a:lnSpc>
                <a:spcPct val="130000"/>
              </a:lnSpc>
              <a:spcAft>
                <a:spcPts val="600"/>
              </a:spcAft>
              <a:buFont typeface="Arial"/>
              <a:buChar char="•"/>
            </a:pPr>
            <a:r>
              <a:rPr sz="1500" b="0" i="0">
                <a:solidFill>
                  <a:srgbClr val="26231F"/>
                </a:solidFill>
              </a:rPr>
              <a:t>내용을 입력하세요</a:t>
            </a:r>
          </a:p>
          <a:p>
            <a:pPr algn="l" marL="285750" indent="-285750">
              <a:lnSpc>
                <a:spcPct val="130000"/>
              </a:lnSpc>
              <a:spcAft>
                <a:spcPts val="600"/>
              </a:spcAft>
              <a:buFont typeface="Arial"/>
              <a:buChar char="•"/>
            </a:pPr>
            <a:r>
              <a:rPr sz="1500" b="0" i="0">
                <a:solidFill>
                  <a:srgbClr val="26231F"/>
                </a:solidFill>
              </a:rPr>
              <a:t>내용을 입력하세요</a:t>
            </a:r>
          </a:p>
          <a:p>
            <a:pPr algn="l" marL="285750" indent="-285750">
              <a:lnSpc>
                <a:spcPct val="130000"/>
              </a:lnSpc>
              <a:spcAft>
                <a:spcPts val="600"/>
              </a:spcAft>
              <a:buFont typeface="Arial"/>
              <a:buChar char="•"/>
            </a:pPr>
            <a:r>
              <a:rPr sz="1500" b="0" i="0">
                <a:solidFill>
                  <a:srgbClr val="26231F"/>
                </a:solidFill>
              </a:rPr>
              <a:t>내용을 입력하세요</a:t>
            </a:r>
          </a:p>
        </p:txBody>
      </p:sp>
      <p:sp>
        <p:nvSpPr>
          <p:cNvPr id="12" name="오른쪽 칸"/>
          <p:cNvSpPr/>
          <p:nvPr/>
        </p:nvSpPr>
        <p:spPr>
          <a:xfrm>
            <a:off x="6278727" y="1600200"/>
            <a:ext cx="5272887" cy="4572000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9525">
            <a:solidFill>
              <a:srgbClr val="D5EEF6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위쪽 띠"/>
          <p:cNvSpPr/>
          <p:nvPr/>
        </p:nvSpPr>
        <p:spPr>
          <a:xfrm>
            <a:off x="6287871" y="1609344"/>
            <a:ext cx="5254599" cy="82296"/>
          </a:xfrm>
          <a:prstGeom prst="rect">
            <a:avLst/>
          </a:prstGeom>
          <a:solidFill>
            <a:srgbClr val="98CFE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칸 제목 바"/>
          <p:cNvSpPr/>
          <p:nvPr/>
        </p:nvSpPr>
        <p:spPr>
          <a:xfrm>
            <a:off x="6278727" y="1600200"/>
            <a:ext cx="5272887" cy="640080"/>
          </a:xfrm>
          <a:prstGeom prst="roundRect">
            <a:avLst>
              <a:gd name="adj" fmla="val 25000"/>
            </a:avLst>
          </a:prstGeom>
          <a:solidFill>
            <a:srgbClr val="27414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61607" y="1600200"/>
            <a:ext cx="4907127" cy="64008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15000"/>
              </a:lnSpc>
            </a:pPr>
            <a:r>
              <a:rPr sz="1800" b="1" i="0">
                <a:solidFill>
                  <a:srgbClr val="FFFFFF"/>
                </a:solidFill>
              </a:rPr>
              <a:t>다른 점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507327" y="2423160"/>
            <a:ext cx="4815687" cy="365760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 marL="285750" indent="-285750">
              <a:lnSpc>
                <a:spcPct val="130000"/>
              </a:lnSpc>
              <a:spcAft>
                <a:spcPts val="600"/>
              </a:spcAft>
              <a:buFont typeface="Arial"/>
              <a:buChar char="•"/>
            </a:pPr>
            <a:r>
              <a:rPr sz="1500" b="0" i="0">
                <a:solidFill>
                  <a:srgbClr val="26231F"/>
                </a:solidFill>
              </a:rPr>
              <a:t>내용을 입력하세요</a:t>
            </a:r>
          </a:p>
          <a:p>
            <a:pPr algn="l" marL="285750" indent="-285750">
              <a:lnSpc>
                <a:spcPct val="130000"/>
              </a:lnSpc>
              <a:spcAft>
                <a:spcPts val="600"/>
              </a:spcAft>
              <a:buFont typeface="Arial"/>
              <a:buChar char="•"/>
            </a:pPr>
            <a:r>
              <a:rPr sz="1500" b="0" i="0">
                <a:solidFill>
                  <a:srgbClr val="26231F"/>
                </a:solidFill>
              </a:rPr>
              <a:t>내용을 입력하세요</a:t>
            </a:r>
          </a:p>
          <a:p>
            <a:pPr algn="l" marL="285750" indent="-285750">
              <a:lnSpc>
                <a:spcPct val="130000"/>
              </a:lnSpc>
              <a:spcAft>
                <a:spcPts val="600"/>
              </a:spcAft>
              <a:buFont typeface="Arial"/>
              <a:buChar char="•"/>
            </a:pPr>
            <a:r>
              <a:rPr sz="1500" b="0" i="0">
                <a:solidFill>
                  <a:srgbClr val="26231F"/>
                </a:solidFill>
              </a:rPr>
              <a:t>내용을 입력하세요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" name="장식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ADDBE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장식"/>
          <p:cNvSpPr/>
          <p:nvPr/>
        </p:nvSpPr>
        <p:spPr>
          <a:xfrm>
            <a:off x="640080" y="6400800"/>
            <a:ext cx="10911535" cy="10972"/>
          </a:xfrm>
          <a:prstGeom prst="rect">
            <a:avLst/>
          </a:prstGeom>
          <a:solidFill>
            <a:srgbClr val="26231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하단 라벨"/>
          <p:cNvSpPr txBox="1"/>
          <p:nvPr/>
        </p:nvSpPr>
        <p:spPr>
          <a:xfrm>
            <a:off x="640080" y="6437376"/>
            <a:ext cx="5486400" cy="27432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15000"/>
              </a:lnSpc>
            </a:pPr>
            <a:r>
              <a:rPr sz="900" b="1" i="0" spc="250">
                <a:solidFill>
                  <a:srgbClr val="26231F"/>
                </a:solidFill>
              </a:rPr>
              <a:t>WEDDING</a:t>
            </a:r>
          </a:p>
        </p:txBody>
      </p:sp>
      <p:sp>
        <p:nvSpPr>
          <p:cNvPr id="6" name="포인트"/>
          <p:cNvSpPr/>
          <p:nvPr/>
        </p:nvSpPr>
        <p:spPr>
          <a:xfrm>
            <a:off x="11213287" y="6473952"/>
            <a:ext cx="219456" cy="219456"/>
          </a:xfrm>
          <a:prstGeom prst="ellipse">
            <a:avLst/>
          </a:prstGeom>
          <a:solidFill>
            <a:srgbClr val="98CFE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40080" y="502920"/>
            <a:ext cx="10911535" cy="914400"/>
          </a:xfrm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05000"/>
              </a:lnSpc>
            </a:pPr>
            <a:r>
              <a:rPr sz="3000" b="1" i="0">
                <a:solidFill>
                  <a:srgbClr val="26231F"/>
                </a:solidFill>
              </a:rPr>
              <a:t>서로에게 하고 싶은 말</a:t>
            </a:r>
          </a:p>
        </p:txBody>
      </p:sp>
      <p:sp>
        <p:nvSpPr>
          <p:cNvPr id="7" name="왼쪽 칸"/>
          <p:cNvSpPr/>
          <p:nvPr/>
        </p:nvSpPr>
        <p:spPr>
          <a:xfrm>
            <a:off x="640080" y="1600200"/>
            <a:ext cx="5272887" cy="4572000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9525">
            <a:solidFill>
              <a:srgbClr val="D5EEF6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위쪽 띠"/>
          <p:cNvSpPr/>
          <p:nvPr/>
        </p:nvSpPr>
        <p:spPr>
          <a:xfrm>
            <a:off x="649224" y="1609344"/>
            <a:ext cx="5254599" cy="82296"/>
          </a:xfrm>
          <a:prstGeom prst="rect">
            <a:avLst/>
          </a:prstGeom>
          <a:solidFill>
            <a:srgbClr val="98CFE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칸 제목 바"/>
          <p:cNvSpPr/>
          <p:nvPr/>
        </p:nvSpPr>
        <p:spPr>
          <a:xfrm>
            <a:off x="640080" y="1600200"/>
            <a:ext cx="5272887" cy="640080"/>
          </a:xfrm>
          <a:prstGeom prst="roundRect">
            <a:avLst>
              <a:gd name="adj" fmla="val 25000"/>
            </a:avLst>
          </a:prstGeom>
          <a:solidFill>
            <a:srgbClr val="98CFE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2959" y="1600200"/>
            <a:ext cx="4907127" cy="64008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15000"/>
              </a:lnSpc>
            </a:pPr>
            <a:r>
              <a:rPr sz="1800" b="1" i="0">
                <a:solidFill>
                  <a:srgbClr val="26231F"/>
                </a:solidFill>
              </a:rPr>
              <a:t>신랑이 신부에게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68680" y="2423160"/>
            <a:ext cx="4815687" cy="365760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 marL="285750" indent="-285750">
              <a:lnSpc>
                <a:spcPct val="130000"/>
              </a:lnSpc>
              <a:spcAft>
                <a:spcPts val="600"/>
              </a:spcAft>
              <a:buFont typeface="Arial"/>
              <a:buChar char="•"/>
            </a:pPr>
            <a:r>
              <a:rPr sz="1500" b="0" i="0">
                <a:solidFill>
                  <a:srgbClr val="26231F"/>
                </a:solidFill>
              </a:rPr>
              <a:t>하고 싶은 말을 적어 주세요</a:t>
            </a:r>
          </a:p>
        </p:txBody>
      </p:sp>
      <p:sp>
        <p:nvSpPr>
          <p:cNvPr id="12" name="오른쪽 칸"/>
          <p:cNvSpPr/>
          <p:nvPr/>
        </p:nvSpPr>
        <p:spPr>
          <a:xfrm>
            <a:off x="6278727" y="1600200"/>
            <a:ext cx="5272887" cy="4572000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9525">
            <a:solidFill>
              <a:srgbClr val="D5EEF6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위쪽 띠"/>
          <p:cNvSpPr/>
          <p:nvPr/>
        </p:nvSpPr>
        <p:spPr>
          <a:xfrm>
            <a:off x="6287871" y="1609344"/>
            <a:ext cx="5254599" cy="82296"/>
          </a:xfrm>
          <a:prstGeom prst="rect">
            <a:avLst/>
          </a:prstGeom>
          <a:solidFill>
            <a:srgbClr val="98CFE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칸 제목 바"/>
          <p:cNvSpPr/>
          <p:nvPr/>
        </p:nvSpPr>
        <p:spPr>
          <a:xfrm>
            <a:off x="6278727" y="1600200"/>
            <a:ext cx="5272887" cy="640080"/>
          </a:xfrm>
          <a:prstGeom prst="roundRect">
            <a:avLst>
              <a:gd name="adj" fmla="val 25000"/>
            </a:avLst>
          </a:prstGeom>
          <a:solidFill>
            <a:srgbClr val="27414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61607" y="1600200"/>
            <a:ext cx="4907127" cy="64008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15000"/>
              </a:lnSpc>
            </a:pPr>
            <a:r>
              <a:rPr sz="1800" b="1" i="0">
                <a:solidFill>
                  <a:srgbClr val="FFFFFF"/>
                </a:solidFill>
              </a:rPr>
              <a:t>신부가 신랑에게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507327" y="2423160"/>
            <a:ext cx="4815687" cy="365760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 marL="285750" indent="-285750">
              <a:lnSpc>
                <a:spcPct val="130000"/>
              </a:lnSpc>
              <a:spcAft>
                <a:spcPts val="600"/>
              </a:spcAft>
              <a:buFont typeface="Arial"/>
              <a:buChar char="•"/>
            </a:pPr>
            <a:r>
              <a:rPr sz="1500" b="0" i="0">
                <a:solidFill>
                  <a:srgbClr val="26231F"/>
                </a:solidFill>
              </a:rPr>
              <a:t>하고 싶은 말을 적어 주세요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" name="장식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ADDBE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장식"/>
          <p:cNvSpPr/>
          <p:nvPr/>
        </p:nvSpPr>
        <p:spPr>
          <a:xfrm>
            <a:off x="640080" y="6400800"/>
            <a:ext cx="10911535" cy="10972"/>
          </a:xfrm>
          <a:prstGeom prst="rect">
            <a:avLst/>
          </a:prstGeom>
          <a:solidFill>
            <a:srgbClr val="26231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하단 라벨"/>
          <p:cNvSpPr txBox="1"/>
          <p:nvPr/>
        </p:nvSpPr>
        <p:spPr>
          <a:xfrm>
            <a:off x="640080" y="6437376"/>
            <a:ext cx="5486400" cy="27432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15000"/>
              </a:lnSpc>
            </a:pPr>
            <a:r>
              <a:rPr sz="900" b="1" i="0" spc="250">
                <a:solidFill>
                  <a:srgbClr val="26231F"/>
                </a:solidFill>
              </a:rPr>
              <a:t>WEDDING</a:t>
            </a:r>
          </a:p>
        </p:txBody>
      </p:sp>
      <p:sp>
        <p:nvSpPr>
          <p:cNvPr id="6" name="포인트"/>
          <p:cNvSpPr/>
          <p:nvPr/>
        </p:nvSpPr>
        <p:spPr>
          <a:xfrm>
            <a:off x="11213287" y="6473952"/>
            <a:ext cx="219456" cy="219456"/>
          </a:xfrm>
          <a:prstGeom prst="ellipse">
            <a:avLst/>
          </a:prstGeom>
          <a:solidFill>
            <a:srgbClr val="98CFE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40080" y="502920"/>
            <a:ext cx="10911535" cy="914400"/>
          </a:xfrm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05000"/>
              </a:lnSpc>
            </a:pPr>
            <a:r>
              <a:rPr sz="3000" b="1" i="0">
                <a:solidFill>
                  <a:srgbClr val="26231F"/>
                </a:solidFill>
              </a:rPr>
              <a:t>웨딩 사진</a:t>
            </a:r>
          </a:p>
        </p:txBody>
      </p:sp>
      <p:sp>
        <p:nvSpPr>
          <p:cNvPr id="7" name="사진 자리"/>
          <p:cNvSpPr/>
          <p:nvPr/>
        </p:nvSpPr>
        <p:spPr>
          <a:xfrm>
            <a:off x="640080" y="1600200"/>
            <a:ext cx="3515258" cy="2194560"/>
          </a:xfrm>
          <a:prstGeom prst="roundRect">
            <a:avLst>
              <a:gd name="adj" fmla="val 6000"/>
            </a:avLst>
          </a:prstGeom>
          <a:solidFill>
            <a:srgbClr val="D5EEF6"/>
          </a:solidFill>
          <a:ln w="19050">
            <a:noFill/>
            <a:prstDash val="dash"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200" b="0" i="0">
                <a:solidFill>
                  <a:srgbClr val="8E8780"/>
                </a:solidFill>
              </a:rPr>
              <a:t>사진 1</a:t>
            </a:r>
          </a:p>
        </p:txBody>
      </p:sp>
      <p:sp>
        <p:nvSpPr>
          <p:cNvPr id="8" name="사진 자리"/>
          <p:cNvSpPr/>
          <p:nvPr/>
        </p:nvSpPr>
        <p:spPr>
          <a:xfrm>
            <a:off x="4338218" y="1600200"/>
            <a:ext cx="3515258" cy="2194560"/>
          </a:xfrm>
          <a:prstGeom prst="roundRect">
            <a:avLst>
              <a:gd name="adj" fmla="val 6000"/>
            </a:avLst>
          </a:prstGeom>
          <a:solidFill>
            <a:srgbClr val="D5EEF6"/>
          </a:solidFill>
          <a:ln w="19050">
            <a:noFill/>
            <a:prstDash val="dash"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200" b="0" i="0">
                <a:solidFill>
                  <a:srgbClr val="8E8780"/>
                </a:solidFill>
              </a:rPr>
              <a:t>사진 2</a:t>
            </a:r>
          </a:p>
        </p:txBody>
      </p:sp>
      <p:sp>
        <p:nvSpPr>
          <p:cNvPr id="9" name="사진 자리"/>
          <p:cNvSpPr/>
          <p:nvPr/>
        </p:nvSpPr>
        <p:spPr>
          <a:xfrm>
            <a:off x="8036356" y="1600200"/>
            <a:ext cx="3515258" cy="2194560"/>
          </a:xfrm>
          <a:prstGeom prst="roundRect">
            <a:avLst>
              <a:gd name="adj" fmla="val 6000"/>
            </a:avLst>
          </a:prstGeom>
          <a:solidFill>
            <a:srgbClr val="D5EEF6"/>
          </a:solidFill>
          <a:ln w="19050">
            <a:noFill/>
            <a:prstDash val="dash"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200" b="0" i="0">
                <a:solidFill>
                  <a:srgbClr val="8E8780"/>
                </a:solidFill>
              </a:rPr>
              <a:t>사진 3</a:t>
            </a:r>
          </a:p>
        </p:txBody>
      </p:sp>
      <p:sp>
        <p:nvSpPr>
          <p:cNvPr id="10" name="사진 자리"/>
          <p:cNvSpPr/>
          <p:nvPr/>
        </p:nvSpPr>
        <p:spPr>
          <a:xfrm>
            <a:off x="640080" y="3977639"/>
            <a:ext cx="3515258" cy="2194560"/>
          </a:xfrm>
          <a:prstGeom prst="roundRect">
            <a:avLst>
              <a:gd name="adj" fmla="val 6000"/>
            </a:avLst>
          </a:prstGeom>
          <a:solidFill>
            <a:srgbClr val="D5EEF6"/>
          </a:solidFill>
          <a:ln w="19050">
            <a:noFill/>
            <a:prstDash val="dash"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200" b="0" i="0">
                <a:solidFill>
                  <a:srgbClr val="8E8780"/>
                </a:solidFill>
              </a:rPr>
              <a:t>사진 4</a:t>
            </a:r>
          </a:p>
        </p:txBody>
      </p:sp>
      <p:sp>
        <p:nvSpPr>
          <p:cNvPr id="11" name="사진 자리"/>
          <p:cNvSpPr/>
          <p:nvPr/>
        </p:nvSpPr>
        <p:spPr>
          <a:xfrm>
            <a:off x="4338218" y="3977639"/>
            <a:ext cx="3515258" cy="2194560"/>
          </a:xfrm>
          <a:prstGeom prst="roundRect">
            <a:avLst>
              <a:gd name="adj" fmla="val 6000"/>
            </a:avLst>
          </a:prstGeom>
          <a:solidFill>
            <a:srgbClr val="D5EEF6"/>
          </a:solidFill>
          <a:ln w="19050">
            <a:noFill/>
            <a:prstDash val="dash"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200" b="0" i="0">
                <a:solidFill>
                  <a:srgbClr val="8E8780"/>
                </a:solidFill>
              </a:rPr>
              <a:t>사진 5</a:t>
            </a:r>
          </a:p>
        </p:txBody>
      </p:sp>
      <p:sp>
        <p:nvSpPr>
          <p:cNvPr id="12" name="사진 자리"/>
          <p:cNvSpPr/>
          <p:nvPr/>
        </p:nvSpPr>
        <p:spPr>
          <a:xfrm>
            <a:off x="8036356" y="3977639"/>
            <a:ext cx="3515258" cy="2194560"/>
          </a:xfrm>
          <a:prstGeom prst="roundRect">
            <a:avLst>
              <a:gd name="adj" fmla="val 6000"/>
            </a:avLst>
          </a:prstGeom>
          <a:solidFill>
            <a:srgbClr val="D5EEF6"/>
          </a:solidFill>
          <a:ln w="19050">
            <a:noFill/>
            <a:prstDash val="dash"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200" b="0" i="0">
                <a:solidFill>
                  <a:srgbClr val="8E8780"/>
                </a:solidFill>
              </a:rPr>
              <a:t>사진 6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D5EEF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" name="사진 자리"/>
          <p:cNvSpPr/>
          <p:nvPr/>
        </p:nvSpPr>
        <p:spPr>
          <a:xfrm>
            <a:off x="7071183" y="960120"/>
            <a:ext cx="3657508" cy="4526280"/>
          </a:xfrm>
          <a:prstGeom prst="roundRect">
            <a:avLst>
              <a:gd name="adj" fmla="val 4000"/>
            </a:avLst>
          </a:prstGeom>
          <a:solidFill>
            <a:srgbClr val="ADDBEB"/>
          </a:solidFill>
          <a:ln>
            <a:noFill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400" b="0" i="0">
                <a:solidFill>
                  <a:srgbClr val="274149"/>
                </a:solidFill>
              </a:rPr>
              <a:t>사진을 넣어 주세요</a:t>
            </a:r>
          </a:p>
        </p:txBody>
      </p:sp>
      <p:sp>
        <p:nvSpPr>
          <p:cNvPr id="4" name="장식"/>
          <p:cNvSpPr/>
          <p:nvPr/>
        </p:nvSpPr>
        <p:spPr>
          <a:xfrm>
            <a:off x="7558851" y="1234439"/>
            <a:ext cx="3657508" cy="4526280"/>
          </a:xfrm>
          <a:prstGeom prst="roundRect">
            <a:avLst>
              <a:gd name="adj" fmla="val 4000"/>
            </a:avLst>
          </a:prstGeom>
          <a:noFill/>
          <a:ln w="9525">
            <a:solidFill>
              <a:srgbClr val="26231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라벨"/>
          <p:cNvSpPr txBox="1"/>
          <p:nvPr/>
        </p:nvSpPr>
        <p:spPr>
          <a:xfrm>
            <a:off x="822960" y="2148840"/>
            <a:ext cx="5608179" cy="27432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1000" b="1" i="0" spc="250">
                <a:solidFill>
                  <a:srgbClr val="26231F"/>
                </a:solidFill>
              </a:rPr>
              <a:t>WEDDING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22960" y="2606040"/>
            <a:ext cx="5608179" cy="1188720"/>
          </a:xfrm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05000"/>
              </a:lnSpc>
            </a:pPr>
            <a:r>
              <a:rPr sz="3400" b="1" i="0">
                <a:solidFill>
                  <a:srgbClr val="26231F"/>
                </a:solidFill>
              </a:rPr>
              <a:t>와 주셔서 고맙습니다</a:t>
            </a:r>
          </a:p>
        </p:txBody>
      </p:sp>
      <p:sp>
        <p:nvSpPr>
          <p:cNvPr id="6" name="한 줄 문구"/>
          <p:cNvSpPr txBox="1"/>
          <p:nvPr/>
        </p:nvSpPr>
        <p:spPr>
          <a:xfrm>
            <a:off x="822960" y="3886200"/>
            <a:ext cx="5608179" cy="82296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1700" b="0" i="0">
                <a:solidFill>
                  <a:srgbClr val="26231F"/>
                </a:solidFill>
              </a:rPr>
              <a:t>잘 살겠습니다</a:t>
            </a:r>
          </a:p>
        </p:txBody>
      </p:sp>
      <p:sp>
        <p:nvSpPr>
          <p:cNvPr id="7" name="안내 문구"/>
          <p:cNvSpPr txBox="1"/>
          <p:nvPr/>
        </p:nvSpPr>
        <p:spPr>
          <a:xfrm>
            <a:off x="822960" y="4754880"/>
            <a:ext cx="5608179" cy="91440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1400" b="0" i="0">
                <a:solidFill>
                  <a:srgbClr val="26231F"/>
                </a:solidFill>
              </a:rPr>
              <a:t>신랑 이름 ♥ 신부 이름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결혼식 슬라이드(소개 중심)">
  <a:themeElements>
    <a:clrScheme name="Office">
      <a:dk1>
        <a:sysClr val="windowText" lastClr="000000"/>
      </a:dk1>
      <a:lt1>
        <a:sysClr val="window" lastClr="FFFFFF"/>
      </a:lt1>
      <a:dk2>
        <a:srgbClr val="274149"/>
      </a:dk2>
      <a:lt2>
        <a:srgbClr val="ECF7FB"/>
      </a:lt2>
      <a:accent1>
        <a:srgbClr val="98CFE1"/>
      </a:accent1>
      <a:accent2>
        <a:srgbClr val="B8C6EA"/>
      </a:accent2>
      <a:accent3>
        <a:srgbClr val="274149"/>
      </a:accent3>
      <a:accent4>
        <a:srgbClr val="D5EEF6"/>
      </a:accent4>
      <a:accent5>
        <a:srgbClr val="A8CAE6"/>
      </a:accent5>
      <a:accent6>
        <a:srgbClr val="7D8D92"/>
      </a:accent6>
      <a:hlink>
        <a:srgbClr val="98CFE1"/>
      </a:hlink>
      <a:folHlink>
        <a:srgbClr val="274149"/>
      </a:folHlink>
    </a:clrScheme>
    <a:fontScheme name="Office">
      <a:majorFont>
        <a:latin typeface="맑은 고딕"/>
        <a:ea typeface="맑은 고딕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/>
        <a:ea typeface="맑은 고딕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결혼식 슬라이드(소개 중심)</dc:title>
  <dc:subject/>
  <dc:creator>반딧불이의 곳간</dc:creator>
  <cp:keywords/>
  <dc:description>자유롭게 편집해서 사용하세요.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