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32263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66703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41806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24102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06398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3535C"/>
                </a:solidFill>
              </a:rPr>
              <a:t>두 사람이 하나 되는 날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소나기 뒤 무지개처럼 찾아온 인연입니다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신랑 · 신부 소개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3535C"/>
                </a:solidFill>
              </a:rPr>
              <a:t>신랑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3535C"/>
                </a:solidFill>
              </a:rPr>
              <a:t>신부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감사의 말씀</a:t>
            </a:r>
          </a:p>
        </p:txBody>
      </p:sp>
      <p:sp>
        <p:nvSpPr>
          <p:cNvPr id="10" name="감사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감사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중에도 귀한 걸음 해 주셔서 감사합니다.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축복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서로 아끼며 예쁘게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답례 안내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답례품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방명록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사진 · 영상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웨딩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32263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66703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41806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24102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06398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3535C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오늘의 축복을 오래도록 간직하겠습니다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23535C"/>
      </a:dk2>
      <a:lt2>
        <a:srgbClr val="F0F8F9"/>
      </a:lt2>
      <a:accent1>
        <a:srgbClr val="3F95A6"/>
      </a:accent1>
      <a:accent2>
        <a:srgbClr val="913B58"/>
      </a:accent2>
      <a:accent3>
        <a:srgbClr val="23535C"/>
      </a:accent3>
      <a:accent4>
        <a:srgbClr val="D1EBF0"/>
      </a:accent4>
      <a:accent5>
        <a:srgbClr val="68687F"/>
      </a:accent5>
      <a:accent6>
        <a:srgbClr val="7B989D"/>
      </a:accent6>
      <a:hlink>
        <a:srgbClr val="3F95A6"/>
      </a:hlink>
      <a:folHlink>
        <a:srgbClr val="23535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