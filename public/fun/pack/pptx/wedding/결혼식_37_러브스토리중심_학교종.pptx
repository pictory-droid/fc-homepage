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함께 보낸 계절을 사진으로 모았습니다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B204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