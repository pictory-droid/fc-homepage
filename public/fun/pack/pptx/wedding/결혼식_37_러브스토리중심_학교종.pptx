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함께 보낸 계절을 사진으로 모았습니다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신랑 · 신부 소개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939213" y="1600200"/>
            <a:ext cx="2400300" cy="2400300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신랑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852181" y="1600200"/>
            <a:ext cx="2400300" cy="2400300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047" y="4091939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신부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4549140"/>
            <a:ext cx="48156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우리의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첫 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설레던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무엇을 했나요?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프러포즈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평생을 약속하다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이야기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결혼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우리의 첫 번째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첫 여행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어디였나요?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첫 선물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첫 다툼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어떻게 풀었나요?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600200"/>
            <a:ext cx="2556433" cy="480060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5875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8308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7744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첫 약속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63240"/>
            <a:ext cx="2282113" cy="3200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웨딩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B204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