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A5ED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6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정문까지 걸어서 이 분 거리입니다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hear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649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649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hear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오시는 길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6035040" cy="457200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약도 · 지도를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7040880" y="1783080"/>
          <a:ext cx="451073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13913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hear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교통 안내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ED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7BE0EA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지하철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ED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4444898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7BE0EA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버스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ED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8158276" y="19202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7BE0EA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자가용 · 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hear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A5ED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6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274649"/>
      </a:dk2>
      <a:lt2>
        <a:srgbClr val="EAFBFD"/>
      </a:lt2>
      <a:accent1>
        <a:srgbClr val="7BE0EA"/>
      </a:accent1>
      <a:accent2>
        <a:srgbClr val="9FC3EF"/>
      </a:accent2>
      <a:accent3>
        <a:srgbClr val="274649"/>
      </a:accent3>
      <a:accent4>
        <a:srgbClr val="D1F7FA"/>
      </a:accent4>
      <a:accent5>
        <a:srgbClr val="8DD2EC"/>
      </a:accent5>
      <a:accent6>
        <a:srgbClr val="7D9092"/>
      </a:accent6>
      <a:hlink>
        <a:srgbClr val="7BE0EA"/>
      </a:hlink>
      <a:folHlink>
        <a:srgbClr val="2746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