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95F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95F"/>
                </a:solidFill>
              </a:rPr>
              <a:t>비 오면 우산이 필요한 길입니다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95F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95F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오시는 길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6035040" cy="46177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595F"/>
                </a:solidFill>
              </a:rPr>
              <a:t>약도 · 지도를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223760" y="1554480"/>
          <a:ext cx="414497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77337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95F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교통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지하철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587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26B8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95F"/>
                </a:solidFill>
              </a:rPr>
              <a:t>자가용 · 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95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95F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11595F"/>
      </a:dk2>
      <a:lt2>
        <a:srgbClr val="EEFBFC"/>
      </a:lt2>
      <a:accent1>
        <a:srgbClr val="26B8C5"/>
      </a:accent1>
      <a:accent2>
        <a:srgbClr val="209DB6"/>
      </a:accent2>
      <a:accent3>
        <a:srgbClr val="11595F"/>
      </a:accent3>
      <a:accent4>
        <a:srgbClr val="D1F7FA"/>
      </a:accent4>
      <a:accent5>
        <a:srgbClr val="23AABE"/>
      </a:accent5>
      <a:accent6>
        <a:srgbClr val="709B9F"/>
      </a:accent6>
      <a:hlink>
        <a:srgbClr val="26B8C5"/>
      </a:hlink>
      <a:folHlink>
        <a:srgbClr val="1159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