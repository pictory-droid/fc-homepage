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74649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74649"/>
                </a:solidFill>
              </a:rPr>
              <a:t>비 오면 우산이 필요한 길입니다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76373" y="1554480"/>
            <a:ext cx="2308860" cy="2308860"/>
          </a:xfrm>
          <a:prstGeom prst="ellipse">
            <a:avLst/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06461" y="1554480"/>
            <a:ext cx="2308860" cy="2308860"/>
          </a:xfrm>
          <a:prstGeom prst="ellipse">
            <a:avLst/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오시는 길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6035040" cy="46177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649"/>
                </a:solidFill>
              </a:rPr>
              <a:t>약도 · 지도를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7223760" y="1554480"/>
          <a:ext cx="414497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77337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교통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지하철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버스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자가용 · 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74649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74649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F2F7F8"/>
      </a:lt2>
      <a:accent1>
        <a:srgbClr val="4B868B"/>
      </a:accent1>
      <a:accent2>
        <a:srgbClr val="854761"/>
      </a:accent2>
      <a:accent3>
        <a:srgbClr val="274649"/>
      </a:accent3>
      <a:accent4>
        <a:srgbClr val="D6E9EB"/>
      </a:accent4>
      <a:accent5>
        <a:srgbClr val="686676"/>
      </a:accent5>
      <a:accent6>
        <a:srgbClr val="7D9092"/>
      </a:accent6>
      <a:hlink>
        <a:srgbClr val="4B868B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