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36454" y="530040"/>
            <a:ext cx="546217" cy="546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094260" y="3720413"/>
            <a:ext cx="618972" cy="61897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217132" y="1276566"/>
            <a:ext cx="506859" cy="50685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2541412" y="4144525"/>
            <a:ext cx="484077" cy="4840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213588" y="3551097"/>
            <a:ext cx="667992" cy="66799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91595" y="1555373"/>
            <a:ext cx="682733" cy="68273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2536144" y="4013377"/>
            <a:ext cx="778231" cy="7782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218543" y="558655"/>
            <a:ext cx="292039" cy="29203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113401" y="1674958"/>
            <a:ext cx="495635" cy="49563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543038" y="1384291"/>
            <a:ext cx="546888" cy="5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065202" y="493764"/>
            <a:ext cx="391634" cy="391634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F22"/>
                </a:solidFill>
              </a:rPr>
              <a:t>두 사람이 하나 되는 날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여름밤 별빛 아래 사랑을 약속했습니다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신랑 · 신부 소개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신랑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신부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식순 안내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하객 안내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주차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식사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기념 촬영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웨딩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36454" y="530040"/>
            <a:ext cx="546217" cy="546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094260" y="3720413"/>
            <a:ext cx="618972" cy="61897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217132" y="1276566"/>
            <a:ext cx="506859" cy="50685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2541412" y="4144525"/>
            <a:ext cx="484077" cy="4840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213588" y="3551097"/>
            <a:ext cx="667992" cy="66799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91595" y="1555373"/>
            <a:ext cx="682733" cy="68273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2536144" y="4013377"/>
            <a:ext cx="778231" cy="7782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218543" y="558655"/>
            <a:ext cx="292039" cy="29203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113401" y="1674958"/>
            <a:ext cx="495635" cy="49563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543038" y="1384291"/>
            <a:ext cx="546888" cy="5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065202" y="493764"/>
            <a:ext cx="391634" cy="391634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14F22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오늘의 축복을 오래도록 간직하겠습니다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314F22"/>
      </a:dk2>
      <a:lt2>
        <a:srgbClr val="F3F9F1"/>
      </a:lt2>
      <a:accent1>
        <a:srgbClr val="5D9640"/>
      </a:accent1>
      <a:accent2>
        <a:srgbClr val="4B3D8F"/>
      </a:accent2>
      <a:accent3>
        <a:srgbClr val="314F22"/>
      </a:accent3>
      <a:accent4>
        <a:srgbClr val="DCEED3"/>
      </a:accent4>
      <a:accent5>
        <a:srgbClr val="546A68"/>
      </a:accent5>
      <a:accent6>
        <a:srgbClr val="83957A"/>
      </a:accent6>
      <a:hlink>
        <a:srgbClr val="5D9640"/>
      </a:hlink>
      <a:folHlink>
        <a:srgbClr val="314F2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