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3535C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3535C"/>
                </a:solidFill>
              </a:rPr>
              <a:t>작은 답례품을 하나 더 준비했습니다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3535C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3535C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27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5875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5875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5875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BF0"/>
          </a:solidFill>
          <a:ln w="19050">
            <a:solidFill>
              <a:srgbClr val="3F95A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3535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3535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3535C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23535C"/>
      </a:dk2>
      <a:lt2>
        <a:srgbClr val="F0F8F9"/>
      </a:lt2>
      <a:accent1>
        <a:srgbClr val="3F95A6"/>
      </a:accent1>
      <a:accent2>
        <a:srgbClr val="913B58"/>
      </a:accent2>
      <a:accent3>
        <a:srgbClr val="23535C"/>
      </a:accent3>
      <a:accent4>
        <a:srgbClr val="D1EBF0"/>
      </a:accent4>
      <a:accent5>
        <a:srgbClr val="68687F"/>
      </a:accent5>
      <a:accent6>
        <a:srgbClr val="7B989D"/>
      </a:accent6>
      <a:hlink>
        <a:srgbClr val="3F95A6"/>
      </a:hlink>
      <a:folHlink>
        <a:srgbClr val="23535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