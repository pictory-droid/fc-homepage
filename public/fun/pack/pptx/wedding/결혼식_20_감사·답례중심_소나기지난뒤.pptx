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wedding-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11525F"/>
                </a:solidFill>
              </a:rPr>
              <a:t>저희 결혼합니다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1525F"/>
                </a:solidFill>
              </a:rPr>
              <a:t>작은 답례품을 하나 더 준비했습니다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2027. 00. 00 · 예식장 이름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D1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26AA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1525F"/>
                </a:solidFill>
              </a:rPr>
              <a:t>신랑 · 신부 소개</a:t>
            </a:r>
          </a:p>
        </p:txBody>
      </p:sp>
      <p:sp>
        <p:nvSpPr>
          <p:cNvPr id="5" name="사진 자리"/>
          <p:cNvSpPr/>
          <p:nvPr/>
        </p:nvSpPr>
        <p:spPr>
          <a:xfrm>
            <a:off x="1939213" y="1600200"/>
            <a:ext cx="2400300" cy="2400300"/>
          </a:xfrm>
          <a:prstGeom prst="ellipse">
            <a:avLst/>
          </a:prstGeom>
          <a:solidFill>
            <a:srgbClr val="D1F3FA"/>
          </a:solidFill>
          <a:ln w="19050">
            <a:solidFill>
              <a:srgbClr val="26AAC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1525F"/>
                </a:solidFill>
              </a:rPr>
              <a:t>사진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091939"/>
            <a:ext cx="49985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1525F"/>
                </a:solidFill>
              </a:rPr>
              <a:t>신랑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4549140"/>
            <a:ext cx="4815687" cy="18516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신부에게 한마디</a:t>
            </a:r>
          </a:p>
        </p:txBody>
      </p:sp>
      <p:sp>
        <p:nvSpPr>
          <p:cNvPr id="8" name="사진 자리"/>
          <p:cNvSpPr/>
          <p:nvPr/>
        </p:nvSpPr>
        <p:spPr>
          <a:xfrm>
            <a:off x="7852181" y="1600200"/>
            <a:ext cx="2400300" cy="2400300"/>
          </a:xfrm>
          <a:prstGeom prst="ellipse">
            <a:avLst/>
          </a:prstGeom>
          <a:solidFill>
            <a:srgbClr val="D1F3FA"/>
          </a:solidFill>
          <a:ln w="19050">
            <a:solidFill>
              <a:srgbClr val="26AAC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1525F"/>
                </a:solidFill>
              </a:rPr>
              <a:t>사진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3047" y="4091939"/>
            <a:ext cx="49985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1525F"/>
                </a:solidFill>
              </a:rPr>
              <a:t>신부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44487" y="4549140"/>
            <a:ext cx="4815687" cy="18516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신랑에게 한마디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D1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26AA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1525F"/>
                </a:solidFill>
              </a:rPr>
              <a:t>감사의 말씀</a:t>
            </a:r>
          </a:p>
        </p:txBody>
      </p:sp>
      <p:sp>
        <p:nvSpPr>
          <p:cNvPr id="5" name="감사 글 칸"/>
          <p:cNvSpPr/>
          <p:nvPr/>
        </p:nvSpPr>
        <p:spPr>
          <a:xfrm>
            <a:off x="640080" y="1600200"/>
            <a:ext cx="10911535" cy="4800600"/>
          </a:xfrm>
          <a:prstGeom prst="roundRect">
            <a:avLst>
              <a:gd name="adj" fmla="val 8000"/>
            </a:avLst>
          </a:prstGeom>
          <a:solidFill>
            <a:srgbClr val="EEFAFC"/>
          </a:solidFill>
          <a:ln w="12700">
            <a:solidFill>
              <a:srgbClr val="D1F3F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감사 글"/>
          <p:cNvSpPr txBox="1"/>
          <p:nvPr/>
        </p:nvSpPr>
        <p:spPr>
          <a:xfrm>
            <a:off x="1097280" y="1965960"/>
            <a:ext cx="9997135" cy="4069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바쁘신 중에 와 주셔서 고맙습니다.</a:t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/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보내 주신 마음 잊지 않고</a:t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잘 살겠습니다.</a:t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/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신랑 · 신부 드림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D1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26AA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1525F"/>
                </a:solidFill>
              </a:rPr>
              <a:t>답례 안내</a:t>
            </a:r>
          </a:p>
        </p:txBody>
      </p:sp>
      <p:sp>
        <p:nvSpPr>
          <p:cNvPr id="5" name="카드 1"/>
          <p:cNvSpPr/>
          <p:nvPr/>
        </p:nvSpPr>
        <p:spPr>
          <a:xfrm>
            <a:off x="640080" y="1600200"/>
            <a:ext cx="3484778" cy="4800600"/>
          </a:xfrm>
          <a:prstGeom prst="roundRect">
            <a:avLst>
              <a:gd name="adj" fmla="val 8000"/>
            </a:avLst>
          </a:prstGeom>
          <a:solidFill>
            <a:srgbClr val="EEFAFC"/>
          </a:solidFill>
          <a:ln w="15875">
            <a:solidFill>
              <a:srgbClr val="D1F3F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번호 1"/>
          <p:cNvSpPr/>
          <p:nvPr/>
        </p:nvSpPr>
        <p:spPr>
          <a:xfrm>
            <a:off x="822959" y="1783080"/>
            <a:ext cx="457200" cy="457200"/>
          </a:xfrm>
          <a:prstGeom prst="ellipse">
            <a:avLst/>
          </a:prstGeom>
          <a:solidFill>
            <a:srgbClr val="26AAC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1525F"/>
                </a:solidFill>
              </a:rPr>
              <a:t>답례품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063240"/>
            <a:ext cx="3210458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입력하세요</a:t>
            </a:r>
          </a:p>
        </p:txBody>
      </p:sp>
      <p:sp>
        <p:nvSpPr>
          <p:cNvPr id="9" name="카드 2"/>
          <p:cNvSpPr/>
          <p:nvPr/>
        </p:nvSpPr>
        <p:spPr>
          <a:xfrm>
            <a:off x="4353458" y="1600200"/>
            <a:ext cx="3484778" cy="4800600"/>
          </a:xfrm>
          <a:prstGeom prst="roundRect">
            <a:avLst>
              <a:gd name="adj" fmla="val 8000"/>
            </a:avLst>
          </a:prstGeom>
          <a:solidFill>
            <a:srgbClr val="EEFAFC"/>
          </a:solidFill>
          <a:ln w="15875">
            <a:solidFill>
              <a:srgbClr val="D1F3F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2"/>
          <p:cNvSpPr/>
          <p:nvPr/>
        </p:nvSpPr>
        <p:spPr>
          <a:xfrm>
            <a:off x="4536338" y="1783080"/>
            <a:ext cx="457200" cy="457200"/>
          </a:xfrm>
          <a:prstGeom prst="ellipse">
            <a:avLst/>
          </a:prstGeom>
          <a:solidFill>
            <a:srgbClr val="26AAC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0618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1525F"/>
                </a:solidFill>
              </a:rPr>
              <a:t>방명록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0618" y="3063240"/>
            <a:ext cx="3210458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입력하세요</a:t>
            </a:r>
          </a:p>
        </p:txBody>
      </p:sp>
      <p:sp>
        <p:nvSpPr>
          <p:cNvPr id="13" name="카드 3"/>
          <p:cNvSpPr/>
          <p:nvPr/>
        </p:nvSpPr>
        <p:spPr>
          <a:xfrm>
            <a:off x="8066836" y="1600200"/>
            <a:ext cx="3484778" cy="4800600"/>
          </a:xfrm>
          <a:prstGeom prst="roundRect">
            <a:avLst>
              <a:gd name="adj" fmla="val 8000"/>
            </a:avLst>
          </a:prstGeom>
          <a:solidFill>
            <a:srgbClr val="EEFAFC"/>
          </a:solidFill>
          <a:ln w="15875">
            <a:solidFill>
              <a:srgbClr val="D1F3F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3"/>
          <p:cNvSpPr/>
          <p:nvPr/>
        </p:nvSpPr>
        <p:spPr>
          <a:xfrm>
            <a:off x="8249716" y="1783080"/>
            <a:ext cx="457200" cy="457200"/>
          </a:xfrm>
          <a:prstGeom prst="ellipse">
            <a:avLst/>
          </a:prstGeom>
          <a:solidFill>
            <a:srgbClr val="26AAC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3996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1525F"/>
                </a:solidFill>
              </a:rPr>
              <a:t>사진 · 영상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3996" y="3063240"/>
            <a:ext cx="3210458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D1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26AA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1525F"/>
                </a:solidFill>
              </a:rPr>
              <a:t>웨딩 사진</a:t>
            </a:r>
          </a:p>
        </p:txBody>
      </p:sp>
      <p:sp>
        <p:nvSpPr>
          <p:cNvPr id="5" name="사진 자리"/>
          <p:cNvSpPr/>
          <p:nvPr/>
        </p:nvSpPr>
        <p:spPr>
          <a:xfrm>
            <a:off x="640080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1F3FA"/>
          </a:solidFill>
          <a:ln w="19050">
            <a:solidFill>
              <a:srgbClr val="26AAC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1525F"/>
                </a:solidFill>
              </a:rPr>
              <a:t>사진 1</a:t>
            </a:r>
          </a:p>
        </p:txBody>
      </p:sp>
      <p:sp>
        <p:nvSpPr>
          <p:cNvPr id="6" name="사진 자리"/>
          <p:cNvSpPr/>
          <p:nvPr/>
        </p:nvSpPr>
        <p:spPr>
          <a:xfrm>
            <a:off x="4338218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1F3FA"/>
          </a:solidFill>
          <a:ln w="19050">
            <a:solidFill>
              <a:srgbClr val="26AAC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1525F"/>
                </a:solidFill>
              </a:rPr>
              <a:t>사진 2</a:t>
            </a:r>
          </a:p>
        </p:txBody>
      </p:sp>
      <p:sp>
        <p:nvSpPr>
          <p:cNvPr id="7" name="사진 자리"/>
          <p:cNvSpPr/>
          <p:nvPr/>
        </p:nvSpPr>
        <p:spPr>
          <a:xfrm>
            <a:off x="8036356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1F3FA"/>
          </a:solidFill>
          <a:ln w="19050">
            <a:solidFill>
              <a:srgbClr val="26AAC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1525F"/>
                </a:solidFill>
              </a:rPr>
              <a:t>사진 3</a:t>
            </a:r>
          </a:p>
        </p:txBody>
      </p:sp>
      <p:sp>
        <p:nvSpPr>
          <p:cNvPr id="8" name="사진 자리"/>
          <p:cNvSpPr/>
          <p:nvPr/>
        </p:nvSpPr>
        <p:spPr>
          <a:xfrm>
            <a:off x="640080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1F3FA"/>
          </a:solidFill>
          <a:ln w="19050">
            <a:solidFill>
              <a:srgbClr val="26AAC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1525F"/>
                </a:solidFill>
              </a:rPr>
              <a:t>사진 4</a:t>
            </a:r>
          </a:p>
        </p:txBody>
      </p:sp>
      <p:sp>
        <p:nvSpPr>
          <p:cNvPr id="9" name="사진 자리"/>
          <p:cNvSpPr/>
          <p:nvPr/>
        </p:nvSpPr>
        <p:spPr>
          <a:xfrm>
            <a:off x="4338218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1F3FA"/>
          </a:solidFill>
          <a:ln w="19050">
            <a:solidFill>
              <a:srgbClr val="26AAC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1525F"/>
                </a:solidFill>
              </a:rPr>
              <a:t>사진 5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8036356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1F3FA"/>
          </a:solidFill>
          <a:ln w="19050">
            <a:solidFill>
              <a:srgbClr val="26AAC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1525F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wedding-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11525F"/>
                </a:solidFill>
              </a:rPr>
              <a:t>와 주셔서 고맙습니다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1525F"/>
                </a:solidFill>
              </a:rPr>
              <a:t>잘 살겠습니다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결혼식 슬라이드(감사·답례 중심)">
  <a:themeElements>
    <a:clrScheme name="Office">
      <a:dk1>
        <a:sysClr val="windowText" lastClr="000000"/>
      </a:dk1>
      <a:lt1>
        <a:sysClr val="window" lastClr="FFFFFF"/>
      </a:lt1>
      <a:dk2>
        <a:srgbClr val="11525F"/>
      </a:dk2>
      <a:lt2>
        <a:srgbClr val="EEFAFC"/>
      </a:lt2>
      <a:accent1>
        <a:srgbClr val="26AAC5"/>
      </a:accent1>
      <a:accent2>
        <a:srgbClr val="209DB6"/>
      </a:accent2>
      <a:accent3>
        <a:srgbClr val="11525F"/>
      </a:accent3>
      <a:accent4>
        <a:srgbClr val="D1F3FA"/>
      </a:accent4>
      <a:accent5>
        <a:srgbClr val="23A4BE"/>
      </a:accent5>
      <a:accent6>
        <a:srgbClr val="70979F"/>
      </a:accent6>
      <a:hlink>
        <a:srgbClr val="26AAC5"/>
      </a:hlink>
      <a:folHlink>
        <a:srgbClr val="11525F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슬라이드(감사·답례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