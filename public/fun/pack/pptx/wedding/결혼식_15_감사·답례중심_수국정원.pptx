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888231" y="1419499"/>
            <a:ext cx="340925" cy="34092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286915" y="1531294"/>
            <a:ext cx="527267" cy="527267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8763778" y="1894602"/>
            <a:ext cx="370290" cy="37029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8326878" y="383698"/>
            <a:ext cx="516380" cy="51638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8541295" y="1715794"/>
            <a:ext cx="476379" cy="476379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360737" y="2657312"/>
            <a:ext cx="388914" cy="388914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026699" y="1065212"/>
            <a:ext cx="211151" cy="211151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368594" y="558069"/>
            <a:ext cx="207051" cy="20705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9004839" y="2926884"/>
            <a:ext cx="310829" cy="310829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9154620" y="1436472"/>
            <a:ext cx="494465" cy="49446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285572" y="1681770"/>
            <a:ext cx="309746" cy="309746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7347F"/>
                </a:solidFill>
              </a:rPr>
              <a:t>두 사람이 하나 되는 날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7347F"/>
                </a:solidFill>
              </a:rPr>
              <a:t>수국처럼 서로 어우러져 피어나겠습니다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83063" y="593635"/>
            <a:ext cx="125005" cy="12500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95914" y="634626"/>
            <a:ext cx="193331" cy="19333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70764" y="767839"/>
            <a:ext cx="135773" cy="135773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10567" y="213841"/>
            <a:ext cx="189339" cy="189339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89187" y="702276"/>
            <a:ext cx="174672" cy="174672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56315" y="1047499"/>
            <a:ext cx="142602" cy="142602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33835" y="463729"/>
            <a:ext cx="77422" cy="77422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459196" y="277777"/>
            <a:ext cx="75918" cy="75918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59153" y="1146342"/>
            <a:ext cx="113970" cy="11397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014073" y="599858"/>
            <a:ext cx="181304" cy="181304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795422" y="689801"/>
            <a:ext cx="113573" cy="113573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7347F"/>
                </a:solidFill>
              </a:rPr>
              <a:t>신랑 · 신부 소개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2042083" y="1554480"/>
            <a:ext cx="2194560" cy="2194560"/>
          </a:xfrm>
          <a:prstGeom prst="ellipse">
            <a:avLst/>
          </a:prstGeom>
          <a:solidFill>
            <a:srgbClr val="D9D2EF"/>
          </a:solidFill>
          <a:ln w="19050">
            <a:solidFill>
              <a:srgbClr val="745CB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7347F"/>
                </a:solidFill>
              </a:rPr>
              <a:t>사진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4047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7347F"/>
                </a:solidFill>
              </a:rPr>
              <a:t>신랑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" y="4297679"/>
            <a:ext cx="4815687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7955051" y="1554480"/>
            <a:ext cx="2194560" cy="2194560"/>
          </a:xfrm>
          <a:prstGeom prst="ellipse">
            <a:avLst/>
          </a:prstGeom>
          <a:solidFill>
            <a:srgbClr val="D9D2EF"/>
          </a:solidFill>
          <a:ln w="19050">
            <a:solidFill>
              <a:srgbClr val="745CB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7347F"/>
                </a:solidFill>
              </a:rPr>
              <a:t>사진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384047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7347F"/>
                </a:solidFill>
              </a:rPr>
              <a:t>신부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4487" y="4297679"/>
            <a:ext cx="4815687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83063" y="593635"/>
            <a:ext cx="125005" cy="12500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95914" y="634626"/>
            <a:ext cx="193331" cy="19333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70764" y="767839"/>
            <a:ext cx="135773" cy="135773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10567" y="213841"/>
            <a:ext cx="189339" cy="189339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89187" y="702276"/>
            <a:ext cx="174672" cy="174672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56315" y="1047499"/>
            <a:ext cx="142602" cy="142602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33835" y="463729"/>
            <a:ext cx="77422" cy="77422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459196" y="277777"/>
            <a:ext cx="75918" cy="75918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59153" y="1146342"/>
            <a:ext cx="113970" cy="11397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014073" y="599858"/>
            <a:ext cx="181304" cy="181304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795422" y="689801"/>
            <a:ext cx="113573" cy="113573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7347F"/>
                </a:solidFill>
              </a:rPr>
              <a:t>감사의 말씀</a:t>
            </a:r>
          </a:p>
        </p:txBody>
      </p:sp>
      <p:sp>
        <p:nvSpPr>
          <p:cNvPr id="16" name="감사 글 칸"/>
          <p:cNvSpPr/>
          <p:nvPr/>
        </p:nvSpPr>
        <p:spPr>
          <a:xfrm>
            <a:off x="640080" y="1554480"/>
            <a:ext cx="10911535" cy="4389120"/>
          </a:xfrm>
          <a:prstGeom prst="roundRect">
            <a:avLst>
              <a:gd name="adj" fmla="val 8000"/>
            </a:avLst>
          </a:prstGeom>
          <a:solidFill>
            <a:srgbClr val="F3F1F9"/>
          </a:solidFill>
          <a:ln w="12700">
            <a:solidFill>
              <a:srgbClr val="D9D2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감사 글"/>
          <p:cNvSpPr txBox="1"/>
          <p:nvPr/>
        </p:nvSpPr>
        <p:spPr>
          <a:xfrm>
            <a:off x="1097280" y="1920240"/>
            <a:ext cx="9997135" cy="3657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바쁘신 중에도 귀한 걸음 해 주셔서 감사합니다.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보내 주신 축복 잊지 않고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서로 아끼며 예쁘게 살겠습니다.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신랑 · 신부 드림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83063" y="593635"/>
            <a:ext cx="125005" cy="12500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95914" y="634626"/>
            <a:ext cx="193331" cy="19333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70764" y="767839"/>
            <a:ext cx="135773" cy="135773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10567" y="213841"/>
            <a:ext cx="189339" cy="189339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89187" y="702276"/>
            <a:ext cx="174672" cy="174672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56315" y="1047499"/>
            <a:ext cx="142602" cy="142602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33835" y="463729"/>
            <a:ext cx="77422" cy="77422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459196" y="277777"/>
            <a:ext cx="75918" cy="75918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59153" y="1146342"/>
            <a:ext cx="113970" cy="11397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014073" y="599858"/>
            <a:ext cx="181304" cy="181304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795422" y="689801"/>
            <a:ext cx="113573" cy="113573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7347F"/>
                </a:solidFill>
              </a:rPr>
              <a:t>답례 안내</a:t>
            </a:r>
          </a:p>
        </p:txBody>
      </p:sp>
      <p:sp>
        <p:nvSpPr>
          <p:cNvPr id="16" name="카드 1"/>
          <p:cNvSpPr/>
          <p:nvPr/>
        </p:nvSpPr>
        <p:spPr>
          <a:xfrm>
            <a:off x="640080" y="1554480"/>
            <a:ext cx="3484778" cy="4389120"/>
          </a:xfrm>
          <a:prstGeom prst="roundRect">
            <a:avLst>
              <a:gd name="adj" fmla="val 8000"/>
            </a:avLst>
          </a:prstGeom>
          <a:solidFill>
            <a:srgbClr val="F3F1F9"/>
          </a:solidFill>
          <a:ln w="15875">
            <a:solidFill>
              <a:srgbClr val="D9D2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1"/>
          <p:cNvSpPr/>
          <p:nvPr/>
        </p:nvSpPr>
        <p:spPr>
          <a:xfrm>
            <a:off x="822959" y="1737360"/>
            <a:ext cx="457200" cy="45720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7347F"/>
                </a:solidFill>
              </a:rPr>
              <a:t>답례품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017520"/>
            <a:ext cx="3210458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20" name="카드 2"/>
          <p:cNvSpPr/>
          <p:nvPr/>
        </p:nvSpPr>
        <p:spPr>
          <a:xfrm>
            <a:off x="4353458" y="1554480"/>
            <a:ext cx="3484778" cy="4389120"/>
          </a:xfrm>
          <a:prstGeom prst="roundRect">
            <a:avLst>
              <a:gd name="adj" fmla="val 8000"/>
            </a:avLst>
          </a:prstGeom>
          <a:solidFill>
            <a:srgbClr val="F3F1F9"/>
          </a:solidFill>
          <a:ln w="15875">
            <a:solidFill>
              <a:srgbClr val="D9D2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2"/>
          <p:cNvSpPr/>
          <p:nvPr/>
        </p:nvSpPr>
        <p:spPr>
          <a:xfrm>
            <a:off x="4536338" y="1737360"/>
            <a:ext cx="457200" cy="45720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0618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7347F"/>
                </a:solidFill>
              </a:rPr>
              <a:t>방명록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0618" y="3017520"/>
            <a:ext cx="3210458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24" name="카드 3"/>
          <p:cNvSpPr/>
          <p:nvPr/>
        </p:nvSpPr>
        <p:spPr>
          <a:xfrm>
            <a:off x="8066836" y="1554480"/>
            <a:ext cx="3484778" cy="4389120"/>
          </a:xfrm>
          <a:prstGeom prst="roundRect">
            <a:avLst>
              <a:gd name="adj" fmla="val 8000"/>
            </a:avLst>
          </a:prstGeom>
          <a:solidFill>
            <a:srgbClr val="F3F1F9"/>
          </a:solidFill>
          <a:ln w="15875">
            <a:solidFill>
              <a:srgbClr val="D9D2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3"/>
          <p:cNvSpPr/>
          <p:nvPr/>
        </p:nvSpPr>
        <p:spPr>
          <a:xfrm>
            <a:off x="8249716" y="1737360"/>
            <a:ext cx="457200" cy="45720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3996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7347F"/>
                </a:solidFill>
              </a:rPr>
              <a:t>사진 · 영상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3996" y="3017520"/>
            <a:ext cx="3210458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83063" y="593635"/>
            <a:ext cx="125005" cy="12500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95914" y="634626"/>
            <a:ext cx="193331" cy="19333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70764" y="767839"/>
            <a:ext cx="135773" cy="135773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10567" y="213841"/>
            <a:ext cx="189339" cy="189339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89187" y="702276"/>
            <a:ext cx="174672" cy="174672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56315" y="1047499"/>
            <a:ext cx="142602" cy="142602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33835" y="463729"/>
            <a:ext cx="77422" cy="77422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459196" y="277777"/>
            <a:ext cx="75918" cy="75918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59153" y="1146342"/>
            <a:ext cx="113970" cy="11397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014073" y="599858"/>
            <a:ext cx="181304" cy="181304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795422" y="689801"/>
            <a:ext cx="113573" cy="113573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7347F"/>
                </a:solidFill>
              </a:rPr>
              <a:t>웨딩 사진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40080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9D2EF"/>
          </a:solidFill>
          <a:ln w="19050">
            <a:solidFill>
              <a:srgbClr val="745CB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7347F"/>
                </a:solidFill>
              </a:rPr>
              <a:t>사진 1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4338218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9D2EF"/>
          </a:solidFill>
          <a:ln w="19050">
            <a:solidFill>
              <a:srgbClr val="745CB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7347F"/>
                </a:solidFill>
              </a:rPr>
              <a:t>사진 2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8036356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9D2EF"/>
          </a:solidFill>
          <a:ln w="19050">
            <a:solidFill>
              <a:srgbClr val="745CB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7347F"/>
                </a:solidFill>
              </a:rPr>
              <a:t>사진 3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640080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9D2EF"/>
          </a:solidFill>
          <a:ln w="19050">
            <a:solidFill>
              <a:srgbClr val="745CB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7347F"/>
                </a:solidFill>
              </a:rPr>
              <a:t>사진 4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4338218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9D2EF"/>
          </a:solidFill>
          <a:ln w="19050">
            <a:solidFill>
              <a:srgbClr val="745CB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7347F"/>
                </a:solidFill>
              </a:rPr>
              <a:t>사진 5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8036356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9D2EF"/>
          </a:solidFill>
          <a:ln w="19050">
            <a:solidFill>
              <a:srgbClr val="745CB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7347F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888231" y="1419499"/>
            <a:ext cx="340925" cy="34092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286915" y="1531294"/>
            <a:ext cx="527267" cy="527267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8763778" y="1894602"/>
            <a:ext cx="370290" cy="37029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8326878" y="383698"/>
            <a:ext cx="516380" cy="51638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8541295" y="1715794"/>
            <a:ext cx="476379" cy="476379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360737" y="2657312"/>
            <a:ext cx="388914" cy="388914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026699" y="1065212"/>
            <a:ext cx="211151" cy="211151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368594" y="558069"/>
            <a:ext cx="207051" cy="20705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9004839" y="2926884"/>
            <a:ext cx="310829" cy="310829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9154620" y="1436472"/>
            <a:ext cx="494465" cy="49446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285572" y="1681770"/>
            <a:ext cx="309746" cy="309746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47347F"/>
                </a:solidFill>
              </a:rPr>
              <a:t>함께해 주셔서 감사합니다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7347F"/>
                </a:solidFill>
              </a:rPr>
              <a:t>오늘의 축복을 오래도록 간직하겠습니다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감사·답례 중심)">
  <a:themeElements>
    <a:clrScheme name="Office">
      <a:dk1>
        <a:sysClr val="windowText" lastClr="000000"/>
      </a:dk1>
      <a:lt1>
        <a:sysClr val="window" lastClr="FFFFFF"/>
      </a:lt1>
      <a:dk2>
        <a:srgbClr val="47347F"/>
      </a:dk2>
      <a:lt2>
        <a:srgbClr val="F3F1F9"/>
      </a:lt2>
      <a:accent1>
        <a:srgbClr val="745CBC"/>
      </a:accent1>
      <a:accent2>
        <a:srgbClr val="917B3B"/>
      </a:accent2>
      <a:accent3>
        <a:srgbClr val="47347F"/>
      </a:accent3>
      <a:accent4>
        <a:srgbClr val="D9D2EF"/>
      </a:accent4>
      <a:accent5>
        <a:srgbClr val="826C7C"/>
      </a:accent5>
      <a:accent6>
        <a:srgbClr val="9185B2"/>
      </a:accent6>
      <a:hlink>
        <a:srgbClr val="745CBC"/>
      </a:hlink>
      <a:folHlink>
        <a:srgbClr val="47347F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