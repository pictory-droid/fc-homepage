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56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029632">
            <a:off x="6371898" y="885353"/>
            <a:ext cx="256489" cy="920831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724490">
            <a:off x="6048985" y="767011"/>
            <a:ext cx="256489" cy="714757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873090">
            <a:off x="5520865" y="836265"/>
            <a:ext cx="256489" cy="921769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201298">
            <a:off x="5692582" y="567192"/>
            <a:ext cx="256489" cy="889715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392276">
            <a:off x="6493121" y="641091"/>
            <a:ext cx="256489" cy="731419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420225">
            <a:off x="5724478" y="1434823"/>
            <a:ext cx="256489" cy="730584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756110"/>
                </a:solidFill>
              </a:rPr>
              <a:t>두 사람이 하나 되는 날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756110"/>
                </a:solidFill>
              </a:rPr>
              <a:t>은행잎 길을 걸으며 청혼했던 날을 기억합니다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EA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029632">
            <a:off x="11170278" y="665425"/>
            <a:ext cx="155448" cy="558079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724490">
            <a:off x="10974573" y="593702"/>
            <a:ext cx="155448" cy="433186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873090">
            <a:off x="10654501" y="635674"/>
            <a:ext cx="155448" cy="55864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201298">
            <a:off x="10758572" y="472600"/>
            <a:ext cx="155448" cy="539221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392276">
            <a:off x="11243747" y="517387"/>
            <a:ext cx="155448" cy="443284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420225">
            <a:off x="10777902" y="998437"/>
            <a:ext cx="155448" cy="44277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56110"/>
                </a:solidFill>
              </a:rPr>
              <a:t>신랑 · 신부 소개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2030653" y="1600200"/>
            <a:ext cx="2308860" cy="2308860"/>
          </a:xfrm>
          <a:prstGeom prst="ellipse">
            <a:avLst/>
          </a:prstGeom>
          <a:solidFill>
            <a:srgbClr val="F9EFC8"/>
          </a:solidFill>
          <a:ln w="19050">
            <a:solidFill>
              <a:srgbClr val="CEAB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56110"/>
                </a:solidFill>
              </a:rPr>
              <a:t>사진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00500"/>
            <a:ext cx="490712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56110"/>
                </a:solidFill>
              </a:rPr>
              <a:t>신랑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57700"/>
            <a:ext cx="4724247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7852181" y="1600200"/>
            <a:ext cx="2308860" cy="2308860"/>
          </a:xfrm>
          <a:prstGeom prst="ellipse">
            <a:avLst/>
          </a:prstGeom>
          <a:solidFill>
            <a:srgbClr val="F9EFC8"/>
          </a:solidFill>
          <a:ln w="19050">
            <a:solidFill>
              <a:srgbClr val="CEAB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56110"/>
                </a:solidFill>
              </a:rPr>
              <a:t>사진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4000500"/>
            <a:ext cx="490712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56110"/>
                </a:solidFill>
              </a:rPr>
              <a:t>신부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487" y="4457700"/>
            <a:ext cx="4724247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EA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029632">
            <a:off x="11170278" y="665425"/>
            <a:ext cx="155448" cy="558079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724490">
            <a:off x="10974573" y="593702"/>
            <a:ext cx="155448" cy="433186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873090">
            <a:off x="10654501" y="635674"/>
            <a:ext cx="155448" cy="55864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201298">
            <a:off x="10758572" y="472600"/>
            <a:ext cx="155448" cy="539221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392276">
            <a:off x="11243747" y="517387"/>
            <a:ext cx="155448" cy="443284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420225">
            <a:off x="10777902" y="998437"/>
            <a:ext cx="155448" cy="44277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56110"/>
                </a:solidFill>
              </a:rPr>
              <a:t>우리 두 사람</a:t>
            </a:r>
          </a:p>
        </p:txBody>
      </p:sp>
      <p:sp>
        <p:nvSpPr>
          <p:cNvPr id="10" name="왼쪽 칸"/>
          <p:cNvSpPr/>
          <p:nvPr/>
        </p:nvSpPr>
        <p:spPr>
          <a:xfrm>
            <a:off x="731520" y="1600200"/>
            <a:ext cx="5181447" cy="461772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2700">
            <a:solidFill>
              <a:srgbClr val="F9EF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칸 제목 바"/>
          <p:cNvSpPr/>
          <p:nvPr/>
        </p:nvSpPr>
        <p:spPr>
          <a:xfrm>
            <a:off x="731520" y="1600200"/>
            <a:ext cx="5181447" cy="640080"/>
          </a:xfrm>
          <a:prstGeom prst="roundRect">
            <a:avLst>
              <a:gd name="adj" fmla="val 25000"/>
            </a:avLst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600200"/>
            <a:ext cx="481568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닮은 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423160"/>
            <a:ext cx="4724247" cy="3703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4" name="오른쪽 칸"/>
          <p:cNvSpPr/>
          <p:nvPr/>
        </p:nvSpPr>
        <p:spPr>
          <a:xfrm>
            <a:off x="6278727" y="1600200"/>
            <a:ext cx="5181447" cy="4617720"/>
          </a:xfrm>
          <a:prstGeom prst="roundRect">
            <a:avLst>
              <a:gd name="adj" fmla="val 8000"/>
            </a:avLst>
          </a:prstGeom>
          <a:solidFill>
            <a:srgbClr val="F9EFC8"/>
          </a:solidFill>
          <a:ln w="12700">
            <a:solidFill>
              <a:srgbClr val="F9EF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칸 제목 바"/>
          <p:cNvSpPr/>
          <p:nvPr/>
        </p:nvSpPr>
        <p:spPr>
          <a:xfrm>
            <a:off x="6278727" y="1600200"/>
            <a:ext cx="5181447" cy="640080"/>
          </a:xfrm>
          <a:prstGeom prst="roundRect">
            <a:avLst>
              <a:gd name="adj" fmla="val 25000"/>
            </a:avLst>
          </a:prstGeom>
          <a:solidFill>
            <a:srgbClr val="7561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1607" y="1600200"/>
            <a:ext cx="481568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다른 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7327" y="2423160"/>
            <a:ext cx="4724247" cy="3703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EA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029632">
            <a:off x="11170278" y="665425"/>
            <a:ext cx="155448" cy="558079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724490">
            <a:off x="10974573" y="593702"/>
            <a:ext cx="155448" cy="433186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873090">
            <a:off x="10654501" y="635674"/>
            <a:ext cx="155448" cy="55864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201298">
            <a:off x="10758572" y="472600"/>
            <a:ext cx="155448" cy="539221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392276">
            <a:off x="11243747" y="517387"/>
            <a:ext cx="155448" cy="443284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420225">
            <a:off x="10777902" y="998437"/>
            <a:ext cx="155448" cy="44277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56110"/>
                </a:solidFill>
              </a:rPr>
              <a:t>서로에게 하고 싶은 말</a:t>
            </a:r>
          </a:p>
        </p:txBody>
      </p:sp>
      <p:sp>
        <p:nvSpPr>
          <p:cNvPr id="10" name="왼쪽 칸"/>
          <p:cNvSpPr/>
          <p:nvPr/>
        </p:nvSpPr>
        <p:spPr>
          <a:xfrm>
            <a:off x="731520" y="1600200"/>
            <a:ext cx="5181447" cy="461772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2700">
            <a:solidFill>
              <a:srgbClr val="F9EF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칸 제목 바"/>
          <p:cNvSpPr/>
          <p:nvPr/>
        </p:nvSpPr>
        <p:spPr>
          <a:xfrm>
            <a:off x="731520" y="1600200"/>
            <a:ext cx="5181447" cy="640080"/>
          </a:xfrm>
          <a:prstGeom prst="roundRect">
            <a:avLst>
              <a:gd name="adj" fmla="val 25000"/>
            </a:avLst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600200"/>
            <a:ext cx="481568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신랑이 신부에게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423160"/>
            <a:ext cx="4724247" cy="3703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하고 싶은 말을 적어 주세요</a:t>
            </a:r>
          </a:p>
        </p:txBody>
      </p:sp>
      <p:sp>
        <p:nvSpPr>
          <p:cNvPr id="14" name="오른쪽 칸"/>
          <p:cNvSpPr/>
          <p:nvPr/>
        </p:nvSpPr>
        <p:spPr>
          <a:xfrm>
            <a:off x="6278727" y="1600200"/>
            <a:ext cx="5181447" cy="4617720"/>
          </a:xfrm>
          <a:prstGeom prst="roundRect">
            <a:avLst>
              <a:gd name="adj" fmla="val 8000"/>
            </a:avLst>
          </a:prstGeom>
          <a:solidFill>
            <a:srgbClr val="F9EFC8"/>
          </a:solidFill>
          <a:ln w="12700">
            <a:solidFill>
              <a:srgbClr val="F9EF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칸 제목 바"/>
          <p:cNvSpPr/>
          <p:nvPr/>
        </p:nvSpPr>
        <p:spPr>
          <a:xfrm>
            <a:off x="6278727" y="1600200"/>
            <a:ext cx="5181447" cy="640080"/>
          </a:xfrm>
          <a:prstGeom prst="roundRect">
            <a:avLst>
              <a:gd name="adj" fmla="val 25000"/>
            </a:avLst>
          </a:prstGeom>
          <a:solidFill>
            <a:srgbClr val="7561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1607" y="1600200"/>
            <a:ext cx="481568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신부가 신랑에게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7327" y="2423160"/>
            <a:ext cx="4724247" cy="3703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하고 싶은 말을 적어 주세요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EA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029632">
            <a:off x="11170278" y="665425"/>
            <a:ext cx="155448" cy="558079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724490">
            <a:off x="10974573" y="593702"/>
            <a:ext cx="155448" cy="433186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873090">
            <a:off x="10654501" y="635674"/>
            <a:ext cx="155448" cy="55864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201298">
            <a:off x="10758572" y="472600"/>
            <a:ext cx="155448" cy="539221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392276">
            <a:off x="11243747" y="517387"/>
            <a:ext cx="155448" cy="443284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420225">
            <a:off x="10777902" y="998437"/>
            <a:ext cx="155448" cy="44277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56110"/>
                </a:solidFill>
              </a:rPr>
              <a:t>웨딩 사진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731520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9EFC8"/>
          </a:solidFill>
          <a:ln w="19050">
            <a:solidFill>
              <a:srgbClr val="CEAB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56110"/>
                </a:solidFill>
              </a:rPr>
              <a:t>사진 1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4368698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9EFC8"/>
          </a:solidFill>
          <a:ln w="19050">
            <a:solidFill>
              <a:srgbClr val="CEAB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56110"/>
                </a:solidFill>
              </a:rPr>
              <a:t>사진 2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005876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9EFC8"/>
          </a:solidFill>
          <a:ln w="19050">
            <a:solidFill>
              <a:srgbClr val="CEAB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56110"/>
                </a:solidFill>
              </a:rPr>
              <a:t>사진 3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731520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9EFC8"/>
          </a:solidFill>
          <a:ln w="19050">
            <a:solidFill>
              <a:srgbClr val="CEAB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56110"/>
                </a:solidFill>
              </a:rPr>
              <a:t>사진 4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4368698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9EFC8"/>
          </a:solidFill>
          <a:ln w="19050">
            <a:solidFill>
              <a:srgbClr val="CEAB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56110"/>
                </a:solidFill>
              </a:rPr>
              <a:t>사진 5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8005876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9EFC8"/>
          </a:solidFill>
          <a:ln w="19050">
            <a:solidFill>
              <a:srgbClr val="CEAB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5611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56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029632">
            <a:off x="6371898" y="885353"/>
            <a:ext cx="256489" cy="920831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724490">
            <a:off x="6048985" y="767011"/>
            <a:ext cx="256489" cy="714757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873090">
            <a:off x="5520865" y="836265"/>
            <a:ext cx="256489" cy="921769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201298">
            <a:off x="5692582" y="567192"/>
            <a:ext cx="256489" cy="889715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392276">
            <a:off x="6493121" y="641091"/>
            <a:ext cx="256489" cy="731419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420225">
            <a:off x="5724478" y="1434823"/>
            <a:ext cx="256489" cy="730584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756110"/>
                </a:solidFill>
              </a:rPr>
              <a:t>함께해 주셔서 감사합니다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756110"/>
                </a:solidFill>
              </a:rPr>
              <a:t>오늘의 축복을 오래도록 간직하겠습니다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소개 중심)">
  <a:themeElements>
    <a:clrScheme name="Office">
      <a:dk1>
        <a:sysClr val="windowText" lastClr="000000"/>
      </a:dk1>
      <a:lt1>
        <a:sysClr val="window" lastClr="FFFFFF"/>
      </a:lt1>
      <a:dk2>
        <a:srgbClr val="756110"/>
      </a:dk2>
      <a:lt2>
        <a:srgbClr val="FDF9ED"/>
      </a:lt2>
      <a:accent1>
        <a:srgbClr val="CEAB1C"/>
      </a:accent1>
      <a:accent2>
        <a:srgbClr val="3B7791"/>
      </a:accent2>
      <a:accent3>
        <a:srgbClr val="756110"/>
      </a:accent3>
      <a:accent4>
        <a:srgbClr val="F9EFC8"/>
      </a:accent4>
      <a:accent5>
        <a:srgbClr val="849156"/>
      </a:accent5>
      <a:accent6>
        <a:srgbClr val="ACA070"/>
      </a:accent6>
      <a:hlink>
        <a:srgbClr val="CEAB1C"/>
      </a:hlink>
      <a:folHlink>
        <a:srgbClr val="75611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슬라이드(소개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