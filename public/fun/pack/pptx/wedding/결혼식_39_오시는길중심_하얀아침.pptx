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CA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7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26231F"/>
                </a:solidFill>
              </a:rPr>
              <a:t>저희 결혼합니다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길이 막히니 조금 일찍 나서 주세요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95097"/>
          </a:xfrm>
          <a:prstGeom prst="wave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신랑 · 신부 소개</a:t>
            </a:r>
          </a:p>
        </p:txBody>
      </p:sp>
      <p:sp>
        <p:nvSpPr>
          <p:cNvPr id="7" name="사진 자리"/>
          <p:cNvSpPr/>
          <p:nvPr/>
        </p:nvSpPr>
        <p:spPr>
          <a:xfrm>
            <a:off x="2042083" y="1783080"/>
            <a:ext cx="2194560" cy="2194560"/>
          </a:xfrm>
          <a:prstGeom prst="ellipse">
            <a:avLst/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690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749"/>
                </a:solidFill>
              </a:rPr>
              <a:t>신랑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5262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7955051" y="1783080"/>
            <a:ext cx="2194560" cy="2194560"/>
          </a:xfrm>
          <a:prstGeom prst="ellipse">
            <a:avLst/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047" y="4069079"/>
            <a:ext cx="49985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273749"/>
                </a:solidFill>
              </a:rPr>
              <a:t>신부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4526279"/>
            <a:ext cx="4815687" cy="16459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95097"/>
          </a:xfrm>
          <a:prstGeom prst="wave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오시는 길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6035040" cy="4389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8E8780"/>
                </a:solidFill>
              </a:rPr>
              <a:t>약도 · 지도를 넣어 주세요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7040880" y="1783080"/>
          <a:ext cx="451073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13913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749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749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749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ECF3FB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3749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D5E4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5E4F6"/>
                      </a:solidFill>
                      <a:prstDash val="solid"/>
                    </a:lnL>
                    <a:lnR w="9525" cap="flat" cmpd="sng" algn="ctr">
                      <a:solidFill>
                        <a:srgbClr val="D5E4F6"/>
                      </a:solidFill>
                      <a:prstDash val="solid"/>
                    </a:lnR>
                    <a:lnT w="9525" cap="flat" cmpd="sng" algn="ctr">
                      <a:solidFill>
                        <a:srgbClr val="D5E4F6"/>
                      </a:solidFill>
                      <a:prstDash val="solid"/>
                    </a:lnT>
                    <a:lnB w="9525" cap="flat" cmpd="sng" algn="ctr">
                      <a:solidFill>
                        <a:srgbClr val="D5E4F6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95097"/>
          </a:xfrm>
          <a:prstGeom prst="wave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교통 안내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1783080"/>
            <a:ext cx="3484778" cy="4389120"/>
          </a:xfrm>
          <a:prstGeom prst="roundRect">
            <a:avLst>
              <a:gd name="adj" fmla="val 4000"/>
            </a:avLst>
          </a:prstGeom>
          <a:solidFill>
            <a:srgbClr val="EC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1892807"/>
            <a:ext cx="54864" cy="4169663"/>
          </a:xfrm>
          <a:prstGeom prst="rec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1965960"/>
            <a:ext cx="457200" cy="457200"/>
          </a:xfrm>
          <a:prstGeom prst="ellipse">
            <a:avLst/>
          </a:prstGeom>
          <a:solidFill>
            <a:srgbClr val="98BA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지하철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2461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1783080"/>
            <a:ext cx="3484778" cy="4389120"/>
          </a:xfrm>
          <a:prstGeom prst="roundRect">
            <a:avLst>
              <a:gd name="adj" fmla="val 4000"/>
            </a:avLst>
          </a:prstGeom>
          <a:solidFill>
            <a:srgbClr val="EC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포인트 막대"/>
          <p:cNvSpPr/>
          <p:nvPr/>
        </p:nvSpPr>
        <p:spPr>
          <a:xfrm>
            <a:off x="4353458" y="1892807"/>
            <a:ext cx="54864" cy="4169663"/>
          </a:xfrm>
          <a:prstGeom prst="rec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1965960"/>
            <a:ext cx="457200" cy="457200"/>
          </a:xfrm>
          <a:prstGeom prst="ellipse">
            <a:avLst/>
          </a:prstGeom>
          <a:solidFill>
            <a:srgbClr val="98BA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버스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32461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1783080"/>
            <a:ext cx="3484778" cy="4389120"/>
          </a:xfrm>
          <a:prstGeom prst="roundRect">
            <a:avLst>
              <a:gd name="adj" fmla="val 4000"/>
            </a:avLst>
          </a:prstGeom>
          <a:solidFill>
            <a:srgbClr val="ECF3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포인트 막대"/>
          <p:cNvSpPr/>
          <p:nvPr/>
        </p:nvSpPr>
        <p:spPr>
          <a:xfrm>
            <a:off x="8066836" y="1892807"/>
            <a:ext cx="54864" cy="4169663"/>
          </a:xfrm>
          <a:prstGeom prst="rect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1965960"/>
            <a:ext cx="457200" cy="457200"/>
          </a:xfrm>
          <a:prstGeom prst="ellipse">
            <a:avLst/>
          </a:prstGeom>
          <a:solidFill>
            <a:srgbClr val="98BAE1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256032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3749"/>
                </a:solidFill>
              </a:rPr>
              <a:t>자가용 · 주차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3246120"/>
            <a:ext cx="3210458" cy="2788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6" name="포인트"/>
          <p:cNvSpPr/>
          <p:nvPr/>
        </p:nvSpPr>
        <p:spPr>
          <a:xfrm>
            <a:off x="11204143" y="246888"/>
            <a:ext cx="237744" cy="95097"/>
          </a:xfrm>
          <a:prstGeom prst="wave">
            <a:avLst/>
          </a:prstGeom>
          <a:solidFill>
            <a:srgbClr val="98BA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웨딩 사진</a:t>
            </a:r>
          </a:p>
        </p:txBody>
      </p:sp>
      <p:sp>
        <p:nvSpPr>
          <p:cNvPr id="7" name="사진 자리"/>
          <p:cNvSpPr/>
          <p:nvPr/>
        </p:nvSpPr>
        <p:spPr>
          <a:xfrm>
            <a:off x="640080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9" name="사진 자리"/>
          <p:cNvSpPr/>
          <p:nvPr/>
        </p:nvSpPr>
        <p:spPr>
          <a:xfrm>
            <a:off x="8036356" y="1783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640080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4338218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8036356" y="4069080"/>
            <a:ext cx="3515258" cy="2103120"/>
          </a:xfrm>
          <a:prstGeom prst="roundRect">
            <a:avLst>
              <a:gd name="adj" fmla="val 6000"/>
            </a:avLst>
          </a:prstGeom>
          <a:solidFill>
            <a:srgbClr val="D5E4F6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5E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7558851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DCAE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73749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6827349" y="4251960"/>
            <a:ext cx="1005840" cy="1005840"/>
          </a:xfrm>
          <a:prstGeom prst="ellipse">
            <a:avLst/>
          </a:prstGeom>
          <a:solidFill>
            <a:srgbClr val="ADCA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2148840"/>
            <a:ext cx="5608179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WEDDING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606040"/>
            <a:ext cx="5608179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6231F"/>
                </a:solidFill>
              </a:rPr>
              <a:t>와 주셔서 고맙습니다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3886200"/>
            <a:ext cx="5608179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잘 살겠습니다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4754880"/>
            <a:ext cx="5608179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273749"/>
      </a:dk2>
      <a:lt2>
        <a:srgbClr val="ECF3FB"/>
      </a:lt2>
      <a:accent1>
        <a:srgbClr val="98BAE1"/>
      </a:accent1>
      <a:accent2>
        <a:srgbClr val="B8B8EA"/>
      </a:accent2>
      <a:accent3>
        <a:srgbClr val="273749"/>
      </a:accent3>
      <a:accent4>
        <a:srgbClr val="D5E4F6"/>
      </a:accent4>
      <a:accent5>
        <a:srgbClr val="A8B9E6"/>
      </a:accent5>
      <a:accent6>
        <a:srgbClr val="7D8792"/>
      </a:accent6>
      <a:hlink>
        <a:srgbClr val="98BAE1"/>
      </a:hlink>
      <a:folHlink>
        <a:srgbClr val="2737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