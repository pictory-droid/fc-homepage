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-274320" y="4251960"/>
            <a:ext cx="12740335" cy="2743200"/>
          </a:xfrm>
          <a:prstGeom prst="wave">
            <a:avLst/>
          </a:prstGeom>
          <a:solidFill>
            <a:srgbClr val="ECE3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-274320" y="5074920"/>
            <a:ext cx="12740335" cy="2331720"/>
          </a:xfrm>
          <a:prstGeom prst="wave">
            <a:avLst/>
          </a:prstGeom>
          <a:solidFill>
            <a:srgbClr val="9D7D4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8263113">
            <a:off x="9341812" y="1252216"/>
            <a:ext cx="466344" cy="1372524"/>
          </a:xfrm>
          <a:prstGeom prst="ellipse">
            <a:avLst/>
          </a:prstGeom>
          <a:solidFill>
            <a:srgbClr val="9D7D4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18188593">
            <a:off x="8589081" y="1590632"/>
            <a:ext cx="466344" cy="1421156"/>
          </a:xfrm>
          <a:prstGeom prst="ellipse">
            <a:avLst/>
          </a:prstGeom>
          <a:solidFill>
            <a:srgbClr val="ECE3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3000777">
            <a:off x="9580605" y="1335451"/>
            <a:ext cx="466344" cy="1207046"/>
          </a:xfrm>
          <a:prstGeom prst="ellipse">
            <a:avLst/>
          </a:prstGeom>
          <a:solidFill>
            <a:srgbClr val="43828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8027902">
            <a:off x="9661929" y="1296287"/>
            <a:ext cx="466344" cy="1693483"/>
          </a:xfrm>
          <a:prstGeom prst="ellipse">
            <a:avLst/>
          </a:prstGeom>
          <a:solidFill>
            <a:srgbClr val="9D7D4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8803759">
            <a:off x="9550224" y="455532"/>
            <a:ext cx="466344" cy="1525017"/>
          </a:xfrm>
          <a:prstGeom prst="ellipse">
            <a:avLst/>
          </a:prstGeom>
          <a:solidFill>
            <a:srgbClr val="ECE3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1676420">
            <a:off x="10621393" y="417242"/>
            <a:ext cx="466344" cy="1480287"/>
          </a:xfrm>
          <a:prstGeom prst="ellipse">
            <a:avLst/>
          </a:prstGeom>
          <a:solidFill>
            <a:srgbClr val="43828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5335" y="1371600"/>
            <a:ext cx="7558851" cy="146304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59472C"/>
                </a:solidFill>
              </a:rPr>
              <a:t>두 사람이 하나 되는 날</a:t>
            </a:r>
          </a:p>
        </p:txBody>
      </p:sp>
      <p:sp>
        <p:nvSpPr>
          <p:cNvPr id="11" name="한 줄 문구"/>
          <p:cNvSpPr txBox="1"/>
          <p:nvPr/>
        </p:nvSpPr>
        <p:spPr>
          <a:xfrm>
            <a:off x="975335" y="2926080"/>
            <a:ext cx="731501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59472C"/>
                </a:solidFill>
              </a:rPr>
              <a:t>억새처럼 흔들려도 서로를 놓지 않겠습니다</a:t>
            </a:r>
          </a:p>
        </p:txBody>
      </p:sp>
      <p:sp>
        <p:nvSpPr>
          <p:cNvPr id="12" name="안내 문구"/>
          <p:cNvSpPr txBox="1"/>
          <p:nvPr/>
        </p:nvSpPr>
        <p:spPr>
          <a:xfrm>
            <a:off x="975335" y="3794760"/>
            <a:ext cx="731501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신랑 이름 ♥ 신부 이름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2026. 00. 00 · 예식장 이름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-182880" y="6144768"/>
            <a:ext cx="12557455" cy="731520"/>
          </a:xfrm>
          <a:prstGeom prst="wave">
            <a:avLst/>
          </a:prstGeom>
          <a:solidFill>
            <a:srgbClr val="ECE3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-182880" y="6400800"/>
            <a:ext cx="12557455" cy="502920"/>
          </a:xfrm>
          <a:prstGeom prst="wave">
            <a:avLst/>
          </a:prstGeom>
          <a:solidFill>
            <a:srgbClr val="9D7D4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8263113">
            <a:off x="11082709" y="532297"/>
            <a:ext cx="170992" cy="503259"/>
          </a:xfrm>
          <a:prstGeom prst="ellipse">
            <a:avLst/>
          </a:prstGeom>
          <a:solidFill>
            <a:srgbClr val="9D7D4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18188593">
            <a:off x="10806708" y="656383"/>
            <a:ext cx="170992" cy="521090"/>
          </a:xfrm>
          <a:prstGeom prst="ellipse">
            <a:avLst/>
          </a:prstGeom>
          <a:solidFill>
            <a:srgbClr val="ECE3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3000777">
            <a:off x="11170267" y="562817"/>
            <a:ext cx="170992" cy="442583"/>
          </a:xfrm>
          <a:prstGeom prst="ellipse">
            <a:avLst/>
          </a:prstGeom>
          <a:solidFill>
            <a:srgbClr val="43828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8027902">
            <a:off x="11200086" y="548457"/>
            <a:ext cx="170992" cy="620943"/>
          </a:xfrm>
          <a:prstGeom prst="ellipse">
            <a:avLst/>
          </a:prstGeom>
          <a:solidFill>
            <a:srgbClr val="9D7D4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8803759">
            <a:off x="11159127" y="240180"/>
            <a:ext cx="170992" cy="559173"/>
          </a:xfrm>
          <a:prstGeom prst="ellipse">
            <a:avLst/>
          </a:prstGeom>
          <a:solidFill>
            <a:srgbClr val="ECE3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1676420">
            <a:off x="11551889" y="226141"/>
            <a:ext cx="170992" cy="542772"/>
          </a:xfrm>
          <a:prstGeom prst="ellipse">
            <a:avLst/>
          </a:prstGeom>
          <a:solidFill>
            <a:srgbClr val="43828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59472C"/>
                </a:solidFill>
              </a:rPr>
              <a:t>신랑 · 신부 소개</a:t>
            </a:r>
          </a:p>
        </p:txBody>
      </p:sp>
      <p:sp>
        <p:nvSpPr>
          <p:cNvPr id="11" name="사진 자리"/>
          <p:cNvSpPr/>
          <p:nvPr/>
        </p:nvSpPr>
        <p:spPr>
          <a:xfrm>
            <a:off x="2042083" y="1554480"/>
            <a:ext cx="2194560" cy="2194560"/>
          </a:xfrm>
          <a:prstGeom prst="ellipse">
            <a:avLst/>
          </a:prstGeom>
          <a:solidFill>
            <a:srgbClr val="ECE3D4"/>
          </a:solidFill>
          <a:ln w="19050">
            <a:solidFill>
              <a:srgbClr val="9D7D4D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9472C"/>
                </a:solidFill>
              </a:rPr>
              <a:t>사진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840479"/>
            <a:ext cx="4998567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59472C"/>
                </a:solidFill>
              </a:rPr>
              <a:t>신랑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19" y="4297679"/>
            <a:ext cx="4815687" cy="16459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신부에게 한마디</a:t>
            </a:r>
          </a:p>
        </p:txBody>
      </p:sp>
      <p:sp>
        <p:nvSpPr>
          <p:cNvPr id="14" name="사진 자리"/>
          <p:cNvSpPr/>
          <p:nvPr/>
        </p:nvSpPr>
        <p:spPr>
          <a:xfrm>
            <a:off x="7955051" y="1554480"/>
            <a:ext cx="2194560" cy="2194560"/>
          </a:xfrm>
          <a:prstGeom prst="ellipse">
            <a:avLst/>
          </a:prstGeom>
          <a:solidFill>
            <a:srgbClr val="ECE3D4"/>
          </a:solidFill>
          <a:ln w="19050">
            <a:solidFill>
              <a:srgbClr val="9D7D4D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9472C"/>
                </a:solidFill>
              </a:rPr>
              <a:t>사진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53047" y="3840479"/>
            <a:ext cx="4998567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59472C"/>
                </a:solidFill>
              </a:rPr>
              <a:t>신부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44487" y="4297679"/>
            <a:ext cx="4815687" cy="16459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신랑에게 한마디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-182880" y="6144768"/>
            <a:ext cx="12557455" cy="731520"/>
          </a:xfrm>
          <a:prstGeom prst="wave">
            <a:avLst/>
          </a:prstGeom>
          <a:solidFill>
            <a:srgbClr val="ECE3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-182880" y="6400800"/>
            <a:ext cx="12557455" cy="502920"/>
          </a:xfrm>
          <a:prstGeom prst="wave">
            <a:avLst/>
          </a:prstGeom>
          <a:solidFill>
            <a:srgbClr val="9D7D4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8263113">
            <a:off x="11082709" y="532297"/>
            <a:ext cx="170992" cy="503259"/>
          </a:xfrm>
          <a:prstGeom prst="ellipse">
            <a:avLst/>
          </a:prstGeom>
          <a:solidFill>
            <a:srgbClr val="9D7D4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18188593">
            <a:off x="10806708" y="656383"/>
            <a:ext cx="170992" cy="521090"/>
          </a:xfrm>
          <a:prstGeom prst="ellipse">
            <a:avLst/>
          </a:prstGeom>
          <a:solidFill>
            <a:srgbClr val="ECE3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3000777">
            <a:off x="11170267" y="562817"/>
            <a:ext cx="170992" cy="442583"/>
          </a:xfrm>
          <a:prstGeom prst="ellipse">
            <a:avLst/>
          </a:prstGeom>
          <a:solidFill>
            <a:srgbClr val="43828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8027902">
            <a:off x="11200086" y="548457"/>
            <a:ext cx="170992" cy="620943"/>
          </a:xfrm>
          <a:prstGeom prst="ellipse">
            <a:avLst/>
          </a:prstGeom>
          <a:solidFill>
            <a:srgbClr val="9D7D4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8803759">
            <a:off x="11159127" y="240180"/>
            <a:ext cx="170992" cy="559173"/>
          </a:xfrm>
          <a:prstGeom prst="ellipse">
            <a:avLst/>
          </a:prstGeom>
          <a:solidFill>
            <a:srgbClr val="ECE3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1676420">
            <a:off x="11551889" y="226141"/>
            <a:ext cx="170992" cy="542772"/>
          </a:xfrm>
          <a:prstGeom prst="ellipse">
            <a:avLst/>
          </a:prstGeom>
          <a:solidFill>
            <a:srgbClr val="43828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59472C"/>
                </a:solidFill>
              </a:rPr>
              <a:t>오시는 길</a:t>
            </a:r>
          </a:p>
        </p:txBody>
      </p:sp>
      <p:sp>
        <p:nvSpPr>
          <p:cNvPr id="11" name="사진 자리"/>
          <p:cNvSpPr/>
          <p:nvPr/>
        </p:nvSpPr>
        <p:spPr>
          <a:xfrm>
            <a:off x="640080" y="1554480"/>
            <a:ext cx="6035040" cy="4389120"/>
          </a:xfrm>
          <a:prstGeom prst="roundRect">
            <a:avLst>
              <a:gd name="adj" fmla="val 6000"/>
            </a:avLst>
          </a:prstGeom>
          <a:solidFill>
            <a:srgbClr val="ECE3D4"/>
          </a:solidFill>
          <a:ln w="19050">
            <a:solidFill>
              <a:srgbClr val="9D7D4D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59472C"/>
                </a:solidFill>
              </a:rPr>
              <a:t>약도 · 지도를 넣어 주세요</a:t>
            </a:r>
          </a:p>
        </p:txBody>
      </p:sp>
      <p:graphicFrame>
        <p:nvGraphicFramePr>
          <p:cNvPr id="12" name="표"/>
          <p:cNvGraphicFramePr>
            <a:graphicFrameLocks noGrp="1"/>
          </p:cNvGraphicFramePr>
          <p:nvPr/>
        </p:nvGraphicFramePr>
        <p:xfrm>
          <a:off x="7040880" y="1554480"/>
          <a:ext cx="4510735" cy="3291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71600"/>
                <a:gridCol w="3139135"/>
              </a:tblGrid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59472C"/>
                          </a:solidFill>
                        </a:rPr>
                        <a:t>예식장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CE3D4"/>
                      </a:solidFill>
                      <a:prstDash val="solid"/>
                    </a:lnL>
                    <a:lnR w="9525" cap="flat" cmpd="sng" algn="ctr">
                      <a:solidFill>
                        <a:srgbClr val="ECE3D4"/>
                      </a:solidFill>
                      <a:prstDash val="solid"/>
                    </a:lnR>
                    <a:lnT w="9525" cap="flat" cmpd="sng" algn="ctr">
                      <a:solidFill>
                        <a:srgbClr val="ECE3D4"/>
                      </a:solidFill>
                      <a:prstDash val="solid"/>
                    </a:lnT>
                    <a:lnB w="9525" cap="flat" cmpd="sng" algn="ctr">
                      <a:solidFill>
                        <a:srgbClr val="ECE3D4"/>
                      </a:solidFill>
                      <a:prstDash val="solid"/>
                    </a:lnB>
                    <a:solidFill>
                      <a:srgbClr val="ECE3D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CE3D4"/>
                      </a:solidFill>
                      <a:prstDash val="solid"/>
                    </a:lnL>
                    <a:lnR w="9525" cap="flat" cmpd="sng" algn="ctr">
                      <a:solidFill>
                        <a:srgbClr val="ECE3D4"/>
                      </a:solidFill>
                      <a:prstDash val="solid"/>
                    </a:lnR>
                    <a:lnT w="9525" cap="flat" cmpd="sng" algn="ctr">
                      <a:solidFill>
                        <a:srgbClr val="ECE3D4"/>
                      </a:solidFill>
                      <a:prstDash val="solid"/>
                    </a:lnT>
                    <a:lnB w="9525" cap="flat" cmpd="sng" algn="ctr">
                      <a:solidFill>
                        <a:srgbClr val="ECE3D4"/>
                      </a:solidFill>
                      <a:prstDash val="solid"/>
                    </a:lnB>
                    <a:solidFill>
                      <a:srgbClr val="F8F5F1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59472C"/>
                          </a:solidFill>
                        </a:rPr>
                        <a:t>주소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CE3D4"/>
                      </a:solidFill>
                      <a:prstDash val="solid"/>
                    </a:lnL>
                    <a:lnR w="9525" cap="flat" cmpd="sng" algn="ctr">
                      <a:solidFill>
                        <a:srgbClr val="ECE3D4"/>
                      </a:solidFill>
                      <a:prstDash val="solid"/>
                    </a:lnR>
                    <a:lnT w="9525" cap="flat" cmpd="sng" algn="ctr">
                      <a:solidFill>
                        <a:srgbClr val="ECE3D4"/>
                      </a:solidFill>
                      <a:prstDash val="solid"/>
                    </a:lnT>
                    <a:lnB w="9525" cap="flat" cmpd="sng" algn="ctr">
                      <a:solidFill>
                        <a:srgbClr val="ECE3D4"/>
                      </a:solidFill>
                      <a:prstDash val="solid"/>
                    </a:lnB>
                    <a:solidFill>
                      <a:srgbClr val="ECE3D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CE3D4"/>
                      </a:solidFill>
                      <a:prstDash val="solid"/>
                    </a:lnL>
                    <a:lnR w="9525" cap="flat" cmpd="sng" algn="ctr">
                      <a:solidFill>
                        <a:srgbClr val="ECE3D4"/>
                      </a:solidFill>
                      <a:prstDash val="solid"/>
                    </a:lnR>
                    <a:lnT w="9525" cap="flat" cmpd="sng" algn="ctr">
                      <a:solidFill>
                        <a:srgbClr val="ECE3D4"/>
                      </a:solidFill>
                      <a:prstDash val="solid"/>
                    </a:lnT>
                    <a:lnB w="9525" cap="flat" cmpd="sng" algn="ctr">
                      <a:solidFill>
                        <a:srgbClr val="ECE3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59472C"/>
                          </a:solidFill>
                        </a:rPr>
                        <a:t>일시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CE3D4"/>
                      </a:solidFill>
                      <a:prstDash val="solid"/>
                    </a:lnL>
                    <a:lnR w="9525" cap="flat" cmpd="sng" algn="ctr">
                      <a:solidFill>
                        <a:srgbClr val="ECE3D4"/>
                      </a:solidFill>
                      <a:prstDash val="solid"/>
                    </a:lnR>
                    <a:lnT w="9525" cap="flat" cmpd="sng" algn="ctr">
                      <a:solidFill>
                        <a:srgbClr val="ECE3D4"/>
                      </a:solidFill>
                      <a:prstDash val="solid"/>
                    </a:lnT>
                    <a:lnB w="9525" cap="flat" cmpd="sng" algn="ctr">
                      <a:solidFill>
                        <a:srgbClr val="ECE3D4"/>
                      </a:solidFill>
                      <a:prstDash val="solid"/>
                    </a:lnB>
                    <a:solidFill>
                      <a:srgbClr val="ECE3D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CE3D4"/>
                      </a:solidFill>
                      <a:prstDash val="solid"/>
                    </a:lnL>
                    <a:lnR w="9525" cap="flat" cmpd="sng" algn="ctr">
                      <a:solidFill>
                        <a:srgbClr val="ECE3D4"/>
                      </a:solidFill>
                      <a:prstDash val="solid"/>
                    </a:lnR>
                    <a:lnT w="9525" cap="flat" cmpd="sng" algn="ctr">
                      <a:solidFill>
                        <a:srgbClr val="ECE3D4"/>
                      </a:solidFill>
                      <a:prstDash val="solid"/>
                    </a:lnT>
                    <a:lnB w="9525" cap="flat" cmpd="sng" algn="ctr">
                      <a:solidFill>
                        <a:srgbClr val="ECE3D4"/>
                      </a:solidFill>
                      <a:prstDash val="solid"/>
                    </a:lnB>
                    <a:solidFill>
                      <a:srgbClr val="F8F5F1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59472C"/>
                          </a:solidFill>
                        </a:rPr>
                        <a:t>연락처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CE3D4"/>
                      </a:solidFill>
                      <a:prstDash val="solid"/>
                    </a:lnL>
                    <a:lnR w="9525" cap="flat" cmpd="sng" algn="ctr">
                      <a:solidFill>
                        <a:srgbClr val="ECE3D4"/>
                      </a:solidFill>
                      <a:prstDash val="solid"/>
                    </a:lnR>
                    <a:lnT w="9525" cap="flat" cmpd="sng" algn="ctr">
                      <a:solidFill>
                        <a:srgbClr val="ECE3D4"/>
                      </a:solidFill>
                      <a:prstDash val="solid"/>
                    </a:lnT>
                    <a:lnB w="9525" cap="flat" cmpd="sng" algn="ctr">
                      <a:solidFill>
                        <a:srgbClr val="ECE3D4"/>
                      </a:solidFill>
                      <a:prstDash val="solid"/>
                    </a:lnB>
                    <a:solidFill>
                      <a:srgbClr val="ECE3D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CE3D4"/>
                      </a:solidFill>
                      <a:prstDash val="solid"/>
                    </a:lnL>
                    <a:lnR w="9525" cap="flat" cmpd="sng" algn="ctr">
                      <a:solidFill>
                        <a:srgbClr val="ECE3D4"/>
                      </a:solidFill>
                      <a:prstDash val="solid"/>
                    </a:lnR>
                    <a:lnT w="9525" cap="flat" cmpd="sng" algn="ctr">
                      <a:solidFill>
                        <a:srgbClr val="ECE3D4"/>
                      </a:solidFill>
                      <a:prstDash val="solid"/>
                    </a:lnT>
                    <a:lnB w="9525" cap="flat" cmpd="sng" algn="ctr">
                      <a:solidFill>
                        <a:srgbClr val="ECE3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-182880" y="6144768"/>
            <a:ext cx="12557455" cy="731520"/>
          </a:xfrm>
          <a:prstGeom prst="wave">
            <a:avLst/>
          </a:prstGeom>
          <a:solidFill>
            <a:srgbClr val="ECE3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-182880" y="6400800"/>
            <a:ext cx="12557455" cy="502920"/>
          </a:xfrm>
          <a:prstGeom prst="wave">
            <a:avLst/>
          </a:prstGeom>
          <a:solidFill>
            <a:srgbClr val="9D7D4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8263113">
            <a:off x="11082709" y="532297"/>
            <a:ext cx="170992" cy="503259"/>
          </a:xfrm>
          <a:prstGeom prst="ellipse">
            <a:avLst/>
          </a:prstGeom>
          <a:solidFill>
            <a:srgbClr val="9D7D4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18188593">
            <a:off x="10806708" y="656383"/>
            <a:ext cx="170992" cy="521090"/>
          </a:xfrm>
          <a:prstGeom prst="ellipse">
            <a:avLst/>
          </a:prstGeom>
          <a:solidFill>
            <a:srgbClr val="ECE3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3000777">
            <a:off x="11170267" y="562817"/>
            <a:ext cx="170992" cy="442583"/>
          </a:xfrm>
          <a:prstGeom prst="ellipse">
            <a:avLst/>
          </a:prstGeom>
          <a:solidFill>
            <a:srgbClr val="43828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8027902">
            <a:off x="11200086" y="548457"/>
            <a:ext cx="170992" cy="620943"/>
          </a:xfrm>
          <a:prstGeom prst="ellipse">
            <a:avLst/>
          </a:prstGeom>
          <a:solidFill>
            <a:srgbClr val="9D7D4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8803759">
            <a:off x="11159127" y="240180"/>
            <a:ext cx="170992" cy="559173"/>
          </a:xfrm>
          <a:prstGeom prst="ellipse">
            <a:avLst/>
          </a:prstGeom>
          <a:solidFill>
            <a:srgbClr val="ECE3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1676420">
            <a:off x="11551889" y="226141"/>
            <a:ext cx="170992" cy="542772"/>
          </a:xfrm>
          <a:prstGeom prst="ellipse">
            <a:avLst/>
          </a:prstGeom>
          <a:solidFill>
            <a:srgbClr val="43828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59472C"/>
                </a:solidFill>
              </a:rPr>
              <a:t>교통 안내</a:t>
            </a:r>
          </a:p>
        </p:txBody>
      </p:sp>
      <p:sp>
        <p:nvSpPr>
          <p:cNvPr id="11" name="카드 1"/>
          <p:cNvSpPr/>
          <p:nvPr/>
        </p:nvSpPr>
        <p:spPr>
          <a:xfrm>
            <a:off x="640080" y="1554480"/>
            <a:ext cx="3484778" cy="4389120"/>
          </a:xfrm>
          <a:prstGeom prst="roundRect">
            <a:avLst>
              <a:gd name="adj" fmla="val 8000"/>
            </a:avLst>
          </a:prstGeom>
          <a:solidFill>
            <a:srgbClr val="F8F5F1"/>
          </a:solidFill>
          <a:ln w="15875">
            <a:solidFill>
              <a:srgbClr val="ECE3D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번호 1"/>
          <p:cNvSpPr/>
          <p:nvPr/>
        </p:nvSpPr>
        <p:spPr>
          <a:xfrm>
            <a:off x="822959" y="1737360"/>
            <a:ext cx="457200" cy="457200"/>
          </a:xfrm>
          <a:prstGeom prst="ellipse">
            <a:avLst/>
          </a:prstGeom>
          <a:solidFill>
            <a:srgbClr val="9D7D4D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33172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59472C"/>
                </a:solidFill>
              </a:rPr>
              <a:t>지하철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017520"/>
            <a:ext cx="3210458" cy="2788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입력하세요</a:t>
            </a:r>
          </a:p>
        </p:txBody>
      </p:sp>
      <p:sp>
        <p:nvSpPr>
          <p:cNvPr id="15" name="카드 2"/>
          <p:cNvSpPr/>
          <p:nvPr/>
        </p:nvSpPr>
        <p:spPr>
          <a:xfrm>
            <a:off x="4353458" y="1554480"/>
            <a:ext cx="3484778" cy="4389120"/>
          </a:xfrm>
          <a:prstGeom prst="roundRect">
            <a:avLst>
              <a:gd name="adj" fmla="val 8000"/>
            </a:avLst>
          </a:prstGeom>
          <a:solidFill>
            <a:srgbClr val="F8F5F1"/>
          </a:solidFill>
          <a:ln w="15875">
            <a:solidFill>
              <a:srgbClr val="ECE3D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번호 2"/>
          <p:cNvSpPr/>
          <p:nvPr/>
        </p:nvSpPr>
        <p:spPr>
          <a:xfrm>
            <a:off x="4536338" y="1737360"/>
            <a:ext cx="457200" cy="457200"/>
          </a:xfrm>
          <a:prstGeom prst="ellipse">
            <a:avLst/>
          </a:prstGeom>
          <a:solidFill>
            <a:srgbClr val="9D7D4D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90618" y="233172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59472C"/>
                </a:solidFill>
              </a:rPr>
              <a:t>버스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90618" y="3017520"/>
            <a:ext cx="3210458" cy="2788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입력하세요</a:t>
            </a:r>
          </a:p>
        </p:txBody>
      </p:sp>
      <p:sp>
        <p:nvSpPr>
          <p:cNvPr id="19" name="카드 3"/>
          <p:cNvSpPr/>
          <p:nvPr/>
        </p:nvSpPr>
        <p:spPr>
          <a:xfrm>
            <a:off x="8066836" y="1554480"/>
            <a:ext cx="3484778" cy="4389120"/>
          </a:xfrm>
          <a:prstGeom prst="roundRect">
            <a:avLst>
              <a:gd name="adj" fmla="val 8000"/>
            </a:avLst>
          </a:prstGeom>
          <a:solidFill>
            <a:srgbClr val="F8F5F1"/>
          </a:solidFill>
          <a:ln w="15875">
            <a:solidFill>
              <a:srgbClr val="ECE3D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번호 3"/>
          <p:cNvSpPr/>
          <p:nvPr/>
        </p:nvSpPr>
        <p:spPr>
          <a:xfrm>
            <a:off x="8249716" y="1737360"/>
            <a:ext cx="457200" cy="457200"/>
          </a:xfrm>
          <a:prstGeom prst="ellipse">
            <a:avLst/>
          </a:prstGeom>
          <a:solidFill>
            <a:srgbClr val="9D7D4D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03996" y="233172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59472C"/>
                </a:solidFill>
              </a:rPr>
              <a:t>자가용 · 주차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03996" y="3017520"/>
            <a:ext cx="3210458" cy="2788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입력하세요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-182880" y="6144768"/>
            <a:ext cx="12557455" cy="731520"/>
          </a:xfrm>
          <a:prstGeom prst="wave">
            <a:avLst/>
          </a:prstGeom>
          <a:solidFill>
            <a:srgbClr val="ECE3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-182880" y="6400800"/>
            <a:ext cx="12557455" cy="502920"/>
          </a:xfrm>
          <a:prstGeom prst="wave">
            <a:avLst/>
          </a:prstGeom>
          <a:solidFill>
            <a:srgbClr val="9D7D4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8263113">
            <a:off x="11082709" y="532297"/>
            <a:ext cx="170992" cy="503259"/>
          </a:xfrm>
          <a:prstGeom prst="ellipse">
            <a:avLst/>
          </a:prstGeom>
          <a:solidFill>
            <a:srgbClr val="9D7D4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18188593">
            <a:off x="10806708" y="656383"/>
            <a:ext cx="170992" cy="521090"/>
          </a:xfrm>
          <a:prstGeom prst="ellipse">
            <a:avLst/>
          </a:prstGeom>
          <a:solidFill>
            <a:srgbClr val="ECE3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3000777">
            <a:off x="11170267" y="562817"/>
            <a:ext cx="170992" cy="442583"/>
          </a:xfrm>
          <a:prstGeom prst="ellipse">
            <a:avLst/>
          </a:prstGeom>
          <a:solidFill>
            <a:srgbClr val="43828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8027902">
            <a:off x="11200086" y="548457"/>
            <a:ext cx="170992" cy="620943"/>
          </a:xfrm>
          <a:prstGeom prst="ellipse">
            <a:avLst/>
          </a:prstGeom>
          <a:solidFill>
            <a:srgbClr val="9D7D4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8803759">
            <a:off x="11159127" y="240180"/>
            <a:ext cx="170992" cy="559173"/>
          </a:xfrm>
          <a:prstGeom prst="ellipse">
            <a:avLst/>
          </a:prstGeom>
          <a:solidFill>
            <a:srgbClr val="ECE3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1676420">
            <a:off x="11551889" y="226141"/>
            <a:ext cx="170992" cy="542772"/>
          </a:xfrm>
          <a:prstGeom prst="ellipse">
            <a:avLst/>
          </a:prstGeom>
          <a:solidFill>
            <a:srgbClr val="43828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59472C"/>
                </a:solidFill>
              </a:rPr>
              <a:t>웨딩 사진</a:t>
            </a:r>
          </a:p>
        </p:txBody>
      </p:sp>
      <p:sp>
        <p:nvSpPr>
          <p:cNvPr id="11" name="사진 자리"/>
          <p:cNvSpPr/>
          <p:nvPr/>
        </p:nvSpPr>
        <p:spPr>
          <a:xfrm>
            <a:off x="640080" y="1554480"/>
            <a:ext cx="3515258" cy="2103120"/>
          </a:xfrm>
          <a:prstGeom prst="roundRect">
            <a:avLst>
              <a:gd name="adj" fmla="val 6000"/>
            </a:avLst>
          </a:prstGeom>
          <a:solidFill>
            <a:srgbClr val="ECE3D4"/>
          </a:solidFill>
          <a:ln w="19050">
            <a:solidFill>
              <a:srgbClr val="9D7D4D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9472C"/>
                </a:solidFill>
              </a:rPr>
              <a:t>사진 1</a:t>
            </a:r>
          </a:p>
        </p:txBody>
      </p:sp>
      <p:sp>
        <p:nvSpPr>
          <p:cNvPr id="12" name="사진 자리"/>
          <p:cNvSpPr/>
          <p:nvPr/>
        </p:nvSpPr>
        <p:spPr>
          <a:xfrm>
            <a:off x="4338218" y="1554480"/>
            <a:ext cx="3515258" cy="2103120"/>
          </a:xfrm>
          <a:prstGeom prst="roundRect">
            <a:avLst>
              <a:gd name="adj" fmla="val 6000"/>
            </a:avLst>
          </a:prstGeom>
          <a:solidFill>
            <a:srgbClr val="ECE3D4"/>
          </a:solidFill>
          <a:ln w="19050">
            <a:solidFill>
              <a:srgbClr val="9D7D4D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9472C"/>
                </a:solidFill>
              </a:rPr>
              <a:t>사진 2</a:t>
            </a:r>
          </a:p>
        </p:txBody>
      </p:sp>
      <p:sp>
        <p:nvSpPr>
          <p:cNvPr id="13" name="사진 자리"/>
          <p:cNvSpPr/>
          <p:nvPr/>
        </p:nvSpPr>
        <p:spPr>
          <a:xfrm>
            <a:off x="8036356" y="1554480"/>
            <a:ext cx="3515258" cy="2103120"/>
          </a:xfrm>
          <a:prstGeom prst="roundRect">
            <a:avLst>
              <a:gd name="adj" fmla="val 6000"/>
            </a:avLst>
          </a:prstGeom>
          <a:solidFill>
            <a:srgbClr val="ECE3D4"/>
          </a:solidFill>
          <a:ln w="19050">
            <a:solidFill>
              <a:srgbClr val="9D7D4D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9472C"/>
                </a:solidFill>
              </a:rPr>
              <a:t>사진 3</a:t>
            </a:r>
          </a:p>
        </p:txBody>
      </p:sp>
      <p:sp>
        <p:nvSpPr>
          <p:cNvPr id="14" name="사진 자리"/>
          <p:cNvSpPr/>
          <p:nvPr/>
        </p:nvSpPr>
        <p:spPr>
          <a:xfrm>
            <a:off x="640080" y="3840480"/>
            <a:ext cx="3515258" cy="2103120"/>
          </a:xfrm>
          <a:prstGeom prst="roundRect">
            <a:avLst>
              <a:gd name="adj" fmla="val 6000"/>
            </a:avLst>
          </a:prstGeom>
          <a:solidFill>
            <a:srgbClr val="ECE3D4"/>
          </a:solidFill>
          <a:ln w="19050">
            <a:solidFill>
              <a:srgbClr val="9D7D4D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9472C"/>
                </a:solidFill>
              </a:rPr>
              <a:t>사진 4</a:t>
            </a:r>
          </a:p>
        </p:txBody>
      </p:sp>
      <p:sp>
        <p:nvSpPr>
          <p:cNvPr id="15" name="사진 자리"/>
          <p:cNvSpPr/>
          <p:nvPr/>
        </p:nvSpPr>
        <p:spPr>
          <a:xfrm>
            <a:off x="4338218" y="3840480"/>
            <a:ext cx="3515258" cy="2103120"/>
          </a:xfrm>
          <a:prstGeom prst="roundRect">
            <a:avLst>
              <a:gd name="adj" fmla="val 6000"/>
            </a:avLst>
          </a:prstGeom>
          <a:solidFill>
            <a:srgbClr val="ECE3D4"/>
          </a:solidFill>
          <a:ln w="19050">
            <a:solidFill>
              <a:srgbClr val="9D7D4D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9472C"/>
                </a:solidFill>
              </a:rPr>
              <a:t>사진 5</a:t>
            </a:r>
          </a:p>
        </p:txBody>
      </p:sp>
      <p:sp>
        <p:nvSpPr>
          <p:cNvPr id="16" name="사진 자리"/>
          <p:cNvSpPr/>
          <p:nvPr/>
        </p:nvSpPr>
        <p:spPr>
          <a:xfrm>
            <a:off x="8036356" y="3840480"/>
            <a:ext cx="3515258" cy="2103120"/>
          </a:xfrm>
          <a:prstGeom prst="roundRect">
            <a:avLst>
              <a:gd name="adj" fmla="val 6000"/>
            </a:avLst>
          </a:prstGeom>
          <a:solidFill>
            <a:srgbClr val="ECE3D4"/>
          </a:solidFill>
          <a:ln w="19050">
            <a:solidFill>
              <a:srgbClr val="9D7D4D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9472C"/>
                </a:solidFill>
              </a:rPr>
              <a:t>사진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-274320" y="4251960"/>
            <a:ext cx="12740335" cy="2743200"/>
          </a:xfrm>
          <a:prstGeom prst="wave">
            <a:avLst/>
          </a:prstGeom>
          <a:solidFill>
            <a:srgbClr val="ECE3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-274320" y="5074920"/>
            <a:ext cx="12740335" cy="2331720"/>
          </a:xfrm>
          <a:prstGeom prst="wave">
            <a:avLst/>
          </a:prstGeom>
          <a:solidFill>
            <a:srgbClr val="9D7D4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8263113">
            <a:off x="9341812" y="1252216"/>
            <a:ext cx="466344" cy="1372524"/>
          </a:xfrm>
          <a:prstGeom prst="ellipse">
            <a:avLst/>
          </a:prstGeom>
          <a:solidFill>
            <a:srgbClr val="9D7D4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18188593">
            <a:off x="8589081" y="1590632"/>
            <a:ext cx="466344" cy="1421156"/>
          </a:xfrm>
          <a:prstGeom prst="ellipse">
            <a:avLst/>
          </a:prstGeom>
          <a:solidFill>
            <a:srgbClr val="ECE3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3000777">
            <a:off x="9580605" y="1335451"/>
            <a:ext cx="466344" cy="1207046"/>
          </a:xfrm>
          <a:prstGeom prst="ellipse">
            <a:avLst/>
          </a:prstGeom>
          <a:solidFill>
            <a:srgbClr val="43828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8027902">
            <a:off x="9661929" y="1296287"/>
            <a:ext cx="466344" cy="1693483"/>
          </a:xfrm>
          <a:prstGeom prst="ellipse">
            <a:avLst/>
          </a:prstGeom>
          <a:solidFill>
            <a:srgbClr val="9D7D4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8803759">
            <a:off x="9550224" y="455532"/>
            <a:ext cx="466344" cy="1525017"/>
          </a:xfrm>
          <a:prstGeom prst="ellipse">
            <a:avLst/>
          </a:prstGeom>
          <a:solidFill>
            <a:srgbClr val="ECE3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1676420">
            <a:off x="10621393" y="417242"/>
            <a:ext cx="466344" cy="1480287"/>
          </a:xfrm>
          <a:prstGeom prst="ellipse">
            <a:avLst/>
          </a:prstGeom>
          <a:solidFill>
            <a:srgbClr val="43828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5335" y="1371600"/>
            <a:ext cx="7558851" cy="146304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59472C"/>
                </a:solidFill>
              </a:rPr>
              <a:t>함께해 주셔서 감사합니다</a:t>
            </a:r>
          </a:p>
        </p:txBody>
      </p:sp>
      <p:sp>
        <p:nvSpPr>
          <p:cNvPr id="11" name="한 줄 문구"/>
          <p:cNvSpPr txBox="1"/>
          <p:nvPr/>
        </p:nvSpPr>
        <p:spPr>
          <a:xfrm>
            <a:off x="975335" y="2926080"/>
            <a:ext cx="731501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59472C"/>
                </a:solidFill>
              </a:rPr>
              <a:t>오늘의 축복을 오래도록 간직하겠습니다</a:t>
            </a:r>
          </a:p>
        </p:txBody>
      </p:sp>
      <p:sp>
        <p:nvSpPr>
          <p:cNvPr id="12" name="안내 문구"/>
          <p:cNvSpPr txBox="1"/>
          <p:nvPr/>
        </p:nvSpPr>
        <p:spPr>
          <a:xfrm>
            <a:off x="975335" y="3794760"/>
            <a:ext cx="731501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신랑 이름 ♥ 신부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결혼식 슬라이드(오시는 길 중심)">
  <a:themeElements>
    <a:clrScheme name="Office">
      <a:dk1>
        <a:sysClr val="windowText" lastClr="000000"/>
      </a:dk1>
      <a:lt1>
        <a:sysClr val="window" lastClr="FFFFFF"/>
      </a:lt1>
      <a:dk2>
        <a:srgbClr val="59472C"/>
      </a:dk2>
      <a:lt2>
        <a:srgbClr val="F8F5F1"/>
      </a:lt2>
      <a:accent1>
        <a:srgbClr val="9D7D4D"/>
      </a:accent1>
      <a:accent2>
        <a:srgbClr val="438289"/>
      </a:accent2>
      <a:accent3>
        <a:srgbClr val="59472C"/>
      </a:accent3>
      <a:accent4>
        <a:srgbClr val="ECE3D4"/>
      </a:accent4>
      <a:accent5>
        <a:srgbClr val="70806B"/>
      </a:accent5>
      <a:accent6>
        <a:srgbClr val="9B9180"/>
      </a:accent6>
      <a:hlink>
        <a:srgbClr val="9D7D4D"/>
      </a:hlink>
      <a:folHlink>
        <a:srgbClr val="59472C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결혼식 슬라이드(오시는 길 중심)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