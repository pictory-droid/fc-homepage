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식순은 아래와 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식순 안내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하객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주차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식사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기념 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94660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