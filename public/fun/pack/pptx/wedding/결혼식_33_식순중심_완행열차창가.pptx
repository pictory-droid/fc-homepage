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016224" y="2472946"/>
            <a:ext cx="623387" cy="623387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902848" y="2854006"/>
            <a:ext cx="598264" cy="598264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999645" y="93467"/>
            <a:ext cx="559067" cy="559067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61103" y="-27881"/>
            <a:ext cx="388751" cy="388751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435473" y="1960365"/>
            <a:ext cx="346058" cy="346058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109295" y="1617785"/>
            <a:ext cx="625026" cy="625026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916816" y="2693105"/>
            <a:ext cx="315539" cy="315539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9651877" y="1952049"/>
            <a:ext cx="308845" cy="308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156032" y="-133108"/>
            <a:ext cx="429689" cy="42968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548922" y="2897749"/>
            <a:ext cx="340893" cy="340893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201319" y="1130122"/>
            <a:ext cx="307256" cy="307256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22D24"/>
                </a:solidFill>
              </a:rPr>
              <a:t>두 사람이 하나 되는 날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22D24"/>
                </a:solidFill>
              </a:rPr>
              <a:t>기차를 타고 떠난 여행이 평생의 약속이 됩니다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신랑 · 신부 소개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22D24"/>
                </a:solidFill>
              </a:rPr>
              <a:t>신랑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22D24"/>
                </a:solidFill>
              </a:rPr>
              <a:t>신부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식순 안내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640080" y="1600200"/>
          <a:ext cx="1091153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339913"/>
                <a:gridCol w="355994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하객 안내</a:t>
            </a:r>
          </a:p>
        </p:txBody>
      </p:sp>
      <p:sp>
        <p:nvSpPr>
          <p:cNvPr id="16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주차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20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식사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24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기념 촬영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웨딩 사진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016224" y="2472946"/>
            <a:ext cx="623387" cy="623387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902848" y="2854006"/>
            <a:ext cx="598264" cy="598264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999645" y="93467"/>
            <a:ext cx="559067" cy="559067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61103" y="-27881"/>
            <a:ext cx="388751" cy="388751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435473" y="1960365"/>
            <a:ext cx="346058" cy="346058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109295" y="1617785"/>
            <a:ext cx="625026" cy="625026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916816" y="2693105"/>
            <a:ext cx="315539" cy="315539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9651877" y="1952049"/>
            <a:ext cx="308845" cy="308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156032" y="-133108"/>
            <a:ext cx="429689" cy="42968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548922" y="2897749"/>
            <a:ext cx="340893" cy="340893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201319" y="1130122"/>
            <a:ext cx="307256" cy="307256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422D24"/>
                </a:solidFill>
              </a:rPr>
              <a:t>함께해 주셔서 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22D24"/>
                </a:solidFill>
              </a:rPr>
              <a:t>오늘의 축복을 오래도록 간직하겠습니다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422D24"/>
      </a:dk2>
      <a:lt2>
        <a:srgbClr val="F8F4F2"/>
      </a:lt2>
      <a:accent1>
        <a:srgbClr val="855A47"/>
      </a:accent1>
      <a:accent2>
        <a:srgbClr val="478578"/>
      </a:accent2>
      <a:accent3>
        <a:srgbClr val="422D24"/>
      </a:accent3>
      <a:accent4>
        <a:srgbClr val="EBDCD6"/>
      </a:accent4>
      <a:accent5>
        <a:srgbClr val="667060"/>
      </a:accent5>
      <a:accent6>
        <a:srgbClr val="8E817C"/>
      </a:accent6>
      <a:hlink>
        <a:srgbClr val="855A47"/>
      </a:hlink>
      <a:folHlink>
        <a:srgbClr val="422D2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