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591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처음 만난 날부터 오늘까지 적어 봤습니다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516553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99433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3713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03741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086621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0901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0901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4591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