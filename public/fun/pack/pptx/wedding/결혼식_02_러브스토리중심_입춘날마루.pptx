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wedding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72591D"/>
                </a:solidFill>
              </a:rPr>
              <a:t>저희 결혼합니다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72591D"/>
                </a:solidFill>
              </a:rPr>
              <a:t>처음 만난 날부터 오늘까지 적어 봤습니다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2027. 00. 00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9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DFAD3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7ED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2591D"/>
                </a:solidFill>
              </a:rPr>
              <a:t>신랑 · 신부 소개</a:t>
            </a:r>
          </a:p>
        </p:txBody>
      </p:sp>
      <p:sp>
        <p:nvSpPr>
          <p:cNvPr id="5" name="사진 자리"/>
          <p:cNvSpPr/>
          <p:nvPr/>
        </p:nvSpPr>
        <p:spPr>
          <a:xfrm>
            <a:off x="2076373" y="1554480"/>
            <a:ext cx="2308860" cy="2308860"/>
          </a:xfrm>
          <a:prstGeom prst="ellipse">
            <a:avLst/>
          </a:prstGeom>
          <a:solidFill>
            <a:srgbClr val="F7EDD4"/>
          </a:solidFill>
          <a:ln w="19050">
            <a:solidFill>
              <a:srgbClr val="DFAD3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591D"/>
                </a:solidFill>
              </a:rPr>
              <a:t>사진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54779"/>
            <a:ext cx="481568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2591D"/>
                </a:solidFill>
              </a:rPr>
              <a:t>신랑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11979"/>
            <a:ext cx="4632807" cy="17602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8" name="사진 자리"/>
          <p:cNvSpPr/>
          <p:nvPr/>
        </p:nvSpPr>
        <p:spPr>
          <a:xfrm>
            <a:off x="7806461" y="1554480"/>
            <a:ext cx="2308860" cy="2308860"/>
          </a:xfrm>
          <a:prstGeom prst="ellipse">
            <a:avLst/>
          </a:prstGeom>
          <a:solidFill>
            <a:srgbClr val="F7EDD4"/>
          </a:solidFill>
          <a:ln w="19050">
            <a:solidFill>
              <a:srgbClr val="DFAD3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591D"/>
                </a:solidFill>
              </a:rPr>
              <a:t>사진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3047" y="3954779"/>
            <a:ext cx="481568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2591D"/>
                </a:solidFill>
              </a:rPr>
              <a:t>신부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44487" y="4411979"/>
            <a:ext cx="4632807" cy="17602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9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DFAD3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7ED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2591D"/>
                </a:solidFill>
              </a:rPr>
              <a:t>우리의 이야기</a:t>
            </a:r>
          </a:p>
        </p:txBody>
      </p:sp>
      <p:sp>
        <p:nvSpPr>
          <p:cNvPr id="5" name="타임라인 선"/>
          <p:cNvSpPr/>
          <p:nvPr/>
        </p:nvSpPr>
        <p:spPr>
          <a:xfrm>
            <a:off x="822960" y="3291840"/>
            <a:ext cx="10545775" cy="54864"/>
          </a:xfrm>
          <a:prstGeom prst="rect">
            <a:avLst/>
          </a:prstGeom>
          <a:solidFill>
            <a:srgbClr val="F7ED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때 1"/>
          <p:cNvSpPr/>
          <p:nvPr/>
        </p:nvSpPr>
        <p:spPr>
          <a:xfrm>
            <a:off x="1940013" y="3108960"/>
            <a:ext cx="402336" cy="402336"/>
          </a:xfrm>
          <a:prstGeom prst="ellipse">
            <a:avLst/>
          </a:prstGeom>
          <a:solidFill>
            <a:srgbClr val="DFAD3A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46888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DFAD3A"/>
                </a:solidFill>
              </a:rPr>
              <a:t>처음 만난 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245356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72591D"/>
                </a:solidFill>
              </a:rPr>
              <a:t>첫 만남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60520"/>
            <a:ext cx="245356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어디에서 어떻게?</a:t>
            </a:r>
          </a:p>
        </p:txBody>
      </p:sp>
      <p:sp>
        <p:nvSpPr>
          <p:cNvPr id="10" name="때 2"/>
          <p:cNvSpPr/>
          <p:nvPr/>
        </p:nvSpPr>
        <p:spPr>
          <a:xfrm>
            <a:off x="4576457" y="3108960"/>
            <a:ext cx="402336" cy="402336"/>
          </a:xfrm>
          <a:prstGeom prst="ellipse">
            <a:avLst/>
          </a:prstGeom>
          <a:solidFill>
            <a:srgbClr val="DFAD3A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05123" y="246888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DFAD3A"/>
                </a:solidFill>
              </a:rPr>
              <a:t>첫 데이트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0843" y="3657600"/>
            <a:ext cx="245356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72591D"/>
                </a:solidFill>
              </a:rPr>
              <a:t>설레던 하루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50843" y="4160520"/>
            <a:ext cx="245356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무엇을 했나요?</a:t>
            </a:r>
          </a:p>
        </p:txBody>
      </p:sp>
      <p:sp>
        <p:nvSpPr>
          <p:cNvPr id="14" name="때 3"/>
          <p:cNvSpPr/>
          <p:nvPr/>
        </p:nvSpPr>
        <p:spPr>
          <a:xfrm>
            <a:off x="7212901" y="3108960"/>
            <a:ext cx="402336" cy="402336"/>
          </a:xfrm>
          <a:prstGeom prst="ellipse">
            <a:avLst/>
          </a:prstGeom>
          <a:solidFill>
            <a:srgbClr val="DFAD3A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41567" y="246888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DFAD3A"/>
                </a:solidFill>
              </a:rPr>
              <a:t>프러포즈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7287" y="3657600"/>
            <a:ext cx="245356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72591D"/>
                </a:solidFill>
              </a:rPr>
              <a:t>평생을 약속하다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287" y="4160520"/>
            <a:ext cx="245356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그날의 이야기</a:t>
            </a:r>
          </a:p>
        </p:txBody>
      </p:sp>
      <p:sp>
        <p:nvSpPr>
          <p:cNvPr id="18" name="때 4"/>
          <p:cNvSpPr/>
          <p:nvPr/>
        </p:nvSpPr>
        <p:spPr>
          <a:xfrm>
            <a:off x="9849345" y="3108960"/>
            <a:ext cx="402336" cy="402336"/>
          </a:xfrm>
          <a:prstGeom prst="ellipse">
            <a:avLst/>
          </a:prstGeom>
          <a:solidFill>
            <a:srgbClr val="DFAD3A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011" y="246888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DFAD3A"/>
                </a:solidFill>
              </a:rPr>
              <a:t>결혼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731" y="3657600"/>
            <a:ext cx="245356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72591D"/>
                </a:solidFill>
              </a:rPr>
              <a:t>오늘의 우리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3731" y="4160520"/>
            <a:ext cx="245356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함께 시작합니다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9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DFAD3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7ED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2591D"/>
                </a:solidFill>
              </a:rPr>
              <a:t>우리의 첫 번째</a:t>
            </a:r>
          </a:p>
        </p:txBody>
      </p:sp>
      <p:sp>
        <p:nvSpPr>
          <p:cNvPr id="5" name="카드 1"/>
          <p:cNvSpPr/>
          <p:nvPr/>
        </p:nvSpPr>
        <p:spPr>
          <a:xfrm>
            <a:off x="822960" y="1554480"/>
            <a:ext cx="2464993" cy="4617720"/>
          </a:xfrm>
          <a:prstGeom prst="roundRect">
            <a:avLst>
              <a:gd name="adj" fmla="val 8000"/>
            </a:avLst>
          </a:prstGeom>
          <a:solidFill>
            <a:srgbClr val="FCF9F3"/>
          </a:solidFill>
          <a:ln w="15875">
            <a:solidFill>
              <a:srgbClr val="F7ED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1005840" y="1737360"/>
            <a:ext cx="457200" cy="457200"/>
          </a:xfrm>
          <a:prstGeom prst="ellipse">
            <a:avLst/>
          </a:prstGeom>
          <a:solidFill>
            <a:srgbClr val="DFAD3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219067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2591D"/>
                </a:solidFill>
              </a:rPr>
              <a:t>첫 여행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017520"/>
            <a:ext cx="2190673" cy="30175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어디였나요?</a:t>
            </a:r>
          </a:p>
        </p:txBody>
      </p:sp>
      <p:sp>
        <p:nvSpPr>
          <p:cNvPr id="9" name="카드 2"/>
          <p:cNvSpPr/>
          <p:nvPr/>
        </p:nvSpPr>
        <p:spPr>
          <a:xfrm>
            <a:off x="3516553" y="1554480"/>
            <a:ext cx="2464993" cy="4617720"/>
          </a:xfrm>
          <a:prstGeom prst="roundRect">
            <a:avLst>
              <a:gd name="adj" fmla="val 8000"/>
            </a:avLst>
          </a:prstGeom>
          <a:solidFill>
            <a:srgbClr val="FCF9F3"/>
          </a:solidFill>
          <a:ln w="15875">
            <a:solidFill>
              <a:srgbClr val="F7ED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3699433" y="1737360"/>
            <a:ext cx="457200" cy="457200"/>
          </a:xfrm>
          <a:prstGeom prst="ellipse">
            <a:avLst/>
          </a:prstGeom>
          <a:solidFill>
            <a:srgbClr val="DFAD3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3713" y="2331720"/>
            <a:ext cx="219067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2591D"/>
                </a:solidFill>
              </a:rPr>
              <a:t>첫 선물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3713" y="3017520"/>
            <a:ext cx="2190673" cy="30175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무엇이었나요?</a:t>
            </a:r>
          </a:p>
        </p:txBody>
      </p:sp>
      <p:sp>
        <p:nvSpPr>
          <p:cNvPr id="13" name="카드 3"/>
          <p:cNvSpPr/>
          <p:nvPr/>
        </p:nvSpPr>
        <p:spPr>
          <a:xfrm>
            <a:off x="6210147" y="1554480"/>
            <a:ext cx="2464993" cy="4617720"/>
          </a:xfrm>
          <a:prstGeom prst="roundRect">
            <a:avLst>
              <a:gd name="adj" fmla="val 8000"/>
            </a:avLst>
          </a:prstGeom>
          <a:solidFill>
            <a:srgbClr val="FCF9F3"/>
          </a:solidFill>
          <a:ln w="15875">
            <a:solidFill>
              <a:srgbClr val="F7ED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6393027" y="1737360"/>
            <a:ext cx="457200" cy="457200"/>
          </a:xfrm>
          <a:prstGeom prst="ellipse">
            <a:avLst/>
          </a:prstGeom>
          <a:solidFill>
            <a:srgbClr val="DFAD3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7307" y="2331720"/>
            <a:ext cx="219067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2591D"/>
                </a:solidFill>
              </a:rPr>
              <a:t>첫 다툼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3017520"/>
            <a:ext cx="2190673" cy="30175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어떻게 풀었나요?</a:t>
            </a:r>
          </a:p>
        </p:txBody>
      </p:sp>
      <p:sp>
        <p:nvSpPr>
          <p:cNvPr id="17" name="카드 4"/>
          <p:cNvSpPr/>
          <p:nvPr/>
        </p:nvSpPr>
        <p:spPr>
          <a:xfrm>
            <a:off x="8903741" y="1554480"/>
            <a:ext cx="2464993" cy="4617720"/>
          </a:xfrm>
          <a:prstGeom prst="roundRect">
            <a:avLst>
              <a:gd name="adj" fmla="val 8000"/>
            </a:avLst>
          </a:prstGeom>
          <a:solidFill>
            <a:srgbClr val="FCF9F3"/>
          </a:solidFill>
          <a:ln w="15875">
            <a:solidFill>
              <a:srgbClr val="F7ED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4"/>
          <p:cNvSpPr/>
          <p:nvPr/>
        </p:nvSpPr>
        <p:spPr>
          <a:xfrm>
            <a:off x="9086621" y="1737360"/>
            <a:ext cx="457200" cy="457200"/>
          </a:xfrm>
          <a:prstGeom prst="ellipse">
            <a:avLst/>
          </a:prstGeom>
          <a:solidFill>
            <a:srgbClr val="DFAD3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0901" y="2331720"/>
            <a:ext cx="219067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2591D"/>
                </a:solidFill>
              </a:rPr>
              <a:t>첫 약속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0901" y="3017520"/>
            <a:ext cx="2190673" cy="30175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무엇이었나요?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9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DFAD3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7ED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2591D"/>
                </a:solidFill>
              </a:rPr>
              <a:t>웨딩 사진</a:t>
            </a:r>
          </a:p>
        </p:txBody>
      </p:sp>
      <p:sp>
        <p:nvSpPr>
          <p:cNvPr id="5" name="사진 자리"/>
          <p:cNvSpPr/>
          <p:nvPr/>
        </p:nvSpPr>
        <p:spPr>
          <a:xfrm>
            <a:off x="822960" y="15544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F7EDD4"/>
          </a:solidFill>
          <a:ln w="19050">
            <a:solidFill>
              <a:srgbClr val="DFAD3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591D"/>
                </a:solidFill>
              </a:rPr>
              <a:t>사진 1</a:t>
            </a:r>
          </a:p>
        </p:txBody>
      </p:sp>
      <p:sp>
        <p:nvSpPr>
          <p:cNvPr id="6" name="사진 자리"/>
          <p:cNvSpPr/>
          <p:nvPr/>
        </p:nvSpPr>
        <p:spPr>
          <a:xfrm>
            <a:off x="4399178" y="15544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F7EDD4"/>
          </a:solidFill>
          <a:ln w="19050">
            <a:solidFill>
              <a:srgbClr val="DFAD3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591D"/>
                </a:solidFill>
              </a:rPr>
              <a:t>사진 2</a:t>
            </a:r>
          </a:p>
        </p:txBody>
      </p:sp>
      <p:sp>
        <p:nvSpPr>
          <p:cNvPr id="7" name="사진 자리"/>
          <p:cNvSpPr/>
          <p:nvPr/>
        </p:nvSpPr>
        <p:spPr>
          <a:xfrm>
            <a:off x="7975396" y="15544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F7EDD4"/>
          </a:solidFill>
          <a:ln w="19050">
            <a:solidFill>
              <a:srgbClr val="DFAD3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591D"/>
                </a:solidFill>
              </a:rPr>
              <a:t>사진 3</a:t>
            </a:r>
          </a:p>
        </p:txBody>
      </p:sp>
      <p:sp>
        <p:nvSpPr>
          <p:cNvPr id="8" name="사진 자리"/>
          <p:cNvSpPr/>
          <p:nvPr/>
        </p:nvSpPr>
        <p:spPr>
          <a:xfrm>
            <a:off x="822960" y="39547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F7EDD4"/>
          </a:solidFill>
          <a:ln w="19050">
            <a:solidFill>
              <a:srgbClr val="DFAD3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591D"/>
                </a:solidFill>
              </a:rPr>
              <a:t>사진 4</a:t>
            </a:r>
          </a:p>
        </p:txBody>
      </p:sp>
      <p:sp>
        <p:nvSpPr>
          <p:cNvPr id="9" name="사진 자리"/>
          <p:cNvSpPr/>
          <p:nvPr/>
        </p:nvSpPr>
        <p:spPr>
          <a:xfrm>
            <a:off x="4399178" y="39547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F7EDD4"/>
          </a:solidFill>
          <a:ln w="19050">
            <a:solidFill>
              <a:srgbClr val="DFAD3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591D"/>
                </a:solidFill>
              </a:rPr>
              <a:t>사진 5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7975396" y="39547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F7EDD4"/>
          </a:solidFill>
          <a:ln w="19050">
            <a:solidFill>
              <a:srgbClr val="DFAD3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591D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wedding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72591D"/>
                </a:solidFill>
              </a:rPr>
              <a:t>와 주셔서 고맙습니다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72591D"/>
                </a:solidFill>
              </a:rPr>
              <a:t>잘 살겠습니다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러브스토리 중심)">
  <a:themeElements>
    <a:clrScheme name="Office">
      <a:dk1>
        <a:sysClr val="windowText" lastClr="000000"/>
      </a:dk1>
      <a:lt1>
        <a:sysClr val="window" lastClr="FFFFFF"/>
      </a:lt1>
      <a:dk2>
        <a:srgbClr val="72591D"/>
      </a:dk2>
      <a:lt2>
        <a:srgbClr val="FCF9F3"/>
      </a:lt2>
      <a:accent1>
        <a:srgbClr val="DFAD3A"/>
      </a:accent1>
      <a:accent2>
        <a:srgbClr val="339941"/>
      </a:accent2>
      <a:accent3>
        <a:srgbClr val="72591D"/>
      </a:accent3>
      <a:accent4>
        <a:srgbClr val="F7EDD4"/>
      </a:accent4>
      <a:accent5>
        <a:srgbClr val="89A33E"/>
      </a:accent5>
      <a:accent6>
        <a:srgbClr val="AA9B77"/>
      </a:accent6>
      <a:hlink>
        <a:srgbClr val="DFAD3A"/>
      </a:hlink>
      <a:folHlink>
        <a:srgbClr val="72591D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슬라이드(러브스토리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