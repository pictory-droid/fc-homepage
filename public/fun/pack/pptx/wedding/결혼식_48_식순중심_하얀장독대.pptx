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C2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2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식순은 아래와 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042083" y="1783080"/>
            <a:ext cx="2194560" cy="2194560"/>
          </a:xfrm>
          <a:prstGeom prst="ellipse">
            <a:avLst/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249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55051" y="1783080"/>
            <a:ext cx="2194560" cy="2194560"/>
          </a:xfrm>
          <a:prstGeom prst="ellipse">
            <a:avLst/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249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식순 안내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하객 안내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438912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4169663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BFB8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주차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783080"/>
            <a:ext cx="3484778" cy="438912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1892807"/>
            <a:ext cx="54864" cy="4169663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BFB8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식사 안내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783080"/>
            <a:ext cx="3484778" cy="4389120"/>
          </a:xfrm>
          <a:prstGeom prst="roundRect">
            <a:avLst>
              <a:gd name="adj" fmla="val 4000"/>
            </a:avLst>
          </a:prstGeom>
          <a:solidFill>
            <a:srgbClr val="ECF1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1892807"/>
            <a:ext cx="54864" cy="4169663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BFB8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기념 촬영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C2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2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273249"/>
      </a:dk2>
      <a:lt2>
        <a:srgbClr val="ECF1FB"/>
      </a:lt2>
      <a:accent1>
        <a:srgbClr val="98B1E1"/>
      </a:accent1>
      <a:accent2>
        <a:srgbClr val="BFB8EA"/>
      </a:accent2>
      <a:accent3>
        <a:srgbClr val="273249"/>
      </a:accent3>
      <a:accent4>
        <a:srgbClr val="D5E0F6"/>
      </a:accent4>
      <a:accent5>
        <a:srgbClr val="ACB4E6"/>
      </a:accent5>
      <a:accent6>
        <a:srgbClr val="7D8492"/>
      </a:accent6>
      <a:hlink>
        <a:srgbClr val="98B1E1"/>
      </a:hlink>
      <a:folHlink>
        <a:srgbClr val="2732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