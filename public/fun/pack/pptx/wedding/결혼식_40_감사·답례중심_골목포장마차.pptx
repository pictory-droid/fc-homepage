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D0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A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tar4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600200"/>
            <a:ext cx="2286000" cy="2286000"/>
          </a:xfrm>
          <a:prstGeom prst="ellipse">
            <a:avLst/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A27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43484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600200"/>
            <a:ext cx="2286000" cy="2286000"/>
          </a:xfrm>
          <a:prstGeom prst="ellipse">
            <a:avLst/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39776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A27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43484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tar4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감사의 말씀</a:t>
            </a:r>
          </a:p>
        </p:txBody>
      </p:sp>
      <p:sp>
        <p:nvSpPr>
          <p:cNvPr id="6" name="감사 글 칸"/>
          <p:cNvSpPr/>
          <p:nvPr/>
        </p:nvSpPr>
        <p:spPr>
          <a:xfrm>
            <a:off x="640080" y="1600200"/>
            <a:ext cx="10911535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10893247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감사 글"/>
          <p:cNvSpPr txBox="1"/>
          <p:nvPr/>
        </p:nvSpPr>
        <p:spPr>
          <a:xfrm>
            <a:off x="1097280" y="1965960"/>
            <a:ext cx="9997135" cy="3840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tar4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답례 안내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3466490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C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답례품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600200"/>
            <a:ext cx="3484778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4362602" y="1609344"/>
            <a:ext cx="3466490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C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방명록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06324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600200"/>
            <a:ext cx="3484778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8075980" y="1609344"/>
            <a:ext cx="3466490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C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사진 · 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06324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tar4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D0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A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493A27"/>
      </a:dk2>
      <a:lt2>
        <a:srgbClr val="FBF5EC"/>
      </a:lt2>
      <a:accent1>
        <a:srgbClr val="E1C298"/>
      </a:accent1>
      <a:accent2>
        <a:srgbClr val="E9EAB8"/>
      </a:accent2>
      <a:accent3>
        <a:srgbClr val="493A27"/>
      </a:accent3>
      <a:accent4>
        <a:srgbClr val="F6E8D5"/>
      </a:accent4>
      <a:accent5>
        <a:srgbClr val="E5D6A8"/>
      </a:accent5>
      <a:accent6>
        <a:srgbClr val="92897D"/>
      </a:accent6>
      <a:hlink>
        <a:srgbClr val="E1C298"/>
      </a:hlink>
      <a:folHlink>
        <a:srgbClr val="493A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