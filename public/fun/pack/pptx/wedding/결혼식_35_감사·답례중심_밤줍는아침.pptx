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두 사람이 하나 되는 날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알밤처럼 야무지게 살겠습니다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신랑 · 신부 소개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2042083" y="1554480"/>
            <a:ext cx="2331720" cy="2331720"/>
          </a:xfrm>
          <a:prstGeom prst="ellipse">
            <a:avLst/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2918"/>
                </a:solidFill>
              </a:rPr>
              <a:t>신랑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817891" y="1554480"/>
            <a:ext cx="2331720" cy="2331720"/>
          </a:xfrm>
          <a:prstGeom prst="ellipse">
            <a:avLst/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2918"/>
                </a:solidFill>
              </a:rPr>
              <a:t>신부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감사의 말씀</a:t>
            </a:r>
          </a:p>
        </p:txBody>
      </p:sp>
      <p:sp>
        <p:nvSpPr>
          <p:cNvPr id="15" name="감사 글 칸"/>
          <p:cNvSpPr/>
          <p:nvPr/>
        </p:nvSpPr>
        <p:spPr>
          <a:xfrm>
            <a:off x="777240" y="1554480"/>
            <a:ext cx="10637215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감사 글"/>
          <p:cNvSpPr txBox="1"/>
          <p:nvPr/>
        </p:nvSpPr>
        <p:spPr>
          <a:xfrm>
            <a:off x="1234440" y="1920240"/>
            <a:ext cx="9722815" cy="3931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답례 안내</a:t>
            </a:r>
          </a:p>
        </p:txBody>
      </p:sp>
      <p:sp>
        <p:nvSpPr>
          <p:cNvPr id="15" name="카드 1"/>
          <p:cNvSpPr/>
          <p:nvPr/>
        </p:nvSpPr>
        <p:spPr>
          <a:xfrm>
            <a:off x="777240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99178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방명록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338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21116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사진 · 영상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8276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웨딩 사진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1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2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3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4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5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3A2918"/>
                </a:solidFill>
              </a:rPr>
              <a:t>함께해 주셔서 감사합니다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오늘의 축복을 오래도록 간직하겠습니다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