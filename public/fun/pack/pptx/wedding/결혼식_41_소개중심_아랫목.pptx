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B2017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B2017"/>
                </a:solidFill>
              </a:rPr>
              <a:t>추운 날이지만 따뜻하게 모시겠습니다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신랑 · 신부 소개</a:t>
            </a:r>
          </a:p>
        </p:txBody>
      </p:sp>
      <p:sp>
        <p:nvSpPr>
          <p:cNvPr id="4" name="사진 자리"/>
          <p:cNvSpPr/>
          <p:nvPr/>
        </p:nvSpPr>
        <p:spPr>
          <a:xfrm>
            <a:off x="2042083" y="1554480"/>
            <a:ext cx="2331720" cy="2331720"/>
          </a:xfrm>
          <a:prstGeom prst="ellipse">
            <a:avLst/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77639"/>
            <a:ext cx="48614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B2017"/>
                </a:solidFill>
              </a:rPr>
              <a:t>신랑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4678527" cy="17830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817891" y="1554480"/>
            <a:ext cx="2331720" cy="2331720"/>
          </a:xfrm>
          <a:prstGeom prst="ellipse">
            <a:avLst/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3977639"/>
            <a:ext cx="48614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B2017"/>
                </a:solidFill>
              </a:rPr>
              <a:t>신부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4434840"/>
            <a:ext cx="4678527" cy="17830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우리 두 사람</a:t>
            </a:r>
          </a:p>
        </p:txBody>
      </p:sp>
      <p:sp>
        <p:nvSpPr>
          <p:cNvPr id="4" name="왼쪽 칸"/>
          <p:cNvSpPr/>
          <p:nvPr/>
        </p:nvSpPr>
        <p:spPr>
          <a:xfrm>
            <a:off x="777240" y="1554480"/>
            <a:ext cx="5135727" cy="4663440"/>
          </a:xfrm>
          <a:prstGeom prst="roundRect">
            <a:avLst>
              <a:gd name="adj" fmla="val 8000"/>
            </a:avLst>
          </a:prstGeom>
          <a:solidFill>
            <a:srgbClr val="F9F3F0"/>
          </a:solidFill>
          <a:ln w="12700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777240" y="155448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닮은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4678527" cy="37490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554480"/>
            <a:ext cx="5135727" cy="4663440"/>
          </a:xfrm>
          <a:prstGeom prst="roundRect">
            <a:avLst>
              <a:gd name="adj" fmla="val 8000"/>
            </a:avLst>
          </a:prstGeom>
          <a:solidFill>
            <a:srgbClr val="EFD9D1"/>
          </a:solidFill>
          <a:ln w="12700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55448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3B20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55448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다른 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377440"/>
            <a:ext cx="4678527" cy="37490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서로에게 하고 싶은 말</a:t>
            </a:r>
          </a:p>
        </p:txBody>
      </p:sp>
      <p:sp>
        <p:nvSpPr>
          <p:cNvPr id="4" name="왼쪽 칸"/>
          <p:cNvSpPr/>
          <p:nvPr/>
        </p:nvSpPr>
        <p:spPr>
          <a:xfrm>
            <a:off x="777240" y="1554480"/>
            <a:ext cx="5135727" cy="4663440"/>
          </a:xfrm>
          <a:prstGeom prst="roundRect">
            <a:avLst>
              <a:gd name="adj" fmla="val 8000"/>
            </a:avLst>
          </a:prstGeom>
          <a:solidFill>
            <a:srgbClr val="F9F3F0"/>
          </a:solidFill>
          <a:ln w="12700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777240" y="155448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신랑이 신부에게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4678527" cy="37490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하고 싶은 말을 적어 주세요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554480"/>
            <a:ext cx="5135727" cy="4663440"/>
          </a:xfrm>
          <a:prstGeom prst="roundRect">
            <a:avLst>
              <a:gd name="adj" fmla="val 8000"/>
            </a:avLst>
          </a:prstGeom>
          <a:solidFill>
            <a:srgbClr val="EFD9D1"/>
          </a:solidFill>
          <a:ln w="12700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55448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3B20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55448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신부가 신랑에게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377440"/>
            <a:ext cx="4678527" cy="37490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하고 싶은 말을 적어 주세요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웨딩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83938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7990636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77240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83938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90636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D9D1"/>
          </a:solidFill>
          <a:ln w="19050">
            <a:solidFill>
              <a:srgbClr val="7D453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B2017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3B2017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B2017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소개 중심)">
  <a:themeElements>
    <a:clrScheme name="Office">
      <a:dk1>
        <a:sysClr val="windowText" lastClr="000000"/>
      </a:dk1>
      <a:lt1>
        <a:sysClr val="window" lastClr="FFFFFF"/>
      </a:lt1>
      <a:dk2>
        <a:srgbClr val="3B2017"/>
      </a:dk2>
      <a:lt2>
        <a:srgbClr val="F9F3F0"/>
      </a:lt2>
      <a:accent1>
        <a:srgbClr val="7D4531"/>
      </a:accent1>
      <a:accent2>
        <a:srgbClr val="3B917D"/>
      </a:accent2>
      <a:accent3>
        <a:srgbClr val="3B2017"/>
      </a:accent3>
      <a:accent4>
        <a:srgbClr val="EFD9D1"/>
      </a:accent4>
      <a:accent5>
        <a:srgbClr val="5C6B57"/>
      </a:accent5>
      <a:accent6>
        <a:srgbClr val="897974"/>
      </a:accent6>
      <a:hlink>
        <a:srgbClr val="7D4531"/>
      </a:hlink>
      <a:folHlink>
        <a:srgbClr val="3B201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