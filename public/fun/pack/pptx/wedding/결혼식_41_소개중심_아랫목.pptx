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EBBE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0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975335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추운 날이지만 따뜻하게 모시겠습니다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E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round2SameRect">
            <a:avLst/>
          </a:prstGeom>
          <a:solidFill>
            <a:srgbClr val="E1AC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1AC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996363" y="1783080"/>
            <a:ext cx="2286000" cy="2286000"/>
          </a:xfrm>
          <a:prstGeom prst="ellipse">
            <a:avLst/>
          </a:prstGeom>
          <a:solidFill>
            <a:srgbClr val="F6DE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027"/>
                </a:solidFill>
              </a:rPr>
              <a:t>신랑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09331" y="1783080"/>
            <a:ext cx="2286000" cy="2286000"/>
          </a:xfrm>
          <a:prstGeom prst="ellipse">
            <a:avLst/>
          </a:prstGeom>
          <a:solidFill>
            <a:srgbClr val="F6DE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027"/>
                </a:solidFill>
              </a:rPr>
              <a:t>신부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7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E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round2SameRect">
            <a:avLst/>
          </a:prstGeom>
          <a:solidFill>
            <a:srgbClr val="E1AC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1AC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두 사람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AC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E1AC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닮은 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815687" cy="3657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오른쪽 칸"/>
          <p:cNvSpPr/>
          <p:nvPr/>
        </p:nvSpPr>
        <p:spPr>
          <a:xfrm>
            <a:off x="6278727" y="1783080"/>
            <a:ext cx="5272887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AC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930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다른 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606040"/>
            <a:ext cx="4815687" cy="3657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E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round2SameRect">
            <a:avLst/>
          </a:prstGeom>
          <a:solidFill>
            <a:srgbClr val="E1AC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1AC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서로에게 하고 싶은 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AC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E1AC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신랑이 신부에게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815687" cy="3657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하고 싶은 말을 적어 주세요</a:t>
            </a:r>
          </a:p>
        </p:txBody>
      </p:sp>
      <p:sp>
        <p:nvSpPr>
          <p:cNvPr id="10" name="오른쪽 칸"/>
          <p:cNvSpPr/>
          <p:nvPr/>
        </p:nvSpPr>
        <p:spPr>
          <a:xfrm>
            <a:off x="6278727" y="1783080"/>
            <a:ext cx="5272887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AC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930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신부가 신랑에게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606040"/>
            <a:ext cx="4815687" cy="3657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하고 싶은 말을 적어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E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round2SameRect">
            <a:avLst/>
          </a:prstGeom>
          <a:solidFill>
            <a:srgbClr val="E1AC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1AC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E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E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E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E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E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E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EBBE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0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975335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소개 중심)">
  <a:themeElements>
    <a:clrScheme name="Office">
      <a:dk1>
        <a:sysClr val="windowText" lastClr="000000"/>
      </a:dk1>
      <a:lt1>
        <a:sysClr val="window" lastClr="FFFFFF"/>
      </a:lt1>
      <a:dk2>
        <a:srgbClr val="493027"/>
      </a:dk2>
      <a:lt2>
        <a:srgbClr val="FBF0EC"/>
      </a:lt2>
      <a:accent1>
        <a:srgbClr val="E1AC98"/>
      </a:accent1>
      <a:accent2>
        <a:srgbClr val="EADDB8"/>
      </a:accent2>
      <a:accent3>
        <a:srgbClr val="493027"/>
      </a:accent3>
      <a:accent4>
        <a:srgbClr val="F6DED5"/>
      </a:accent4>
      <a:accent5>
        <a:srgbClr val="E6C4A8"/>
      </a:accent5>
      <a:accent6>
        <a:srgbClr val="92837D"/>
      </a:accent6>
      <a:hlink>
        <a:srgbClr val="E1AC98"/>
      </a:hlink>
      <a:folHlink>
        <a:srgbClr val="4930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