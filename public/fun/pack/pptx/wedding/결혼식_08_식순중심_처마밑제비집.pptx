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A6C6F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5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신랑 신부 입장으로 시작합니다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oon">
            <a:avLst/>
          </a:prstGeom>
          <a:solidFill>
            <a:srgbClr val="A6C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3549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3549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oon">
            <a:avLst/>
          </a:prstGeom>
          <a:solidFill>
            <a:srgbClr val="A6C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식순 안내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339913"/>
                <a:gridCol w="355994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7BBED"/>
                      </a:solidFill>
                      <a:prstDash val="solid"/>
                    </a:lnL>
                    <a:lnR w="9525" cap="flat" cmpd="sng" algn="ctr">
                      <a:solidFill>
                        <a:srgbClr val="97BBED"/>
                      </a:solidFill>
                      <a:prstDash val="solid"/>
                    </a:lnR>
                    <a:lnT w="9525" cap="flat" cmpd="sng" algn="ctr">
                      <a:solidFill>
                        <a:srgbClr val="97BBED"/>
                      </a:solidFill>
                      <a:prstDash val="solid"/>
                    </a:lnT>
                    <a:lnB w="9525" cap="flat" cmpd="sng" algn="ctr">
                      <a:solidFill>
                        <a:srgbClr val="97BBED"/>
                      </a:solidFill>
                      <a:prstDash val="solid"/>
                    </a:lnB>
                    <a:solidFill>
                      <a:srgbClr val="97BB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oon">
            <a:avLst/>
          </a:prstGeom>
          <a:solidFill>
            <a:srgbClr val="A6C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하객 안내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45720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BB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97BBED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3549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주차 안내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45720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BB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97BBED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3549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식사 안내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45720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BB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97BBED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3549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549"/>
                </a:solidFill>
              </a:rPr>
              <a:t>기념 촬영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moon">
            <a:avLst/>
          </a:prstGeom>
          <a:solidFill>
            <a:srgbClr val="A6C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A6C6F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5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273549"/>
      </a:dk2>
      <a:lt2>
        <a:srgbClr val="EAF2FD"/>
      </a:lt2>
      <a:accent1>
        <a:srgbClr val="97BBED"/>
      </a:accent1>
      <a:accent2>
        <a:srgbClr val="BCBAF3"/>
      </a:accent2>
      <a:accent3>
        <a:srgbClr val="273549"/>
      </a:accent3>
      <a:accent4>
        <a:srgbClr val="D1E2FA"/>
      </a:accent4>
      <a:accent5>
        <a:srgbClr val="AABAF0"/>
      </a:accent5>
      <a:accent6>
        <a:srgbClr val="7D8692"/>
      </a:accent6>
      <a:hlink>
        <a:srgbClr val="97BBED"/>
      </a:hlink>
      <a:folHlink>
        <a:srgbClr val="2735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