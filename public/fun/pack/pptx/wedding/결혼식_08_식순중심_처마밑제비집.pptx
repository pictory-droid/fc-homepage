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6263B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6263B"/>
                </a:solidFill>
              </a:rPr>
              <a:t>신랑 신부 입장으로 시작합니다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신랑 · 신부 소개</a:t>
            </a:r>
          </a:p>
        </p:txBody>
      </p:sp>
      <p:sp>
        <p:nvSpPr>
          <p:cNvPr id="4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6263B"/>
                </a:solidFill>
              </a:rPr>
              <a:t>신랑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6263B"/>
                </a:solidFill>
              </a:rPr>
              <a:t>신부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식순 안내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00200"/>
          <a:ext cx="1091153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339913"/>
                <a:gridCol w="355994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A476F"/>
                      </a:solidFill>
                      <a:prstDash val="solid"/>
                    </a:lnL>
                    <a:lnR w="9525" cap="flat" cmpd="sng" algn="ctr">
                      <a:solidFill>
                        <a:srgbClr val="2A476F"/>
                      </a:solidFill>
                      <a:prstDash val="solid"/>
                    </a:lnR>
                    <a:lnT w="9525" cap="flat" cmpd="sng" algn="ctr">
                      <a:solidFill>
                        <a:srgbClr val="2A476F"/>
                      </a:solidFill>
                      <a:prstDash val="solid"/>
                    </a:lnT>
                    <a:lnB w="9525" cap="flat" cmpd="sng" algn="ctr">
                      <a:solidFill>
                        <a:srgbClr val="2A476F"/>
                      </a:solidFill>
                      <a:prstDash val="solid"/>
                    </a:lnB>
                    <a:solidFill>
                      <a:srgbClr val="2A476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하객 안내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주차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53458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식사 안내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66836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5875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기념 촬영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웨딩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6263B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6263B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16263B"/>
      </a:dk2>
      <a:lt2>
        <a:srgbClr val="F0F4F9"/>
      </a:lt2>
      <a:accent1>
        <a:srgbClr val="2A476F"/>
      </a:accent1>
      <a:accent2>
        <a:srgbClr val="91423B"/>
      </a:accent2>
      <a:accent3>
        <a:srgbClr val="16263B"/>
      </a:accent3>
      <a:accent4>
        <a:srgbClr val="D1DEF0"/>
      </a:accent4>
      <a:accent5>
        <a:srgbClr val="5E4455"/>
      </a:accent5>
      <a:accent6>
        <a:srgbClr val="737D89"/>
      </a:accent6>
      <a:hlink>
        <a:srgbClr val="2A476F"/>
      </a:hlink>
      <a:folHlink>
        <a:srgbClr val="16263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