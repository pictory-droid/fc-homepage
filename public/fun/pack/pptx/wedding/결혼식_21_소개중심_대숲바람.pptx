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바람 같은 설렘으로 시작하는 우리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신랑 · 신부 소개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2042083" y="1554480"/>
            <a:ext cx="2194560" cy="2194560"/>
          </a:xfrm>
          <a:prstGeom prst="ellipse">
            <a:avLst/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신랑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955051" y="1554480"/>
            <a:ext cx="2194560" cy="2194560"/>
          </a:xfrm>
          <a:prstGeom prst="ellipse">
            <a:avLst/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신부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우리 두 사람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D5ECE0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C36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서로에게 하고 싶은 말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D5ECE0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C36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웨딩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3629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