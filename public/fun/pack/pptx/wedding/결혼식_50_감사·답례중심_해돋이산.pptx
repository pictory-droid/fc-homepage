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신혼여행 다녀와서 인사드리겠습니다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783080"/>
            <a:ext cx="2194560" cy="2194560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55051" y="1783080"/>
            <a:ext cx="2194560" cy="2194560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감사의 말씀</a:t>
            </a:r>
          </a:p>
        </p:txBody>
      </p:sp>
      <p:sp>
        <p:nvSpPr>
          <p:cNvPr id="7" name="감사 글 칸"/>
          <p:cNvSpPr/>
          <p:nvPr/>
        </p:nvSpPr>
        <p:spPr>
          <a:xfrm>
            <a:off x="640080" y="1783080"/>
            <a:ext cx="10911535" cy="43891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감사 글"/>
          <p:cNvSpPr txBox="1"/>
          <p:nvPr/>
        </p:nvSpPr>
        <p:spPr>
          <a:xfrm>
            <a:off x="1097280" y="2148840"/>
            <a:ext cx="9997135" cy="3657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답례 안내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43891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답례품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3891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방명록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4389120"/>
          </a:xfrm>
          <a:prstGeom prst="roundRect">
            <a:avLst>
              <a:gd name="adj" fmla="val 7000"/>
            </a:avLst>
          </a:prstGeom>
          <a:solidFill>
            <a:srgbClr val="FB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사진 · 영상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237744"/>
          </a:xfrm>
          <a:prstGeom prst="donu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E1B598"/>
      </a:accent1>
      <a:accent2>
        <a:srgbClr val="EAE4B8"/>
      </a:accent2>
      <a:accent3>
        <a:srgbClr val="493527"/>
      </a:accent3>
      <a:accent4>
        <a:srgbClr val="F6E2D5"/>
      </a:accent4>
      <a:accent5>
        <a:srgbClr val="E6CCA8"/>
      </a:accent5>
      <a:accent6>
        <a:srgbClr val="92867D"/>
      </a:accent6>
      <a:hlink>
        <a:srgbClr val="E1B598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