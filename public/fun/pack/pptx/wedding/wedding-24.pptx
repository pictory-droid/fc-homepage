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23510" y="960120"/>
            <a:ext cx="493775" cy="822959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46954" y="877824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346954" y="1783080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48959" y="1256385"/>
            <a:ext cx="493775" cy="691286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72403" y="1174089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72403" y="1947672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474409" y="960120"/>
            <a:ext cx="493775" cy="822959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597853" y="877824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597853" y="1783080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74649"/>
                </a:solidFill>
              </a:rPr>
              <a:t>두 사람이 하나 되는 날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274649"/>
                </a:solidFill>
              </a:rPr>
              <a:t>풍경 소리처럼 맑은 사랑을 나누겠습니다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신랑 · 신부 소개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2076373" y="1554480"/>
            <a:ext cx="2308860" cy="2308860"/>
          </a:xfrm>
          <a:prstGeom prst="ellipse">
            <a:avLst/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649"/>
                </a:solidFill>
              </a:rPr>
              <a:t>신랑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7806461" y="1554480"/>
            <a:ext cx="2308860" cy="2308860"/>
          </a:xfrm>
          <a:prstGeom prst="ellipse">
            <a:avLst/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47" y="3954779"/>
            <a:ext cx="481568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4649"/>
                </a:solidFill>
              </a:rPr>
              <a:t>신부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4411979"/>
            <a:ext cx="4632807" cy="17602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오시는 길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22960" y="1554480"/>
            <a:ext cx="6035040" cy="46177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4649"/>
                </a:solidFill>
              </a:rPr>
              <a:t>약도 · 지도를 넣어 주세요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7223760" y="1554480"/>
          <a:ext cx="414497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77337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649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649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649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2F7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4649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D6E9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6E9EB"/>
                      </a:solidFill>
                      <a:prstDash val="solid"/>
                    </a:lnL>
                    <a:lnR w="9525" cap="flat" cmpd="sng" algn="ctr">
                      <a:solidFill>
                        <a:srgbClr val="D6E9EB"/>
                      </a:solidFill>
                      <a:prstDash val="solid"/>
                    </a:lnR>
                    <a:lnT w="9525" cap="flat" cmpd="sng" algn="ctr">
                      <a:solidFill>
                        <a:srgbClr val="D6E9EB"/>
                      </a:solidFill>
                      <a:prstDash val="solid"/>
                    </a:lnT>
                    <a:lnB w="9525" cap="flat" cmpd="sng" algn="ctr">
                      <a:solidFill>
                        <a:srgbClr val="D6E9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교통 안내</a:t>
            </a:r>
          </a:p>
        </p:txBody>
      </p:sp>
      <p:sp>
        <p:nvSpPr>
          <p:cNvPr id="14" name="카드 1"/>
          <p:cNvSpPr/>
          <p:nvPr/>
        </p:nvSpPr>
        <p:spPr>
          <a:xfrm>
            <a:off x="822960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1"/>
          <p:cNvSpPr/>
          <p:nvPr/>
        </p:nvSpPr>
        <p:spPr>
          <a:xfrm>
            <a:off x="1005840" y="173736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지하철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8" name="카드 2"/>
          <p:cNvSpPr/>
          <p:nvPr/>
        </p:nvSpPr>
        <p:spPr>
          <a:xfrm>
            <a:off x="4414418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2"/>
          <p:cNvSpPr/>
          <p:nvPr/>
        </p:nvSpPr>
        <p:spPr>
          <a:xfrm>
            <a:off x="4597298" y="173736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1578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버스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1578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22" name="카드 3"/>
          <p:cNvSpPr/>
          <p:nvPr/>
        </p:nvSpPr>
        <p:spPr>
          <a:xfrm>
            <a:off x="8005876" y="1554480"/>
            <a:ext cx="3362858" cy="4617720"/>
          </a:xfrm>
          <a:prstGeom prst="roundRect">
            <a:avLst>
              <a:gd name="adj" fmla="val 8000"/>
            </a:avLst>
          </a:prstGeom>
          <a:solidFill>
            <a:srgbClr val="F2F7F8"/>
          </a:solidFill>
          <a:ln w="1587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3"/>
          <p:cNvSpPr/>
          <p:nvPr/>
        </p:nvSpPr>
        <p:spPr>
          <a:xfrm>
            <a:off x="8188756" y="1737360"/>
            <a:ext cx="457200" cy="457200"/>
          </a:xfrm>
          <a:prstGeom prst="ellipse">
            <a:avLst/>
          </a:prstGeom>
          <a:solidFill>
            <a:srgbClr val="4B868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3036" y="2331720"/>
            <a:ext cx="308853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649"/>
                </a:solidFill>
              </a:rPr>
              <a:t>자가용 · 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3036" y="3017520"/>
            <a:ext cx="3088538" cy="3017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564063" y="731520"/>
            <a:ext cx="274320" cy="457200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32643" y="68580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632643" y="118872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911535" y="896112"/>
            <a:ext cx="274320" cy="384048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980115" y="850392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980115" y="1280160"/>
            <a:ext cx="137160" cy="45720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259007" y="731520"/>
            <a:ext cx="274320" cy="457200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327587" y="68580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27587" y="1188720"/>
            <a:ext cx="137160" cy="4572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74649"/>
                </a:solidFill>
              </a:rPr>
              <a:t>웨딩 사진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1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2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3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4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5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D6E9EB"/>
          </a:solidFill>
          <a:ln w="19050">
            <a:solidFill>
              <a:srgbClr val="4B868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74649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4B86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D6E9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223510" y="960120"/>
            <a:ext cx="493775" cy="822959"/>
          </a:xfrm>
          <a:prstGeom prst="round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346954" y="877824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346954" y="1783080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5848959" y="1256385"/>
            <a:ext cx="493775" cy="691286"/>
          </a:xfrm>
          <a:prstGeom prst="roundRect">
            <a:avLst/>
          </a:prstGeom>
          <a:solidFill>
            <a:srgbClr val="D6E9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972403" y="1174089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972403" y="1947672"/>
            <a:ext cx="246887" cy="82296"/>
          </a:xfrm>
          <a:prstGeom prst="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474409" y="960120"/>
            <a:ext cx="493775" cy="822959"/>
          </a:xfrm>
          <a:prstGeom prst="roundRect">
            <a:avLst/>
          </a:prstGeom>
          <a:solidFill>
            <a:srgbClr val="8547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597853" y="877824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597853" y="1783080"/>
            <a:ext cx="246887" cy="82296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274649"/>
                </a:solidFill>
              </a:rPr>
              <a:t>함께해 주셔서 감사합니다</a:t>
            </a:r>
          </a:p>
        </p:txBody>
      </p:sp>
      <p:sp>
        <p:nvSpPr>
          <p:cNvPr id="14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274649"/>
                </a:solidFill>
              </a:rPr>
              <a:t>오늘의 축복을 오래도록 간직하겠습니다</a:t>
            </a:r>
          </a:p>
        </p:txBody>
      </p:sp>
      <p:sp>
        <p:nvSpPr>
          <p:cNvPr id="15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274649"/>
      </a:dk2>
      <a:lt2>
        <a:srgbClr val="F2F7F8"/>
      </a:lt2>
      <a:accent1>
        <a:srgbClr val="4B868B"/>
      </a:accent1>
      <a:accent2>
        <a:srgbClr val="854761"/>
      </a:accent2>
      <a:accent3>
        <a:srgbClr val="274649"/>
      </a:accent3>
      <a:accent4>
        <a:srgbClr val="D6E9EB"/>
      </a:accent4>
      <a:accent5>
        <a:srgbClr val="686676"/>
      </a:accent5>
      <a:accent6>
        <a:srgbClr val="7D9092"/>
      </a:accent6>
      <a:hlink>
        <a:srgbClr val="4B868B"/>
      </a:hlink>
      <a:folHlink>
        <a:srgbClr val="2746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