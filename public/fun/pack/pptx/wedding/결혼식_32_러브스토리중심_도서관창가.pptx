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7261A"/>
                </a:solidFill>
              </a:rPr>
              <a:t>저희 결혼합니다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7261A"/>
                </a:solidFill>
              </a:rPr>
              <a:t>프러포즈는 아주 소박했습니다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신랑 · 신부 소개</a:t>
            </a:r>
          </a:p>
        </p:txBody>
      </p:sp>
      <p:sp>
        <p:nvSpPr>
          <p:cNvPr id="4" name="사진 자리"/>
          <p:cNvSpPr/>
          <p:nvPr/>
        </p:nvSpPr>
        <p:spPr>
          <a:xfrm>
            <a:off x="1950643" y="1645920"/>
            <a:ext cx="2377440" cy="2377440"/>
          </a:xfrm>
          <a:prstGeom prst="ellipse">
            <a:avLst/>
          </a:prstGeom>
          <a:solidFill>
            <a:srgbClr val="EDDED4"/>
          </a:solidFill>
          <a:ln w="19050">
            <a:solidFill>
              <a:srgbClr val="76503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7261A"/>
                </a:solidFill>
              </a:rPr>
              <a:t>사진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7261A"/>
                </a:solidFill>
              </a:rPr>
              <a:t>신랑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4572000"/>
            <a:ext cx="4815687" cy="1828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7" name="사진 자리"/>
          <p:cNvSpPr/>
          <p:nvPr/>
        </p:nvSpPr>
        <p:spPr>
          <a:xfrm>
            <a:off x="7863611" y="1645920"/>
            <a:ext cx="2377440" cy="2377440"/>
          </a:xfrm>
          <a:prstGeom prst="ellipse">
            <a:avLst/>
          </a:prstGeom>
          <a:solidFill>
            <a:srgbClr val="EDDED4"/>
          </a:solidFill>
          <a:ln w="19050">
            <a:solidFill>
              <a:srgbClr val="76503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7261A"/>
                </a:solidFill>
              </a:rPr>
              <a:t>사진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047" y="4114800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7261A"/>
                </a:solidFill>
              </a:rPr>
              <a:t>신부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44487" y="4572000"/>
            <a:ext cx="4815687" cy="1828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우리의 이야기</a:t>
            </a:r>
          </a:p>
        </p:txBody>
      </p:sp>
      <p:sp>
        <p:nvSpPr>
          <p:cNvPr id="4" name="타임라인 선"/>
          <p:cNvSpPr/>
          <p:nvPr/>
        </p:nvSpPr>
        <p:spPr>
          <a:xfrm>
            <a:off x="640080" y="3383280"/>
            <a:ext cx="10911535" cy="54864"/>
          </a:xfrm>
          <a:prstGeom prst="rect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때 1"/>
          <p:cNvSpPr/>
          <p:nvPr/>
        </p:nvSpPr>
        <p:spPr>
          <a:xfrm>
            <a:off x="1802853" y="3200400"/>
            <a:ext cx="402336" cy="402336"/>
          </a:xfrm>
          <a:prstGeom prst="ellipse">
            <a:avLst/>
          </a:prstGeom>
          <a:solidFill>
            <a:srgbClr val="765037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56032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65037"/>
                </a:solidFill>
              </a:rPr>
              <a:t>처음 만난 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3749039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7261A"/>
                </a:solidFill>
              </a:rPr>
              <a:t>첫 만남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25196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어디에서 어떻게?</a:t>
            </a:r>
          </a:p>
        </p:txBody>
      </p:sp>
      <p:sp>
        <p:nvSpPr>
          <p:cNvPr id="9" name="때 2"/>
          <p:cNvSpPr/>
          <p:nvPr/>
        </p:nvSpPr>
        <p:spPr>
          <a:xfrm>
            <a:off x="4530737" y="3200400"/>
            <a:ext cx="402336" cy="402336"/>
          </a:xfrm>
          <a:prstGeom prst="ellipse">
            <a:avLst/>
          </a:prstGeom>
          <a:solidFill>
            <a:srgbClr val="765037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3683" y="256032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65037"/>
                </a:solidFill>
              </a:rPr>
              <a:t>첫 데이트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9403" y="3749039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7261A"/>
                </a:solidFill>
              </a:rPr>
              <a:t>설레던 하루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9403" y="425196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무엇을 했나요?</a:t>
            </a:r>
          </a:p>
        </p:txBody>
      </p:sp>
      <p:sp>
        <p:nvSpPr>
          <p:cNvPr id="13" name="때 3"/>
          <p:cNvSpPr/>
          <p:nvPr/>
        </p:nvSpPr>
        <p:spPr>
          <a:xfrm>
            <a:off x="7258621" y="3200400"/>
            <a:ext cx="402336" cy="402336"/>
          </a:xfrm>
          <a:prstGeom prst="ellipse">
            <a:avLst/>
          </a:prstGeom>
          <a:solidFill>
            <a:srgbClr val="765037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1567" y="256032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65037"/>
                </a:solidFill>
              </a:rPr>
              <a:t>프러포즈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7287" y="3749039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7261A"/>
                </a:solidFill>
              </a:rPr>
              <a:t>평생을 약속하다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425196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이야기</a:t>
            </a:r>
          </a:p>
        </p:txBody>
      </p:sp>
      <p:sp>
        <p:nvSpPr>
          <p:cNvPr id="17" name="때 4"/>
          <p:cNvSpPr/>
          <p:nvPr/>
        </p:nvSpPr>
        <p:spPr>
          <a:xfrm>
            <a:off x="9986505" y="3200400"/>
            <a:ext cx="402336" cy="402336"/>
          </a:xfrm>
          <a:prstGeom prst="ellipse">
            <a:avLst/>
          </a:prstGeom>
          <a:solidFill>
            <a:srgbClr val="765037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451" y="256032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65037"/>
                </a:solidFill>
              </a:rPr>
              <a:t>결혼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171" y="3749039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7261A"/>
                </a:solidFill>
              </a:rPr>
              <a:t>오늘의 우리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171" y="425196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함께 시작합니다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우리의 첫 번째</a:t>
            </a:r>
          </a:p>
        </p:txBody>
      </p:sp>
      <p:sp>
        <p:nvSpPr>
          <p:cNvPr id="4" name="카드 1"/>
          <p:cNvSpPr/>
          <p:nvPr/>
        </p:nvSpPr>
        <p:spPr>
          <a:xfrm>
            <a:off x="640080" y="1645920"/>
            <a:ext cx="2556433" cy="4754880"/>
          </a:xfrm>
          <a:prstGeom prst="roundRect">
            <a:avLst>
              <a:gd name="adj" fmla="val 8000"/>
            </a:avLst>
          </a:prstGeom>
          <a:solidFill>
            <a:srgbClr val="F8F4F1"/>
          </a:solidFill>
          <a:ln w="15875">
            <a:solidFill>
              <a:srgbClr val="EDDE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76503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7261A"/>
                </a:solidFill>
              </a:rPr>
              <a:t>첫 여행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08960"/>
            <a:ext cx="2282113" cy="31546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어디였나요?</a:t>
            </a:r>
          </a:p>
        </p:txBody>
      </p:sp>
      <p:sp>
        <p:nvSpPr>
          <p:cNvPr id="8" name="카드 2"/>
          <p:cNvSpPr/>
          <p:nvPr/>
        </p:nvSpPr>
        <p:spPr>
          <a:xfrm>
            <a:off x="3425113" y="1645920"/>
            <a:ext cx="2556433" cy="4754880"/>
          </a:xfrm>
          <a:prstGeom prst="roundRect">
            <a:avLst>
              <a:gd name="adj" fmla="val 8000"/>
            </a:avLst>
          </a:prstGeom>
          <a:solidFill>
            <a:srgbClr val="F8F4F1"/>
          </a:solidFill>
          <a:ln w="15875">
            <a:solidFill>
              <a:srgbClr val="EDDE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3607993" y="1828800"/>
            <a:ext cx="457200" cy="457200"/>
          </a:xfrm>
          <a:prstGeom prst="ellipse">
            <a:avLst/>
          </a:prstGeom>
          <a:solidFill>
            <a:srgbClr val="76503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2273" y="242316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7261A"/>
                </a:solidFill>
              </a:rPr>
              <a:t>첫 선물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2273" y="3108960"/>
            <a:ext cx="2282113" cy="31546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무엇이었나요?</a:t>
            </a:r>
          </a:p>
        </p:txBody>
      </p:sp>
      <p:sp>
        <p:nvSpPr>
          <p:cNvPr id="12" name="카드 3"/>
          <p:cNvSpPr/>
          <p:nvPr/>
        </p:nvSpPr>
        <p:spPr>
          <a:xfrm>
            <a:off x="6210147" y="1645920"/>
            <a:ext cx="2556433" cy="4754880"/>
          </a:xfrm>
          <a:prstGeom prst="roundRect">
            <a:avLst>
              <a:gd name="adj" fmla="val 8000"/>
            </a:avLst>
          </a:prstGeom>
          <a:solidFill>
            <a:srgbClr val="F8F4F1"/>
          </a:solidFill>
          <a:ln w="15875">
            <a:solidFill>
              <a:srgbClr val="EDDE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6393027" y="1828800"/>
            <a:ext cx="457200" cy="457200"/>
          </a:xfrm>
          <a:prstGeom prst="ellipse">
            <a:avLst/>
          </a:prstGeom>
          <a:solidFill>
            <a:srgbClr val="76503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7307" y="242316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7261A"/>
                </a:solidFill>
              </a:rPr>
              <a:t>첫 다툼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7307" y="3108960"/>
            <a:ext cx="2282113" cy="31546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어떻게 풀었나요?</a:t>
            </a:r>
          </a:p>
        </p:txBody>
      </p:sp>
      <p:sp>
        <p:nvSpPr>
          <p:cNvPr id="16" name="카드 4"/>
          <p:cNvSpPr/>
          <p:nvPr/>
        </p:nvSpPr>
        <p:spPr>
          <a:xfrm>
            <a:off x="8995181" y="1645920"/>
            <a:ext cx="2556433" cy="4754880"/>
          </a:xfrm>
          <a:prstGeom prst="roundRect">
            <a:avLst>
              <a:gd name="adj" fmla="val 8000"/>
            </a:avLst>
          </a:prstGeom>
          <a:solidFill>
            <a:srgbClr val="F8F4F1"/>
          </a:solidFill>
          <a:ln w="15875">
            <a:solidFill>
              <a:srgbClr val="EDDE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4"/>
          <p:cNvSpPr/>
          <p:nvPr/>
        </p:nvSpPr>
        <p:spPr>
          <a:xfrm>
            <a:off x="9178061" y="1828800"/>
            <a:ext cx="457200" cy="457200"/>
          </a:xfrm>
          <a:prstGeom prst="ellipse">
            <a:avLst/>
          </a:prstGeom>
          <a:solidFill>
            <a:srgbClr val="76503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2341" y="242316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7261A"/>
                </a:solidFill>
              </a:rPr>
              <a:t>첫 약속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2341" y="3108960"/>
            <a:ext cx="2282113" cy="31546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무엇이었나요?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웨딩 사진</a:t>
            </a:r>
          </a:p>
        </p:txBody>
      </p:sp>
      <p:sp>
        <p:nvSpPr>
          <p:cNvPr id="4" name="사진 자리"/>
          <p:cNvSpPr/>
          <p:nvPr/>
        </p:nvSpPr>
        <p:spPr>
          <a:xfrm>
            <a:off x="640080" y="164592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EDDED4"/>
          </a:solidFill>
          <a:ln w="19050">
            <a:solidFill>
              <a:srgbClr val="76503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7261A"/>
                </a:solidFill>
              </a:rPr>
              <a:t>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4338218" y="164592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EDDED4"/>
          </a:solidFill>
          <a:ln w="19050">
            <a:solidFill>
              <a:srgbClr val="76503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7261A"/>
                </a:solidFill>
              </a:rPr>
              <a:t>사진 2</a:t>
            </a:r>
          </a:p>
        </p:txBody>
      </p:sp>
      <p:sp>
        <p:nvSpPr>
          <p:cNvPr id="6" name="사진 자리"/>
          <p:cNvSpPr/>
          <p:nvPr/>
        </p:nvSpPr>
        <p:spPr>
          <a:xfrm>
            <a:off x="8036356" y="164592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EDDED4"/>
          </a:solidFill>
          <a:ln w="19050">
            <a:solidFill>
              <a:srgbClr val="76503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7261A"/>
                </a:solidFill>
              </a:rPr>
              <a:t>사진 3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411480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EDDED4"/>
          </a:solidFill>
          <a:ln w="19050">
            <a:solidFill>
              <a:srgbClr val="76503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7261A"/>
                </a:solidFill>
              </a:rPr>
              <a:t>사진 4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338218" y="411480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EDDED4"/>
          </a:solidFill>
          <a:ln w="19050">
            <a:solidFill>
              <a:srgbClr val="76503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7261A"/>
                </a:solidFill>
              </a:rPr>
              <a:t>사진 5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036356" y="411480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EDDED4"/>
          </a:solidFill>
          <a:ln w="19050">
            <a:solidFill>
              <a:srgbClr val="76503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7261A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37261A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7261A"/>
                </a:solidFill>
              </a:rPr>
              <a:t>잘 살겠습니다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러브스토리 중심)">
  <a:themeElements>
    <a:clrScheme name="Office">
      <a:dk1>
        <a:sysClr val="windowText" lastClr="000000"/>
      </a:dk1>
      <a:lt1>
        <a:sysClr val="window" lastClr="FFFFFF"/>
      </a:lt1>
      <a:dk2>
        <a:srgbClr val="37261A"/>
      </a:dk2>
      <a:lt2>
        <a:srgbClr val="F8F4F1"/>
      </a:lt2>
      <a:accent1>
        <a:srgbClr val="765037"/>
      </a:accent1>
      <a:accent2>
        <a:srgbClr val="418B83"/>
      </a:accent2>
      <a:accent3>
        <a:srgbClr val="37261A"/>
      </a:accent3>
      <a:accent4>
        <a:srgbClr val="EDDED4"/>
      </a:accent4>
      <a:accent5>
        <a:srgbClr val="5C6E5D"/>
      </a:accent5>
      <a:accent6>
        <a:srgbClr val="877D76"/>
      </a:accent6>
      <a:hlink>
        <a:srgbClr val="765037"/>
      </a:hlink>
      <a:folHlink>
        <a:srgbClr val="37261A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슬라이드(러브스토리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