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7261A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프러포즈는 아주 소박했습니다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50643" y="1645920"/>
            <a:ext cx="2377440" cy="2377440"/>
          </a:xfrm>
          <a:prstGeom prst="ellipse">
            <a:avLst/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63611" y="1645920"/>
            <a:ext cx="2377440" cy="2377440"/>
          </a:xfrm>
          <a:prstGeom prst="ellipse">
            <a:avLst/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우리의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첫 데이트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설레던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프러포즈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평생을 약속하다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결혼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우리의 첫 번째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첫 여행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첫 선물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첫 다툼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첫 약속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7261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37261A"/>
      </a:dk2>
      <a:lt2>
        <a:srgbClr val="F8F4F1"/>
      </a:lt2>
      <a:accent1>
        <a:srgbClr val="765037"/>
      </a:accent1>
      <a:accent2>
        <a:srgbClr val="418B83"/>
      </a:accent2>
      <a:accent3>
        <a:srgbClr val="37261A"/>
      </a:accent3>
      <a:accent4>
        <a:srgbClr val="EDDED4"/>
      </a:accent4>
      <a:accent5>
        <a:srgbClr val="5C6E5D"/>
      </a:accent5>
      <a:accent6>
        <a:srgbClr val="877D76"/>
      </a:accent6>
      <a:hlink>
        <a:srgbClr val="765037"/>
      </a:hlink>
      <a:folHlink>
        <a:srgbClr val="3726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