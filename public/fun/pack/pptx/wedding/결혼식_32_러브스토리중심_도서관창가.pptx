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2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7558851" y="685800"/>
            <a:ext cx="3169840" cy="54864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BC6A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493527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6827349" y="4251960"/>
            <a:ext cx="1005840" cy="1005840"/>
          </a:xfrm>
          <a:prstGeom prst="ellipse">
            <a:avLst/>
          </a:prstGeom>
          <a:solidFill>
            <a:srgbClr val="EBC6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822960" y="2148840"/>
            <a:ext cx="5608179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WEDDING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606040"/>
            <a:ext cx="5608179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26231F"/>
                </a:solidFill>
              </a:rPr>
              <a:t>저희 결혼합니다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822960" y="3886200"/>
            <a:ext cx="5608179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프러포즈는 아주 소박했습니다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822960" y="4754880"/>
            <a:ext cx="5608179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신랑 이름 ♥ 신부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날짜 입력 · 예식장 이름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2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6400800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WEDDING</a:t>
            </a:r>
          </a:p>
        </p:txBody>
      </p:sp>
      <p:sp>
        <p:nvSpPr>
          <p:cNvPr id="5" name="포인트"/>
          <p:cNvSpPr/>
          <p:nvPr/>
        </p:nvSpPr>
        <p:spPr>
          <a:xfrm>
            <a:off x="11213287" y="6473952"/>
            <a:ext cx="219456" cy="219456"/>
          </a:xfrm>
          <a:prstGeom prst="round2SameRect">
            <a:avLst/>
          </a:prstGeom>
          <a:solidFill>
            <a:srgbClr val="D89F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535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신랑 · 신부 소개</a:t>
            </a:r>
          </a:p>
        </p:txBody>
      </p:sp>
      <p:sp>
        <p:nvSpPr>
          <p:cNvPr id="6" name="사진 자리"/>
          <p:cNvSpPr/>
          <p:nvPr/>
        </p:nvSpPr>
        <p:spPr>
          <a:xfrm>
            <a:off x="1996363" y="1600200"/>
            <a:ext cx="2286000" cy="2286000"/>
          </a:xfrm>
          <a:prstGeom prst="ellipse">
            <a:avLst/>
          </a:prstGeom>
          <a:solidFill>
            <a:srgbClr val="F6E2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977639"/>
            <a:ext cx="49985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93527"/>
                </a:solidFill>
              </a:rPr>
              <a:t>신랑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4434840"/>
            <a:ext cx="4815687" cy="17373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신부에게 한마디</a:t>
            </a:r>
          </a:p>
        </p:txBody>
      </p:sp>
      <p:sp>
        <p:nvSpPr>
          <p:cNvPr id="9" name="사진 자리"/>
          <p:cNvSpPr/>
          <p:nvPr/>
        </p:nvSpPr>
        <p:spPr>
          <a:xfrm>
            <a:off x="7909331" y="1600200"/>
            <a:ext cx="2286000" cy="2286000"/>
          </a:xfrm>
          <a:prstGeom prst="ellipse">
            <a:avLst/>
          </a:prstGeom>
          <a:solidFill>
            <a:srgbClr val="F6E2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53047" y="3977639"/>
            <a:ext cx="49985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93527"/>
                </a:solidFill>
              </a:rPr>
              <a:t>신부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44487" y="4434840"/>
            <a:ext cx="4815687" cy="17373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신랑에게 한마디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2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6400800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WEDDING</a:t>
            </a:r>
          </a:p>
        </p:txBody>
      </p:sp>
      <p:sp>
        <p:nvSpPr>
          <p:cNvPr id="5" name="포인트"/>
          <p:cNvSpPr/>
          <p:nvPr/>
        </p:nvSpPr>
        <p:spPr>
          <a:xfrm>
            <a:off x="11213287" y="6473952"/>
            <a:ext cx="219456" cy="219456"/>
          </a:xfrm>
          <a:prstGeom prst="round2SameRect">
            <a:avLst/>
          </a:prstGeom>
          <a:solidFill>
            <a:srgbClr val="D89F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535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우리의 이야기</a:t>
            </a:r>
          </a:p>
        </p:txBody>
      </p:sp>
      <p:sp>
        <p:nvSpPr>
          <p:cNvPr id="6" name="타임라인 선"/>
          <p:cNvSpPr/>
          <p:nvPr/>
        </p:nvSpPr>
        <p:spPr>
          <a:xfrm>
            <a:off x="640080" y="3337560"/>
            <a:ext cx="10911535" cy="54864"/>
          </a:xfrm>
          <a:prstGeom prst="rect">
            <a:avLst/>
          </a:prstGeom>
          <a:solidFill>
            <a:srgbClr val="F6E2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때 1"/>
          <p:cNvSpPr/>
          <p:nvPr/>
        </p:nvSpPr>
        <p:spPr>
          <a:xfrm>
            <a:off x="1802853" y="3154680"/>
            <a:ext cx="402336" cy="402336"/>
          </a:xfrm>
          <a:prstGeom prst="ellipse">
            <a:avLst/>
          </a:prstGeom>
          <a:solidFill>
            <a:srgbClr val="D89F79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D89F79"/>
                </a:solidFill>
              </a:rPr>
              <a:t>처음 만난 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493527"/>
                </a:solidFill>
              </a:rPr>
              <a:t>첫 만남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어디에서 어떻게?</a:t>
            </a:r>
          </a:p>
        </p:txBody>
      </p:sp>
      <p:sp>
        <p:nvSpPr>
          <p:cNvPr id="11" name="때 2"/>
          <p:cNvSpPr/>
          <p:nvPr/>
        </p:nvSpPr>
        <p:spPr>
          <a:xfrm>
            <a:off x="4530737" y="3154680"/>
            <a:ext cx="402336" cy="402336"/>
          </a:xfrm>
          <a:prstGeom prst="ellipse">
            <a:avLst/>
          </a:prstGeom>
          <a:solidFill>
            <a:srgbClr val="D89F79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13683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D89F79"/>
                </a:solidFill>
              </a:rPr>
              <a:t>첫 데이트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59403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493527"/>
                </a:solidFill>
              </a:rPr>
              <a:t>설레던 하루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59403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무엇을 했나요?</a:t>
            </a:r>
          </a:p>
        </p:txBody>
      </p:sp>
      <p:sp>
        <p:nvSpPr>
          <p:cNvPr id="15" name="때 3"/>
          <p:cNvSpPr/>
          <p:nvPr/>
        </p:nvSpPr>
        <p:spPr>
          <a:xfrm>
            <a:off x="7258621" y="3154680"/>
            <a:ext cx="402336" cy="402336"/>
          </a:xfrm>
          <a:prstGeom prst="ellipse">
            <a:avLst/>
          </a:prstGeom>
          <a:solidFill>
            <a:srgbClr val="D89F79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41567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D89F79"/>
                </a:solidFill>
              </a:rPr>
              <a:t>프러포즈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7287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493527"/>
                </a:solidFill>
              </a:rPr>
              <a:t>평생을 약속하다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87287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그날의 이야기</a:t>
            </a:r>
          </a:p>
        </p:txBody>
      </p:sp>
      <p:sp>
        <p:nvSpPr>
          <p:cNvPr id="19" name="때 4"/>
          <p:cNvSpPr/>
          <p:nvPr/>
        </p:nvSpPr>
        <p:spPr>
          <a:xfrm>
            <a:off x="9986505" y="3154680"/>
            <a:ext cx="402336" cy="402336"/>
          </a:xfrm>
          <a:prstGeom prst="ellipse">
            <a:avLst/>
          </a:prstGeom>
          <a:solidFill>
            <a:srgbClr val="D89F79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451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D89F79"/>
                </a:solidFill>
              </a:rPr>
              <a:t>결혼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171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493527"/>
                </a:solidFill>
              </a:rPr>
              <a:t>오늘의 우리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171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함께 시작합니다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2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6400800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WEDDING</a:t>
            </a:r>
          </a:p>
        </p:txBody>
      </p:sp>
      <p:sp>
        <p:nvSpPr>
          <p:cNvPr id="5" name="포인트"/>
          <p:cNvSpPr/>
          <p:nvPr/>
        </p:nvSpPr>
        <p:spPr>
          <a:xfrm>
            <a:off x="11213287" y="6473952"/>
            <a:ext cx="219456" cy="219456"/>
          </a:xfrm>
          <a:prstGeom prst="round2SameRect">
            <a:avLst/>
          </a:prstGeom>
          <a:solidFill>
            <a:srgbClr val="D89F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535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우리의 첫 번째</a:t>
            </a:r>
          </a:p>
        </p:txBody>
      </p:sp>
      <p:sp>
        <p:nvSpPr>
          <p:cNvPr id="6" name="카드 1"/>
          <p:cNvSpPr/>
          <p:nvPr/>
        </p:nvSpPr>
        <p:spPr>
          <a:xfrm>
            <a:off x="640080" y="1600200"/>
            <a:ext cx="2556433" cy="4572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F6E2D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위쪽 띠"/>
          <p:cNvSpPr/>
          <p:nvPr/>
        </p:nvSpPr>
        <p:spPr>
          <a:xfrm>
            <a:off x="649224" y="1609344"/>
            <a:ext cx="2538145" cy="82296"/>
          </a:xfrm>
          <a:prstGeom prst="rect">
            <a:avLst/>
          </a:prstGeom>
          <a:solidFill>
            <a:srgbClr val="D89F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번호 1"/>
          <p:cNvSpPr/>
          <p:nvPr/>
        </p:nvSpPr>
        <p:spPr>
          <a:xfrm>
            <a:off x="822959" y="178308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D89F7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7744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3527"/>
                </a:solidFill>
              </a:rPr>
              <a:t>첫 여행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063240"/>
            <a:ext cx="2282113" cy="29718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어디였나요?</a:t>
            </a:r>
          </a:p>
        </p:txBody>
      </p:sp>
      <p:sp>
        <p:nvSpPr>
          <p:cNvPr id="11" name="카드 2"/>
          <p:cNvSpPr/>
          <p:nvPr/>
        </p:nvSpPr>
        <p:spPr>
          <a:xfrm>
            <a:off x="3425113" y="1600200"/>
            <a:ext cx="2556433" cy="4572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F6E2D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위쪽 띠"/>
          <p:cNvSpPr/>
          <p:nvPr/>
        </p:nvSpPr>
        <p:spPr>
          <a:xfrm>
            <a:off x="3434257" y="1609344"/>
            <a:ext cx="2538145" cy="82296"/>
          </a:xfrm>
          <a:prstGeom prst="rect">
            <a:avLst/>
          </a:prstGeom>
          <a:solidFill>
            <a:srgbClr val="D89F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2"/>
          <p:cNvSpPr/>
          <p:nvPr/>
        </p:nvSpPr>
        <p:spPr>
          <a:xfrm>
            <a:off x="3607993" y="178308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D89F7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2273" y="237744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3527"/>
                </a:solidFill>
              </a:rPr>
              <a:t>첫 선물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2273" y="3063240"/>
            <a:ext cx="2282113" cy="29718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무엇이었나요?</a:t>
            </a:r>
          </a:p>
        </p:txBody>
      </p:sp>
      <p:sp>
        <p:nvSpPr>
          <p:cNvPr id="16" name="카드 3"/>
          <p:cNvSpPr/>
          <p:nvPr/>
        </p:nvSpPr>
        <p:spPr>
          <a:xfrm>
            <a:off x="6210147" y="1600200"/>
            <a:ext cx="2556433" cy="4572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F6E2D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위쪽 띠"/>
          <p:cNvSpPr/>
          <p:nvPr/>
        </p:nvSpPr>
        <p:spPr>
          <a:xfrm>
            <a:off x="6219291" y="1609344"/>
            <a:ext cx="2538145" cy="82296"/>
          </a:xfrm>
          <a:prstGeom prst="rect">
            <a:avLst/>
          </a:prstGeom>
          <a:solidFill>
            <a:srgbClr val="D89F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번호 3"/>
          <p:cNvSpPr/>
          <p:nvPr/>
        </p:nvSpPr>
        <p:spPr>
          <a:xfrm>
            <a:off x="6393027" y="178308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D89F7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47307" y="237744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3527"/>
                </a:solidFill>
              </a:rPr>
              <a:t>첫 다툼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7307" y="3063240"/>
            <a:ext cx="2282113" cy="29718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어떻게 풀었나요?</a:t>
            </a:r>
          </a:p>
        </p:txBody>
      </p:sp>
      <p:sp>
        <p:nvSpPr>
          <p:cNvPr id="21" name="카드 4"/>
          <p:cNvSpPr/>
          <p:nvPr/>
        </p:nvSpPr>
        <p:spPr>
          <a:xfrm>
            <a:off x="8995181" y="1600200"/>
            <a:ext cx="2556433" cy="4572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F6E2D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위쪽 띠"/>
          <p:cNvSpPr/>
          <p:nvPr/>
        </p:nvSpPr>
        <p:spPr>
          <a:xfrm>
            <a:off x="9004325" y="1609344"/>
            <a:ext cx="2538145" cy="82296"/>
          </a:xfrm>
          <a:prstGeom prst="rect">
            <a:avLst/>
          </a:prstGeom>
          <a:solidFill>
            <a:srgbClr val="D89F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번호 4"/>
          <p:cNvSpPr/>
          <p:nvPr/>
        </p:nvSpPr>
        <p:spPr>
          <a:xfrm>
            <a:off x="9178061" y="178308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D89F7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32341" y="237744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3527"/>
                </a:solidFill>
              </a:rPr>
              <a:t>첫 약속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2341" y="3063240"/>
            <a:ext cx="2282113" cy="29718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무엇이었나요?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2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6400800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WEDDING</a:t>
            </a:r>
          </a:p>
        </p:txBody>
      </p:sp>
      <p:sp>
        <p:nvSpPr>
          <p:cNvPr id="5" name="포인트"/>
          <p:cNvSpPr/>
          <p:nvPr/>
        </p:nvSpPr>
        <p:spPr>
          <a:xfrm>
            <a:off x="11213287" y="6473952"/>
            <a:ext cx="219456" cy="219456"/>
          </a:xfrm>
          <a:prstGeom prst="round2SameRect">
            <a:avLst/>
          </a:prstGeom>
          <a:solidFill>
            <a:srgbClr val="D89F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535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웨딩 사진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40080" y="160020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6E2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1</a:t>
            </a:r>
          </a:p>
        </p:txBody>
      </p:sp>
      <p:sp>
        <p:nvSpPr>
          <p:cNvPr id="7" name="사진 자리"/>
          <p:cNvSpPr/>
          <p:nvPr/>
        </p:nvSpPr>
        <p:spPr>
          <a:xfrm>
            <a:off x="4338218" y="160020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6E2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2</a:t>
            </a:r>
          </a:p>
        </p:txBody>
      </p:sp>
      <p:sp>
        <p:nvSpPr>
          <p:cNvPr id="8" name="사진 자리"/>
          <p:cNvSpPr/>
          <p:nvPr/>
        </p:nvSpPr>
        <p:spPr>
          <a:xfrm>
            <a:off x="8036356" y="160020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6E2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3</a:t>
            </a:r>
          </a:p>
        </p:txBody>
      </p:sp>
      <p:sp>
        <p:nvSpPr>
          <p:cNvPr id="9" name="사진 자리"/>
          <p:cNvSpPr/>
          <p:nvPr/>
        </p:nvSpPr>
        <p:spPr>
          <a:xfrm>
            <a:off x="640080" y="3977639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6E2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4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4338218" y="3977639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6E2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5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8036356" y="3977639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6E2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2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7558851" y="685800"/>
            <a:ext cx="3169840" cy="54864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BC6A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493527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6827349" y="4251960"/>
            <a:ext cx="1005840" cy="1005840"/>
          </a:xfrm>
          <a:prstGeom prst="ellipse">
            <a:avLst/>
          </a:prstGeom>
          <a:solidFill>
            <a:srgbClr val="EBC6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822960" y="2148840"/>
            <a:ext cx="5608179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WEDDING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606040"/>
            <a:ext cx="5608179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26231F"/>
                </a:solidFill>
              </a:rPr>
              <a:t>와 주셔서 고맙습니다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822960" y="3886200"/>
            <a:ext cx="5608179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잘 살겠습니다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822960" y="4754880"/>
            <a:ext cx="5608179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신랑 이름 ♥ 신부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결혼식 슬라이드(러브스토리 중심)">
  <a:themeElements>
    <a:clrScheme name="Office">
      <a:dk1>
        <a:sysClr val="windowText" lastClr="000000"/>
      </a:dk1>
      <a:lt1>
        <a:sysClr val="window" lastClr="FFFFFF"/>
      </a:lt1>
      <a:dk2>
        <a:srgbClr val="493527"/>
      </a:dk2>
      <a:lt2>
        <a:srgbClr val="FBF2EC"/>
      </a:lt2>
      <a:accent1>
        <a:srgbClr val="D89F79"/>
      </a:accent1>
      <a:accent2>
        <a:srgbClr val="E1D798"/>
      </a:accent2>
      <a:accent3>
        <a:srgbClr val="493527"/>
      </a:accent3>
      <a:accent4>
        <a:srgbClr val="F6E2D5"/>
      </a:accent4>
      <a:accent5>
        <a:srgbClr val="DCBB88"/>
      </a:accent5>
      <a:accent6>
        <a:srgbClr val="92867D"/>
      </a:accent6>
      <a:hlink>
        <a:srgbClr val="D89F79"/>
      </a:hlink>
      <a:folHlink>
        <a:srgbClr val="493527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슬라이드(러브스토리 중심)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