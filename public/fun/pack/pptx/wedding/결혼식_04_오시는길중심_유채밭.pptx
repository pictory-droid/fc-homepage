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E8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44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지하철에서 내려 걸어서 오 분입니다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13287" y="6473952"/>
            <a:ext cx="219456" cy="219456"/>
          </a:xfrm>
          <a:prstGeom prst="teardrop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600200"/>
            <a:ext cx="2286000" cy="2286000"/>
          </a:xfrm>
          <a:prstGeom prst="ellipse">
            <a:avLst/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4427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43484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600200"/>
            <a:ext cx="2286000" cy="2286000"/>
          </a:xfrm>
          <a:prstGeom prst="ellipse">
            <a:avLst/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39776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4427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43484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13287" y="6473952"/>
            <a:ext cx="219456" cy="219456"/>
          </a:xfrm>
          <a:prstGeom prst="teardrop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오시는 길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6035040" cy="457200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약도 · 지도를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040880" y="160020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4427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13287" y="6473952"/>
            <a:ext cx="219456" cy="219456"/>
          </a:xfrm>
          <a:prstGeom prst="teardrop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교통 안내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3466490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E1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지하철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00200"/>
            <a:ext cx="3484778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609344"/>
            <a:ext cx="3466490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E1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버스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609344"/>
            <a:ext cx="3466490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DE1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자가용 · 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13287" y="6473952"/>
            <a:ext cx="219456" cy="219456"/>
          </a:xfrm>
          <a:prstGeom prst="teardrop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F4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E8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44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494427"/>
      </a:dk2>
      <a:lt2>
        <a:srgbClr val="FDFAEA"/>
      </a:lt2>
      <a:accent1>
        <a:srgbClr val="EDE197"/>
      </a:accent1>
      <a:accent2>
        <a:srgbClr val="E0F3BA"/>
      </a:accent2>
      <a:accent3>
        <a:srgbClr val="494427"/>
      </a:accent3>
      <a:accent4>
        <a:srgbClr val="FAF4D1"/>
      </a:accent4>
      <a:accent5>
        <a:srgbClr val="E6EAA8"/>
      </a:accent5>
      <a:accent6>
        <a:srgbClr val="928F7D"/>
      </a:accent6>
      <a:hlink>
        <a:srgbClr val="EDE197"/>
      </a:hlink>
      <a:folHlink>
        <a:srgbClr val="4944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