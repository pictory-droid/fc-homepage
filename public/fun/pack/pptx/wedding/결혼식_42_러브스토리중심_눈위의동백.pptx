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20057" y="3914546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0030548" y="4358094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9797361" y="5075770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9042752" y="5075770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8809565" y="4358094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531156" y="4852720"/>
            <a:ext cx="444398" cy="444398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8338595" y="5625085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8549581" y="5937884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8317289" y="623520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7962739" y="6106159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7975907" y="572908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8284372" y="6074816"/>
            <a:ext cx="222199" cy="222199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144551" y="5885077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221225" y="6192599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0952448" y="636054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0709661" y="6156827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0828387" y="586296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017916" y="6216036"/>
            <a:ext cx="186647" cy="186647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151B"/>
                </a:solidFill>
              </a:rPr>
              <a:t>두 사람이 하나 되는 날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151B"/>
                </a:solidFill>
              </a:rPr>
              <a:t>눈 속에서 피어난 동백처럼 단단한 사랑을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신랑 · 신부 소개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2144953" y="1600200"/>
            <a:ext cx="2400300" cy="2400300"/>
          </a:xfrm>
          <a:prstGeom prst="ellipse">
            <a:avLst/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신랑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7920761" y="1600200"/>
            <a:ext cx="2400300" cy="2400300"/>
          </a:xfrm>
          <a:prstGeom prst="ellipse">
            <a:avLst/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0207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신부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1647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우리의 이야기</a:t>
            </a:r>
          </a:p>
        </p:txBody>
      </p:sp>
      <p:sp>
        <p:nvSpPr>
          <p:cNvPr id="23" name="타임라인 선"/>
          <p:cNvSpPr/>
          <p:nvPr/>
        </p:nvSpPr>
        <p:spPr>
          <a:xfrm>
            <a:off x="914400" y="3337560"/>
            <a:ext cx="10637215" cy="54864"/>
          </a:xfrm>
          <a:prstGeom prst="rect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때 1"/>
          <p:cNvSpPr/>
          <p:nvPr/>
        </p:nvSpPr>
        <p:spPr>
          <a:xfrm>
            <a:off x="2042883" y="3154680"/>
            <a:ext cx="402336" cy="402336"/>
          </a:xfrm>
          <a:prstGeom prst="ellipse">
            <a:avLst/>
          </a:prstGeom>
          <a:solidFill>
            <a:srgbClr val="AE293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2934"/>
                </a:solidFill>
              </a:rPr>
              <a:t>처음 만난 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첫 만남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어떻게?</a:t>
            </a:r>
          </a:p>
        </p:txBody>
      </p:sp>
      <p:sp>
        <p:nvSpPr>
          <p:cNvPr id="28" name="때 2"/>
          <p:cNvSpPr/>
          <p:nvPr/>
        </p:nvSpPr>
        <p:spPr>
          <a:xfrm>
            <a:off x="4702187" y="3154680"/>
            <a:ext cx="402336" cy="402336"/>
          </a:xfrm>
          <a:prstGeom prst="ellipse">
            <a:avLst/>
          </a:prstGeom>
          <a:solidFill>
            <a:srgbClr val="AE293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9423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2934"/>
                </a:solidFill>
              </a:rPr>
              <a:t>첫 데이트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65143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설레던 하루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65143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무엇을 했나요?</a:t>
            </a:r>
          </a:p>
        </p:txBody>
      </p:sp>
      <p:sp>
        <p:nvSpPr>
          <p:cNvPr id="32" name="때 3"/>
          <p:cNvSpPr/>
          <p:nvPr/>
        </p:nvSpPr>
        <p:spPr>
          <a:xfrm>
            <a:off x="7361491" y="3154680"/>
            <a:ext cx="402336" cy="402336"/>
          </a:xfrm>
          <a:prstGeom prst="ellipse">
            <a:avLst/>
          </a:prstGeom>
          <a:solidFill>
            <a:srgbClr val="AE293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727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2934"/>
                </a:solidFill>
              </a:rPr>
              <a:t>프러포즈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4447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평생을 약속하다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4447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이야기</a:t>
            </a:r>
          </a:p>
        </p:txBody>
      </p:sp>
      <p:sp>
        <p:nvSpPr>
          <p:cNvPr id="36" name="때 4"/>
          <p:cNvSpPr/>
          <p:nvPr/>
        </p:nvSpPr>
        <p:spPr>
          <a:xfrm>
            <a:off x="10020795" y="3154680"/>
            <a:ext cx="402336" cy="402336"/>
          </a:xfrm>
          <a:prstGeom prst="ellipse">
            <a:avLst/>
          </a:prstGeom>
          <a:solidFill>
            <a:srgbClr val="AE293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38031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2934"/>
                </a:solidFill>
              </a:rPr>
              <a:t>결혼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3751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오늘의 우리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3751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우리의 첫 번째</a:t>
            </a:r>
          </a:p>
        </p:txBody>
      </p:sp>
      <p:sp>
        <p:nvSpPr>
          <p:cNvPr id="23" name="카드 1"/>
          <p:cNvSpPr/>
          <p:nvPr/>
        </p:nvSpPr>
        <p:spPr>
          <a:xfrm>
            <a:off x="914400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첫 여행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어디였나요?</a:t>
            </a:r>
          </a:p>
        </p:txBody>
      </p:sp>
      <p:sp>
        <p:nvSpPr>
          <p:cNvPr id="27" name="카드 2"/>
          <p:cNvSpPr/>
          <p:nvPr/>
        </p:nvSpPr>
        <p:spPr>
          <a:xfrm>
            <a:off x="3630853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3813733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8013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첫 선물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8013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  <p:sp>
        <p:nvSpPr>
          <p:cNvPr id="31" name="카드 3"/>
          <p:cNvSpPr/>
          <p:nvPr/>
        </p:nvSpPr>
        <p:spPr>
          <a:xfrm>
            <a:off x="6347307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6530187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4467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첫 다툼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4467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어떻게 풀었나요?</a:t>
            </a:r>
          </a:p>
        </p:txBody>
      </p:sp>
      <p:sp>
        <p:nvSpPr>
          <p:cNvPr id="35" name="카드 4"/>
          <p:cNvSpPr/>
          <p:nvPr/>
        </p:nvSpPr>
        <p:spPr>
          <a:xfrm>
            <a:off x="9063761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번호 4"/>
          <p:cNvSpPr/>
          <p:nvPr/>
        </p:nvSpPr>
        <p:spPr>
          <a:xfrm>
            <a:off x="9246641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0921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첫 약속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0921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웨딩 사진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1</a:t>
            </a:r>
          </a:p>
        </p:txBody>
      </p:sp>
      <p:sp>
        <p:nvSpPr>
          <p:cNvPr id="24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2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3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4</a:t>
            </a:r>
          </a:p>
        </p:txBody>
      </p:sp>
      <p:sp>
        <p:nvSpPr>
          <p:cNvPr id="27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5</a:t>
            </a:r>
          </a:p>
        </p:txBody>
      </p:sp>
      <p:sp>
        <p:nvSpPr>
          <p:cNvPr id="28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20057" y="3914546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0030548" y="4358094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9797361" y="5075770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9042752" y="5075770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8809565" y="4358094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531156" y="4852720"/>
            <a:ext cx="444398" cy="444398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8338595" y="5625085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8549581" y="5937884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8317289" y="623520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7962739" y="6106159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7975907" y="572908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8284372" y="6074816"/>
            <a:ext cx="222199" cy="222199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144551" y="5885077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221225" y="6192599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0952448" y="636054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0709661" y="6156827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0828387" y="586296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017916" y="6216036"/>
            <a:ext cx="186647" cy="186647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B151B"/>
                </a:solidFill>
              </a:rPr>
              <a:t>함께해 주셔서 감사합니다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151B"/>
                </a:solidFill>
              </a:rPr>
              <a:t>오늘의 축복을 오래도록 간직하겠습니다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5B151B"/>
      </a:dk2>
      <a:lt2>
        <a:srgbClr val="FBEEF0"/>
      </a:lt2>
      <a:accent1>
        <a:srgbClr val="AE2934"/>
      </a:accent1>
      <a:accent2>
        <a:srgbClr val="3B915F"/>
      </a:accent2>
      <a:accent3>
        <a:srgbClr val="5B151B"/>
      </a:accent3>
      <a:accent4>
        <a:srgbClr val="F5CCCF"/>
      </a:accent4>
      <a:accent5>
        <a:srgbClr val="745D4A"/>
      </a:accent5>
      <a:accent6>
        <a:srgbClr val="9D7376"/>
      </a:accent6>
      <a:hlink>
        <a:srgbClr val="AE2934"/>
      </a:hlink>
      <a:folHlink>
        <a:srgbClr val="5B151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