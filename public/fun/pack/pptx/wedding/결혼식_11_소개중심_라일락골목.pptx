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D2A6F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B27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오래 만난 사이, 이제 같이 삽니다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C99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ellipse">
            <a:avLst/>
          </a:prstGeom>
          <a:solidFill>
            <a:srgbClr val="D2A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783080"/>
            <a:ext cx="2286000" cy="2286000"/>
          </a:xfrm>
          <a:prstGeom prst="ellipse">
            <a:avLst/>
          </a:prstGeom>
          <a:solidFill>
            <a:srgbClr val="E9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B2749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783080"/>
            <a:ext cx="2286000" cy="2286000"/>
          </a:xfrm>
          <a:prstGeom prst="ellipse">
            <a:avLst/>
          </a:prstGeom>
          <a:solidFill>
            <a:srgbClr val="E9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B2749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C99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ellipse">
            <a:avLst/>
          </a:prstGeom>
          <a:solidFill>
            <a:srgbClr val="D2A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두 사람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4572000"/>
          </a:xfrm>
          <a:prstGeom prst="roundRect">
            <a:avLst>
              <a:gd name="adj" fmla="val 7000"/>
            </a:avLst>
          </a:prstGeom>
          <a:solidFill>
            <a:srgbClr val="F5EA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C99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닮은 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오른쪽 칸"/>
          <p:cNvSpPr/>
          <p:nvPr/>
        </p:nvSpPr>
        <p:spPr>
          <a:xfrm>
            <a:off x="6278727" y="1783080"/>
            <a:ext cx="5272887" cy="4572000"/>
          </a:xfrm>
          <a:prstGeom prst="roundRect">
            <a:avLst>
              <a:gd name="adj" fmla="val 7000"/>
            </a:avLst>
          </a:prstGeom>
          <a:solidFill>
            <a:srgbClr val="E9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3B27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다른 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7327" y="260604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C99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ellipse">
            <a:avLst/>
          </a:prstGeom>
          <a:solidFill>
            <a:srgbClr val="D2A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서로에게 하고 싶은 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4572000"/>
          </a:xfrm>
          <a:prstGeom prst="roundRect">
            <a:avLst>
              <a:gd name="adj" fmla="val 7000"/>
            </a:avLst>
          </a:prstGeom>
          <a:solidFill>
            <a:srgbClr val="F5EA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C99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신랑이 신부에게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하고 싶은 말을 적어 주세요</a:t>
            </a:r>
          </a:p>
        </p:txBody>
      </p:sp>
      <p:sp>
        <p:nvSpPr>
          <p:cNvPr id="10" name="오른쪽 칸"/>
          <p:cNvSpPr/>
          <p:nvPr/>
        </p:nvSpPr>
        <p:spPr>
          <a:xfrm>
            <a:off x="6278727" y="1783080"/>
            <a:ext cx="5272887" cy="4572000"/>
          </a:xfrm>
          <a:prstGeom prst="roundRect">
            <a:avLst>
              <a:gd name="adj" fmla="val 7000"/>
            </a:avLst>
          </a:prstGeom>
          <a:solidFill>
            <a:srgbClr val="E9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3B27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신부가 신랑에게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7327" y="260604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하고 싶은 말을 적어 주세요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C99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ellipse">
            <a:avLst/>
          </a:prstGeom>
          <a:solidFill>
            <a:srgbClr val="D2A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9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9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9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9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9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9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D2A6F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B27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소개 중심)">
  <a:themeElements>
    <a:clrScheme name="Office">
      <a:dk1>
        <a:sysClr val="windowText" lastClr="000000"/>
      </a:dk1>
      <a:lt1>
        <a:sysClr val="window" lastClr="FFFFFF"/>
      </a:lt1>
      <a:dk2>
        <a:srgbClr val="3B2749"/>
      </a:dk2>
      <a:lt2>
        <a:srgbClr val="F5EAFD"/>
      </a:lt2>
      <a:accent1>
        <a:srgbClr val="C997ED"/>
      </a:accent1>
      <a:accent2>
        <a:srgbClr val="F3BAF0"/>
      </a:accent2>
      <a:accent3>
        <a:srgbClr val="3B2749"/>
      </a:accent3>
      <a:accent4>
        <a:srgbClr val="E9D1FA"/>
      </a:accent4>
      <a:accent5>
        <a:srgbClr val="DEA8EE"/>
      </a:accent5>
      <a:accent6>
        <a:srgbClr val="897D92"/>
      </a:accent6>
      <a:hlink>
        <a:srgbClr val="C997ED"/>
      </a:hlink>
      <a:folHlink>
        <a:srgbClr val="3B27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