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73371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오래 만난 사이, 이제 같이 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우리 두 사람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3D3EE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733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서로에게 하고 싶은 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3D3EE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733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7337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573371"/>
      </a:dk2>
      <a:lt2>
        <a:srgbClr val="F5F1F9"/>
      </a:lt2>
      <a:accent1>
        <a:srgbClr val="8C56B3"/>
      </a:accent1>
      <a:accent2>
        <a:srgbClr val="868D3F"/>
      </a:accent2>
      <a:accent3>
        <a:srgbClr val="573371"/>
      </a:accent3>
      <a:accent4>
        <a:srgbClr val="E3D3EE"/>
      </a:accent4>
      <a:accent5>
        <a:srgbClr val="897279"/>
      </a:accent5>
      <a:accent6>
        <a:srgbClr val="9A85AA"/>
      </a:accent6>
      <a:hlink>
        <a:srgbClr val="8C56B3"/>
      </a:hlink>
      <a:folHlink>
        <a:srgbClr val="57337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