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E226D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E226D"/>
                </a:solidFill>
              </a:rPr>
              <a:t>오래 만난 사이, 이제 같이 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E226D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E226D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E226D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E226D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우리 두 사람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8F3FC"/>
          </a:solidFill>
          <a:ln w="12700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닮은 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E8D4F7"/>
          </a:solidFill>
          <a:ln w="12700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E22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다른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서로에게 하고 싶은 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8F3FC"/>
          </a:solidFill>
          <a:ln w="12700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신랑이 신부에게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E8D4F7"/>
          </a:solidFill>
          <a:ln w="12700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E22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신부가 신랑에게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E226D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E226D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E226D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E226D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E226D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E226D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E226D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E226D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소개 중심)">
  <a:themeElements>
    <a:clrScheme name="Office">
      <a:dk1>
        <a:sysClr val="windowText" lastClr="000000"/>
      </a:dk1>
      <a:lt1>
        <a:sysClr val="window" lastClr="FFFFFF"/>
      </a:lt1>
      <a:dk2>
        <a:srgbClr val="4E226D"/>
      </a:dk2>
      <a:lt2>
        <a:srgbClr val="F8F3FC"/>
      </a:lt2>
      <a:accent1>
        <a:srgbClr val="9651C8"/>
      </a:accent1>
      <a:accent2>
        <a:srgbClr val="339941"/>
      </a:accent2>
      <a:accent3>
        <a:srgbClr val="4E226D"/>
      </a:accent3>
      <a:accent4>
        <a:srgbClr val="E8D4F7"/>
      </a:accent4>
      <a:accent5>
        <a:srgbClr val="647584"/>
      </a:accent5>
      <a:accent6>
        <a:srgbClr val="957AA7"/>
      </a:accent6>
      <a:hlink>
        <a:srgbClr val="9651C8"/>
      </a:hlink>
      <a:folHlink>
        <a:srgbClr val="4E226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