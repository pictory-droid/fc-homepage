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1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4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사진 촬영은 식이 끝난 뒤에 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7" name="사진 자리"/>
          <p:cNvSpPr/>
          <p:nvPr/>
        </p:nvSpPr>
        <p:spPr>
          <a:xfrm>
            <a:off x="2042083" y="1783080"/>
            <a:ext cx="2194560" cy="2194560"/>
          </a:xfrm>
          <a:prstGeom prst="ellipse">
            <a:avLst/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427"/>
                </a:solidFill>
              </a:rPr>
              <a:t>신랑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5262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55051" y="1783080"/>
            <a:ext cx="2194560" cy="2194560"/>
          </a:xfrm>
          <a:prstGeom prst="ellipse">
            <a:avLst/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40690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427"/>
                </a:solidFill>
              </a:rPr>
              <a:t>신부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45262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식순 안내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C79"/>
                      </a:solidFill>
                      <a:prstDash val="solid"/>
                    </a:lnL>
                    <a:lnR w="9525" cap="flat" cmpd="sng" algn="ctr">
                      <a:solidFill>
                        <a:srgbClr val="D89C79"/>
                      </a:solidFill>
                      <a:prstDash val="solid"/>
                    </a:lnR>
                    <a:lnT w="9525" cap="flat" cmpd="sng" algn="ctr">
                      <a:solidFill>
                        <a:srgbClr val="D89C79"/>
                      </a:solidFill>
                      <a:prstDash val="solid"/>
                    </a:lnT>
                    <a:lnB w="9525" cap="flat" cmpd="sng" algn="ctr">
                      <a:solidFill>
                        <a:srgbClr val="D89C79"/>
                      </a:solidFill>
                      <a:prstDash val="solid"/>
                    </a:lnB>
                    <a:solidFill>
                      <a:srgbClr val="D89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C79"/>
                      </a:solidFill>
                      <a:prstDash val="solid"/>
                    </a:lnL>
                    <a:lnR w="9525" cap="flat" cmpd="sng" algn="ctr">
                      <a:solidFill>
                        <a:srgbClr val="D89C79"/>
                      </a:solidFill>
                      <a:prstDash val="solid"/>
                    </a:lnR>
                    <a:lnT w="9525" cap="flat" cmpd="sng" algn="ctr">
                      <a:solidFill>
                        <a:srgbClr val="D89C79"/>
                      </a:solidFill>
                      <a:prstDash val="solid"/>
                    </a:lnT>
                    <a:lnB w="9525" cap="flat" cmpd="sng" algn="ctr">
                      <a:solidFill>
                        <a:srgbClr val="D89C79"/>
                      </a:solidFill>
                      <a:prstDash val="solid"/>
                    </a:lnB>
                    <a:solidFill>
                      <a:srgbClr val="D89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C79"/>
                      </a:solidFill>
                      <a:prstDash val="solid"/>
                    </a:lnL>
                    <a:lnR w="9525" cap="flat" cmpd="sng" algn="ctr">
                      <a:solidFill>
                        <a:srgbClr val="D89C79"/>
                      </a:solidFill>
                      <a:prstDash val="solid"/>
                    </a:lnR>
                    <a:lnT w="9525" cap="flat" cmpd="sng" algn="ctr">
                      <a:solidFill>
                        <a:srgbClr val="D89C79"/>
                      </a:solidFill>
                      <a:prstDash val="solid"/>
                    </a:lnT>
                    <a:lnB w="9525" cap="flat" cmpd="sng" algn="ctr">
                      <a:solidFill>
                        <a:srgbClr val="D89C79"/>
                      </a:solidFill>
                      <a:prstDash val="solid"/>
                    </a:lnB>
                    <a:solidFill>
                      <a:srgbClr val="D89C7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하객 안내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783080"/>
            <a:ext cx="3484778" cy="4389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C79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주차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4389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C79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식사 안내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2461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1783080"/>
            <a:ext cx="3484778" cy="4389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C79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기념 촬영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2461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036356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1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4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493427"/>
      </a:dk2>
      <a:lt2>
        <a:srgbClr val="FBF2EC"/>
      </a:lt2>
      <a:accent1>
        <a:srgbClr val="D89C79"/>
      </a:accent1>
      <a:accent2>
        <a:srgbClr val="E1D598"/>
      </a:accent2>
      <a:accent3>
        <a:srgbClr val="493427"/>
      </a:accent3>
      <a:accent4>
        <a:srgbClr val="F6E1D5"/>
      </a:accent4>
      <a:accent5>
        <a:srgbClr val="DCB888"/>
      </a:accent5>
      <a:accent6>
        <a:srgbClr val="92857D"/>
      </a:accent6>
      <a:hlink>
        <a:srgbClr val="D89C79"/>
      </a:hlink>
      <a:folHlink>
        <a:srgbClr val="4934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