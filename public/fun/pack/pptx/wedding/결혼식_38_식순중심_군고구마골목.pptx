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92713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사진 촬영은 식이 끝난 뒤에 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13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식순 안내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120457"/>
                <a:gridCol w="3413638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95229"/>
                      </a:solidFill>
                      <a:prstDash val="solid"/>
                    </a:lnL>
                    <a:lnR w="9525" cap="flat" cmpd="sng" algn="ctr">
                      <a:solidFill>
                        <a:srgbClr val="995229"/>
                      </a:solidFill>
                      <a:prstDash val="solid"/>
                    </a:lnR>
                    <a:lnT w="9525" cap="flat" cmpd="sng" algn="ctr">
                      <a:solidFill>
                        <a:srgbClr val="995229"/>
                      </a:solidFill>
                      <a:prstDash val="solid"/>
                    </a:lnT>
                    <a:lnB w="9525" cap="flat" cmpd="sng" algn="ctr">
                      <a:solidFill>
                        <a:srgbClr val="995229"/>
                      </a:solidFill>
                      <a:prstDash val="solid"/>
                    </a:lnB>
                    <a:solidFill>
                      <a:srgbClr val="99522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하객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822960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주차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414418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식사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05876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BF3EF"/>
          </a:solidFill>
          <a:ln w="1587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13"/>
                </a:solidFill>
              </a:rPr>
              <a:t>기념 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3036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492713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492713"/>
      </a:dk2>
      <a:lt2>
        <a:srgbClr val="FBF3EF"/>
      </a:lt2>
      <a:accent1>
        <a:srgbClr val="995229"/>
      </a:accent1>
      <a:accent2>
        <a:srgbClr val="3B9185"/>
      </a:accent2>
      <a:accent3>
        <a:srgbClr val="492713"/>
      </a:accent3>
      <a:accent4>
        <a:srgbClr val="F4DBCD"/>
      </a:accent4>
      <a:accent5>
        <a:srgbClr val="6A7257"/>
      </a:accent5>
      <a:accent6>
        <a:srgbClr val="927D71"/>
      </a:accent6>
      <a:hlink>
        <a:srgbClr val="995229"/>
      </a:hlink>
      <a:folHlink>
        <a:srgbClr val="4927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