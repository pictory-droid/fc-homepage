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예식 순서를 미리 알려 드립니다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43D21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식순 안내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175321"/>
                <a:gridCol w="3450214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하객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주차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식사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기념 촬영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0F1DA"/>
          </a:solidFill>
          <a:ln w="19050">
            <a:solidFill>
              <a:srgbClr val="2B82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2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3D2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143D21"/>
      </a:dk2>
      <a:lt2>
        <a:srgbClr val="F0FAF3"/>
      </a:lt2>
      <a:accent1>
        <a:srgbClr val="2B8245"/>
      </a:accent1>
      <a:accent2>
        <a:srgbClr val="803B91"/>
      </a:accent2>
      <a:accent3>
        <a:srgbClr val="143D21"/>
      </a:accent3>
      <a:accent4>
        <a:srgbClr val="D0F1DA"/>
      </a:accent4>
      <a:accent5>
        <a:srgbClr val="565E6B"/>
      </a:accent5>
      <a:accent6>
        <a:srgbClr val="728B7A"/>
      </a:accent6>
      <a:hlink>
        <a:srgbClr val="2B8245"/>
      </a:hlink>
      <a:folHlink>
        <a:srgbClr val="143D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