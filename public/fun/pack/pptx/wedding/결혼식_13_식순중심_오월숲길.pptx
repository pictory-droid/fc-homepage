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7236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7236"/>
                </a:solidFill>
              </a:rPr>
              <a:t>예식 순서를 미리 알려 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42083" y="1554480"/>
            <a:ext cx="2331720" cy="2331720"/>
          </a:xfrm>
          <a:prstGeom prst="ellipse">
            <a:avLst/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7236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17891" y="1554480"/>
            <a:ext cx="2331720" cy="2331720"/>
          </a:xfrm>
          <a:prstGeom prst="ellipse">
            <a:avLst/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7236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식순 안내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175321"/>
                <a:gridCol w="3450214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하객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5875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주차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5875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식사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5875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기념 촬영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4F7DE"/>
          </a:solidFill>
          <a:ln w="19050">
            <a:solidFill>
              <a:srgbClr val="43D6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7236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D7236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7236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1D7236"/>
      </a:dk2>
      <a:lt2>
        <a:srgbClr val="F3FCF6"/>
      </a:lt2>
      <a:accent1>
        <a:srgbClr val="43D66F"/>
      </a:accent1>
      <a:accent2>
        <a:srgbClr val="339941"/>
      </a:accent2>
      <a:accent3>
        <a:srgbClr val="1D7236"/>
      </a:accent3>
      <a:accent4>
        <a:srgbClr val="D4F7DE"/>
      </a:accent4>
      <a:accent5>
        <a:srgbClr val="3BB858"/>
      </a:accent5>
      <a:accent6>
        <a:srgbClr val="77AA86"/>
      </a:accent6>
      <a:hlink>
        <a:srgbClr val="43D66F"/>
      </a:hlink>
      <a:folHlink>
        <a:srgbClr val="1D7236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