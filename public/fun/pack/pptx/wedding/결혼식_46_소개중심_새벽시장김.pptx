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46245" y="555497"/>
            <a:ext cx="2215134" cy="1282446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495519" y="1138428"/>
            <a:ext cx="1399032" cy="886053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029175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728691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28207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두 사람이 하나 되는 날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새벽처럼 맑은 마음으로 시작합니다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신랑 · 신부 소개</a:t>
            </a:r>
          </a:p>
        </p:txBody>
      </p:sp>
      <p:sp>
        <p:nvSpPr>
          <p:cNvPr id="9" name="사진 자리"/>
          <p:cNvSpPr/>
          <p:nvPr/>
        </p:nvSpPr>
        <p:spPr>
          <a:xfrm>
            <a:off x="1950643" y="1645920"/>
            <a:ext cx="2377440" cy="2377440"/>
          </a:xfrm>
          <a:prstGeom prst="ellipse">
            <a:avLst/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신랑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863611" y="1645920"/>
            <a:ext cx="2377440" cy="2377440"/>
          </a:xfrm>
          <a:prstGeom prst="ellipse">
            <a:avLst/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53A41"/>
                </a:solidFill>
              </a:rPr>
              <a:t>신부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두 사람</a:t>
            </a:r>
          </a:p>
        </p:txBody>
      </p:sp>
      <p:sp>
        <p:nvSpPr>
          <p:cNvPr id="9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D6E5EA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53A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서로에게 하고 싶은 말</a:t>
            </a:r>
          </a:p>
        </p:txBody>
      </p:sp>
      <p:sp>
        <p:nvSpPr>
          <p:cNvPr id="9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13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D6E5EA"/>
          </a:solidFill>
          <a:ln w="12700">
            <a:solidFill>
              <a:srgbClr val="D6E5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53A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69803" y="425196"/>
            <a:ext cx="955547" cy="553212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22431" y="676656"/>
            <a:ext cx="603504" cy="382219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1021263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323015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624767" y="1099108"/>
            <a:ext cx="120700" cy="120700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웨딩 사진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D6E5EA"/>
          </a:solidFill>
          <a:ln w="19050">
            <a:solidFill>
              <a:srgbClr val="49748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53A4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446245" y="555497"/>
            <a:ext cx="2215134" cy="1282446"/>
          </a:xfrm>
          <a:prstGeom prst="cloud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495519" y="1138428"/>
            <a:ext cx="1399032" cy="886053"/>
          </a:xfrm>
          <a:prstGeom prst="cloud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0029175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0728691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11428207" y="2117750"/>
            <a:ext cx="279806" cy="279806"/>
          </a:xfrm>
          <a:prstGeom prst="teardrop">
            <a:avLst/>
          </a:prstGeom>
          <a:solidFill>
            <a:srgbClr val="8349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53A41"/>
                </a:solidFill>
              </a:rPr>
              <a:t>오늘의 축복을 오래도록 간직하겠습니다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253A41"/>
      </a:dk2>
      <a:lt2>
        <a:srgbClr val="F2F6F8"/>
      </a:lt2>
      <a:accent1>
        <a:srgbClr val="497483"/>
      </a:accent1>
      <a:accent2>
        <a:srgbClr val="834958"/>
      </a:accent2>
      <a:accent3>
        <a:srgbClr val="253A41"/>
      </a:accent3>
      <a:accent4>
        <a:srgbClr val="D6E5EA"/>
      </a:accent4>
      <a:accent5>
        <a:srgbClr val="665E6E"/>
      </a:accent5>
      <a:accent6>
        <a:srgbClr val="7C898D"/>
      </a:accent6>
      <a:hlink>
        <a:srgbClr val="497483"/>
      </a:hlink>
      <a:folHlink>
        <a:srgbClr val="253A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