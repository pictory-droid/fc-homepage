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3B5F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B5F"/>
                </a:solidFill>
              </a:rPr>
              <a:t>같이 떠난 첫 여름 여행이 시작이었습니다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B5F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우리의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첫 데이트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설레던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프러포즈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평생을 약속하다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67B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7BC5"/>
                </a:solidFill>
              </a:rPr>
              <a:t>결혼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우리의 첫 번째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첫 여행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첫 선물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첫 다툼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5FC"/>
          </a:solidFill>
          <a:ln w="15875">
            <a:solidFill>
              <a:srgbClr val="D1E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267B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B5F"/>
                </a:solidFill>
              </a:rPr>
              <a:t>첫 약속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solidFill>
              <a:srgbClr val="267B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B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3B5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B5F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113B5F"/>
      </a:dk2>
      <a:lt2>
        <a:srgbClr val="EEF5FC"/>
      </a:lt2>
      <a:accent1>
        <a:srgbClr val="267BC5"/>
      </a:accent1>
      <a:accent2>
        <a:srgbClr val="209DB6"/>
      </a:accent2>
      <a:accent3>
        <a:srgbClr val="113B5F"/>
      </a:accent3>
      <a:accent4>
        <a:srgbClr val="D1E7FA"/>
      </a:accent4>
      <a:accent5>
        <a:srgbClr val="238CBE"/>
      </a:accent5>
      <a:accent6>
        <a:srgbClr val="70899F"/>
      </a:accent6>
      <a:hlink>
        <a:srgbClr val="267BC5"/>
      </a:hlink>
      <a:folHlink>
        <a:srgbClr val="113B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