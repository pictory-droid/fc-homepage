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22A3F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같이 떠난 첫 여름 여행이 시작이었습니다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3F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우리의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75A8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5A86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75A8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5A86"/>
                </a:solidFill>
              </a:rPr>
              <a:t>첫 데이트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설레던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75A8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5A86"/>
                </a:solidFill>
              </a:rPr>
              <a:t>프러포즈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평생을 약속하다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75A8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5A86"/>
                </a:solidFill>
              </a:rPr>
              <a:t>결혼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우리의 첫 번째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첫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첫 선물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첫 다툼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첫 약속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CEE2F3"/>
          </a:solidFill>
          <a:ln w="19050">
            <a:solidFill>
              <a:srgbClr val="275A8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22A3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22A3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