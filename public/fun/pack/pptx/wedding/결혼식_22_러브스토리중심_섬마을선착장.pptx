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A5CFF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9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975335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같이 떠난 첫 여행이 시작이었습니다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BB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sun">
            <a:avLst/>
          </a:prstGeom>
          <a:solidFill>
            <a:srgbClr val="A5CF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996363" y="1783080"/>
            <a:ext cx="2286000" cy="2286000"/>
          </a:xfrm>
          <a:prstGeom prst="ellipse">
            <a:avLst/>
          </a:prstGeom>
          <a:solidFill>
            <a:srgbClr val="D1E7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949"/>
                </a:solidFill>
              </a:rPr>
              <a:t>신랑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09331" y="1783080"/>
            <a:ext cx="2286000" cy="2286000"/>
          </a:xfrm>
          <a:prstGeom prst="ellipse">
            <a:avLst/>
          </a:prstGeom>
          <a:solidFill>
            <a:srgbClr val="D1E7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949"/>
                </a:solidFill>
              </a:rPr>
              <a:t>신부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7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BB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sun">
            <a:avLst/>
          </a:prstGeom>
          <a:solidFill>
            <a:srgbClr val="A5CF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우리의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D1E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7BB6E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B6EA"/>
                </a:solidFill>
              </a:rPr>
              <a:t>처음 만난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949"/>
                </a:solidFill>
              </a:rPr>
              <a:t>첫 만남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어디에서 어떻게?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7BB6E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B6EA"/>
                </a:solidFill>
              </a:rPr>
              <a:t>첫 데이트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949"/>
                </a:solidFill>
              </a:rPr>
              <a:t>설레던 하루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무엇을 했나요?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7BB6E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B6EA"/>
                </a:solidFill>
              </a:rPr>
              <a:t>프러포즈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949"/>
                </a:solidFill>
              </a:rPr>
              <a:t>평생을 약속하다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이야기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7BB6E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B6EA"/>
                </a:solidFill>
              </a:rPr>
              <a:t>결혼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949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BB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sun">
            <a:avLst/>
          </a:prstGeom>
          <a:solidFill>
            <a:srgbClr val="A5CF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우리의 첫 번째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2556433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BB6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noFill/>
          <a:ln w="19050">
            <a:solidFill>
              <a:srgbClr val="7BB6EA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949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949"/>
                </a:solidFill>
              </a:rPr>
              <a:t>첫 여행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어디였나요?</a:t>
            </a:r>
          </a:p>
        </p:txBody>
      </p:sp>
      <p:sp>
        <p:nvSpPr>
          <p:cNvPr id="10" name="카드 2"/>
          <p:cNvSpPr/>
          <p:nvPr/>
        </p:nvSpPr>
        <p:spPr>
          <a:xfrm>
            <a:off x="3425113" y="1783080"/>
            <a:ext cx="2556433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BB6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3607993" y="1965960"/>
            <a:ext cx="457200" cy="457200"/>
          </a:xfrm>
          <a:prstGeom prst="ellipse">
            <a:avLst/>
          </a:prstGeom>
          <a:noFill/>
          <a:ln w="19050">
            <a:solidFill>
              <a:srgbClr val="7BB6EA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949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273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949"/>
                </a:solidFill>
              </a:rPr>
              <a:t>첫 선물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2273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무엇이었나요?</a:t>
            </a:r>
          </a:p>
        </p:txBody>
      </p:sp>
      <p:sp>
        <p:nvSpPr>
          <p:cNvPr id="14" name="카드 3"/>
          <p:cNvSpPr/>
          <p:nvPr/>
        </p:nvSpPr>
        <p:spPr>
          <a:xfrm>
            <a:off x="6210147" y="1783080"/>
            <a:ext cx="2556433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BB6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6393027" y="1965960"/>
            <a:ext cx="457200" cy="457200"/>
          </a:xfrm>
          <a:prstGeom prst="ellipse">
            <a:avLst/>
          </a:prstGeom>
          <a:noFill/>
          <a:ln w="19050">
            <a:solidFill>
              <a:srgbClr val="7BB6EA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949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949"/>
                </a:solidFill>
              </a:rPr>
              <a:t>첫 다툼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어떻게 풀었나요?</a:t>
            </a:r>
          </a:p>
        </p:txBody>
      </p:sp>
      <p:sp>
        <p:nvSpPr>
          <p:cNvPr id="18" name="카드 4"/>
          <p:cNvSpPr/>
          <p:nvPr/>
        </p:nvSpPr>
        <p:spPr>
          <a:xfrm>
            <a:off x="8995181" y="1783080"/>
            <a:ext cx="2556433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BB6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4"/>
          <p:cNvSpPr/>
          <p:nvPr/>
        </p:nvSpPr>
        <p:spPr>
          <a:xfrm>
            <a:off x="9178061" y="1965960"/>
            <a:ext cx="457200" cy="457200"/>
          </a:xfrm>
          <a:prstGeom prst="ellipse">
            <a:avLst/>
          </a:prstGeom>
          <a:noFill/>
          <a:ln w="19050">
            <a:solidFill>
              <a:srgbClr val="7BB6EA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949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341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949"/>
                </a:solidFill>
              </a:rPr>
              <a:t>첫 약속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2341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BB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sun">
            <a:avLst/>
          </a:prstGeom>
          <a:solidFill>
            <a:srgbClr val="A5CF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7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7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7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7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7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7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A5CFF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9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975335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273949"/>
      </a:dk2>
      <a:lt2>
        <a:srgbClr val="EAF4FD"/>
      </a:lt2>
      <a:accent1>
        <a:srgbClr val="7BB6EA"/>
      </a:accent1>
      <a:accent2>
        <a:srgbClr val="9FA4EF"/>
      </a:accent2>
      <a:accent3>
        <a:srgbClr val="273949"/>
      </a:accent3>
      <a:accent4>
        <a:srgbClr val="D1E7FA"/>
      </a:accent4>
      <a:accent5>
        <a:srgbClr val="8DADEC"/>
      </a:accent5>
      <a:accent6>
        <a:srgbClr val="7D8892"/>
      </a:accent6>
      <a:hlink>
        <a:srgbClr val="7BB6EA"/>
      </a:hlink>
      <a:folHlink>
        <a:srgbClr val="2739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