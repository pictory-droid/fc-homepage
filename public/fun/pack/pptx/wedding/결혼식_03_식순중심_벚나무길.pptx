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F2A6B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0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식은 한 시간 안에 끝납니다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hear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0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0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hear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식순 안내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AC"/>
                      </a:solidFill>
                      <a:prstDash val="solid"/>
                    </a:lnL>
                    <a:lnR w="9525" cap="flat" cmpd="sng" algn="ctr">
                      <a:solidFill>
                        <a:srgbClr val="ED97AC"/>
                      </a:solidFill>
                      <a:prstDash val="solid"/>
                    </a:lnR>
                    <a:lnT w="9525" cap="flat" cmpd="sng" algn="ctr">
                      <a:solidFill>
                        <a:srgbClr val="ED97AC"/>
                      </a:solidFill>
                      <a:prstDash val="solid"/>
                    </a:lnT>
                    <a:lnB w="9525" cap="flat" cmpd="sng" algn="ctr">
                      <a:solidFill>
                        <a:srgbClr val="ED97AC"/>
                      </a:solidFill>
                      <a:prstDash val="solid"/>
                    </a:lnB>
                    <a:solidFill>
                      <a:srgbClr val="ED97A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DEA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AD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DB"/>
                      </a:solidFill>
                      <a:prstDash val="solid"/>
                    </a:lnL>
                    <a:lnR w="9525" cap="flat" cmpd="sng" algn="ctr">
                      <a:solidFill>
                        <a:srgbClr val="FAD1DB"/>
                      </a:solidFill>
                      <a:prstDash val="solid"/>
                    </a:lnR>
                    <a:lnT w="9525" cap="flat" cmpd="sng" algn="ctr">
                      <a:solidFill>
                        <a:srgbClr val="FAD1DB"/>
                      </a:solidFill>
                      <a:prstDash val="solid"/>
                    </a:lnT>
                    <a:lnB w="9525" cap="flat" cmpd="sng" algn="ctr">
                      <a:solidFill>
                        <a:srgbClr val="FAD1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hear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하객 안내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4572000"/>
          </a:xfrm>
          <a:prstGeom prst="roundRect">
            <a:avLst>
              <a:gd name="adj" fmla="val 4000"/>
            </a:avLst>
          </a:prstGeom>
          <a:solidFill>
            <a:srgbClr val="FDEA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4352544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ED97A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주차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4572000"/>
          </a:xfrm>
          <a:prstGeom prst="roundRect">
            <a:avLst>
              <a:gd name="adj" fmla="val 4000"/>
            </a:avLst>
          </a:prstGeom>
          <a:solidFill>
            <a:srgbClr val="FDEA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4353458" y="1892807"/>
            <a:ext cx="54864" cy="4352544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ED97A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식사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783080"/>
            <a:ext cx="3484778" cy="4572000"/>
          </a:xfrm>
          <a:prstGeom prst="roundRect">
            <a:avLst>
              <a:gd name="adj" fmla="val 4000"/>
            </a:avLst>
          </a:prstGeom>
          <a:solidFill>
            <a:srgbClr val="FDEA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8066836" y="1892807"/>
            <a:ext cx="54864" cy="4352544"/>
          </a:xfrm>
          <a:prstGeom prst="rec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ED97A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0"/>
                </a:solidFill>
              </a:rPr>
              <a:t>기념 촬영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heart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DB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F2A6B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0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492730"/>
      </a:dk2>
      <a:lt2>
        <a:srgbClr val="FDEAEF"/>
      </a:lt2>
      <a:accent1>
        <a:srgbClr val="ED97AC"/>
      </a:accent1>
      <a:accent2>
        <a:srgbClr val="F3C6BA"/>
      </a:accent2>
      <a:accent3>
        <a:srgbClr val="492730"/>
      </a:accent3>
      <a:accent4>
        <a:srgbClr val="FAD1DB"/>
      </a:accent4>
      <a:accent5>
        <a:srgbClr val="F0AEB3"/>
      </a:accent5>
      <a:accent6>
        <a:srgbClr val="927D83"/>
      </a:accent6>
      <a:hlink>
        <a:srgbClr val="ED97AC"/>
      </a:hlink>
      <a:folHlink>
        <a:srgbClr val="49273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