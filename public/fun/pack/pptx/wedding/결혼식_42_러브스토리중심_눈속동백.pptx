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151B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눈 오는 날 같이 걸으며 정했습니다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44953" y="1600200"/>
            <a:ext cx="2400300" cy="2400300"/>
          </a:xfrm>
          <a:prstGeom prst="ellipse">
            <a:avLst/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20761" y="1600200"/>
            <a:ext cx="2400300" cy="2400300"/>
          </a:xfrm>
          <a:prstGeom prst="ellipse">
            <a:avLst/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0207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우리의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2042883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10" name="때 2"/>
          <p:cNvSpPr/>
          <p:nvPr/>
        </p:nvSpPr>
        <p:spPr>
          <a:xfrm>
            <a:off x="4702187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첫 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설레던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3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4" name="때 3"/>
          <p:cNvSpPr/>
          <p:nvPr/>
        </p:nvSpPr>
        <p:spPr>
          <a:xfrm>
            <a:off x="7361491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프러포즈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평생을 약속하다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8" name="때 4"/>
          <p:cNvSpPr/>
          <p:nvPr/>
        </p:nvSpPr>
        <p:spPr>
          <a:xfrm>
            <a:off x="10020795" y="3154680"/>
            <a:ext cx="402336" cy="402336"/>
          </a:xfrm>
          <a:prstGeom prst="ellipse">
            <a:avLst/>
          </a:prstGeom>
          <a:solidFill>
            <a:srgbClr val="AE293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031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2934"/>
                </a:solidFill>
              </a:rPr>
              <a:t>결혼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3751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3751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우리의 첫 번째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첫 여행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630853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813733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8013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첫 선물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8013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347307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530187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4467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첫 다툼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4467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9063761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246641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0921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첫 약속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0921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B151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5B151B"/>
      </a:dk2>
      <a:lt2>
        <a:srgbClr val="FBEEF0"/>
      </a:lt2>
      <a:accent1>
        <a:srgbClr val="AE2934"/>
      </a:accent1>
      <a:accent2>
        <a:srgbClr val="3B915F"/>
      </a:accent2>
      <a:accent3>
        <a:srgbClr val="5B151B"/>
      </a:accent3>
      <a:accent4>
        <a:srgbClr val="F5CCCF"/>
      </a:accent4>
      <a:accent5>
        <a:srgbClr val="745D4A"/>
      </a:accent5>
      <a:accent6>
        <a:srgbClr val="9D7376"/>
      </a:accent6>
      <a:hlink>
        <a:srgbClr val="AE2934"/>
      </a:hlink>
      <a:folHlink>
        <a:srgbClr val="5B15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