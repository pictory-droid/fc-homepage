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눈 오는 날 같이 걸으며 정했습니다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우리의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0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첫 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설레던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4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프러포즈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평생을 약속하다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8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결혼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우리의 첫 번째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여행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630853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813733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8013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선물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8013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347307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530187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4467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다툼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467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9063761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246641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921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첫 약속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0921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151B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