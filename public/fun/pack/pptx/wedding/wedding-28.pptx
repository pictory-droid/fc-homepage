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377" y="2130425"/>
            <a:ext cx="1036294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754" y="3886200"/>
            <a:ext cx="8534186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59" y="4406900"/>
            <a:ext cx="1036294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59" y="2906713"/>
            <a:ext cx="1036294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584" y="1600200"/>
            <a:ext cx="5384665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444" y="1600200"/>
            <a:ext cx="5384665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84" y="1535113"/>
            <a:ext cx="5386782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584" y="2174875"/>
            <a:ext cx="5386782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211" y="1535113"/>
            <a:ext cx="538889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211" y="2174875"/>
            <a:ext cx="538889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84" y="273050"/>
            <a:ext cx="401098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614" y="273050"/>
            <a:ext cx="6815496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584" y="1435100"/>
            <a:ext cx="401098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657" y="4800600"/>
            <a:ext cx="7315016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657" y="612775"/>
            <a:ext cx="7315016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657" y="5367338"/>
            <a:ext cx="7315016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12758" y="0"/>
            <a:ext cx="14629667" cy="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8978" y="274638"/>
            <a:ext cx="2743131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584" y="274638"/>
            <a:ext cx="8026199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584" y="274638"/>
            <a:ext cx="10972525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84" y="1600200"/>
            <a:ext cx="10972525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584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495" y="6356350"/>
            <a:ext cx="38607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381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4E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0" y="0"/>
            <a:ext cx="1950671" cy="6858000"/>
          </a:xfrm>
          <a:prstGeom prst="rect">
            <a:avLst/>
          </a:prstGeom>
          <a:solidFill>
            <a:srgbClr val="CA702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1950671" y="0"/>
            <a:ext cx="91440" cy="6858000"/>
          </a:xfrm>
          <a:prstGeom prst="rect">
            <a:avLst/>
          </a:prstGeom>
          <a:solidFill>
            <a:srgbClr val="3B918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장식"/>
          <p:cNvSpPr/>
          <p:nvPr/>
        </p:nvSpPr>
        <p:spPr>
          <a:xfrm>
            <a:off x="9415309" y="5720942"/>
            <a:ext cx="378565" cy="378565"/>
          </a:xfrm>
          <a:prstGeom prst="ellipse">
            <a:avLst/>
          </a:prstGeom>
          <a:solidFill>
            <a:srgbClr val="CA702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장식"/>
          <p:cNvSpPr/>
          <p:nvPr/>
        </p:nvSpPr>
        <p:spPr>
          <a:xfrm>
            <a:off x="10518733" y="4250576"/>
            <a:ext cx="266570" cy="266570"/>
          </a:xfrm>
          <a:prstGeom prst="ellipse">
            <a:avLst/>
          </a:prstGeom>
          <a:solidFill>
            <a:srgbClr val="F8DFC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장식"/>
          <p:cNvSpPr/>
          <p:nvPr/>
        </p:nvSpPr>
        <p:spPr>
          <a:xfrm>
            <a:off x="9930401" y="6174481"/>
            <a:ext cx="323198" cy="323198"/>
          </a:xfrm>
          <a:prstGeom prst="ellipse">
            <a:avLst/>
          </a:prstGeom>
          <a:solidFill>
            <a:srgbClr val="3B918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장식"/>
          <p:cNvSpPr/>
          <p:nvPr/>
        </p:nvSpPr>
        <p:spPr>
          <a:xfrm>
            <a:off x="8189381" y="4737459"/>
            <a:ext cx="474992" cy="474992"/>
          </a:xfrm>
          <a:prstGeom prst="ellipse">
            <a:avLst/>
          </a:prstGeom>
          <a:solidFill>
            <a:srgbClr val="CA702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장식"/>
          <p:cNvSpPr/>
          <p:nvPr/>
        </p:nvSpPr>
        <p:spPr>
          <a:xfrm>
            <a:off x="8631657" y="5272314"/>
            <a:ext cx="388548" cy="388548"/>
          </a:xfrm>
          <a:prstGeom prst="ellipse">
            <a:avLst/>
          </a:prstGeom>
          <a:solidFill>
            <a:srgbClr val="F8DFC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장식"/>
          <p:cNvSpPr/>
          <p:nvPr/>
        </p:nvSpPr>
        <p:spPr>
          <a:xfrm>
            <a:off x="9656993" y="4712558"/>
            <a:ext cx="498682" cy="498682"/>
          </a:xfrm>
          <a:prstGeom prst="ellipse">
            <a:avLst/>
          </a:prstGeom>
          <a:solidFill>
            <a:srgbClr val="3B918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장식"/>
          <p:cNvSpPr/>
          <p:nvPr/>
        </p:nvSpPr>
        <p:spPr>
          <a:xfrm>
            <a:off x="10590457" y="4791664"/>
            <a:ext cx="261803" cy="261803"/>
          </a:xfrm>
          <a:prstGeom prst="ellipse">
            <a:avLst/>
          </a:prstGeom>
          <a:solidFill>
            <a:srgbClr val="CA702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장식"/>
          <p:cNvSpPr/>
          <p:nvPr/>
        </p:nvSpPr>
        <p:spPr>
          <a:xfrm>
            <a:off x="10581416" y="5118979"/>
            <a:ext cx="330386" cy="330386"/>
          </a:xfrm>
          <a:prstGeom prst="ellipse">
            <a:avLst/>
          </a:prstGeom>
          <a:solidFill>
            <a:srgbClr val="F8DFC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장식"/>
          <p:cNvSpPr/>
          <p:nvPr/>
        </p:nvSpPr>
        <p:spPr>
          <a:xfrm>
            <a:off x="9609402" y="3885044"/>
            <a:ext cx="463289" cy="463289"/>
          </a:xfrm>
          <a:prstGeom prst="ellipse">
            <a:avLst/>
          </a:prstGeom>
          <a:solidFill>
            <a:srgbClr val="3B918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장식"/>
          <p:cNvSpPr/>
          <p:nvPr/>
        </p:nvSpPr>
        <p:spPr>
          <a:xfrm>
            <a:off x="8246986" y="3779005"/>
            <a:ext cx="483178" cy="483178"/>
          </a:xfrm>
          <a:prstGeom prst="ellipse">
            <a:avLst/>
          </a:prstGeom>
          <a:solidFill>
            <a:srgbClr val="CA702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장식"/>
          <p:cNvSpPr/>
          <p:nvPr/>
        </p:nvSpPr>
        <p:spPr>
          <a:xfrm>
            <a:off x="9232661" y="5755658"/>
            <a:ext cx="237791" cy="237791"/>
          </a:xfrm>
          <a:prstGeom prst="ellipse">
            <a:avLst/>
          </a:prstGeom>
          <a:solidFill>
            <a:srgbClr val="F8DFC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926006" y="2194560"/>
            <a:ext cx="7558851" cy="146304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600" b="1" i="0">
                <a:solidFill>
                  <a:srgbClr val="723F13"/>
                </a:solidFill>
              </a:rPr>
              <a:t>두 사람이 하나 되는 날</a:t>
            </a:r>
          </a:p>
        </p:txBody>
      </p:sp>
      <p:sp>
        <p:nvSpPr>
          <p:cNvPr id="16" name="한 줄 문구"/>
          <p:cNvSpPr txBox="1"/>
          <p:nvPr/>
        </p:nvSpPr>
        <p:spPr>
          <a:xfrm>
            <a:off x="2926006" y="3749039"/>
            <a:ext cx="7558851" cy="8229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700" b="0" i="1">
                <a:solidFill>
                  <a:srgbClr val="723F13"/>
                </a:solidFill>
              </a:rPr>
              <a:t>감이 익어 가듯 사랑도 익어 가겠습니다</a:t>
            </a:r>
          </a:p>
        </p:txBody>
      </p:sp>
      <p:sp>
        <p:nvSpPr>
          <p:cNvPr id="17" name="안내 문구"/>
          <p:cNvSpPr txBox="1"/>
          <p:nvPr/>
        </p:nvSpPr>
        <p:spPr>
          <a:xfrm>
            <a:off x="2926006" y="4617720"/>
            <a:ext cx="7558851" cy="9144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666666"/>
                </a:solidFill>
              </a:rPr>
              <a:t>신랑 이름 ♥ 신부 이름</a:t>
            </a:r>
          </a:p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666666"/>
                </a:solidFill>
              </a:rPr>
              <a:t>2026. 00. 00 · 예식장 이름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4E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0" y="0"/>
            <a:ext cx="411480" cy="6858000"/>
          </a:xfrm>
          <a:prstGeom prst="rect">
            <a:avLst/>
          </a:prstGeom>
          <a:solidFill>
            <a:srgbClr val="CA702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411480" y="0"/>
            <a:ext cx="64008" cy="6858000"/>
          </a:xfrm>
          <a:prstGeom prst="rect">
            <a:avLst/>
          </a:prstGeom>
          <a:solidFill>
            <a:srgbClr val="3B918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장식"/>
          <p:cNvSpPr/>
          <p:nvPr/>
        </p:nvSpPr>
        <p:spPr>
          <a:xfrm>
            <a:off x="11185292" y="1040434"/>
            <a:ext cx="154230" cy="154230"/>
          </a:xfrm>
          <a:prstGeom prst="ellipse">
            <a:avLst/>
          </a:prstGeom>
          <a:solidFill>
            <a:srgbClr val="CA702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장식"/>
          <p:cNvSpPr/>
          <p:nvPr/>
        </p:nvSpPr>
        <p:spPr>
          <a:xfrm>
            <a:off x="11634835" y="441396"/>
            <a:ext cx="108602" cy="108602"/>
          </a:xfrm>
          <a:prstGeom prst="ellipse">
            <a:avLst/>
          </a:prstGeom>
          <a:solidFill>
            <a:srgbClr val="F8DFC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장식"/>
          <p:cNvSpPr/>
          <p:nvPr/>
        </p:nvSpPr>
        <p:spPr>
          <a:xfrm>
            <a:off x="11395144" y="1225209"/>
            <a:ext cx="131673" cy="131673"/>
          </a:xfrm>
          <a:prstGeom prst="ellipse">
            <a:avLst/>
          </a:prstGeom>
          <a:solidFill>
            <a:srgbClr val="3B918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장식"/>
          <p:cNvSpPr/>
          <p:nvPr/>
        </p:nvSpPr>
        <p:spPr>
          <a:xfrm>
            <a:off x="10685840" y="639755"/>
            <a:ext cx="193515" cy="193515"/>
          </a:xfrm>
          <a:prstGeom prst="ellipse">
            <a:avLst/>
          </a:prstGeom>
          <a:solidFill>
            <a:srgbClr val="CA702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장식"/>
          <p:cNvSpPr/>
          <p:nvPr/>
        </p:nvSpPr>
        <p:spPr>
          <a:xfrm>
            <a:off x="10866026" y="857660"/>
            <a:ext cx="158297" cy="158297"/>
          </a:xfrm>
          <a:prstGeom prst="ellipse">
            <a:avLst/>
          </a:prstGeom>
          <a:solidFill>
            <a:srgbClr val="F8DFC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장식"/>
          <p:cNvSpPr/>
          <p:nvPr/>
        </p:nvSpPr>
        <p:spPr>
          <a:xfrm>
            <a:off x="11283756" y="629611"/>
            <a:ext cx="203166" cy="203166"/>
          </a:xfrm>
          <a:prstGeom prst="ellipse">
            <a:avLst/>
          </a:prstGeom>
          <a:solidFill>
            <a:srgbClr val="3B918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장식"/>
          <p:cNvSpPr/>
          <p:nvPr/>
        </p:nvSpPr>
        <p:spPr>
          <a:xfrm>
            <a:off x="11664056" y="661839"/>
            <a:ext cx="106660" cy="106660"/>
          </a:xfrm>
          <a:prstGeom prst="ellipse">
            <a:avLst/>
          </a:prstGeom>
          <a:solidFill>
            <a:srgbClr val="CA702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장식"/>
          <p:cNvSpPr/>
          <p:nvPr/>
        </p:nvSpPr>
        <p:spPr>
          <a:xfrm>
            <a:off x="11660373" y="795190"/>
            <a:ext cx="134601" cy="134601"/>
          </a:xfrm>
          <a:prstGeom prst="ellipse">
            <a:avLst/>
          </a:prstGeom>
          <a:solidFill>
            <a:srgbClr val="F8DFC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장식"/>
          <p:cNvSpPr/>
          <p:nvPr/>
        </p:nvSpPr>
        <p:spPr>
          <a:xfrm>
            <a:off x="11264367" y="292475"/>
            <a:ext cx="188747" cy="188747"/>
          </a:xfrm>
          <a:prstGeom prst="ellipse">
            <a:avLst/>
          </a:prstGeom>
          <a:solidFill>
            <a:srgbClr val="3B918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장식"/>
          <p:cNvSpPr/>
          <p:nvPr/>
        </p:nvSpPr>
        <p:spPr>
          <a:xfrm>
            <a:off x="10709308" y="249274"/>
            <a:ext cx="196850" cy="196850"/>
          </a:xfrm>
          <a:prstGeom prst="ellipse">
            <a:avLst/>
          </a:prstGeom>
          <a:solidFill>
            <a:srgbClr val="CA702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장식"/>
          <p:cNvSpPr/>
          <p:nvPr/>
        </p:nvSpPr>
        <p:spPr>
          <a:xfrm>
            <a:off x="11110880" y="1054578"/>
            <a:ext cx="96877" cy="96877"/>
          </a:xfrm>
          <a:prstGeom prst="ellipse">
            <a:avLst/>
          </a:prstGeom>
          <a:solidFill>
            <a:srgbClr val="F8DFC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457200"/>
            <a:ext cx="9448495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723F13"/>
                </a:solidFill>
              </a:rPr>
              <a:t>신랑 · 신부 소개</a:t>
            </a:r>
          </a:p>
        </p:txBody>
      </p:sp>
      <p:sp>
        <p:nvSpPr>
          <p:cNvPr id="16" name="사진 자리"/>
          <p:cNvSpPr/>
          <p:nvPr/>
        </p:nvSpPr>
        <p:spPr>
          <a:xfrm>
            <a:off x="2144953" y="1600200"/>
            <a:ext cx="2400300" cy="2400300"/>
          </a:xfrm>
          <a:prstGeom prst="ellipse">
            <a:avLst/>
          </a:prstGeom>
          <a:solidFill>
            <a:srgbClr val="F8DFC9"/>
          </a:solidFill>
          <a:ln w="19050">
            <a:solidFill>
              <a:srgbClr val="CA7021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723F13"/>
                </a:solidFill>
              </a:rPr>
              <a:t>사진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4091939"/>
            <a:ext cx="4861407" cy="41148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600" b="1" i="0">
                <a:solidFill>
                  <a:srgbClr val="723F13"/>
                </a:solidFill>
              </a:rPr>
              <a:t>신랑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05840" y="4549140"/>
            <a:ext cx="4678527" cy="18516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555555"/>
                </a:solidFill>
              </a:rPr>
              <a:t>이름 · 나이</a:t>
            </a:r>
          </a:p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555555"/>
                </a:solidFill>
              </a:rPr>
              <a:t>직업 · 취미</a:t>
            </a:r>
          </a:p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555555"/>
                </a:solidFill>
              </a:rPr>
              <a:t>신부에게 한마디</a:t>
            </a:r>
          </a:p>
        </p:txBody>
      </p:sp>
      <p:sp>
        <p:nvSpPr>
          <p:cNvPr id="19" name="사진 자리"/>
          <p:cNvSpPr/>
          <p:nvPr/>
        </p:nvSpPr>
        <p:spPr>
          <a:xfrm>
            <a:off x="7920761" y="1600200"/>
            <a:ext cx="2400300" cy="2400300"/>
          </a:xfrm>
          <a:prstGeom prst="ellipse">
            <a:avLst/>
          </a:prstGeom>
          <a:solidFill>
            <a:srgbClr val="F8DFC9"/>
          </a:solidFill>
          <a:ln w="19050">
            <a:solidFill>
              <a:srgbClr val="CA7021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723F13"/>
                </a:solidFill>
              </a:rPr>
              <a:t>사진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90207" y="4091939"/>
            <a:ext cx="4861407" cy="41148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600" b="1" i="0">
                <a:solidFill>
                  <a:srgbClr val="723F13"/>
                </a:solidFill>
              </a:rPr>
              <a:t>신부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781647" y="4549140"/>
            <a:ext cx="4678527" cy="18516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555555"/>
                </a:solidFill>
              </a:rPr>
              <a:t>이름 · 나이</a:t>
            </a:r>
          </a:p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555555"/>
                </a:solidFill>
              </a:rPr>
              <a:t>직업 · 취미</a:t>
            </a:r>
          </a:p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555555"/>
                </a:solidFill>
              </a:rPr>
              <a:t>신랑에게 한마디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4E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0" y="0"/>
            <a:ext cx="411480" cy="6858000"/>
          </a:xfrm>
          <a:prstGeom prst="rect">
            <a:avLst/>
          </a:prstGeom>
          <a:solidFill>
            <a:srgbClr val="CA702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411480" y="0"/>
            <a:ext cx="64008" cy="6858000"/>
          </a:xfrm>
          <a:prstGeom prst="rect">
            <a:avLst/>
          </a:prstGeom>
          <a:solidFill>
            <a:srgbClr val="3B918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장식"/>
          <p:cNvSpPr/>
          <p:nvPr/>
        </p:nvSpPr>
        <p:spPr>
          <a:xfrm>
            <a:off x="11185292" y="1040434"/>
            <a:ext cx="154230" cy="154230"/>
          </a:xfrm>
          <a:prstGeom prst="ellipse">
            <a:avLst/>
          </a:prstGeom>
          <a:solidFill>
            <a:srgbClr val="CA702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장식"/>
          <p:cNvSpPr/>
          <p:nvPr/>
        </p:nvSpPr>
        <p:spPr>
          <a:xfrm>
            <a:off x="11634835" y="441396"/>
            <a:ext cx="108602" cy="108602"/>
          </a:xfrm>
          <a:prstGeom prst="ellipse">
            <a:avLst/>
          </a:prstGeom>
          <a:solidFill>
            <a:srgbClr val="F8DFC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장식"/>
          <p:cNvSpPr/>
          <p:nvPr/>
        </p:nvSpPr>
        <p:spPr>
          <a:xfrm>
            <a:off x="11395144" y="1225209"/>
            <a:ext cx="131673" cy="131673"/>
          </a:xfrm>
          <a:prstGeom prst="ellipse">
            <a:avLst/>
          </a:prstGeom>
          <a:solidFill>
            <a:srgbClr val="3B918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장식"/>
          <p:cNvSpPr/>
          <p:nvPr/>
        </p:nvSpPr>
        <p:spPr>
          <a:xfrm>
            <a:off x="10685840" y="639755"/>
            <a:ext cx="193515" cy="193515"/>
          </a:xfrm>
          <a:prstGeom prst="ellipse">
            <a:avLst/>
          </a:prstGeom>
          <a:solidFill>
            <a:srgbClr val="CA702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장식"/>
          <p:cNvSpPr/>
          <p:nvPr/>
        </p:nvSpPr>
        <p:spPr>
          <a:xfrm>
            <a:off x="10866026" y="857660"/>
            <a:ext cx="158297" cy="158297"/>
          </a:xfrm>
          <a:prstGeom prst="ellipse">
            <a:avLst/>
          </a:prstGeom>
          <a:solidFill>
            <a:srgbClr val="F8DFC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장식"/>
          <p:cNvSpPr/>
          <p:nvPr/>
        </p:nvSpPr>
        <p:spPr>
          <a:xfrm>
            <a:off x="11283756" y="629611"/>
            <a:ext cx="203166" cy="203166"/>
          </a:xfrm>
          <a:prstGeom prst="ellipse">
            <a:avLst/>
          </a:prstGeom>
          <a:solidFill>
            <a:srgbClr val="3B918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장식"/>
          <p:cNvSpPr/>
          <p:nvPr/>
        </p:nvSpPr>
        <p:spPr>
          <a:xfrm>
            <a:off x="11664056" y="661839"/>
            <a:ext cx="106660" cy="106660"/>
          </a:xfrm>
          <a:prstGeom prst="ellipse">
            <a:avLst/>
          </a:prstGeom>
          <a:solidFill>
            <a:srgbClr val="CA702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장식"/>
          <p:cNvSpPr/>
          <p:nvPr/>
        </p:nvSpPr>
        <p:spPr>
          <a:xfrm>
            <a:off x="11660373" y="795190"/>
            <a:ext cx="134601" cy="134601"/>
          </a:xfrm>
          <a:prstGeom prst="ellipse">
            <a:avLst/>
          </a:prstGeom>
          <a:solidFill>
            <a:srgbClr val="F8DFC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장식"/>
          <p:cNvSpPr/>
          <p:nvPr/>
        </p:nvSpPr>
        <p:spPr>
          <a:xfrm>
            <a:off x="11264367" y="292475"/>
            <a:ext cx="188747" cy="188747"/>
          </a:xfrm>
          <a:prstGeom prst="ellipse">
            <a:avLst/>
          </a:prstGeom>
          <a:solidFill>
            <a:srgbClr val="3B918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장식"/>
          <p:cNvSpPr/>
          <p:nvPr/>
        </p:nvSpPr>
        <p:spPr>
          <a:xfrm>
            <a:off x="10709308" y="249274"/>
            <a:ext cx="196850" cy="196850"/>
          </a:xfrm>
          <a:prstGeom prst="ellipse">
            <a:avLst/>
          </a:prstGeom>
          <a:solidFill>
            <a:srgbClr val="CA702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장식"/>
          <p:cNvSpPr/>
          <p:nvPr/>
        </p:nvSpPr>
        <p:spPr>
          <a:xfrm>
            <a:off x="11110880" y="1054578"/>
            <a:ext cx="96877" cy="96877"/>
          </a:xfrm>
          <a:prstGeom prst="ellipse">
            <a:avLst/>
          </a:prstGeom>
          <a:solidFill>
            <a:srgbClr val="F8DFC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457200"/>
            <a:ext cx="9448495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723F13"/>
                </a:solidFill>
              </a:rPr>
              <a:t>식순 안내</a:t>
            </a:r>
          </a:p>
        </p:txBody>
      </p:sp>
      <p:graphicFrame>
        <p:nvGraphicFramePr>
          <p:cNvPr id="16" name="표"/>
          <p:cNvGraphicFramePr>
            <a:graphicFrameLocks noGrp="1"/>
          </p:cNvGraphicFramePr>
          <p:nvPr/>
        </p:nvGraphicFramePr>
        <p:xfrm>
          <a:off x="914400" y="1600200"/>
          <a:ext cx="10637215" cy="3950208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2011680"/>
                <a:gridCol w="5175321"/>
                <a:gridCol w="3450214"/>
              </a:tblGrid>
              <a:tr h="658368">
                <a:tc>
                  <a:txBody>
                    <a:bodyPr wrap="square"/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</a:rPr>
                        <a:t>시간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CA7021"/>
                      </a:solidFill>
                      <a:prstDash val="solid"/>
                    </a:lnL>
                    <a:lnR w="9525" cap="flat" cmpd="sng" algn="ctr">
                      <a:solidFill>
                        <a:srgbClr val="CA7021"/>
                      </a:solidFill>
                      <a:prstDash val="solid"/>
                    </a:lnR>
                    <a:lnT w="9525" cap="flat" cmpd="sng" algn="ctr">
                      <a:solidFill>
                        <a:srgbClr val="CA7021"/>
                      </a:solidFill>
                      <a:prstDash val="solid"/>
                    </a:lnT>
                    <a:lnB w="9525" cap="flat" cmpd="sng" algn="ctr">
                      <a:solidFill>
                        <a:srgbClr val="CA7021"/>
                      </a:solidFill>
                      <a:prstDash val="solid"/>
                    </a:lnB>
                    <a:solidFill>
                      <a:srgbClr val="CA702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</a:rPr>
                        <a:t>순서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CA7021"/>
                      </a:solidFill>
                      <a:prstDash val="solid"/>
                    </a:lnL>
                    <a:lnR w="9525" cap="flat" cmpd="sng" algn="ctr">
                      <a:solidFill>
                        <a:srgbClr val="CA7021"/>
                      </a:solidFill>
                      <a:prstDash val="solid"/>
                    </a:lnR>
                    <a:lnT w="9525" cap="flat" cmpd="sng" algn="ctr">
                      <a:solidFill>
                        <a:srgbClr val="CA7021"/>
                      </a:solidFill>
                      <a:prstDash val="solid"/>
                    </a:lnT>
                    <a:lnB w="9525" cap="flat" cmpd="sng" algn="ctr">
                      <a:solidFill>
                        <a:srgbClr val="CA7021"/>
                      </a:solidFill>
                      <a:prstDash val="solid"/>
                    </a:lnB>
                    <a:solidFill>
                      <a:srgbClr val="CA702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</a:rPr>
                        <a:t>담당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CA7021"/>
                      </a:solidFill>
                      <a:prstDash val="solid"/>
                    </a:lnL>
                    <a:lnR w="9525" cap="flat" cmpd="sng" algn="ctr">
                      <a:solidFill>
                        <a:srgbClr val="CA7021"/>
                      </a:solidFill>
                      <a:prstDash val="solid"/>
                    </a:lnR>
                    <a:lnT w="9525" cap="flat" cmpd="sng" algn="ctr">
                      <a:solidFill>
                        <a:srgbClr val="CA7021"/>
                      </a:solidFill>
                      <a:prstDash val="solid"/>
                    </a:lnT>
                    <a:lnB w="9525" cap="flat" cmpd="sng" algn="ctr">
                      <a:solidFill>
                        <a:srgbClr val="CA7021"/>
                      </a:solidFill>
                      <a:prstDash val="solid"/>
                    </a:lnB>
                    <a:solidFill>
                      <a:srgbClr val="CA7021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723F13"/>
                          </a:solidFill>
                        </a:rPr>
                        <a:t>00:00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8DFC9"/>
                      </a:solidFill>
                      <a:prstDash val="solid"/>
                    </a:lnL>
                    <a:lnR w="9525" cap="flat" cmpd="sng" algn="ctr">
                      <a:solidFill>
                        <a:srgbClr val="F8DFC9"/>
                      </a:solidFill>
                      <a:prstDash val="solid"/>
                    </a:lnR>
                    <a:lnT w="9525" cap="flat" cmpd="sng" algn="ctr">
                      <a:solidFill>
                        <a:srgbClr val="F8DFC9"/>
                      </a:solidFill>
                      <a:prstDash val="solid"/>
                    </a:lnT>
                    <a:lnB w="9525" cap="flat" cmpd="sng" algn="ctr">
                      <a:solidFill>
                        <a:srgbClr val="F8DFC9"/>
                      </a:solidFill>
                      <a:prstDash val="solid"/>
                    </a:lnB>
                    <a:solidFill>
                      <a:srgbClr val="F8DFC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B2B2B"/>
                          </a:solidFill>
                        </a:rPr>
                        <a:t>하객 맞이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8DFC9"/>
                      </a:solidFill>
                      <a:prstDash val="solid"/>
                    </a:lnL>
                    <a:lnR w="9525" cap="flat" cmpd="sng" algn="ctr">
                      <a:solidFill>
                        <a:srgbClr val="F8DFC9"/>
                      </a:solidFill>
                      <a:prstDash val="solid"/>
                    </a:lnR>
                    <a:lnT w="9525" cap="flat" cmpd="sng" algn="ctr">
                      <a:solidFill>
                        <a:srgbClr val="F8DFC9"/>
                      </a:solidFill>
                      <a:prstDash val="solid"/>
                    </a:lnT>
                    <a:lnB w="9525" cap="flat" cmpd="sng" algn="ctr">
                      <a:solidFill>
                        <a:srgbClr val="F8DFC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8DFC9"/>
                      </a:solidFill>
                      <a:prstDash val="solid"/>
                    </a:lnL>
                    <a:lnR w="9525" cap="flat" cmpd="sng" algn="ctr">
                      <a:solidFill>
                        <a:srgbClr val="F8DFC9"/>
                      </a:solidFill>
                      <a:prstDash val="solid"/>
                    </a:lnR>
                    <a:lnT w="9525" cap="flat" cmpd="sng" algn="ctr">
                      <a:solidFill>
                        <a:srgbClr val="F8DFC9"/>
                      </a:solidFill>
                      <a:prstDash val="solid"/>
                    </a:lnT>
                    <a:lnB w="9525" cap="flat" cmpd="sng" algn="ctr">
                      <a:solidFill>
                        <a:srgbClr val="F8DFC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723F13"/>
                          </a:solidFill>
                        </a:rPr>
                        <a:t>00:00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8DFC9"/>
                      </a:solidFill>
                      <a:prstDash val="solid"/>
                    </a:lnL>
                    <a:lnR w="9525" cap="flat" cmpd="sng" algn="ctr">
                      <a:solidFill>
                        <a:srgbClr val="F8DFC9"/>
                      </a:solidFill>
                      <a:prstDash val="solid"/>
                    </a:lnR>
                    <a:lnT w="9525" cap="flat" cmpd="sng" algn="ctr">
                      <a:solidFill>
                        <a:srgbClr val="F8DFC9"/>
                      </a:solidFill>
                      <a:prstDash val="solid"/>
                    </a:lnT>
                    <a:lnB w="9525" cap="flat" cmpd="sng" algn="ctr">
                      <a:solidFill>
                        <a:srgbClr val="F8DFC9"/>
                      </a:solidFill>
                      <a:prstDash val="solid"/>
                    </a:lnB>
                    <a:solidFill>
                      <a:srgbClr val="F8DFC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B2B2B"/>
                          </a:solidFill>
                        </a:rPr>
                        <a:t>신랑 · 신부 입장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8DFC9"/>
                      </a:solidFill>
                      <a:prstDash val="solid"/>
                    </a:lnL>
                    <a:lnR w="9525" cap="flat" cmpd="sng" algn="ctr">
                      <a:solidFill>
                        <a:srgbClr val="F8DFC9"/>
                      </a:solidFill>
                      <a:prstDash val="solid"/>
                    </a:lnR>
                    <a:lnT w="9525" cap="flat" cmpd="sng" algn="ctr">
                      <a:solidFill>
                        <a:srgbClr val="F8DFC9"/>
                      </a:solidFill>
                      <a:prstDash val="solid"/>
                    </a:lnT>
                    <a:lnB w="9525" cap="flat" cmpd="sng" algn="ctr">
                      <a:solidFill>
                        <a:srgbClr val="F8DFC9"/>
                      </a:solidFill>
                      <a:prstDash val="solid"/>
                    </a:lnB>
                    <a:solidFill>
                      <a:srgbClr val="FCF4E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8DFC9"/>
                      </a:solidFill>
                      <a:prstDash val="solid"/>
                    </a:lnL>
                    <a:lnR w="9525" cap="flat" cmpd="sng" algn="ctr">
                      <a:solidFill>
                        <a:srgbClr val="F8DFC9"/>
                      </a:solidFill>
                      <a:prstDash val="solid"/>
                    </a:lnR>
                    <a:lnT w="9525" cap="flat" cmpd="sng" algn="ctr">
                      <a:solidFill>
                        <a:srgbClr val="F8DFC9"/>
                      </a:solidFill>
                      <a:prstDash val="solid"/>
                    </a:lnT>
                    <a:lnB w="9525" cap="flat" cmpd="sng" algn="ctr">
                      <a:solidFill>
                        <a:srgbClr val="F8DFC9"/>
                      </a:solidFill>
                      <a:prstDash val="solid"/>
                    </a:lnB>
                    <a:solidFill>
                      <a:srgbClr val="FCF4ED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723F13"/>
                          </a:solidFill>
                        </a:rPr>
                        <a:t>00:00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8DFC9"/>
                      </a:solidFill>
                      <a:prstDash val="solid"/>
                    </a:lnL>
                    <a:lnR w="9525" cap="flat" cmpd="sng" algn="ctr">
                      <a:solidFill>
                        <a:srgbClr val="F8DFC9"/>
                      </a:solidFill>
                      <a:prstDash val="solid"/>
                    </a:lnR>
                    <a:lnT w="9525" cap="flat" cmpd="sng" algn="ctr">
                      <a:solidFill>
                        <a:srgbClr val="F8DFC9"/>
                      </a:solidFill>
                      <a:prstDash val="solid"/>
                    </a:lnT>
                    <a:lnB w="9525" cap="flat" cmpd="sng" algn="ctr">
                      <a:solidFill>
                        <a:srgbClr val="F8DFC9"/>
                      </a:solidFill>
                      <a:prstDash val="solid"/>
                    </a:lnB>
                    <a:solidFill>
                      <a:srgbClr val="F8DFC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B2B2B"/>
                          </a:solidFill>
                        </a:rPr>
                        <a:t>혼인 서약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8DFC9"/>
                      </a:solidFill>
                      <a:prstDash val="solid"/>
                    </a:lnL>
                    <a:lnR w="9525" cap="flat" cmpd="sng" algn="ctr">
                      <a:solidFill>
                        <a:srgbClr val="F8DFC9"/>
                      </a:solidFill>
                      <a:prstDash val="solid"/>
                    </a:lnR>
                    <a:lnT w="9525" cap="flat" cmpd="sng" algn="ctr">
                      <a:solidFill>
                        <a:srgbClr val="F8DFC9"/>
                      </a:solidFill>
                      <a:prstDash val="solid"/>
                    </a:lnT>
                    <a:lnB w="9525" cap="flat" cmpd="sng" algn="ctr">
                      <a:solidFill>
                        <a:srgbClr val="F8DFC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8DFC9"/>
                      </a:solidFill>
                      <a:prstDash val="solid"/>
                    </a:lnL>
                    <a:lnR w="9525" cap="flat" cmpd="sng" algn="ctr">
                      <a:solidFill>
                        <a:srgbClr val="F8DFC9"/>
                      </a:solidFill>
                      <a:prstDash val="solid"/>
                    </a:lnR>
                    <a:lnT w="9525" cap="flat" cmpd="sng" algn="ctr">
                      <a:solidFill>
                        <a:srgbClr val="F8DFC9"/>
                      </a:solidFill>
                      <a:prstDash val="solid"/>
                    </a:lnT>
                    <a:lnB w="9525" cap="flat" cmpd="sng" algn="ctr">
                      <a:solidFill>
                        <a:srgbClr val="F8DFC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723F13"/>
                          </a:solidFill>
                        </a:rPr>
                        <a:t>00:00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8DFC9"/>
                      </a:solidFill>
                      <a:prstDash val="solid"/>
                    </a:lnL>
                    <a:lnR w="9525" cap="flat" cmpd="sng" algn="ctr">
                      <a:solidFill>
                        <a:srgbClr val="F8DFC9"/>
                      </a:solidFill>
                      <a:prstDash val="solid"/>
                    </a:lnR>
                    <a:lnT w="9525" cap="flat" cmpd="sng" algn="ctr">
                      <a:solidFill>
                        <a:srgbClr val="F8DFC9"/>
                      </a:solidFill>
                      <a:prstDash val="solid"/>
                    </a:lnT>
                    <a:lnB w="9525" cap="flat" cmpd="sng" algn="ctr">
                      <a:solidFill>
                        <a:srgbClr val="F8DFC9"/>
                      </a:solidFill>
                      <a:prstDash val="solid"/>
                    </a:lnB>
                    <a:solidFill>
                      <a:srgbClr val="F8DFC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B2B2B"/>
                          </a:solidFill>
                        </a:rPr>
                        <a:t>축가 · 감사 인사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8DFC9"/>
                      </a:solidFill>
                      <a:prstDash val="solid"/>
                    </a:lnL>
                    <a:lnR w="9525" cap="flat" cmpd="sng" algn="ctr">
                      <a:solidFill>
                        <a:srgbClr val="F8DFC9"/>
                      </a:solidFill>
                      <a:prstDash val="solid"/>
                    </a:lnR>
                    <a:lnT w="9525" cap="flat" cmpd="sng" algn="ctr">
                      <a:solidFill>
                        <a:srgbClr val="F8DFC9"/>
                      </a:solidFill>
                      <a:prstDash val="solid"/>
                    </a:lnT>
                    <a:lnB w="9525" cap="flat" cmpd="sng" algn="ctr">
                      <a:solidFill>
                        <a:srgbClr val="F8DFC9"/>
                      </a:solidFill>
                      <a:prstDash val="solid"/>
                    </a:lnB>
                    <a:solidFill>
                      <a:srgbClr val="FCF4E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8DFC9"/>
                      </a:solidFill>
                      <a:prstDash val="solid"/>
                    </a:lnL>
                    <a:lnR w="9525" cap="flat" cmpd="sng" algn="ctr">
                      <a:solidFill>
                        <a:srgbClr val="F8DFC9"/>
                      </a:solidFill>
                      <a:prstDash val="solid"/>
                    </a:lnR>
                    <a:lnT w="9525" cap="flat" cmpd="sng" algn="ctr">
                      <a:solidFill>
                        <a:srgbClr val="F8DFC9"/>
                      </a:solidFill>
                      <a:prstDash val="solid"/>
                    </a:lnT>
                    <a:lnB w="9525" cap="flat" cmpd="sng" algn="ctr">
                      <a:solidFill>
                        <a:srgbClr val="F8DFC9"/>
                      </a:solidFill>
                      <a:prstDash val="solid"/>
                    </a:lnB>
                    <a:solidFill>
                      <a:srgbClr val="FCF4ED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723F13"/>
                          </a:solidFill>
                        </a:rPr>
                        <a:t>00:00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8DFC9"/>
                      </a:solidFill>
                      <a:prstDash val="solid"/>
                    </a:lnL>
                    <a:lnR w="9525" cap="flat" cmpd="sng" algn="ctr">
                      <a:solidFill>
                        <a:srgbClr val="F8DFC9"/>
                      </a:solidFill>
                      <a:prstDash val="solid"/>
                    </a:lnR>
                    <a:lnT w="9525" cap="flat" cmpd="sng" algn="ctr">
                      <a:solidFill>
                        <a:srgbClr val="F8DFC9"/>
                      </a:solidFill>
                      <a:prstDash val="solid"/>
                    </a:lnT>
                    <a:lnB w="9525" cap="flat" cmpd="sng" algn="ctr">
                      <a:solidFill>
                        <a:srgbClr val="F8DFC9"/>
                      </a:solidFill>
                      <a:prstDash val="solid"/>
                    </a:lnB>
                    <a:solidFill>
                      <a:srgbClr val="F8DFC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B2B2B"/>
                          </a:solidFill>
                        </a:rPr>
                        <a:t>기념 촬영 · 식사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8DFC9"/>
                      </a:solidFill>
                      <a:prstDash val="solid"/>
                    </a:lnL>
                    <a:lnR w="9525" cap="flat" cmpd="sng" algn="ctr">
                      <a:solidFill>
                        <a:srgbClr val="F8DFC9"/>
                      </a:solidFill>
                      <a:prstDash val="solid"/>
                    </a:lnR>
                    <a:lnT w="9525" cap="flat" cmpd="sng" algn="ctr">
                      <a:solidFill>
                        <a:srgbClr val="F8DFC9"/>
                      </a:solidFill>
                      <a:prstDash val="solid"/>
                    </a:lnT>
                    <a:lnB w="9525" cap="flat" cmpd="sng" algn="ctr">
                      <a:solidFill>
                        <a:srgbClr val="F8DFC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8DFC9"/>
                      </a:solidFill>
                      <a:prstDash val="solid"/>
                    </a:lnL>
                    <a:lnR w="9525" cap="flat" cmpd="sng" algn="ctr">
                      <a:solidFill>
                        <a:srgbClr val="F8DFC9"/>
                      </a:solidFill>
                      <a:prstDash val="solid"/>
                    </a:lnR>
                    <a:lnT w="9525" cap="flat" cmpd="sng" algn="ctr">
                      <a:solidFill>
                        <a:srgbClr val="F8DFC9"/>
                      </a:solidFill>
                      <a:prstDash val="solid"/>
                    </a:lnT>
                    <a:lnB w="9525" cap="flat" cmpd="sng" algn="ctr">
                      <a:solidFill>
                        <a:srgbClr val="F8DFC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4E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0" y="0"/>
            <a:ext cx="411480" cy="6858000"/>
          </a:xfrm>
          <a:prstGeom prst="rect">
            <a:avLst/>
          </a:prstGeom>
          <a:solidFill>
            <a:srgbClr val="CA702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411480" y="0"/>
            <a:ext cx="64008" cy="6858000"/>
          </a:xfrm>
          <a:prstGeom prst="rect">
            <a:avLst/>
          </a:prstGeom>
          <a:solidFill>
            <a:srgbClr val="3B918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장식"/>
          <p:cNvSpPr/>
          <p:nvPr/>
        </p:nvSpPr>
        <p:spPr>
          <a:xfrm>
            <a:off x="11185292" y="1040434"/>
            <a:ext cx="154230" cy="154230"/>
          </a:xfrm>
          <a:prstGeom prst="ellipse">
            <a:avLst/>
          </a:prstGeom>
          <a:solidFill>
            <a:srgbClr val="CA702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장식"/>
          <p:cNvSpPr/>
          <p:nvPr/>
        </p:nvSpPr>
        <p:spPr>
          <a:xfrm>
            <a:off x="11634835" y="441396"/>
            <a:ext cx="108602" cy="108602"/>
          </a:xfrm>
          <a:prstGeom prst="ellipse">
            <a:avLst/>
          </a:prstGeom>
          <a:solidFill>
            <a:srgbClr val="F8DFC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장식"/>
          <p:cNvSpPr/>
          <p:nvPr/>
        </p:nvSpPr>
        <p:spPr>
          <a:xfrm>
            <a:off x="11395144" y="1225209"/>
            <a:ext cx="131673" cy="131673"/>
          </a:xfrm>
          <a:prstGeom prst="ellipse">
            <a:avLst/>
          </a:prstGeom>
          <a:solidFill>
            <a:srgbClr val="3B918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장식"/>
          <p:cNvSpPr/>
          <p:nvPr/>
        </p:nvSpPr>
        <p:spPr>
          <a:xfrm>
            <a:off x="10685840" y="639755"/>
            <a:ext cx="193515" cy="193515"/>
          </a:xfrm>
          <a:prstGeom prst="ellipse">
            <a:avLst/>
          </a:prstGeom>
          <a:solidFill>
            <a:srgbClr val="CA702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장식"/>
          <p:cNvSpPr/>
          <p:nvPr/>
        </p:nvSpPr>
        <p:spPr>
          <a:xfrm>
            <a:off x="10866026" y="857660"/>
            <a:ext cx="158297" cy="158297"/>
          </a:xfrm>
          <a:prstGeom prst="ellipse">
            <a:avLst/>
          </a:prstGeom>
          <a:solidFill>
            <a:srgbClr val="F8DFC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장식"/>
          <p:cNvSpPr/>
          <p:nvPr/>
        </p:nvSpPr>
        <p:spPr>
          <a:xfrm>
            <a:off x="11283756" y="629611"/>
            <a:ext cx="203166" cy="203166"/>
          </a:xfrm>
          <a:prstGeom prst="ellipse">
            <a:avLst/>
          </a:prstGeom>
          <a:solidFill>
            <a:srgbClr val="3B918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장식"/>
          <p:cNvSpPr/>
          <p:nvPr/>
        </p:nvSpPr>
        <p:spPr>
          <a:xfrm>
            <a:off x="11664056" y="661839"/>
            <a:ext cx="106660" cy="106660"/>
          </a:xfrm>
          <a:prstGeom prst="ellipse">
            <a:avLst/>
          </a:prstGeom>
          <a:solidFill>
            <a:srgbClr val="CA702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장식"/>
          <p:cNvSpPr/>
          <p:nvPr/>
        </p:nvSpPr>
        <p:spPr>
          <a:xfrm>
            <a:off x="11660373" y="795190"/>
            <a:ext cx="134601" cy="134601"/>
          </a:xfrm>
          <a:prstGeom prst="ellipse">
            <a:avLst/>
          </a:prstGeom>
          <a:solidFill>
            <a:srgbClr val="F8DFC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장식"/>
          <p:cNvSpPr/>
          <p:nvPr/>
        </p:nvSpPr>
        <p:spPr>
          <a:xfrm>
            <a:off x="11264367" y="292475"/>
            <a:ext cx="188747" cy="188747"/>
          </a:xfrm>
          <a:prstGeom prst="ellipse">
            <a:avLst/>
          </a:prstGeom>
          <a:solidFill>
            <a:srgbClr val="3B918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장식"/>
          <p:cNvSpPr/>
          <p:nvPr/>
        </p:nvSpPr>
        <p:spPr>
          <a:xfrm>
            <a:off x="10709308" y="249274"/>
            <a:ext cx="196850" cy="196850"/>
          </a:xfrm>
          <a:prstGeom prst="ellipse">
            <a:avLst/>
          </a:prstGeom>
          <a:solidFill>
            <a:srgbClr val="CA702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장식"/>
          <p:cNvSpPr/>
          <p:nvPr/>
        </p:nvSpPr>
        <p:spPr>
          <a:xfrm>
            <a:off x="11110880" y="1054578"/>
            <a:ext cx="96877" cy="96877"/>
          </a:xfrm>
          <a:prstGeom prst="ellipse">
            <a:avLst/>
          </a:prstGeom>
          <a:solidFill>
            <a:srgbClr val="F8DFC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457200"/>
            <a:ext cx="9448495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723F13"/>
                </a:solidFill>
              </a:rPr>
              <a:t>하객 안내</a:t>
            </a:r>
          </a:p>
        </p:txBody>
      </p:sp>
      <p:sp>
        <p:nvSpPr>
          <p:cNvPr id="16" name="카드 1"/>
          <p:cNvSpPr/>
          <p:nvPr/>
        </p:nvSpPr>
        <p:spPr>
          <a:xfrm>
            <a:off x="914400" y="1600200"/>
            <a:ext cx="3393338" cy="4800600"/>
          </a:xfrm>
          <a:prstGeom prst="roundRect">
            <a:avLst>
              <a:gd name="adj" fmla="val 8000"/>
            </a:avLst>
          </a:prstGeom>
          <a:solidFill>
            <a:srgbClr val="FCF4ED"/>
          </a:solidFill>
          <a:ln w="15875">
            <a:solidFill>
              <a:srgbClr val="F8DFC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번호 1"/>
          <p:cNvSpPr/>
          <p:nvPr/>
        </p:nvSpPr>
        <p:spPr>
          <a:xfrm>
            <a:off x="1097280" y="1783080"/>
            <a:ext cx="457200" cy="457200"/>
          </a:xfrm>
          <a:prstGeom prst="ellipse">
            <a:avLst/>
          </a:prstGeom>
          <a:solidFill>
            <a:srgbClr val="CA7021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51560" y="2377440"/>
            <a:ext cx="3119018" cy="6400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723F13"/>
                </a:solidFill>
              </a:rPr>
              <a:t>주차 안내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51560" y="3063240"/>
            <a:ext cx="3119018" cy="32004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500" b="0" i="0">
                <a:solidFill>
                  <a:srgbClr val="2B2B2B"/>
                </a:solidFill>
              </a:rPr>
              <a:t>입력하세요</a:t>
            </a:r>
          </a:p>
        </p:txBody>
      </p:sp>
      <p:sp>
        <p:nvSpPr>
          <p:cNvPr id="20" name="카드 2"/>
          <p:cNvSpPr/>
          <p:nvPr/>
        </p:nvSpPr>
        <p:spPr>
          <a:xfrm>
            <a:off x="4536338" y="1600200"/>
            <a:ext cx="3393338" cy="4800600"/>
          </a:xfrm>
          <a:prstGeom prst="roundRect">
            <a:avLst>
              <a:gd name="adj" fmla="val 8000"/>
            </a:avLst>
          </a:prstGeom>
          <a:solidFill>
            <a:srgbClr val="FCF4ED"/>
          </a:solidFill>
          <a:ln w="15875">
            <a:solidFill>
              <a:srgbClr val="F8DFC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번호 2"/>
          <p:cNvSpPr/>
          <p:nvPr/>
        </p:nvSpPr>
        <p:spPr>
          <a:xfrm>
            <a:off x="4719218" y="1783080"/>
            <a:ext cx="457200" cy="457200"/>
          </a:xfrm>
          <a:prstGeom prst="ellipse">
            <a:avLst/>
          </a:prstGeom>
          <a:solidFill>
            <a:srgbClr val="CA7021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673498" y="2377440"/>
            <a:ext cx="3119018" cy="6400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723F13"/>
                </a:solidFill>
              </a:rPr>
              <a:t>식사 안내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673498" y="3063240"/>
            <a:ext cx="3119018" cy="32004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500" b="0" i="0">
                <a:solidFill>
                  <a:srgbClr val="2B2B2B"/>
                </a:solidFill>
              </a:rPr>
              <a:t>입력하세요</a:t>
            </a:r>
          </a:p>
        </p:txBody>
      </p:sp>
      <p:sp>
        <p:nvSpPr>
          <p:cNvPr id="24" name="카드 3"/>
          <p:cNvSpPr/>
          <p:nvPr/>
        </p:nvSpPr>
        <p:spPr>
          <a:xfrm>
            <a:off x="8158276" y="1600200"/>
            <a:ext cx="3393338" cy="4800600"/>
          </a:xfrm>
          <a:prstGeom prst="roundRect">
            <a:avLst>
              <a:gd name="adj" fmla="val 8000"/>
            </a:avLst>
          </a:prstGeom>
          <a:solidFill>
            <a:srgbClr val="FCF4ED"/>
          </a:solidFill>
          <a:ln w="15875">
            <a:solidFill>
              <a:srgbClr val="F8DFC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번호 3"/>
          <p:cNvSpPr/>
          <p:nvPr/>
        </p:nvSpPr>
        <p:spPr>
          <a:xfrm>
            <a:off x="8341156" y="1783080"/>
            <a:ext cx="457200" cy="457200"/>
          </a:xfrm>
          <a:prstGeom prst="ellipse">
            <a:avLst/>
          </a:prstGeom>
          <a:solidFill>
            <a:srgbClr val="CA7021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95436" y="2377440"/>
            <a:ext cx="3119018" cy="6400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723F13"/>
                </a:solidFill>
              </a:rPr>
              <a:t>기념 촬영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95436" y="3063240"/>
            <a:ext cx="3119018" cy="32004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500" b="0" i="0">
                <a:solidFill>
                  <a:srgbClr val="2B2B2B"/>
                </a:solidFill>
              </a:rPr>
              <a:t>입력하세요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4E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0" y="0"/>
            <a:ext cx="411480" cy="6858000"/>
          </a:xfrm>
          <a:prstGeom prst="rect">
            <a:avLst/>
          </a:prstGeom>
          <a:solidFill>
            <a:srgbClr val="CA702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411480" y="0"/>
            <a:ext cx="64008" cy="6858000"/>
          </a:xfrm>
          <a:prstGeom prst="rect">
            <a:avLst/>
          </a:prstGeom>
          <a:solidFill>
            <a:srgbClr val="3B918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장식"/>
          <p:cNvSpPr/>
          <p:nvPr/>
        </p:nvSpPr>
        <p:spPr>
          <a:xfrm>
            <a:off x="11185292" y="1040434"/>
            <a:ext cx="154230" cy="154230"/>
          </a:xfrm>
          <a:prstGeom prst="ellipse">
            <a:avLst/>
          </a:prstGeom>
          <a:solidFill>
            <a:srgbClr val="CA702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장식"/>
          <p:cNvSpPr/>
          <p:nvPr/>
        </p:nvSpPr>
        <p:spPr>
          <a:xfrm>
            <a:off x="11634835" y="441396"/>
            <a:ext cx="108602" cy="108602"/>
          </a:xfrm>
          <a:prstGeom prst="ellipse">
            <a:avLst/>
          </a:prstGeom>
          <a:solidFill>
            <a:srgbClr val="F8DFC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장식"/>
          <p:cNvSpPr/>
          <p:nvPr/>
        </p:nvSpPr>
        <p:spPr>
          <a:xfrm>
            <a:off x="11395144" y="1225209"/>
            <a:ext cx="131673" cy="131673"/>
          </a:xfrm>
          <a:prstGeom prst="ellipse">
            <a:avLst/>
          </a:prstGeom>
          <a:solidFill>
            <a:srgbClr val="3B918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장식"/>
          <p:cNvSpPr/>
          <p:nvPr/>
        </p:nvSpPr>
        <p:spPr>
          <a:xfrm>
            <a:off x="10685840" y="639755"/>
            <a:ext cx="193515" cy="193515"/>
          </a:xfrm>
          <a:prstGeom prst="ellipse">
            <a:avLst/>
          </a:prstGeom>
          <a:solidFill>
            <a:srgbClr val="CA702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장식"/>
          <p:cNvSpPr/>
          <p:nvPr/>
        </p:nvSpPr>
        <p:spPr>
          <a:xfrm>
            <a:off x="10866026" y="857660"/>
            <a:ext cx="158297" cy="158297"/>
          </a:xfrm>
          <a:prstGeom prst="ellipse">
            <a:avLst/>
          </a:prstGeom>
          <a:solidFill>
            <a:srgbClr val="F8DFC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장식"/>
          <p:cNvSpPr/>
          <p:nvPr/>
        </p:nvSpPr>
        <p:spPr>
          <a:xfrm>
            <a:off x="11283756" y="629611"/>
            <a:ext cx="203166" cy="203166"/>
          </a:xfrm>
          <a:prstGeom prst="ellipse">
            <a:avLst/>
          </a:prstGeom>
          <a:solidFill>
            <a:srgbClr val="3B918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장식"/>
          <p:cNvSpPr/>
          <p:nvPr/>
        </p:nvSpPr>
        <p:spPr>
          <a:xfrm>
            <a:off x="11664056" y="661839"/>
            <a:ext cx="106660" cy="106660"/>
          </a:xfrm>
          <a:prstGeom prst="ellipse">
            <a:avLst/>
          </a:prstGeom>
          <a:solidFill>
            <a:srgbClr val="CA702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장식"/>
          <p:cNvSpPr/>
          <p:nvPr/>
        </p:nvSpPr>
        <p:spPr>
          <a:xfrm>
            <a:off x="11660373" y="795190"/>
            <a:ext cx="134601" cy="134601"/>
          </a:xfrm>
          <a:prstGeom prst="ellipse">
            <a:avLst/>
          </a:prstGeom>
          <a:solidFill>
            <a:srgbClr val="F8DFC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장식"/>
          <p:cNvSpPr/>
          <p:nvPr/>
        </p:nvSpPr>
        <p:spPr>
          <a:xfrm>
            <a:off x="11264367" y="292475"/>
            <a:ext cx="188747" cy="188747"/>
          </a:xfrm>
          <a:prstGeom prst="ellipse">
            <a:avLst/>
          </a:prstGeom>
          <a:solidFill>
            <a:srgbClr val="3B918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장식"/>
          <p:cNvSpPr/>
          <p:nvPr/>
        </p:nvSpPr>
        <p:spPr>
          <a:xfrm>
            <a:off x="10709308" y="249274"/>
            <a:ext cx="196850" cy="196850"/>
          </a:xfrm>
          <a:prstGeom prst="ellipse">
            <a:avLst/>
          </a:prstGeom>
          <a:solidFill>
            <a:srgbClr val="CA702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장식"/>
          <p:cNvSpPr/>
          <p:nvPr/>
        </p:nvSpPr>
        <p:spPr>
          <a:xfrm>
            <a:off x="11110880" y="1054578"/>
            <a:ext cx="96877" cy="96877"/>
          </a:xfrm>
          <a:prstGeom prst="ellipse">
            <a:avLst/>
          </a:prstGeom>
          <a:solidFill>
            <a:srgbClr val="F8DFC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457200"/>
            <a:ext cx="9448495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723F13"/>
                </a:solidFill>
              </a:rPr>
              <a:t>웨딩 사진</a:t>
            </a:r>
          </a:p>
        </p:txBody>
      </p:sp>
      <p:sp>
        <p:nvSpPr>
          <p:cNvPr id="16" name="사진 자리"/>
          <p:cNvSpPr/>
          <p:nvPr/>
        </p:nvSpPr>
        <p:spPr>
          <a:xfrm>
            <a:off x="914400" y="1600200"/>
            <a:ext cx="3423818" cy="2308860"/>
          </a:xfrm>
          <a:prstGeom prst="roundRect">
            <a:avLst>
              <a:gd name="adj" fmla="val 6000"/>
            </a:avLst>
          </a:prstGeom>
          <a:solidFill>
            <a:srgbClr val="F8DFC9"/>
          </a:solidFill>
          <a:ln w="19050">
            <a:solidFill>
              <a:srgbClr val="CA7021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723F13"/>
                </a:solidFill>
              </a:rPr>
              <a:t>사진 1</a:t>
            </a:r>
          </a:p>
        </p:txBody>
      </p:sp>
      <p:sp>
        <p:nvSpPr>
          <p:cNvPr id="17" name="사진 자리"/>
          <p:cNvSpPr/>
          <p:nvPr/>
        </p:nvSpPr>
        <p:spPr>
          <a:xfrm>
            <a:off x="4521098" y="1600200"/>
            <a:ext cx="3423818" cy="2308860"/>
          </a:xfrm>
          <a:prstGeom prst="roundRect">
            <a:avLst>
              <a:gd name="adj" fmla="val 6000"/>
            </a:avLst>
          </a:prstGeom>
          <a:solidFill>
            <a:srgbClr val="F8DFC9"/>
          </a:solidFill>
          <a:ln w="19050">
            <a:solidFill>
              <a:srgbClr val="CA7021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723F13"/>
                </a:solidFill>
              </a:rPr>
              <a:t>사진 2</a:t>
            </a:r>
          </a:p>
        </p:txBody>
      </p:sp>
      <p:sp>
        <p:nvSpPr>
          <p:cNvPr id="18" name="사진 자리"/>
          <p:cNvSpPr/>
          <p:nvPr/>
        </p:nvSpPr>
        <p:spPr>
          <a:xfrm>
            <a:off x="8127796" y="1600200"/>
            <a:ext cx="3423818" cy="2308860"/>
          </a:xfrm>
          <a:prstGeom prst="roundRect">
            <a:avLst>
              <a:gd name="adj" fmla="val 6000"/>
            </a:avLst>
          </a:prstGeom>
          <a:solidFill>
            <a:srgbClr val="F8DFC9"/>
          </a:solidFill>
          <a:ln w="19050">
            <a:solidFill>
              <a:srgbClr val="CA7021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723F13"/>
                </a:solidFill>
              </a:rPr>
              <a:t>사진 3</a:t>
            </a:r>
          </a:p>
        </p:txBody>
      </p:sp>
      <p:sp>
        <p:nvSpPr>
          <p:cNvPr id="19" name="사진 자리"/>
          <p:cNvSpPr/>
          <p:nvPr/>
        </p:nvSpPr>
        <p:spPr>
          <a:xfrm>
            <a:off x="914400" y="4091939"/>
            <a:ext cx="3423818" cy="2308860"/>
          </a:xfrm>
          <a:prstGeom prst="roundRect">
            <a:avLst>
              <a:gd name="adj" fmla="val 6000"/>
            </a:avLst>
          </a:prstGeom>
          <a:solidFill>
            <a:srgbClr val="F8DFC9"/>
          </a:solidFill>
          <a:ln w="19050">
            <a:solidFill>
              <a:srgbClr val="CA7021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723F13"/>
                </a:solidFill>
              </a:rPr>
              <a:t>사진 4</a:t>
            </a:r>
          </a:p>
        </p:txBody>
      </p:sp>
      <p:sp>
        <p:nvSpPr>
          <p:cNvPr id="20" name="사진 자리"/>
          <p:cNvSpPr/>
          <p:nvPr/>
        </p:nvSpPr>
        <p:spPr>
          <a:xfrm>
            <a:off x="4521098" y="4091939"/>
            <a:ext cx="3423818" cy="2308860"/>
          </a:xfrm>
          <a:prstGeom prst="roundRect">
            <a:avLst>
              <a:gd name="adj" fmla="val 6000"/>
            </a:avLst>
          </a:prstGeom>
          <a:solidFill>
            <a:srgbClr val="F8DFC9"/>
          </a:solidFill>
          <a:ln w="19050">
            <a:solidFill>
              <a:srgbClr val="CA7021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723F13"/>
                </a:solidFill>
              </a:rPr>
              <a:t>사진 5</a:t>
            </a:r>
          </a:p>
        </p:txBody>
      </p:sp>
      <p:sp>
        <p:nvSpPr>
          <p:cNvPr id="21" name="사진 자리"/>
          <p:cNvSpPr/>
          <p:nvPr/>
        </p:nvSpPr>
        <p:spPr>
          <a:xfrm>
            <a:off x="8127796" y="4091939"/>
            <a:ext cx="3423818" cy="2308860"/>
          </a:xfrm>
          <a:prstGeom prst="roundRect">
            <a:avLst>
              <a:gd name="adj" fmla="val 6000"/>
            </a:avLst>
          </a:prstGeom>
          <a:solidFill>
            <a:srgbClr val="F8DFC9"/>
          </a:solidFill>
          <a:ln w="19050">
            <a:solidFill>
              <a:srgbClr val="CA7021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723F13"/>
                </a:solidFill>
              </a:rPr>
              <a:t>사진 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4E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0" y="0"/>
            <a:ext cx="1950671" cy="6858000"/>
          </a:xfrm>
          <a:prstGeom prst="rect">
            <a:avLst/>
          </a:prstGeom>
          <a:solidFill>
            <a:srgbClr val="CA702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1950671" y="0"/>
            <a:ext cx="91440" cy="6858000"/>
          </a:xfrm>
          <a:prstGeom prst="rect">
            <a:avLst/>
          </a:prstGeom>
          <a:solidFill>
            <a:srgbClr val="3B918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장식"/>
          <p:cNvSpPr/>
          <p:nvPr/>
        </p:nvSpPr>
        <p:spPr>
          <a:xfrm>
            <a:off x="9415309" y="5720942"/>
            <a:ext cx="378565" cy="378565"/>
          </a:xfrm>
          <a:prstGeom prst="ellipse">
            <a:avLst/>
          </a:prstGeom>
          <a:solidFill>
            <a:srgbClr val="CA702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장식"/>
          <p:cNvSpPr/>
          <p:nvPr/>
        </p:nvSpPr>
        <p:spPr>
          <a:xfrm>
            <a:off x="10518733" y="4250576"/>
            <a:ext cx="266570" cy="266570"/>
          </a:xfrm>
          <a:prstGeom prst="ellipse">
            <a:avLst/>
          </a:prstGeom>
          <a:solidFill>
            <a:srgbClr val="F8DFC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장식"/>
          <p:cNvSpPr/>
          <p:nvPr/>
        </p:nvSpPr>
        <p:spPr>
          <a:xfrm>
            <a:off x="9930401" y="6174481"/>
            <a:ext cx="323198" cy="323198"/>
          </a:xfrm>
          <a:prstGeom prst="ellipse">
            <a:avLst/>
          </a:prstGeom>
          <a:solidFill>
            <a:srgbClr val="3B918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장식"/>
          <p:cNvSpPr/>
          <p:nvPr/>
        </p:nvSpPr>
        <p:spPr>
          <a:xfrm>
            <a:off x="8189381" y="4737459"/>
            <a:ext cx="474992" cy="474992"/>
          </a:xfrm>
          <a:prstGeom prst="ellipse">
            <a:avLst/>
          </a:prstGeom>
          <a:solidFill>
            <a:srgbClr val="CA702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장식"/>
          <p:cNvSpPr/>
          <p:nvPr/>
        </p:nvSpPr>
        <p:spPr>
          <a:xfrm>
            <a:off x="8631657" y="5272314"/>
            <a:ext cx="388548" cy="388548"/>
          </a:xfrm>
          <a:prstGeom prst="ellipse">
            <a:avLst/>
          </a:prstGeom>
          <a:solidFill>
            <a:srgbClr val="F8DFC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장식"/>
          <p:cNvSpPr/>
          <p:nvPr/>
        </p:nvSpPr>
        <p:spPr>
          <a:xfrm>
            <a:off x="9656993" y="4712558"/>
            <a:ext cx="498682" cy="498682"/>
          </a:xfrm>
          <a:prstGeom prst="ellipse">
            <a:avLst/>
          </a:prstGeom>
          <a:solidFill>
            <a:srgbClr val="3B918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장식"/>
          <p:cNvSpPr/>
          <p:nvPr/>
        </p:nvSpPr>
        <p:spPr>
          <a:xfrm>
            <a:off x="10590457" y="4791664"/>
            <a:ext cx="261803" cy="261803"/>
          </a:xfrm>
          <a:prstGeom prst="ellipse">
            <a:avLst/>
          </a:prstGeom>
          <a:solidFill>
            <a:srgbClr val="CA702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장식"/>
          <p:cNvSpPr/>
          <p:nvPr/>
        </p:nvSpPr>
        <p:spPr>
          <a:xfrm>
            <a:off x="10581416" y="5118979"/>
            <a:ext cx="330386" cy="330386"/>
          </a:xfrm>
          <a:prstGeom prst="ellipse">
            <a:avLst/>
          </a:prstGeom>
          <a:solidFill>
            <a:srgbClr val="F8DFC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장식"/>
          <p:cNvSpPr/>
          <p:nvPr/>
        </p:nvSpPr>
        <p:spPr>
          <a:xfrm>
            <a:off x="9609402" y="3885044"/>
            <a:ext cx="463289" cy="463289"/>
          </a:xfrm>
          <a:prstGeom prst="ellipse">
            <a:avLst/>
          </a:prstGeom>
          <a:solidFill>
            <a:srgbClr val="3B918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장식"/>
          <p:cNvSpPr/>
          <p:nvPr/>
        </p:nvSpPr>
        <p:spPr>
          <a:xfrm>
            <a:off x="8246986" y="3779005"/>
            <a:ext cx="483178" cy="483178"/>
          </a:xfrm>
          <a:prstGeom prst="ellipse">
            <a:avLst/>
          </a:prstGeom>
          <a:solidFill>
            <a:srgbClr val="CA702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장식"/>
          <p:cNvSpPr/>
          <p:nvPr/>
        </p:nvSpPr>
        <p:spPr>
          <a:xfrm>
            <a:off x="9232661" y="5755658"/>
            <a:ext cx="237791" cy="237791"/>
          </a:xfrm>
          <a:prstGeom prst="ellipse">
            <a:avLst/>
          </a:prstGeom>
          <a:solidFill>
            <a:srgbClr val="F8DFC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926006" y="2194560"/>
            <a:ext cx="7558851" cy="146304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400" b="1" i="0">
                <a:solidFill>
                  <a:srgbClr val="723F13"/>
                </a:solidFill>
              </a:rPr>
              <a:t>함께해 주셔서 감사합니다</a:t>
            </a:r>
          </a:p>
        </p:txBody>
      </p:sp>
      <p:sp>
        <p:nvSpPr>
          <p:cNvPr id="16" name="한 줄 문구"/>
          <p:cNvSpPr txBox="1"/>
          <p:nvPr/>
        </p:nvSpPr>
        <p:spPr>
          <a:xfrm>
            <a:off x="2926006" y="3749039"/>
            <a:ext cx="7558851" cy="8229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700" b="0" i="1">
                <a:solidFill>
                  <a:srgbClr val="723F13"/>
                </a:solidFill>
              </a:rPr>
              <a:t>오늘의 축복을 오래도록 간직하겠습니다</a:t>
            </a:r>
          </a:p>
        </p:txBody>
      </p:sp>
      <p:sp>
        <p:nvSpPr>
          <p:cNvPr id="17" name="안내 문구"/>
          <p:cNvSpPr txBox="1"/>
          <p:nvPr/>
        </p:nvSpPr>
        <p:spPr>
          <a:xfrm>
            <a:off x="2926006" y="4617720"/>
            <a:ext cx="7558851" cy="9144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666666"/>
                </a:solidFill>
              </a:rPr>
              <a:t>신랑 이름 ♥ 신부 이름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결혼식 슬라이드(식순 중심)">
  <a:themeElements>
    <a:clrScheme name="Office">
      <a:dk1>
        <a:sysClr val="windowText" lastClr="000000"/>
      </a:dk1>
      <a:lt1>
        <a:sysClr val="window" lastClr="FFFFFF"/>
      </a:lt1>
      <a:dk2>
        <a:srgbClr val="723F13"/>
      </a:dk2>
      <a:lt2>
        <a:srgbClr val="FCF4ED"/>
      </a:lt2>
      <a:accent1>
        <a:srgbClr val="CA7021"/>
      </a:accent1>
      <a:accent2>
        <a:srgbClr val="3B918E"/>
      </a:accent2>
      <a:accent3>
        <a:srgbClr val="723F13"/>
      </a:accent3>
      <a:accent4>
        <a:srgbClr val="F8DFC9"/>
      </a:accent4>
      <a:accent5>
        <a:srgbClr val="828058"/>
      </a:accent5>
      <a:accent6>
        <a:srgbClr val="AA8C71"/>
      </a:accent6>
      <a:hlink>
        <a:srgbClr val="CA7021"/>
      </a:hlink>
      <a:folHlink>
        <a:srgbClr val="723F13"/>
      </a:folHlink>
    </a:clrScheme>
    <a:fontScheme name="Office">
      <a:maj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결혼식 슬라이드(식순 중심)</dc:title>
  <dc:subject/>
  <dc:creator>우체국보험 상담 안내</dc:creator>
  <cp:keywords/>
  <dc:description>자유롭게 편집해서 사용하세요.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