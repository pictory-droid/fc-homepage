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F3A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249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더운 날이라 식은 짧게 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24927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24927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식순 안내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하객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FA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3466490" cy="82296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FEF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주차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FA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4362602" y="1792224"/>
            <a:ext cx="3466490" cy="82296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FEF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식사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FFA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8075980" y="1792224"/>
            <a:ext cx="3466490" cy="82296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FEFA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기념 촬영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F3A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249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324927"/>
      </a:dk2>
      <a:lt2>
        <a:srgbClr val="F0FDEA"/>
      </a:lt2>
      <a:accent1>
        <a:srgbClr val="A0EA7B"/>
      </a:accent1>
      <a:accent2>
        <a:srgbClr val="9FEFA9"/>
      </a:accent2>
      <a:accent3>
        <a:srgbClr val="324927"/>
      </a:accent3>
      <a:accent4>
        <a:srgbClr val="DFFAD1"/>
      </a:accent4>
      <a:accent5>
        <a:srgbClr val="A0EC92"/>
      </a:accent5>
      <a:accent6>
        <a:srgbClr val="84927D"/>
      </a:accent6>
      <a:hlink>
        <a:srgbClr val="A0EA7B"/>
      </a:hlink>
      <a:folHlink>
        <a:srgbClr val="32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