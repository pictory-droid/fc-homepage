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두 사람이 하나 되는 날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비바람이 불어도 서로의 우산이 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신랑 · 신부 소개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신랑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신부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오시는 길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294D"/>
                </a:solidFill>
              </a:rPr>
              <a:t>약도 · 지도를 넣어 주세요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7315200" y="1600200"/>
          <a:ext cx="423641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86481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0F3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294D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D0D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DAF1"/>
                      </a:solidFill>
                      <a:prstDash val="solid"/>
                    </a:lnL>
                    <a:lnR w="9525" cap="flat" cmpd="sng" algn="ctr">
                      <a:solidFill>
                        <a:srgbClr val="D0DAF1"/>
                      </a:solidFill>
                      <a:prstDash val="solid"/>
                    </a:lnR>
                    <a:lnT w="9525" cap="flat" cmpd="sng" algn="ctr">
                      <a:solidFill>
                        <a:srgbClr val="D0DAF1"/>
                      </a:solidFill>
                      <a:prstDash val="solid"/>
                    </a:lnT>
                    <a:lnB w="9525" cap="flat" cmpd="sng" algn="ctr">
                      <a:solidFill>
                        <a:srgbClr val="D0DA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교통 안내</a:t>
            </a:r>
          </a:p>
        </p:txBody>
      </p:sp>
      <p:sp>
        <p:nvSpPr>
          <p:cNvPr id="12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지하철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5875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자가용 ·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웨딩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9294D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오늘의 축복을 오래도록 간직하겠습니다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