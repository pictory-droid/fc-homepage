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5214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서로의 부모님을 처음 뵙던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42083" y="1554480"/>
            <a:ext cx="2331720" cy="2331720"/>
          </a:xfrm>
          <a:prstGeom prst="ellipse">
            <a:avLst/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17891" y="1554480"/>
            <a:ext cx="2331720" cy="2331720"/>
          </a:xfrm>
          <a:prstGeom prst="ellipse">
            <a:avLst/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39776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34840"/>
            <a:ext cx="4678527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우리의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첫 데이트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설레던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프러포즈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평생을 약속하다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결혼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우리의 첫 번째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첫 여행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93693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76573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853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첫 선물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853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첫 다툼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26601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09481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3761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첫 약속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761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15214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