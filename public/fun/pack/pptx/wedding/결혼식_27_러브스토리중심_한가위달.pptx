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D6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E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EBD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서로의 부모님을 처음 뵙던 날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 rot="18900000">
            <a:off x="5958687" y="246888"/>
            <a:ext cx="274320" cy="274320"/>
          </a:xfrm>
          <a:prstGeom prst="teardrop">
            <a:avLst/>
          </a:prstGeom>
          <a:solidFill>
            <a:srgbClr val="D8B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D8B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783080"/>
            <a:ext cx="2286000" cy="2286000"/>
          </a:xfrm>
          <a:prstGeom prst="ellipse">
            <a:avLst/>
          </a:prstGeom>
          <a:solidFill>
            <a:srgbClr val="F6EB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E27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783080"/>
            <a:ext cx="2286000" cy="2286000"/>
          </a:xfrm>
          <a:prstGeom prst="ellipse">
            <a:avLst/>
          </a:prstGeom>
          <a:solidFill>
            <a:srgbClr val="F6EB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E27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 rot="18900000">
            <a:off x="5958687" y="246888"/>
            <a:ext cx="274320" cy="274320"/>
          </a:xfrm>
          <a:prstGeom prst="teardrop">
            <a:avLst/>
          </a:prstGeom>
          <a:solidFill>
            <a:srgbClr val="D8B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D8B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우리의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6EB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D8B8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B879"/>
                </a:solidFill>
              </a:rPr>
              <a:t>처음 만난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E27"/>
                </a:solidFill>
              </a:rPr>
              <a:t>첫 만남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어디에서 어떻게?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D8B8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B879"/>
                </a:solidFill>
              </a:rPr>
              <a:t>첫 데이트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E27"/>
                </a:solidFill>
              </a:rPr>
              <a:t>설레던 하루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무엇을 했나요?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D8B8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B879"/>
                </a:solidFill>
              </a:rPr>
              <a:t>프러포즈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E27"/>
                </a:solidFill>
              </a:rPr>
              <a:t>평생을 약속하다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이야기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D8B8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B879"/>
                </a:solidFill>
              </a:rPr>
              <a:t>결혼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E27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 rot="18900000">
            <a:off x="5958687" y="246888"/>
            <a:ext cx="274320" cy="274320"/>
          </a:xfrm>
          <a:prstGeom prst="teardrop">
            <a:avLst/>
          </a:prstGeom>
          <a:solidFill>
            <a:srgbClr val="D8B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D8B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우리의 첫 번째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2556433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D8B8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D8B879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E27"/>
                </a:solidFill>
              </a:rPr>
              <a:t>첫 여행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어디였나요?</a:t>
            </a:r>
          </a:p>
        </p:txBody>
      </p:sp>
      <p:sp>
        <p:nvSpPr>
          <p:cNvPr id="10" name="카드 2"/>
          <p:cNvSpPr/>
          <p:nvPr/>
        </p:nvSpPr>
        <p:spPr>
          <a:xfrm>
            <a:off x="3425113" y="1783080"/>
            <a:ext cx="2556433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D8B8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3516553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D8B879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E27"/>
                </a:solidFill>
              </a:rPr>
              <a:t>첫 선물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273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무엇이었나요?</a:t>
            </a:r>
          </a:p>
        </p:txBody>
      </p:sp>
      <p:sp>
        <p:nvSpPr>
          <p:cNvPr id="14" name="카드 3"/>
          <p:cNvSpPr/>
          <p:nvPr/>
        </p:nvSpPr>
        <p:spPr>
          <a:xfrm>
            <a:off x="6210147" y="1783080"/>
            <a:ext cx="2556433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D8B8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6301587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D8B879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E27"/>
                </a:solidFill>
              </a:rPr>
              <a:t>첫 다툼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어떻게 풀었나요?</a:t>
            </a:r>
          </a:p>
        </p:txBody>
      </p:sp>
      <p:sp>
        <p:nvSpPr>
          <p:cNvPr id="18" name="카드 4"/>
          <p:cNvSpPr/>
          <p:nvPr/>
        </p:nvSpPr>
        <p:spPr>
          <a:xfrm>
            <a:off x="8995181" y="1783080"/>
            <a:ext cx="2556433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D8B8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 txBox="1"/>
          <p:nvPr/>
        </p:nvSpPr>
        <p:spPr>
          <a:xfrm>
            <a:off x="9086621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D8B879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E27"/>
                </a:solidFill>
              </a:rPr>
              <a:t>첫 약속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2341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 rot="18900000">
            <a:off x="5958687" y="246888"/>
            <a:ext cx="274320" cy="274320"/>
          </a:xfrm>
          <a:prstGeom prst="teardrop">
            <a:avLst/>
          </a:prstGeom>
          <a:solidFill>
            <a:srgbClr val="D8B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D8B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B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B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B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B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B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B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D6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E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EBD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493E27"/>
      </a:dk2>
      <a:lt2>
        <a:srgbClr val="FBF6EC"/>
      </a:lt2>
      <a:accent1>
        <a:srgbClr val="D8B879"/>
      </a:accent1>
      <a:accent2>
        <a:srgbClr val="D7E198"/>
      </a:accent2>
      <a:accent3>
        <a:srgbClr val="493E27"/>
      </a:accent3>
      <a:accent4>
        <a:srgbClr val="F6EBD5"/>
      </a:accent4>
      <a:accent5>
        <a:srgbClr val="D8CC88"/>
      </a:accent5>
      <a:accent6>
        <a:srgbClr val="928B7D"/>
      </a:accent6>
      <a:hlink>
        <a:srgbClr val="D8B879"/>
      </a:hlink>
      <a:folHlink>
        <a:srgbClr val="493E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