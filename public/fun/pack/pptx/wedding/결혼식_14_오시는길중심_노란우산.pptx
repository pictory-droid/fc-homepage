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B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처음 오시는 분은 안내 표지를 따라오세요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1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1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오시는 길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6035040" cy="457200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약도 · 지도를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040880" y="17830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EAF0F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149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DFA"/>
                      </a:solidFill>
                      <a:prstDash val="solid"/>
                    </a:lnL>
                    <a:lnR w="9525" cap="flat" cmpd="sng" algn="ctr">
                      <a:solidFill>
                        <a:srgbClr val="D1DDFA"/>
                      </a:solidFill>
                      <a:prstDash val="solid"/>
                    </a:lnR>
                    <a:lnT w="9525" cap="flat" cmpd="sng" algn="ctr">
                      <a:solidFill>
                        <a:srgbClr val="D1DDFA"/>
                      </a:solidFill>
                      <a:prstDash val="solid"/>
                    </a:lnT>
                    <a:lnB w="9525" cap="flat" cmpd="sng" algn="ctr">
                      <a:solidFill>
                        <a:srgbClr val="D1DD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교통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지하철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버스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EA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7B9C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149"/>
                </a:solidFill>
              </a:rPr>
              <a:t>자가용 · 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7B9C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DD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0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BC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1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5BC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273149"/>
      </a:dk2>
      <a:lt2>
        <a:srgbClr val="EAF0FD"/>
      </a:lt2>
      <a:accent1>
        <a:srgbClr val="7B9CEA"/>
      </a:accent1>
      <a:accent2>
        <a:srgbClr val="AC9FEF"/>
      </a:accent2>
      <a:accent3>
        <a:srgbClr val="273149"/>
      </a:accent3>
      <a:accent4>
        <a:srgbClr val="D1DDFA"/>
      </a:accent4>
      <a:accent5>
        <a:srgbClr val="949EEC"/>
      </a:accent5>
      <a:accent6>
        <a:srgbClr val="7D8392"/>
      </a:accent6>
      <a:hlink>
        <a:srgbClr val="7B9CEA"/>
      </a:hlink>
      <a:folHlink>
        <a:srgbClr val="2731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