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14149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14149"/>
                </a:solidFill>
              </a:rPr>
              <a:t>가을에 결혼합니다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14149"/>
                </a:solidFill>
              </a:rPr>
              <a:t>신랑 · 신부 소개</a:t>
            </a:r>
          </a:p>
        </p:txBody>
      </p:sp>
      <p:sp>
        <p:nvSpPr>
          <p:cNvPr id="4" name="사진 자리"/>
          <p:cNvSpPr/>
          <p:nvPr/>
        </p:nvSpPr>
        <p:spPr>
          <a:xfrm>
            <a:off x="1939213" y="1600200"/>
            <a:ext cx="2400300" cy="2400300"/>
          </a:xfrm>
          <a:prstGeom prst="ellipse">
            <a:avLst/>
          </a:prstGeom>
          <a:solidFill>
            <a:srgbClr val="D9E3E8"/>
          </a:solidFill>
          <a:ln w="19050">
            <a:solidFill>
              <a:srgbClr val="5A788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149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14149"/>
                </a:solidFill>
              </a:rPr>
              <a:t>신랑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852181" y="1600200"/>
            <a:ext cx="2400300" cy="2400300"/>
          </a:xfrm>
          <a:prstGeom prst="ellipse">
            <a:avLst/>
          </a:prstGeom>
          <a:solidFill>
            <a:srgbClr val="D9E3E8"/>
          </a:solidFill>
          <a:ln w="19050">
            <a:solidFill>
              <a:srgbClr val="5A788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149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3047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14149"/>
                </a:solidFill>
              </a:rPr>
              <a:t>신부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44487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14149"/>
                </a:solidFill>
              </a:rPr>
              <a:t>우리 두 사람</a:t>
            </a:r>
          </a:p>
        </p:txBody>
      </p:sp>
      <p:sp>
        <p:nvSpPr>
          <p:cNvPr id="4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 w="12700">
            <a:solidFill>
              <a:srgbClr val="D9E3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5A78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닮은 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D9E3E8"/>
          </a:solidFill>
          <a:ln w="12700">
            <a:solidFill>
              <a:srgbClr val="D9E3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3141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다른 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14149"/>
                </a:solidFill>
              </a:rPr>
              <a:t>서로에게 하고 싶은 말</a:t>
            </a:r>
          </a:p>
        </p:txBody>
      </p:sp>
      <p:sp>
        <p:nvSpPr>
          <p:cNvPr id="4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 w="12700">
            <a:solidFill>
              <a:srgbClr val="D9E3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5A78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신랑이 신부에게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하고 싶은 말을 적어 주세요</a:t>
            </a:r>
          </a:p>
        </p:txBody>
      </p:sp>
      <p:sp>
        <p:nvSpPr>
          <p:cNvPr id="8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D9E3E8"/>
          </a:solidFill>
          <a:ln w="12700">
            <a:solidFill>
              <a:srgbClr val="D9E3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3141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신부가 신랑에게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하고 싶은 말을 적어 주세요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14149"/>
                </a:solidFill>
              </a:rPr>
              <a:t>웨딩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9E3E8"/>
          </a:solidFill>
          <a:ln w="19050">
            <a:solidFill>
              <a:srgbClr val="5A788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149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9E3E8"/>
          </a:solidFill>
          <a:ln w="19050">
            <a:solidFill>
              <a:srgbClr val="5A788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149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9E3E8"/>
          </a:solidFill>
          <a:ln w="19050">
            <a:solidFill>
              <a:srgbClr val="5A788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149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9E3E8"/>
          </a:solidFill>
          <a:ln w="19050">
            <a:solidFill>
              <a:srgbClr val="5A788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149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9E3E8"/>
          </a:solidFill>
          <a:ln w="19050">
            <a:solidFill>
              <a:srgbClr val="5A788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149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9E3E8"/>
          </a:solidFill>
          <a:ln w="19050">
            <a:solidFill>
              <a:srgbClr val="5A788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149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314149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14149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소개 중심)">
  <a:themeElements>
    <a:clrScheme name="Office">
      <a:dk1>
        <a:sysClr val="windowText" lastClr="000000"/>
      </a:dk1>
      <a:lt1>
        <a:sysClr val="window" lastClr="FFFFFF"/>
      </a:lt1>
      <a:dk2>
        <a:srgbClr val="314149"/>
      </a:dk2>
      <a:lt2>
        <a:srgbClr val="F3F5F7"/>
      </a:lt2>
      <a:accent1>
        <a:srgbClr val="5A7887"/>
      </a:accent1>
      <a:accent2>
        <a:srgbClr val="7A5258"/>
      </a:accent2>
      <a:accent3>
        <a:srgbClr val="314149"/>
      </a:accent3>
      <a:accent4>
        <a:srgbClr val="D9E3E8"/>
      </a:accent4>
      <a:accent5>
        <a:srgbClr val="6A6570"/>
      </a:accent5>
      <a:accent6>
        <a:srgbClr val="838D92"/>
      </a:accent6>
      <a:hlink>
        <a:srgbClr val="5A7887"/>
      </a:hlink>
      <a:folHlink>
        <a:srgbClr val="3141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슬라이드(소개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