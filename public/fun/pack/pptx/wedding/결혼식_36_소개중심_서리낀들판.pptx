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가을에 결혼합니다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두 사람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9E3E8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서로에게 하고 싶은 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9E3E8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14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