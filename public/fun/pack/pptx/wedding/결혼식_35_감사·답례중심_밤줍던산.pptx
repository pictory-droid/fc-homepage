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C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8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C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사진은 정리되는 대로 보내 드리겠습니다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8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8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감사의 말씀</a:t>
            </a:r>
          </a:p>
        </p:txBody>
      </p:sp>
      <p:sp>
        <p:nvSpPr>
          <p:cNvPr id="6" name="감사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A8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감사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답례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A8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A87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답례품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A8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A879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방명록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A8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A879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사진 · 영상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6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C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8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C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493827"/>
      </a:dk2>
      <a:lt2>
        <a:srgbClr val="FBF4EC"/>
      </a:lt2>
      <a:accent1>
        <a:srgbClr val="D8A879"/>
      </a:accent1>
      <a:accent2>
        <a:srgbClr val="E1DF98"/>
      </a:accent2>
      <a:accent3>
        <a:srgbClr val="493827"/>
      </a:accent3>
      <a:accent4>
        <a:srgbClr val="F6E6D5"/>
      </a:accent4>
      <a:accent5>
        <a:srgbClr val="DCC488"/>
      </a:accent5>
      <a:accent6>
        <a:srgbClr val="92887D"/>
      </a:accent6>
      <a:hlink>
        <a:srgbClr val="D8A879"/>
      </a:hlink>
      <a:folHlink>
        <a:srgbClr val="4938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