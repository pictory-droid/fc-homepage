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사진은 정리되는 대로 보내 드리겠습니다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42083" y="1554480"/>
            <a:ext cx="2331720" cy="2331720"/>
          </a:xfrm>
          <a:prstGeom prst="ellipse">
            <a:avLst/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2918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17891" y="1554480"/>
            <a:ext cx="2331720" cy="2331720"/>
          </a:xfrm>
          <a:prstGeom prst="ellipse">
            <a:avLst/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2918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감사의 말씀</a:t>
            </a:r>
          </a:p>
        </p:txBody>
      </p:sp>
      <p:sp>
        <p:nvSpPr>
          <p:cNvPr id="4" name="감사 글 칸"/>
          <p:cNvSpPr/>
          <p:nvPr/>
        </p:nvSpPr>
        <p:spPr>
          <a:xfrm>
            <a:off x="777240" y="1554480"/>
            <a:ext cx="10637215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감사 글"/>
          <p:cNvSpPr txBox="1"/>
          <p:nvPr/>
        </p:nvSpPr>
        <p:spPr>
          <a:xfrm>
            <a:off x="1234440" y="1920240"/>
            <a:ext cx="9722815" cy="3931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답례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답례품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방명록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사진 · 영상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291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