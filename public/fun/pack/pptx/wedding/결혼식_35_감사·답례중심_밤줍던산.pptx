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A2918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A2918"/>
                </a:solidFill>
              </a:rPr>
              <a:t>사진은 정리되는 대로 보내 드리겠습니다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신랑 · 신부 소개</a:t>
            </a:r>
          </a:p>
        </p:txBody>
      </p:sp>
      <p:sp>
        <p:nvSpPr>
          <p:cNvPr id="4" name="사진 자리"/>
          <p:cNvSpPr/>
          <p:nvPr/>
        </p:nvSpPr>
        <p:spPr>
          <a:xfrm>
            <a:off x="2042083" y="1554480"/>
            <a:ext cx="2331720" cy="2331720"/>
          </a:xfrm>
          <a:prstGeom prst="ellipse">
            <a:avLst/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776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2918"/>
                </a:solidFill>
              </a:rPr>
              <a:t>신랑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46785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817891" y="1554480"/>
            <a:ext cx="2331720" cy="2331720"/>
          </a:xfrm>
          <a:prstGeom prst="ellipse">
            <a:avLst/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39776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2918"/>
                </a:solidFill>
              </a:rPr>
              <a:t>신부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4434840"/>
            <a:ext cx="46785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감사의 말씀</a:t>
            </a:r>
          </a:p>
        </p:txBody>
      </p:sp>
      <p:sp>
        <p:nvSpPr>
          <p:cNvPr id="4" name="감사 글 칸"/>
          <p:cNvSpPr/>
          <p:nvPr/>
        </p:nvSpPr>
        <p:spPr>
          <a:xfrm>
            <a:off x="777240" y="1554480"/>
            <a:ext cx="10637215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27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감사 글"/>
          <p:cNvSpPr txBox="1"/>
          <p:nvPr/>
        </p:nvSpPr>
        <p:spPr>
          <a:xfrm>
            <a:off x="1234440" y="1920240"/>
            <a:ext cx="9722815" cy="3931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 와 주셔서 고맙습니다.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마음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잘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답례 안내</a:t>
            </a:r>
          </a:p>
        </p:txBody>
      </p:sp>
      <p:sp>
        <p:nvSpPr>
          <p:cNvPr id="4" name="카드 1"/>
          <p:cNvSpPr/>
          <p:nvPr/>
        </p:nvSpPr>
        <p:spPr>
          <a:xfrm>
            <a:off x="777240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답례품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99178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방명록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338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21116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5875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사진 · 영상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웨딩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A2918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A2918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3A2918"/>
      </a:dk2>
      <a:lt2>
        <a:srgbClr val="F9F5F1"/>
      </a:lt2>
      <a:accent1>
        <a:srgbClr val="7B5732"/>
      </a:accent1>
      <a:accent2>
        <a:srgbClr val="3B9191"/>
      </a:accent2>
      <a:accent3>
        <a:srgbClr val="3A2918"/>
      </a:accent3>
      <a:accent4>
        <a:srgbClr val="EFE0D2"/>
      </a:accent4>
      <a:accent5>
        <a:srgbClr val="5B7462"/>
      </a:accent5>
      <a:accent6>
        <a:srgbClr val="897F74"/>
      </a:accent6>
      <a:hlink>
        <a:srgbClr val="7B5732"/>
      </a:hlink>
      <a:folHlink>
        <a:srgbClr val="3A291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