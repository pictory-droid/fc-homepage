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5368727" y="1847869"/>
            <a:ext cx="467593" cy="467593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6511102" y="969124"/>
            <a:ext cx="369744" cy="369744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6638769" y="1950927"/>
            <a:ext cx="305695" cy="305695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5905681" y="1251101"/>
            <a:ext cx="297506" cy="2975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6059803" y="687133"/>
            <a:ext cx="343973" cy="343973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6020842" y="1322210"/>
            <a:ext cx="288217" cy="28821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5569194" y="899581"/>
            <a:ext cx="469205" cy="469205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5569555" y="819754"/>
            <a:ext cx="471396" cy="471396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9E2E4A"/>
                </a:solidFill>
              </a:rPr>
              <a:t>두 사람이 하나 되는 날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벚꽃 흩날리는 날, 우리 함께 걷습니다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신랑 · 신부 소개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2030653" y="1600200"/>
            <a:ext cx="2308860" cy="2308860"/>
          </a:xfrm>
          <a:prstGeom prst="ellipse">
            <a:avLst/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E2E4A"/>
                </a:solidFill>
              </a:rPr>
              <a:t>신랑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852181" y="1600200"/>
            <a:ext cx="2308860" cy="2308860"/>
          </a:xfrm>
          <a:prstGeom prst="ellipse">
            <a:avLst/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E2E4A"/>
                </a:solidFill>
              </a:rPr>
              <a:t>신부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487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식순 안내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731520" y="1600200"/>
          <a:ext cx="1072865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하객 안내</a:t>
            </a:r>
          </a:p>
        </p:txBody>
      </p:sp>
      <p:sp>
        <p:nvSpPr>
          <p:cNvPr id="12" name="카드 1"/>
          <p:cNvSpPr/>
          <p:nvPr/>
        </p:nvSpPr>
        <p:spPr>
          <a:xfrm>
            <a:off x="731520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주차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383938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식사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098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036356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기념 촬영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3516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웨딩 사진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1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2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3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4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5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5368727" y="1847869"/>
            <a:ext cx="467593" cy="467593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6511102" y="969124"/>
            <a:ext cx="369744" cy="369744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6638769" y="1950927"/>
            <a:ext cx="305695" cy="305695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5905681" y="1251101"/>
            <a:ext cx="297506" cy="2975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6059803" y="687133"/>
            <a:ext cx="343973" cy="343973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6020842" y="1322210"/>
            <a:ext cx="288217" cy="28821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5569194" y="899581"/>
            <a:ext cx="469205" cy="469205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5569555" y="819754"/>
            <a:ext cx="471396" cy="471396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9E2E4A"/>
                </a:solidFill>
              </a:rPr>
              <a:t>함께해 주셔서 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오늘의 축복을 오래도록 간직하겠습니다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9E2E4A"/>
      </a:dk2>
      <a:lt2>
        <a:srgbClr val="FAEFF2"/>
      </a:lt2>
      <a:accent1>
        <a:srgbClr val="D1617D"/>
      </a:accent1>
      <a:accent2>
        <a:srgbClr val="3B9151"/>
      </a:accent2>
      <a:accent3>
        <a:srgbClr val="9E2E4A"/>
      </a:accent3>
      <a:accent4>
        <a:srgbClr val="F3CED7"/>
      </a:accent4>
      <a:accent5>
        <a:srgbClr val="867967"/>
      </a:accent5>
      <a:accent6>
        <a:srgbClr val="C58292"/>
      </a:accent6>
      <a:hlink>
        <a:srgbClr val="D1617D"/>
      </a:hlink>
      <a:folHlink>
        <a:srgbClr val="9E2E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