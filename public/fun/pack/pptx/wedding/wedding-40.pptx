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057400"/>
            <a:ext cx="10241023" cy="1828800"/>
          </a:xfrm>
          <a:prstGeom prst="homePlat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3886200"/>
            <a:ext cx="9509522" cy="64008"/>
          </a:xfrm>
          <a:prstGeom prst="rect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263744" y="704815"/>
            <a:ext cx="452864" cy="452864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595107" y="856829"/>
            <a:ext cx="275764" cy="275764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246098" y="2492187"/>
            <a:ext cx="292227" cy="292227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856002" y="963247"/>
            <a:ext cx="216899" cy="216899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9592789" y="299863"/>
            <a:ext cx="236902" cy="236902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671528" y="2282743"/>
            <a:ext cx="391317" cy="391317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999413" y="442115"/>
            <a:ext cx="455801" cy="455801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212933" y="489281"/>
            <a:ext cx="358123" cy="358123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865382" y="1333302"/>
            <a:ext cx="269303" cy="269303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308724" y="1757165"/>
            <a:ext cx="317138" cy="317138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9664609" y="74145"/>
            <a:ext cx="370756" cy="370756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01" y="2167128"/>
            <a:ext cx="8778020" cy="1609344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</a:rPr>
              <a:t>두 사람이 하나 되는 날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731501" y="4160520"/>
            <a:ext cx="8534186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B3D15"/>
                </a:solidFill>
              </a:rPr>
              <a:t>붕어빵 나눠 먹던 겨울의 인연이 결혼으로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731501" y="5029200"/>
            <a:ext cx="8534186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691076" y="489607"/>
            <a:ext cx="195353" cy="195353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65390" y="555182"/>
            <a:ext cx="118957" cy="118957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546210" y="1260630"/>
            <a:ext cx="126058" cy="126058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77933" y="601087"/>
            <a:ext cx="93564" cy="93564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833017" y="314922"/>
            <a:ext cx="102193" cy="102193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729729" y="1170282"/>
            <a:ext cx="168803" cy="168803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39796" y="376285"/>
            <a:ext cx="196620" cy="196620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100531" y="396632"/>
            <a:ext cx="154484" cy="154484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813352" y="760719"/>
            <a:ext cx="116170" cy="116170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573225" y="943562"/>
            <a:ext cx="136804" cy="136804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863999" y="217553"/>
            <a:ext cx="159934" cy="159934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신랑 · 신부 소개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1950643" y="1645920"/>
            <a:ext cx="2377440" cy="2377440"/>
          </a:xfrm>
          <a:prstGeom prst="ellipse">
            <a:avLst/>
          </a:prstGeom>
          <a:solidFill>
            <a:srgbClr val="F5E3CC"/>
          </a:solidFill>
          <a:ln w="19050">
            <a:solidFill>
              <a:srgbClr val="AE74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3D15"/>
                </a:solidFill>
              </a:rPr>
              <a:t>사진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114800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B3D15"/>
                </a:solidFill>
              </a:rPr>
              <a:t>신랑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19" y="4572000"/>
            <a:ext cx="4815687" cy="1828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7863611" y="1645920"/>
            <a:ext cx="2377440" cy="2377440"/>
          </a:xfrm>
          <a:prstGeom prst="ellipse">
            <a:avLst/>
          </a:prstGeom>
          <a:solidFill>
            <a:srgbClr val="F5E3CC"/>
          </a:solidFill>
          <a:ln w="19050">
            <a:solidFill>
              <a:srgbClr val="AE74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3D15"/>
                </a:solidFill>
              </a:rPr>
              <a:t>사진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114800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B3D15"/>
                </a:solidFill>
              </a:rPr>
              <a:t>신부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4487" y="4572000"/>
            <a:ext cx="4815687" cy="1828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691076" y="489607"/>
            <a:ext cx="195353" cy="195353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65390" y="555182"/>
            <a:ext cx="118957" cy="118957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546210" y="1260630"/>
            <a:ext cx="126058" cy="126058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77933" y="601087"/>
            <a:ext cx="93564" cy="93564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833017" y="314922"/>
            <a:ext cx="102193" cy="102193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729729" y="1170282"/>
            <a:ext cx="168803" cy="168803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39796" y="376285"/>
            <a:ext cx="196620" cy="196620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100531" y="396632"/>
            <a:ext cx="154484" cy="154484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813352" y="760719"/>
            <a:ext cx="116170" cy="116170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573225" y="943562"/>
            <a:ext cx="136804" cy="136804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863999" y="217553"/>
            <a:ext cx="159934" cy="159934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감사의 말씀</a:t>
            </a:r>
          </a:p>
        </p:txBody>
      </p:sp>
      <p:sp>
        <p:nvSpPr>
          <p:cNvPr id="15" name="감사 글 칸"/>
          <p:cNvSpPr/>
          <p:nvPr/>
        </p:nvSpPr>
        <p:spPr>
          <a:xfrm>
            <a:off x="640080" y="1645920"/>
            <a:ext cx="10911535" cy="4754880"/>
          </a:xfrm>
          <a:prstGeom prst="roundRect">
            <a:avLst>
              <a:gd name="adj" fmla="val 8000"/>
            </a:avLst>
          </a:prstGeom>
          <a:solidFill>
            <a:srgbClr val="FBF6EE"/>
          </a:solidFill>
          <a:ln w="12700">
            <a:solidFill>
              <a:srgbClr val="F5E3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감사 글"/>
          <p:cNvSpPr txBox="1"/>
          <p:nvPr/>
        </p:nvSpPr>
        <p:spPr>
          <a:xfrm>
            <a:off x="1097280" y="2011680"/>
            <a:ext cx="9997135" cy="40233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바쁘신 중에도 귀한 걸음 해 주셔서 감사합니다.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보내 주신 축복 잊지 않고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서로 아끼며 예쁘게 살겠습니다.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신랑 · 신부 드림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691076" y="489607"/>
            <a:ext cx="195353" cy="195353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65390" y="555182"/>
            <a:ext cx="118957" cy="118957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546210" y="1260630"/>
            <a:ext cx="126058" cy="126058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77933" y="601087"/>
            <a:ext cx="93564" cy="93564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833017" y="314922"/>
            <a:ext cx="102193" cy="102193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729729" y="1170282"/>
            <a:ext cx="168803" cy="168803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39796" y="376285"/>
            <a:ext cx="196620" cy="196620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100531" y="396632"/>
            <a:ext cx="154484" cy="154484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813352" y="760719"/>
            <a:ext cx="116170" cy="116170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573225" y="943562"/>
            <a:ext cx="136804" cy="136804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863999" y="217553"/>
            <a:ext cx="159934" cy="159934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답례 안내</a:t>
            </a:r>
          </a:p>
        </p:txBody>
      </p:sp>
      <p:sp>
        <p:nvSpPr>
          <p:cNvPr id="15" name="카드 1"/>
          <p:cNvSpPr/>
          <p:nvPr/>
        </p:nvSpPr>
        <p:spPr>
          <a:xfrm>
            <a:off x="640080" y="1645920"/>
            <a:ext cx="3484778" cy="4754880"/>
          </a:xfrm>
          <a:prstGeom prst="roundRect">
            <a:avLst>
              <a:gd name="adj" fmla="val 8000"/>
            </a:avLst>
          </a:prstGeom>
          <a:solidFill>
            <a:srgbClr val="FBF6EE"/>
          </a:solidFill>
          <a:ln w="15875">
            <a:solidFill>
              <a:srgbClr val="F5E3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3D15"/>
                </a:solidFill>
              </a:rPr>
              <a:t>답례품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108960"/>
            <a:ext cx="3210458" cy="31546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19" name="카드 2"/>
          <p:cNvSpPr/>
          <p:nvPr/>
        </p:nvSpPr>
        <p:spPr>
          <a:xfrm>
            <a:off x="4353458" y="1645920"/>
            <a:ext cx="3484778" cy="4754880"/>
          </a:xfrm>
          <a:prstGeom prst="roundRect">
            <a:avLst>
              <a:gd name="adj" fmla="val 8000"/>
            </a:avLst>
          </a:prstGeom>
          <a:solidFill>
            <a:srgbClr val="FBF6EE"/>
          </a:solidFill>
          <a:ln w="15875">
            <a:solidFill>
              <a:srgbClr val="F5E3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2"/>
          <p:cNvSpPr/>
          <p:nvPr/>
        </p:nvSpPr>
        <p:spPr>
          <a:xfrm>
            <a:off x="4536338" y="1828800"/>
            <a:ext cx="457200" cy="457200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0618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3D15"/>
                </a:solidFill>
              </a:rPr>
              <a:t>방명록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0618" y="3108960"/>
            <a:ext cx="3210458" cy="31546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23" name="카드 3"/>
          <p:cNvSpPr/>
          <p:nvPr/>
        </p:nvSpPr>
        <p:spPr>
          <a:xfrm>
            <a:off x="8066836" y="1645920"/>
            <a:ext cx="3484778" cy="4754880"/>
          </a:xfrm>
          <a:prstGeom prst="roundRect">
            <a:avLst>
              <a:gd name="adj" fmla="val 8000"/>
            </a:avLst>
          </a:prstGeom>
          <a:solidFill>
            <a:srgbClr val="FBF6EE"/>
          </a:solidFill>
          <a:ln w="15875">
            <a:solidFill>
              <a:srgbClr val="F5E3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번호 3"/>
          <p:cNvSpPr/>
          <p:nvPr/>
        </p:nvSpPr>
        <p:spPr>
          <a:xfrm>
            <a:off x="8249716" y="1828800"/>
            <a:ext cx="457200" cy="457200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3996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3D15"/>
                </a:solidFill>
              </a:rPr>
              <a:t>사진 · 영상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3996" y="3108960"/>
            <a:ext cx="3210458" cy="31546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691076" y="489607"/>
            <a:ext cx="195353" cy="195353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65390" y="555182"/>
            <a:ext cx="118957" cy="118957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546210" y="1260630"/>
            <a:ext cx="126058" cy="126058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77933" y="601087"/>
            <a:ext cx="93564" cy="93564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833017" y="314922"/>
            <a:ext cx="102193" cy="102193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729729" y="1170282"/>
            <a:ext cx="168803" cy="168803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39796" y="376285"/>
            <a:ext cx="196620" cy="196620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100531" y="396632"/>
            <a:ext cx="154484" cy="154484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813352" y="760719"/>
            <a:ext cx="116170" cy="116170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573225" y="943562"/>
            <a:ext cx="136804" cy="136804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863999" y="217553"/>
            <a:ext cx="159934" cy="159934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웨딩 사진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640080" y="164592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F5E3CC"/>
          </a:solidFill>
          <a:ln w="19050">
            <a:solidFill>
              <a:srgbClr val="AE74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3D15"/>
                </a:solidFill>
              </a:rPr>
              <a:t>사진 1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4338218" y="164592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F5E3CC"/>
          </a:solidFill>
          <a:ln w="19050">
            <a:solidFill>
              <a:srgbClr val="AE74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3D15"/>
                </a:solidFill>
              </a:rPr>
              <a:t>사진 2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8036356" y="164592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F5E3CC"/>
          </a:solidFill>
          <a:ln w="19050">
            <a:solidFill>
              <a:srgbClr val="AE74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3D15"/>
                </a:solidFill>
              </a:rPr>
              <a:t>사진 3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640080" y="411480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F5E3CC"/>
          </a:solidFill>
          <a:ln w="19050">
            <a:solidFill>
              <a:srgbClr val="AE74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3D15"/>
                </a:solidFill>
              </a:rPr>
              <a:t>사진 4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4338218" y="411480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F5E3CC"/>
          </a:solidFill>
          <a:ln w="19050">
            <a:solidFill>
              <a:srgbClr val="AE74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3D15"/>
                </a:solidFill>
              </a:rPr>
              <a:t>사진 5</a:t>
            </a:r>
          </a:p>
        </p:txBody>
      </p:sp>
      <p:sp>
        <p:nvSpPr>
          <p:cNvPr id="20" name="사진 자리"/>
          <p:cNvSpPr/>
          <p:nvPr/>
        </p:nvSpPr>
        <p:spPr>
          <a:xfrm>
            <a:off x="8036356" y="411480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F5E3CC"/>
          </a:solidFill>
          <a:ln w="19050">
            <a:solidFill>
              <a:srgbClr val="AE74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3D15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057400"/>
            <a:ext cx="10241023" cy="1828800"/>
          </a:xfrm>
          <a:prstGeom prst="homePlat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3886200"/>
            <a:ext cx="9509522" cy="64008"/>
          </a:xfrm>
          <a:prstGeom prst="rect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263744" y="704815"/>
            <a:ext cx="452864" cy="452864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595107" y="856829"/>
            <a:ext cx="275764" cy="275764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246098" y="2492187"/>
            <a:ext cx="292227" cy="292227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856002" y="963247"/>
            <a:ext cx="216899" cy="216899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9592789" y="299863"/>
            <a:ext cx="236902" cy="236902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671528" y="2282743"/>
            <a:ext cx="391317" cy="391317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999413" y="442115"/>
            <a:ext cx="455801" cy="455801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212933" y="489281"/>
            <a:ext cx="358123" cy="358123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865382" y="1333302"/>
            <a:ext cx="269303" cy="269303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308724" y="1757165"/>
            <a:ext cx="317138" cy="317138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9664609" y="74145"/>
            <a:ext cx="370756" cy="370756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01" y="2167128"/>
            <a:ext cx="8778020" cy="1609344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</a:rPr>
              <a:t>함께해 주셔서 감사합니다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731501" y="4160520"/>
            <a:ext cx="8534186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B3D15"/>
                </a:solidFill>
              </a:rPr>
              <a:t>오늘의 축복을 오래도록 간직하겠습니다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731501" y="5029200"/>
            <a:ext cx="8534186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감사·답례 중심)">
  <a:themeElements>
    <a:clrScheme name="Office">
      <a:dk1>
        <a:sysClr val="windowText" lastClr="000000"/>
      </a:dk1>
      <a:lt1>
        <a:sysClr val="window" lastClr="FFFFFF"/>
      </a:lt1>
      <a:dk2>
        <a:srgbClr val="5B3D15"/>
      </a:dk2>
      <a:lt2>
        <a:srgbClr val="FBF6EE"/>
      </a:lt2>
      <a:accent1>
        <a:srgbClr val="AE7429"/>
      </a:accent1>
      <a:accent2>
        <a:srgbClr val="3B8B91"/>
      </a:accent2>
      <a:accent3>
        <a:srgbClr val="5B3D15"/>
      </a:accent3>
      <a:accent4>
        <a:srgbClr val="F5E3CC"/>
      </a:accent4>
      <a:accent5>
        <a:srgbClr val="74805D"/>
      </a:accent5>
      <a:accent6>
        <a:srgbClr val="9D8B73"/>
      </a:accent6>
      <a:hlink>
        <a:srgbClr val="AE7429"/>
      </a:hlink>
      <a:folHlink>
        <a:srgbClr val="5B3D15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슬라이드(감사·답례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