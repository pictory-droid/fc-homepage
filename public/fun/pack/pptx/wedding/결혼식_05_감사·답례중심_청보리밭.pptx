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D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071183" y="960120"/>
            <a:ext cx="3657508" cy="4526280"/>
          </a:xfrm>
          <a:prstGeom prst="roundRect">
            <a:avLst>
              <a:gd name="adj" fmla="val 4000"/>
            </a:avLst>
          </a:prstGeom>
          <a:solidFill>
            <a:srgbClr val="C6F2A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3549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7558851" y="1234439"/>
            <a:ext cx="3657508" cy="4526280"/>
          </a:xfrm>
          <a:prstGeom prst="roundRect">
            <a:avLst>
              <a:gd name="adj" fmla="val 4000"/>
            </a:avLst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6231F"/>
                </a:solidFill>
              </a:rPr>
              <a:t>저희 결혼합니다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와 주셔서 고맙습니다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날짜 입력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D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BB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WEDDING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310896"/>
          </a:xfrm>
          <a:prstGeom prst="star4">
            <a:avLst/>
          </a:prstGeom>
          <a:solidFill>
            <a:srgbClr val="C6F2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신랑 · 신부 소개</a:t>
            </a:r>
          </a:p>
        </p:txBody>
      </p:sp>
      <p:sp>
        <p:nvSpPr>
          <p:cNvPr id="6" name="사진 자리"/>
          <p:cNvSpPr/>
          <p:nvPr/>
        </p:nvSpPr>
        <p:spPr>
          <a:xfrm>
            <a:off x="1996363" y="1783080"/>
            <a:ext cx="2286000" cy="2286000"/>
          </a:xfrm>
          <a:prstGeom prst="ellipse">
            <a:avLst/>
          </a:prstGeom>
          <a:solidFill>
            <a:srgbClr val="E2FA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60520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54927"/>
                </a:solidFill>
              </a:rPr>
              <a:t>신랑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4617720"/>
            <a:ext cx="4815687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9" name="사진 자리"/>
          <p:cNvSpPr/>
          <p:nvPr/>
        </p:nvSpPr>
        <p:spPr>
          <a:xfrm>
            <a:off x="7909331" y="1783080"/>
            <a:ext cx="2286000" cy="2286000"/>
          </a:xfrm>
          <a:prstGeom prst="ellipse">
            <a:avLst/>
          </a:prstGeom>
          <a:solidFill>
            <a:srgbClr val="E2FA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3047" y="4160520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54927"/>
                </a:solidFill>
              </a:rPr>
              <a:t>신부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44487" y="4617720"/>
            <a:ext cx="4815687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D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BB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WEDDING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310896"/>
          </a:xfrm>
          <a:prstGeom prst="star4">
            <a:avLst/>
          </a:prstGeom>
          <a:solidFill>
            <a:srgbClr val="C6F2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감사의 말씀</a:t>
            </a:r>
          </a:p>
        </p:txBody>
      </p:sp>
      <p:sp>
        <p:nvSpPr>
          <p:cNvPr id="6" name="감사 글 칸"/>
          <p:cNvSpPr/>
          <p:nvPr/>
        </p:nvSpPr>
        <p:spPr>
          <a:xfrm>
            <a:off x="640080" y="1783080"/>
            <a:ext cx="10911535" cy="4572000"/>
          </a:xfrm>
          <a:prstGeom prst="roundRect">
            <a:avLst>
              <a:gd name="adj" fmla="val 7000"/>
            </a:avLst>
          </a:prstGeom>
          <a:solidFill>
            <a:srgbClr val="F2FD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감사 글"/>
          <p:cNvSpPr txBox="1"/>
          <p:nvPr/>
        </p:nvSpPr>
        <p:spPr>
          <a:xfrm>
            <a:off x="1097280" y="2148840"/>
            <a:ext cx="9997135" cy="38404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>바쁘신 중에 와 주셔서 고맙습니다.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>보내 주신 마음 잊지 않고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>잘 살겠습니다.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>신랑 · 신부 드림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D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BB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WEDDING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310896"/>
          </a:xfrm>
          <a:prstGeom prst="star4">
            <a:avLst/>
          </a:prstGeom>
          <a:solidFill>
            <a:srgbClr val="C6F2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답례 안내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1783080"/>
            <a:ext cx="3484778" cy="4572000"/>
          </a:xfrm>
          <a:prstGeom prst="roundRect">
            <a:avLst>
              <a:gd name="adj" fmla="val 7000"/>
            </a:avLst>
          </a:prstGeom>
          <a:solidFill>
            <a:srgbClr val="F2FD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822959" y="1965960"/>
            <a:ext cx="457200" cy="457200"/>
          </a:xfrm>
          <a:prstGeom prst="ellipse">
            <a:avLst/>
          </a:prstGeom>
          <a:noFill/>
          <a:ln w="19050">
            <a:solidFill>
              <a:srgbClr val="BBED97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354927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54927"/>
                </a:solidFill>
              </a:rPr>
              <a:t>답례품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3210458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입력하세요</a:t>
            </a:r>
          </a:p>
        </p:txBody>
      </p:sp>
      <p:sp>
        <p:nvSpPr>
          <p:cNvPr id="10" name="카드 2"/>
          <p:cNvSpPr/>
          <p:nvPr/>
        </p:nvSpPr>
        <p:spPr>
          <a:xfrm>
            <a:off x="4353458" y="1783080"/>
            <a:ext cx="3484778" cy="4572000"/>
          </a:xfrm>
          <a:prstGeom prst="roundRect">
            <a:avLst>
              <a:gd name="adj" fmla="val 7000"/>
            </a:avLst>
          </a:prstGeom>
          <a:solidFill>
            <a:srgbClr val="F2FD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4536338" y="1965960"/>
            <a:ext cx="457200" cy="457200"/>
          </a:xfrm>
          <a:prstGeom prst="ellipse">
            <a:avLst/>
          </a:prstGeom>
          <a:noFill/>
          <a:ln w="19050">
            <a:solidFill>
              <a:srgbClr val="BBED97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354927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54927"/>
                </a:solidFill>
              </a:rPr>
              <a:t>방명록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3246120"/>
            <a:ext cx="3210458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입력하세요</a:t>
            </a:r>
          </a:p>
        </p:txBody>
      </p:sp>
      <p:sp>
        <p:nvSpPr>
          <p:cNvPr id="14" name="카드 3"/>
          <p:cNvSpPr/>
          <p:nvPr/>
        </p:nvSpPr>
        <p:spPr>
          <a:xfrm>
            <a:off x="8066836" y="1783080"/>
            <a:ext cx="3484778" cy="4572000"/>
          </a:xfrm>
          <a:prstGeom prst="roundRect">
            <a:avLst>
              <a:gd name="adj" fmla="val 7000"/>
            </a:avLst>
          </a:prstGeom>
          <a:solidFill>
            <a:srgbClr val="F2FD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8249716" y="1965960"/>
            <a:ext cx="457200" cy="457200"/>
          </a:xfrm>
          <a:prstGeom prst="ellipse">
            <a:avLst/>
          </a:prstGeom>
          <a:noFill/>
          <a:ln w="19050">
            <a:solidFill>
              <a:srgbClr val="BBED97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354927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54927"/>
                </a:solidFill>
              </a:rPr>
              <a:t>사진 · 영상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3246120"/>
            <a:ext cx="3210458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D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BB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WEDDING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310896"/>
          </a:xfrm>
          <a:prstGeom prst="star4">
            <a:avLst/>
          </a:prstGeom>
          <a:solidFill>
            <a:srgbClr val="C6F2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웨딩 사진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E2FA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7" name="사진 자리"/>
          <p:cNvSpPr/>
          <p:nvPr/>
        </p:nvSpPr>
        <p:spPr>
          <a:xfrm>
            <a:off x="4338218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E2FA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036356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E2FA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9" name="사진 자리"/>
          <p:cNvSpPr/>
          <p:nvPr/>
        </p:nvSpPr>
        <p:spPr>
          <a:xfrm>
            <a:off x="640080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E2FA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4338218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E2FA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036356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E2FA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D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071183" y="960120"/>
            <a:ext cx="3657508" cy="4526280"/>
          </a:xfrm>
          <a:prstGeom prst="roundRect">
            <a:avLst>
              <a:gd name="adj" fmla="val 4000"/>
            </a:avLst>
          </a:prstGeom>
          <a:solidFill>
            <a:srgbClr val="C6F2A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3549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7558851" y="1234439"/>
            <a:ext cx="3657508" cy="4526280"/>
          </a:xfrm>
          <a:prstGeom prst="roundRect">
            <a:avLst>
              <a:gd name="adj" fmla="val 4000"/>
            </a:avLst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6231F"/>
                </a:solidFill>
              </a:rPr>
              <a:t>와 주셔서 고맙습니다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잘 살겠습니다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감사·답례 중심)">
  <a:themeElements>
    <a:clrScheme name="Office">
      <a:dk1>
        <a:sysClr val="windowText" lastClr="000000"/>
      </a:dk1>
      <a:lt1>
        <a:sysClr val="window" lastClr="FFFFFF"/>
      </a:lt1>
      <a:dk2>
        <a:srgbClr val="354927"/>
      </a:dk2>
      <a:lt2>
        <a:srgbClr val="F2FDEA"/>
      </a:lt2>
      <a:accent1>
        <a:srgbClr val="BBED97"/>
      </a:accent1>
      <a:accent2>
        <a:srgbClr val="BAF3BC"/>
      </a:accent2>
      <a:accent3>
        <a:srgbClr val="354927"/>
      </a:accent3>
      <a:accent4>
        <a:srgbClr val="E2FAD1"/>
      </a:accent4>
      <a:accent5>
        <a:srgbClr val="BAF0AA"/>
      </a:accent5>
      <a:accent6>
        <a:srgbClr val="86927D"/>
      </a:accent6>
      <a:hlink>
        <a:srgbClr val="BBED97"/>
      </a:hlink>
      <a:folHlink>
        <a:srgbClr val="3549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슬라이드(감사·답례 중심)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