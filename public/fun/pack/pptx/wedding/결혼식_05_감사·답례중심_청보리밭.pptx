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F481E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와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F481E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F481E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감사의 말씀</a:t>
            </a:r>
          </a:p>
        </p:txBody>
      </p:sp>
      <p:sp>
        <p:nvSpPr>
          <p:cNvPr id="5" name="감사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감사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 와 주셔서 고맙습니다.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마음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잘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답례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답례품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방명록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사진 · 영상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F481E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2F481E"/>
      </a:dk2>
      <a:lt2>
        <a:srgbClr val="F4F9F1"/>
      </a:lt2>
      <a:accent1>
        <a:srgbClr val="5F913B"/>
      </a:accent1>
      <a:accent2>
        <a:srgbClr val="423B91"/>
      </a:accent2>
      <a:accent3>
        <a:srgbClr val="2F481E"/>
      </a:accent3>
      <a:accent4>
        <a:srgbClr val="DEEFD2"/>
      </a:accent4>
      <a:accent5>
        <a:srgbClr val="506666"/>
      </a:accent5>
      <a:accent6>
        <a:srgbClr val="829178"/>
      </a:accent6>
      <a:hlink>
        <a:srgbClr val="5F913B"/>
      </a:hlink>
      <a:folHlink>
        <a:srgbClr val="2F481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