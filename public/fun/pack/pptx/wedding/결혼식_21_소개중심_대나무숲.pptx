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wedding-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1C3629"/>
                </a:solidFill>
              </a:rPr>
              <a:t>저희 결혼합니다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C3629"/>
                </a:solidFill>
              </a:rPr>
              <a:t>한여름에 올립니다, 시원하게 와 주세요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2027. 00. 00 · 예식장 이름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D5E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396F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C3629"/>
                </a:solidFill>
              </a:rPr>
              <a:t>신랑 · 신부 소개</a:t>
            </a:r>
          </a:p>
        </p:txBody>
      </p:sp>
      <p:sp>
        <p:nvSpPr>
          <p:cNvPr id="5" name="사진 자리"/>
          <p:cNvSpPr/>
          <p:nvPr/>
        </p:nvSpPr>
        <p:spPr>
          <a:xfrm>
            <a:off x="2042083" y="1554480"/>
            <a:ext cx="2194560" cy="2194560"/>
          </a:xfrm>
          <a:prstGeom prst="ellipse">
            <a:avLst/>
          </a:prstGeom>
          <a:solidFill>
            <a:srgbClr val="D5ECE0"/>
          </a:solidFill>
          <a:ln w="19050">
            <a:solidFill>
              <a:srgbClr val="396F54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C3629"/>
                </a:solidFill>
              </a:rPr>
              <a:t>사진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79"/>
            <a:ext cx="49985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C3629"/>
                </a:solidFill>
              </a:rPr>
              <a:t>신랑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4297679"/>
            <a:ext cx="4815687" cy="16459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신부에게 한마디</a:t>
            </a:r>
          </a:p>
        </p:txBody>
      </p:sp>
      <p:sp>
        <p:nvSpPr>
          <p:cNvPr id="8" name="사진 자리"/>
          <p:cNvSpPr/>
          <p:nvPr/>
        </p:nvSpPr>
        <p:spPr>
          <a:xfrm>
            <a:off x="7955051" y="1554480"/>
            <a:ext cx="2194560" cy="2194560"/>
          </a:xfrm>
          <a:prstGeom prst="ellipse">
            <a:avLst/>
          </a:prstGeom>
          <a:solidFill>
            <a:srgbClr val="D5ECE0"/>
          </a:solidFill>
          <a:ln w="19050">
            <a:solidFill>
              <a:srgbClr val="396F54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C3629"/>
                </a:solidFill>
              </a:rPr>
              <a:t>사진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3047" y="3840479"/>
            <a:ext cx="49985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C3629"/>
                </a:solidFill>
              </a:rPr>
              <a:t>신부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44487" y="4297679"/>
            <a:ext cx="4815687" cy="16459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신랑에게 한마디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D5E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396F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C3629"/>
                </a:solidFill>
              </a:rPr>
              <a:t>우리 두 사람</a:t>
            </a:r>
          </a:p>
        </p:txBody>
      </p:sp>
      <p:sp>
        <p:nvSpPr>
          <p:cNvPr id="5" name="왼쪽 칸"/>
          <p:cNvSpPr/>
          <p:nvPr/>
        </p:nvSpPr>
        <p:spPr>
          <a:xfrm>
            <a:off x="640080" y="1554480"/>
            <a:ext cx="5272887" cy="4389120"/>
          </a:xfrm>
          <a:prstGeom prst="roundRect">
            <a:avLst>
              <a:gd name="adj" fmla="val 8000"/>
            </a:avLst>
          </a:prstGeom>
          <a:solidFill>
            <a:srgbClr val="F2F8F5"/>
          </a:solidFill>
          <a:ln w="12700">
            <a:solidFill>
              <a:srgbClr val="D5ECE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칸 제목 바"/>
          <p:cNvSpPr/>
          <p:nvPr/>
        </p:nvSpPr>
        <p:spPr>
          <a:xfrm>
            <a:off x="640080" y="155448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396F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55448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닮은 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77440"/>
            <a:ext cx="4815687" cy="34747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9" name="오른쪽 칸"/>
          <p:cNvSpPr/>
          <p:nvPr/>
        </p:nvSpPr>
        <p:spPr>
          <a:xfrm>
            <a:off x="6278727" y="1554480"/>
            <a:ext cx="5272887" cy="4389120"/>
          </a:xfrm>
          <a:prstGeom prst="roundRect">
            <a:avLst>
              <a:gd name="adj" fmla="val 8000"/>
            </a:avLst>
          </a:prstGeom>
          <a:solidFill>
            <a:srgbClr val="D5ECE0"/>
          </a:solidFill>
          <a:ln w="12700">
            <a:solidFill>
              <a:srgbClr val="D5ECE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칸 제목 바"/>
          <p:cNvSpPr/>
          <p:nvPr/>
        </p:nvSpPr>
        <p:spPr>
          <a:xfrm>
            <a:off x="6278727" y="155448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1C36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1607" y="155448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다른 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7327" y="2377440"/>
            <a:ext cx="4815687" cy="34747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D5E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396F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C3629"/>
                </a:solidFill>
              </a:rPr>
              <a:t>서로에게 하고 싶은 말</a:t>
            </a:r>
          </a:p>
        </p:txBody>
      </p:sp>
      <p:sp>
        <p:nvSpPr>
          <p:cNvPr id="5" name="왼쪽 칸"/>
          <p:cNvSpPr/>
          <p:nvPr/>
        </p:nvSpPr>
        <p:spPr>
          <a:xfrm>
            <a:off x="640080" y="1554480"/>
            <a:ext cx="5272887" cy="4389120"/>
          </a:xfrm>
          <a:prstGeom prst="roundRect">
            <a:avLst>
              <a:gd name="adj" fmla="val 8000"/>
            </a:avLst>
          </a:prstGeom>
          <a:solidFill>
            <a:srgbClr val="F2F8F5"/>
          </a:solidFill>
          <a:ln w="12700">
            <a:solidFill>
              <a:srgbClr val="D5ECE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칸 제목 바"/>
          <p:cNvSpPr/>
          <p:nvPr/>
        </p:nvSpPr>
        <p:spPr>
          <a:xfrm>
            <a:off x="640080" y="155448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396F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55448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신랑이 신부에게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77440"/>
            <a:ext cx="4815687" cy="34747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하고 싶은 말을 적어 주세요</a:t>
            </a:r>
          </a:p>
        </p:txBody>
      </p:sp>
      <p:sp>
        <p:nvSpPr>
          <p:cNvPr id="9" name="오른쪽 칸"/>
          <p:cNvSpPr/>
          <p:nvPr/>
        </p:nvSpPr>
        <p:spPr>
          <a:xfrm>
            <a:off x="6278727" y="1554480"/>
            <a:ext cx="5272887" cy="4389120"/>
          </a:xfrm>
          <a:prstGeom prst="roundRect">
            <a:avLst>
              <a:gd name="adj" fmla="val 8000"/>
            </a:avLst>
          </a:prstGeom>
          <a:solidFill>
            <a:srgbClr val="D5ECE0"/>
          </a:solidFill>
          <a:ln w="12700">
            <a:solidFill>
              <a:srgbClr val="D5ECE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칸 제목 바"/>
          <p:cNvSpPr/>
          <p:nvPr/>
        </p:nvSpPr>
        <p:spPr>
          <a:xfrm>
            <a:off x="6278727" y="155448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1C36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1607" y="155448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신부가 신랑에게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7327" y="2377440"/>
            <a:ext cx="4815687" cy="34747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하고 싶은 말을 적어 주세요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D5E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396F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C3629"/>
                </a:solidFill>
              </a:rPr>
              <a:t>웨딩 사진</a:t>
            </a:r>
          </a:p>
        </p:txBody>
      </p:sp>
      <p:sp>
        <p:nvSpPr>
          <p:cNvPr id="5" name="사진 자리"/>
          <p:cNvSpPr/>
          <p:nvPr/>
        </p:nvSpPr>
        <p:spPr>
          <a:xfrm>
            <a:off x="640080" y="15544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D5ECE0"/>
          </a:solidFill>
          <a:ln w="19050">
            <a:solidFill>
              <a:srgbClr val="396F54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C3629"/>
                </a:solidFill>
              </a:rPr>
              <a:t>사진 1</a:t>
            </a:r>
          </a:p>
        </p:txBody>
      </p:sp>
      <p:sp>
        <p:nvSpPr>
          <p:cNvPr id="6" name="사진 자리"/>
          <p:cNvSpPr/>
          <p:nvPr/>
        </p:nvSpPr>
        <p:spPr>
          <a:xfrm>
            <a:off x="4338218" y="15544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D5ECE0"/>
          </a:solidFill>
          <a:ln w="19050">
            <a:solidFill>
              <a:srgbClr val="396F54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C3629"/>
                </a:solidFill>
              </a:rPr>
              <a:t>사진 2</a:t>
            </a:r>
          </a:p>
        </p:txBody>
      </p:sp>
      <p:sp>
        <p:nvSpPr>
          <p:cNvPr id="7" name="사진 자리"/>
          <p:cNvSpPr/>
          <p:nvPr/>
        </p:nvSpPr>
        <p:spPr>
          <a:xfrm>
            <a:off x="8036356" y="15544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D5ECE0"/>
          </a:solidFill>
          <a:ln w="19050">
            <a:solidFill>
              <a:srgbClr val="396F54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C3629"/>
                </a:solidFill>
              </a:rPr>
              <a:t>사진 3</a:t>
            </a:r>
          </a:p>
        </p:txBody>
      </p:sp>
      <p:sp>
        <p:nvSpPr>
          <p:cNvPr id="8" name="사진 자리"/>
          <p:cNvSpPr/>
          <p:nvPr/>
        </p:nvSpPr>
        <p:spPr>
          <a:xfrm>
            <a:off x="640080" y="38404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D5ECE0"/>
          </a:solidFill>
          <a:ln w="19050">
            <a:solidFill>
              <a:srgbClr val="396F54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C3629"/>
                </a:solidFill>
              </a:rPr>
              <a:t>사진 4</a:t>
            </a:r>
          </a:p>
        </p:txBody>
      </p:sp>
      <p:sp>
        <p:nvSpPr>
          <p:cNvPr id="9" name="사진 자리"/>
          <p:cNvSpPr/>
          <p:nvPr/>
        </p:nvSpPr>
        <p:spPr>
          <a:xfrm>
            <a:off x="4338218" y="38404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D5ECE0"/>
          </a:solidFill>
          <a:ln w="19050">
            <a:solidFill>
              <a:srgbClr val="396F54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C3629"/>
                </a:solidFill>
              </a:rPr>
              <a:t>사진 5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8036356" y="38404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D5ECE0"/>
          </a:solidFill>
          <a:ln w="19050">
            <a:solidFill>
              <a:srgbClr val="396F54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C3629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wedding-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1C3629"/>
                </a:solidFill>
              </a:rPr>
              <a:t>와 주셔서 고맙습니다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C3629"/>
                </a:solidFill>
              </a:rPr>
              <a:t>잘 살겠습니다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결혼식 슬라이드(소개 중심)">
  <a:themeElements>
    <a:clrScheme name="Office">
      <a:dk1>
        <a:sysClr val="windowText" lastClr="000000"/>
      </a:dk1>
      <a:lt1>
        <a:sysClr val="window" lastClr="FFFFFF"/>
      </a:lt1>
      <a:dk2>
        <a:srgbClr val="1C3629"/>
      </a:dk2>
      <a:lt2>
        <a:srgbClr val="F2F8F5"/>
      </a:lt2>
      <a:accent1>
        <a:srgbClr val="396F54"/>
      </a:accent1>
      <a:accent2>
        <a:srgbClr val="874587"/>
      </a:accent2>
      <a:accent3>
        <a:srgbClr val="1C3629"/>
      </a:accent3>
      <a:accent4>
        <a:srgbClr val="D5ECE0"/>
      </a:accent4>
      <a:accent5>
        <a:srgbClr val="605A6E"/>
      </a:accent5>
      <a:accent6>
        <a:srgbClr val="77867F"/>
      </a:accent6>
      <a:hlink>
        <a:srgbClr val="396F54"/>
      </a:hlink>
      <a:folHlink>
        <a:srgbClr val="1C3629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슬라이드(소개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