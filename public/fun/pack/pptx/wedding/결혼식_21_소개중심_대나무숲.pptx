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B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한여름에 올립니다, 시원하게 와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우리 두 사람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D1FAF8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15F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서로에게 하고 싶은 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D1FAF8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15F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5F5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115F5B"/>
      </a:dk2>
      <a:lt2>
        <a:srgbClr val="EEFCFB"/>
      </a:lt2>
      <a:accent1>
        <a:srgbClr val="26C5BD"/>
      </a:accent1>
      <a:accent2>
        <a:srgbClr val="209DB6"/>
      </a:accent2>
      <a:accent3>
        <a:srgbClr val="115F5B"/>
      </a:accent3>
      <a:accent4>
        <a:srgbClr val="D1FAF8"/>
      </a:accent4>
      <a:accent5>
        <a:srgbClr val="23B1BA"/>
      </a:accent5>
      <a:accent6>
        <a:srgbClr val="709F9D"/>
      </a:accent6>
      <a:hlink>
        <a:srgbClr val="26C5BD"/>
      </a:hlink>
      <a:folHlink>
        <a:srgbClr val="115F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