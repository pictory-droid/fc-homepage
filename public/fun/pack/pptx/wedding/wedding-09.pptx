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2743456" y="2186665"/>
            <a:ext cx="621776" cy="21482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2611683" y="1197364"/>
            <a:ext cx="621776" cy="204767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980948" y="677627"/>
            <a:ext cx="621776" cy="204113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2505944" y="2778355"/>
            <a:ext cx="621776" cy="16146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2594582" y="922195"/>
            <a:ext cx="621776" cy="2249156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2546438" y="1739988"/>
            <a:ext cx="621776" cy="195871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401C"/>
                </a:solidFill>
              </a:rPr>
              <a:t>두 사람이 하나 되는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401C"/>
                </a:solidFill>
              </a:rPr>
              <a:t>함께 모를 심듯 사랑을 심어 가겠습니다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신랑 · 신부 소개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401C"/>
                </a:solidFill>
              </a:rPr>
              <a:t>신랑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401C"/>
                </a:solidFill>
              </a:rPr>
              <a:t>신부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오시는 길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6035040" cy="480060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C401C"/>
                </a:solidFill>
              </a:rPr>
              <a:t>약도 · 지도를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7040880" y="160020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401C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교통 안내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지하철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버스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자가용 · 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웨딩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3EED3"/>
          </a:solidFill>
          <a:ln w="19050">
            <a:solidFill>
              <a:srgbClr val="3A88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401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2743456" y="2186665"/>
            <a:ext cx="621776" cy="21482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2611683" y="1197364"/>
            <a:ext cx="621776" cy="204767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980948" y="677627"/>
            <a:ext cx="621776" cy="204113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2505944" y="2778355"/>
            <a:ext cx="621776" cy="16146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2594582" y="922195"/>
            <a:ext cx="621776" cy="2249156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2546438" y="1739988"/>
            <a:ext cx="621776" cy="195871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C401C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401C"/>
                </a:solidFill>
              </a:rPr>
              <a:t>오늘의 축복을 오래도록 간직하겠습니다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1C401C"/>
      </a:dk2>
      <a:lt2>
        <a:srgbClr val="F1F9F1"/>
      </a:lt2>
      <a:accent1>
        <a:srgbClr val="3A883A"/>
      </a:accent1>
      <a:accent2>
        <a:srgbClr val="663D8F"/>
      </a:accent2>
      <a:accent3>
        <a:srgbClr val="1C401C"/>
      </a:accent3>
      <a:accent4>
        <a:srgbClr val="D3EED3"/>
      </a:accent4>
      <a:accent5>
        <a:srgbClr val="506264"/>
      </a:accent5>
      <a:accent6>
        <a:srgbClr val="778C77"/>
      </a:accent6>
      <a:hlink>
        <a:srgbClr val="3A883A"/>
      </a:hlink>
      <a:folHlink>
        <a:srgbClr val="1C401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