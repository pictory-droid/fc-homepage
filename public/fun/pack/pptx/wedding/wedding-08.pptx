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137956" y="2926096"/>
            <a:ext cx="1737316" cy="1005814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960895" y="3383284"/>
            <a:ext cx="1097252" cy="694926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8595145" y="4151361"/>
            <a:ext cx="219450" cy="219450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9143771" y="4151361"/>
            <a:ext cx="219450" cy="219450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9692397" y="4151361"/>
            <a:ext cx="219450" cy="219450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6263B"/>
                </a:solidFill>
              </a:rPr>
              <a:t>두 사람이 하나 되는 날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6263B"/>
                </a:solidFill>
              </a:rPr>
              <a:t>제비처럼 한 지붕 아래 둥지를 틀겠습니다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2079" y="521208"/>
            <a:ext cx="694944" cy="402336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21263" y="704088"/>
            <a:ext cx="438912" cy="277977"/>
          </a:xfrm>
          <a:prstGeom prst="cloud">
            <a:avLst/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874959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94415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13871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신랑 · 신부 소개</a:t>
            </a:r>
          </a:p>
        </p:txBody>
      </p:sp>
      <p:sp>
        <p:nvSpPr>
          <p:cNvPr id="9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6263B"/>
                </a:solidFill>
              </a:rPr>
              <a:t>신랑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6263B"/>
                </a:solidFill>
              </a:rPr>
              <a:t>신부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2079" y="521208"/>
            <a:ext cx="694944" cy="402336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21263" y="704088"/>
            <a:ext cx="438912" cy="277977"/>
          </a:xfrm>
          <a:prstGeom prst="cloud">
            <a:avLst/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874959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94415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13871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식순 안내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/>
        </p:nvGraphicFramePr>
        <p:xfrm>
          <a:off x="640080" y="1600200"/>
          <a:ext cx="10911535" cy="3950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5339913"/>
                <a:gridCol w="3559942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순서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63B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하객 맞이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63B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신랑 · 신부 입장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63B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혼인 서약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63B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축가 · 감사 인사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63B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기념 촬영 · 식사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2079" y="521208"/>
            <a:ext cx="694944" cy="402336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21263" y="704088"/>
            <a:ext cx="438912" cy="277977"/>
          </a:xfrm>
          <a:prstGeom prst="cloud">
            <a:avLst/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874959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94415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13871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하객 안내</a:t>
            </a:r>
          </a:p>
        </p:txBody>
      </p:sp>
      <p:sp>
        <p:nvSpPr>
          <p:cNvPr id="9" name="카드 1"/>
          <p:cNvSpPr/>
          <p:nvPr/>
        </p:nvSpPr>
        <p:spPr>
          <a:xfrm>
            <a:off x="640080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5875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주차 안내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3" name="카드 2"/>
          <p:cNvSpPr/>
          <p:nvPr/>
        </p:nvSpPr>
        <p:spPr>
          <a:xfrm>
            <a:off x="4353458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5875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식사 안내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7" name="카드 3"/>
          <p:cNvSpPr/>
          <p:nvPr/>
        </p:nvSpPr>
        <p:spPr>
          <a:xfrm>
            <a:off x="8066836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5875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기념 촬영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2079" y="521208"/>
            <a:ext cx="694944" cy="402336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21263" y="704088"/>
            <a:ext cx="438912" cy="277977"/>
          </a:xfrm>
          <a:prstGeom prst="cloud">
            <a:avLst/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874959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94415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13871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웨딩 사진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1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2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3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4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5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137956" y="2926096"/>
            <a:ext cx="1737316" cy="1005814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960895" y="3383284"/>
            <a:ext cx="1097252" cy="694926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8595145" y="4151361"/>
            <a:ext cx="219450" cy="219450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9143771" y="4151361"/>
            <a:ext cx="219450" cy="219450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9692397" y="4151361"/>
            <a:ext cx="219450" cy="219450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6263B"/>
                </a:solidFill>
              </a:rPr>
              <a:t>함께해 주셔서 감사합니다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6263B"/>
                </a:solidFill>
              </a:rPr>
              <a:t>오늘의 축복을 오래도록 간직하겠습니다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식순 중심)">
  <a:themeElements>
    <a:clrScheme name="Office">
      <a:dk1>
        <a:sysClr val="windowText" lastClr="000000"/>
      </a:dk1>
      <a:lt1>
        <a:sysClr val="window" lastClr="FFFFFF"/>
      </a:lt1>
      <a:dk2>
        <a:srgbClr val="16263B"/>
      </a:dk2>
      <a:lt2>
        <a:srgbClr val="F0F4F9"/>
      </a:lt2>
      <a:accent1>
        <a:srgbClr val="2A476F"/>
      </a:accent1>
      <a:accent2>
        <a:srgbClr val="91423B"/>
      </a:accent2>
      <a:accent3>
        <a:srgbClr val="16263B"/>
      </a:accent3>
      <a:accent4>
        <a:srgbClr val="D1DEF0"/>
      </a:accent4>
      <a:accent5>
        <a:srgbClr val="5E4455"/>
      </a:accent5>
      <a:accent6>
        <a:srgbClr val="737D89"/>
      </a:accent6>
      <a:hlink>
        <a:srgbClr val="2A476F"/>
      </a:hlink>
      <a:folHlink>
        <a:srgbClr val="16263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