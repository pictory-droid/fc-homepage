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C5D27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C5D27"/>
                </a:solidFill>
              </a:rPr>
              <a:t>추운 날 와 주셔서 더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C5D27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C5D27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감사의 말씀</a:t>
            </a:r>
          </a:p>
        </p:txBody>
      </p:sp>
      <p:sp>
        <p:nvSpPr>
          <p:cNvPr id="5" name="감사 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2700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감사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답례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답례품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방명록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80060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사진 ·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2E5CF"/>
          </a:solidFill>
          <a:ln w="19050">
            <a:solidFill>
              <a:srgbClr val="C496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C5D27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C5D27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C5D27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7C5D27"/>
      </a:dk2>
      <a:lt2>
        <a:srgbClr val="FAF6EF"/>
      </a:lt2>
      <a:accent1>
        <a:srgbClr val="C49645"/>
      </a:accent1>
      <a:accent2>
        <a:srgbClr val="3B8591"/>
      </a:accent2>
      <a:accent3>
        <a:srgbClr val="7C5D27"/>
      </a:accent3>
      <a:accent4>
        <a:srgbClr val="F2E5CF"/>
      </a:accent4>
      <a:accent5>
        <a:srgbClr val="808E6B"/>
      </a:accent5>
      <a:accent6>
        <a:srgbClr val="B09E7D"/>
      </a:accent6>
      <a:hlink>
        <a:srgbClr val="C49645"/>
      </a:hlink>
      <a:folHlink>
        <a:srgbClr val="7C5D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