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A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D4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D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저희 결혼합니다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추운 날 와 주셔서 더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6" name="포인트"/>
          <p:cNvSpPr/>
          <p:nvPr/>
        </p:nvSpPr>
        <p:spPr>
          <a:xfrm>
            <a:off x="11048695" y="502919"/>
            <a:ext cx="274320" cy="274320"/>
          </a:xfrm>
          <a:prstGeom prst="mathPlus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신랑 · 신부 소개</a:t>
            </a:r>
          </a:p>
        </p:txBody>
      </p:sp>
      <p:sp>
        <p:nvSpPr>
          <p:cNvPr id="7" name="사진 자리"/>
          <p:cNvSpPr/>
          <p:nvPr/>
        </p:nvSpPr>
        <p:spPr>
          <a:xfrm>
            <a:off x="2042083" y="1783080"/>
            <a:ext cx="2194560" cy="2194560"/>
          </a:xfrm>
          <a:prstGeom prst="ellipse">
            <a:avLst/>
          </a:prstGeom>
          <a:solidFill>
            <a:srgbClr val="F6EA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6907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D27"/>
                </a:solidFill>
              </a:rPr>
              <a:t>신랑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526279"/>
            <a:ext cx="4815687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7955051" y="1783080"/>
            <a:ext cx="2194560" cy="2194560"/>
          </a:xfrm>
          <a:prstGeom prst="ellipse">
            <a:avLst/>
          </a:prstGeom>
          <a:solidFill>
            <a:srgbClr val="F6EA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047" y="406907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D27"/>
                </a:solidFill>
              </a:rPr>
              <a:t>신부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4487" y="4526279"/>
            <a:ext cx="4815687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6" name="포인트"/>
          <p:cNvSpPr/>
          <p:nvPr/>
        </p:nvSpPr>
        <p:spPr>
          <a:xfrm>
            <a:off x="11048695" y="502919"/>
            <a:ext cx="274320" cy="274320"/>
          </a:xfrm>
          <a:prstGeom prst="mathPlus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감사의 말씀</a:t>
            </a:r>
          </a:p>
        </p:txBody>
      </p:sp>
      <p:sp>
        <p:nvSpPr>
          <p:cNvPr id="7" name="감사 글 칸"/>
          <p:cNvSpPr/>
          <p:nvPr/>
        </p:nvSpPr>
        <p:spPr>
          <a:xfrm>
            <a:off x="640080" y="1783080"/>
            <a:ext cx="10911535" cy="4389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A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위쪽 띠"/>
          <p:cNvSpPr/>
          <p:nvPr/>
        </p:nvSpPr>
        <p:spPr>
          <a:xfrm>
            <a:off x="649224" y="1792224"/>
            <a:ext cx="10893247" cy="82296"/>
          </a:xfrm>
          <a:prstGeom prst="rect">
            <a:avLst/>
          </a:prstGeom>
          <a:solidFill>
            <a:srgbClr val="E1C6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감사 글"/>
          <p:cNvSpPr txBox="1"/>
          <p:nvPr/>
        </p:nvSpPr>
        <p:spPr>
          <a:xfrm>
            <a:off x="1097280" y="2148840"/>
            <a:ext cx="9997135" cy="36576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바쁘신 중에 와 주셔서 고맙습니다.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보내 주신 마음 잊지 않고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잘 살겠습니다.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신랑 · 신부 드림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6" name="포인트"/>
          <p:cNvSpPr/>
          <p:nvPr/>
        </p:nvSpPr>
        <p:spPr>
          <a:xfrm>
            <a:off x="11048695" y="502919"/>
            <a:ext cx="274320" cy="274320"/>
          </a:xfrm>
          <a:prstGeom prst="mathPlus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답례 안내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1783080"/>
            <a:ext cx="3484778" cy="4389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A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위쪽 띠"/>
          <p:cNvSpPr/>
          <p:nvPr/>
        </p:nvSpPr>
        <p:spPr>
          <a:xfrm>
            <a:off x="649224" y="1792224"/>
            <a:ext cx="3466490" cy="82296"/>
          </a:xfrm>
          <a:prstGeom prst="rect">
            <a:avLst/>
          </a:prstGeom>
          <a:solidFill>
            <a:srgbClr val="E1C6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E5EA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D27"/>
                </a:solidFill>
              </a:rPr>
              <a:t>답례품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46120"/>
            <a:ext cx="3210458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2" name="카드 2"/>
          <p:cNvSpPr/>
          <p:nvPr/>
        </p:nvSpPr>
        <p:spPr>
          <a:xfrm>
            <a:off x="4353458" y="1783080"/>
            <a:ext cx="3484778" cy="4389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A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위쪽 띠"/>
          <p:cNvSpPr/>
          <p:nvPr/>
        </p:nvSpPr>
        <p:spPr>
          <a:xfrm>
            <a:off x="4362602" y="1792224"/>
            <a:ext cx="3466490" cy="82296"/>
          </a:xfrm>
          <a:prstGeom prst="rect">
            <a:avLst/>
          </a:prstGeom>
          <a:solidFill>
            <a:srgbClr val="E1C6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E5EA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D27"/>
                </a:solidFill>
              </a:rPr>
              <a:t>방명록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0618" y="3246120"/>
            <a:ext cx="3210458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7" name="카드 3"/>
          <p:cNvSpPr/>
          <p:nvPr/>
        </p:nvSpPr>
        <p:spPr>
          <a:xfrm>
            <a:off x="8066836" y="1783080"/>
            <a:ext cx="3484778" cy="4389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A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위쪽 띠"/>
          <p:cNvSpPr/>
          <p:nvPr/>
        </p:nvSpPr>
        <p:spPr>
          <a:xfrm>
            <a:off x="8075980" y="1792224"/>
            <a:ext cx="3466490" cy="82296"/>
          </a:xfrm>
          <a:prstGeom prst="rect">
            <a:avLst/>
          </a:prstGeom>
          <a:solidFill>
            <a:srgbClr val="E1C6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E5EA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D27"/>
                </a:solidFill>
              </a:rPr>
              <a:t>사진 · 영상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3996" y="3246120"/>
            <a:ext cx="3210458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6" name="포인트"/>
          <p:cNvSpPr/>
          <p:nvPr/>
        </p:nvSpPr>
        <p:spPr>
          <a:xfrm>
            <a:off x="11048695" y="502919"/>
            <a:ext cx="274320" cy="274320"/>
          </a:xfrm>
          <a:prstGeom prst="mathPlus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웨딩 사진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1783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6EA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1783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6EA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1783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6EA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069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6EA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6EA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036356" y="40690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6EA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A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D4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D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잘 살겠습니다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감사·답례 중심)">
  <a:themeElements>
    <a:clrScheme name="Office">
      <a:dk1>
        <a:sysClr val="windowText" lastClr="000000"/>
      </a:dk1>
      <a:lt1>
        <a:sysClr val="window" lastClr="FFFFFF"/>
      </a:lt1>
      <a:dk2>
        <a:srgbClr val="493D27"/>
      </a:dk2>
      <a:lt2>
        <a:srgbClr val="FBF6EC"/>
      </a:lt2>
      <a:accent1>
        <a:srgbClr val="E1C698"/>
      </a:accent1>
      <a:accent2>
        <a:srgbClr val="E5EAB8"/>
      </a:accent2>
      <a:accent3>
        <a:srgbClr val="493D27"/>
      </a:accent3>
      <a:accent4>
        <a:srgbClr val="F6EAD5"/>
      </a:accent4>
      <a:accent5>
        <a:srgbClr val="E3D8A8"/>
      </a:accent5>
      <a:accent6>
        <a:srgbClr val="928B7D"/>
      </a:accent6>
      <a:hlink>
        <a:srgbClr val="E1C698"/>
      </a:hlink>
      <a:folHlink>
        <a:srgbClr val="493D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