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CFA9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77942" y="1691662"/>
            <a:ext cx="1097252" cy="182875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2255" y="150878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52255" y="352041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767795" y="2350014"/>
            <a:ext cx="1097252" cy="1536153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2042108" y="2167138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042108" y="388616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3157649" y="1691662"/>
            <a:ext cx="1097252" cy="1828754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3431962" y="150878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3431962" y="352041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C5D27"/>
                </a:solidFill>
              </a:rPr>
              <a:t>두 사람이 하나 되는 날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C5D27"/>
                </a:solidFill>
              </a:rPr>
              <a:t>한지 등불처럼 은은한 사랑으로 살겠습니다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신랑 · 신부 소개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C5D27"/>
                </a:solidFill>
              </a:rPr>
              <a:t>신랑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C5D27"/>
                </a:solidFill>
              </a:rPr>
              <a:t>신부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감사의 말씀</a:t>
            </a:r>
          </a:p>
        </p:txBody>
      </p:sp>
      <p:sp>
        <p:nvSpPr>
          <p:cNvPr id="14" name="감사 글 칸"/>
          <p:cNvSpPr/>
          <p:nvPr/>
        </p:nvSpPr>
        <p:spPr>
          <a:xfrm>
            <a:off x="640080" y="1600200"/>
            <a:ext cx="10911535" cy="480060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2700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감사 글"/>
          <p:cNvSpPr txBox="1"/>
          <p:nvPr/>
        </p:nvSpPr>
        <p:spPr>
          <a:xfrm>
            <a:off x="1097280" y="1965960"/>
            <a:ext cx="999713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바쁘신 중에도 귀한 걸음 해 주셔서 감사합니다.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보내 주신 축복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서로 아끼며 예쁘게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답례 안내</a:t>
            </a:r>
          </a:p>
        </p:txBody>
      </p:sp>
      <p:sp>
        <p:nvSpPr>
          <p:cNvPr id="14" name="카드 1"/>
          <p:cNvSpPr/>
          <p:nvPr/>
        </p:nvSpPr>
        <p:spPr>
          <a:xfrm>
            <a:off x="640080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답례품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8" name="카드 2"/>
          <p:cNvSpPr/>
          <p:nvPr/>
        </p:nvSpPr>
        <p:spPr>
          <a:xfrm>
            <a:off x="4353458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방명록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0618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22" name="카드 3"/>
          <p:cNvSpPr/>
          <p:nvPr/>
        </p:nvSpPr>
        <p:spPr>
          <a:xfrm>
            <a:off x="8066836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사진 · 영상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3996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웨딩 사진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1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2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3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4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5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CFA9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77942" y="1691662"/>
            <a:ext cx="1097252" cy="182875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2255" y="150878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52255" y="352041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767795" y="2350014"/>
            <a:ext cx="1097252" cy="1536153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2042108" y="2167138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042108" y="388616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3157649" y="1691662"/>
            <a:ext cx="1097252" cy="1828754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3431962" y="150878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3431962" y="352041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C5D27"/>
                </a:solidFill>
              </a:rPr>
              <a:t>함께해 주셔서 감사합니다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C5D27"/>
                </a:solidFill>
              </a:rPr>
              <a:t>오늘의 축복을 오래도록 간직하겠습니다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7C5D27"/>
      </a:dk2>
      <a:lt2>
        <a:srgbClr val="FAF6EF"/>
      </a:lt2>
      <a:accent1>
        <a:srgbClr val="C49645"/>
      </a:accent1>
      <a:accent2>
        <a:srgbClr val="3B8591"/>
      </a:accent2>
      <a:accent3>
        <a:srgbClr val="7C5D27"/>
      </a:accent3>
      <a:accent4>
        <a:srgbClr val="F2E5CF"/>
      </a:accent4>
      <a:accent5>
        <a:srgbClr val="808E6B"/>
      </a:accent5>
      <a:accent6>
        <a:srgbClr val="B09E7D"/>
      </a:accent6>
      <a:hlink>
        <a:srgbClr val="C49645"/>
      </a:hlink>
      <a:folHlink>
        <a:srgbClr val="7C5D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