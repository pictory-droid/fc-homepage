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12740335" cy="274320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12740335" cy="23317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626858" y="630936"/>
            <a:ext cx="740664" cy="1152143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0305182" y="1123767"/>
            <a:ext cx="740664" cy="1152143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0046085" y="1921184"/>
            <a:ext cx="740664" cy="1152143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9207630" y="1921184"/>
            <a:ext cx="740664" cy="1152143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8948534" y="1123767"/>
            <a:ext cx="740664" cy="1152143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9750302" y="1673352"/>
            <a:ext cx="493775" cy="49377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8425233" y="2531534"/>
            <a:ext cx="370332" cy="576071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8659662" y="2879089"/>
            <a:ext cx="370332" cy="576071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8401560" y="3209445"/>
            <a:ext cx="370332" cy="576071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8007616" y="3066061"/>
            <a:ext cx="370332" cy="576071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8022246" y="2647089"/>
            <a:ext cx="370332" cy="576071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8364986" y="3031236"/>
            <a:ext cx="246887" cy="246887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542962" y="2820415"/>
            <a:ext cx="311078" cy="4839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628155" y="3162105"/>
            <a:ext cx="311078" cy="48390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329514" y="3348717"/>
            <a:ext cx="311078" cy="4839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059751" y="3122359"/>
            <a:ext cx="311078" cy="48390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191669" y="2795850"/>
            <a:ext cx="311078" cy="4839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402257" y="3188147"/>
            <a:ext cx="207385" cy="20738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37160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71285B"/>
                </a:solidFill>
              </a:rPr>
              <a:t>두 사람이 하나 되는 날</a:t>
            </a:r>
          </a:p>
        </p:txBody>
      </p:sp>
      <p:sp>
        <p:nvSpPr>
          <p:cNvPr id="23" name="한 줄 문구"/>
          <p:cNvSpPr txBox="1"/>
          <p:nvPr/>
        </p:nvSpPr>
        <p:spPr>
          <a:xfrm>
            <a:off x="975335" y="292608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1285B"/>
                </a:solidFill>
              </a:rPr>
              <a:t>진달래빛 사랑을 오래도록 간직하겠습니다</a:t>
            </a:r>
          </a:p>
        </p:txBody>
      </p:sp>
      <p:sp>
        <p:nvSpPr>
          <p:cNvPr id="24" name="안내 문구"/>
          <p:cNvSpPr txBox="1"/>
          <p:nvPr/>
        </p:nvSpPr>
        <p:spPr>
          <a:xfrm>
            <a:off x="975335" y="379476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285B"/>
                </a:solidFill>
              </a:rPr>
              <a:t>신랑 · 신부 소개</a:t>
            </a:r>
          </a:p>
        </p:txBody>
      </p:sp>
      <p:sp>
        <p:nvSpPr>
          <p:cNvPr id="23" name="사진 자리"/>
          <p:cNvSpPr/>
          <p:nvPr/>
        </p:nvSpPr>
        <p:spPr>
          <a:xfrm>
            <a:off x="2042083" y="1554480"/>
            <a:ext cx="2194560" cy="2194560"/>
          </a:xfrm>
          <a:prstGeom prst="ellipse">
            <a:avLst/>
          </a:prstGeom>
          <a:solidFill>
            <a:srgbClr val="F1D0E7"/>
          </a:solidFill>
          <a:ln w="19050">
            <a:solidFill>
              <a:srgbClr val="BD429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285B"/>
                </a:solidFill>
              </a:rPr>
              <a:t>사진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84047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1285B"/>
                </a:solidFill>
              </a:rPr>
              <a:t>신랑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19" y="4297679"/>
            <a:ext cx="4815687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26" name="사진 자리"/>
          <p:cNvSpPr/>
          <p:nvPr/>
        </p:nvSpPr>
        <p:spPr>
          <a:xfrm>
            <a:off x="7955051" y="1554480"/>
            <a:ext cx="2194560" cy="2194560"/>
          </a:xfrm>
          <a:prstGeom prst="ellipse">
            <a:avLst/>
          </a:prstGeom>
          <a:solidFill>
            <a:srgbClr val="F1D0E7"/>
          </a:solidFill>
          <a:ln w="19050">
            <a:solidFill>
              <a:srgbClr val="BD429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285B"/>
                </a:solidFill>
              </a:rPr>
              <a:t>사진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3047" y="384047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1285B"/>
                </a:solidFill>
              </a:rPr>
              <a:t>신부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4487" y="4297679"/>
            <a:ext cx="4815687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285B"/>
                </a:solidFill>
              </a:rPr>
              <a:t>우리의 이야기</a:t>
            </a:r>
          </a:p>
        </p:txBody>
      </p:sp>
      <p:sp>
        <p:nvSpPr>
          <p:cNvPr id="23" name="타임라인 선"/>
          <p:cNvSpPr/>
          <p:nvPr/>
        </p:nvSpPr>
        <p:spPr>
          <a:xfrm>
            <a:off x="640080" y="3291840"/>
            <a:ext cx="10911535" cy="54864"/>
          </a:xfrm>
          <a:prstGeom prst="rect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때 1"/>
          <p:cNvSpPr/>
          <p:nvPr/>
        </p:nvSpPr>
        <p:spPr>
          <a:xfrm>
            <a:off x="1802853" y="3108960"/>
            <a:ext cx="402336" cy="402336"/>
          </a:xfrm>
          <a:prstGeom prst="ellipse">
            <a:avLst/>
          </a:prstGeom>
          <a:solidFill>
            <a:srgbClr val="BD429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BD4298"/>
                </a:solidFill>
              </a:rPr>
              <a:t>처음 만난 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19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1285B"/>
                </a:solidFill>
              </a:rPr>
              <a:t>첫 만남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19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어디에서 어떻게?</a:t>
            </a:r>
          </a:p>
        </p:txBody>
      </p:sp>
      <p:sp>
        <p:nvSpPr>
          <p:cNvPr id="28" name="때 2"/>
          <p:cNvSpPr/>
          <p:nvPr/>
        </p:nvSpPr>
        <p:spPr>
          <a:xfrm>
            <a:off x="4530737" y="3108960"/>
            <a:ext cx="402336" cy="402336"/>
          </a:xfrm>
          <a:prstGeom prst="ellipse">
            <a:avLst/>
          </a:prstGeom>
          <a:solidFill>
            <a:srgbClr val="BD429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13683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BD4298"/>
                </a:solidFill>
              </a:rPr>
              <a:t>첫 데이트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9403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1285B"/>
                </a:solidFill>
              </a:rPr>
              <a:t>설레던 하루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9403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무엇을 했나요?</a:t>
            </a:r>
          </a:p>
        </p:txBody>
      </p:sp>
      <p:sp>
        <p:nvSpPr>
          <p:cNvPr id="32" name="때 3"/>
          <p:cNvSpPr/>
          <p:nvPr/>
        </p:nvSpPr>
        <p:spPr>
          <a:xfrm>
            <a:off x="7258621" y="3108960"/>
            <a:ext cx="402336" cy="402336"/>
          </a:xfrm>
          <a:prstGeom prst="ellipse">
            <a:avLst/>
          </a:prstGeom>
          <a:solidFill>
            <a:srgbClr val="BD429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41567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BD4298"/>
                </a:solidFill>
              </a:rPr>
              <a:t>프러포즈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87287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1285B"/>
                </a:solidFill>
              </a:rPr>
              <a:t>평생을 약속하다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7287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이야기</a:t>
            </a:r>
          </a:p>
        </p:txBody>
      </p:sp>
      <p:sp>
        <p:nvSpPr>
          <p:cNvPr id="36" name="때 4"/>
          <p:cNvSpPr/>
          <p:nvPr/>
        </p:nvSpPr>
        <p:spPr>
          <a:xfrm>
            <a:off x="9986505" y="3108960"/>
            <a:ext cx="402336" cy="402336"/>
          </a:xfrm>
          <a:prstGeom prst="ellipse">
            <a:avLst/>
          </a:prstGeom>
          <a:solidFill>
            <a:srgbClr val="BD429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9451" y="24688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BD4298"/>
                </a:solidFill>
              </a:rPr>
              <a:t>결혼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171" y="36576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71285B"/>
                </a:solidFill>
              </a:rPr>
              <a:t>오늘의 우리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5171" y="41605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함께 시작합니다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285B"/>
                </a:solidFill>
              </a:rPr>
              <a:t>우리의 첫 번째</a:t>
            </a:r>
          </a:p>
        </p:txBody>
      </p:sp>
      <p:sp>
        <p:nvSpPr>
          <p:cNvPr id="23" name="카드 1"/>
          <p:cNvSpPr/>
          <p:nvPr/>
        </p:nvSpPr>
        <p:spPr>
          <a:xfrm>
            <a:off x="640080" y="1554480"/>
            <a:ext cx="2556433" cy="4389120"/>
          </a:xfrm>
          <a:prstGeom prst="roundRect">
            <a:avLst>
              <a:gd name="adj" fmla="val 8000"/>
            </a:avLst>
          </a:prstGeom>
          <a:solidFill>
            <a:srgbClr val="FAF0F7"/>
          </a:solidFill>
          <a:ln w="15875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1"/>
          <p:cNvSpPr/>
          <p:nvPr/>
        </p:nvSpPr>
        <p:spPr>
          <a:xfrm>
            <a:off x="822959" y="1737360"/>
            <a:ext cx="457200" cy="4572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23317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285B"/>
                </a:solidFill>
              </a:rPr>
              <a:t>첫 여행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017520"/>
            <a:ext cx="2282113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어디였나요?</a:t>
            </a:r>
          </a:p>
        </p:txBody>
      </p:sp>
      <p:sp>
        <p:nvSpPr>
          <p:cNvPr id="27" name="카드 2"/>
          <p:cNvSpPr/>
          <p:nvPr/>
        </p:nvSpPr>
        <p:spPr>
          <a:xfrm>
            <a:off x="3425113" y="1554480"/>
            <a:ext cx="2556433" cy="4389120"/>
          </a:xfrm>
          <a:prstGeom prst="roundRect">
            <a:avLst>
              <a:gd name="adj" fmla="val 8000"/>
            </a:avLst>
          </a:prstGeom>
          <a:solidFill>
            <a:srgbClr val="FAF0F7"/>
          </a:solidFill>
          <a:ln w="15875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번호 2"/>
          <p:cNvSpPr/>
          <p:nvPr/>
        </p:nvSpPr>
        <p:spPr>
          <a:xfrm>
            <a:off x="3607993" y="1737360"/>
            <a:ext cx="457200" cy="4572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2273" y="23317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285B"/>
                </a:solidFill>
              </a:rPr>
              <a:t>첫 선물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2273" y="3017520"/>
            <a:ext cx="2282113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무엇이었나요?</a:t>
            </a:r>
          </a:p>
        </p:txBody>
      </p:sp>
      <p:sp>
        <p:nvSpPr>
          <p:cNvPr id="31" name="카드 3"/>
          <p:cNvSpPr/>
          <p:nvPr/>
        </p:nvSpPr>
        <p:spPr>
          <a:xfrm>
            <a:off x="6210147" y="1554480"/>
            <a:ext cx="2556433" cy="4389120"/>
          </a:xfrm>
          <a:prstGeom prst="roundRect">
            <a:avLst>
              <a:gd name="adj" fmla="val 8000"/>
            </a:avLst>
          </a:prstGeom>
          <a:solidFill>
            <a:srgbClr val="FAF0F7"/>
          </a:solidFill>
          <a:ln w="15875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번호 3"/>
          <p:cNvSpPr/>
          <p:nvPr/>
        </p:nvSpPr>
        <p:spPr>
          <a:xfrm>
            <a:off x="6393027" y="1737360"/>
            <a:ext cx="457200" cy="4572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47307" y="23317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285B"/>
                </a:solidFill>
              </a:rPr>
              <a:t>첫 다툼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7307" y="3017520"/>
            <a:ext cx="2282113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어떻게 풀었나요?</a:t>
            </a:r>
          </a:p>
        </p:txBody>
      </p:sp>
      <p:sp>
        <p:nvSpPr>
          <p:cNvPr id="35" name="카드 4"/>
          <p:cNvSpPr/>
          <p:nvPr/>
        </p:nvSpPr>
        <p:spPr>
          <a:xfrm>
            <a:off x="8995181" y="1554480"/>
            <a:ext cx="2556433" cy="4389120"/>
          </a:xfrm>
          <a:prstGeom prst="roundRect">
            <a:avLst>
              <a:gd name="adj" fmla="val 8000"/>
            </a:avLst>
          </a:prstGeom>
          <a:solidFill>
            <a:srgbClr val="FAF0F7"/>
          </a:solidFill>
          <a:ln w="15875">
            <a:solidFill>
              <a:srgbClr val="F1D0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번호 4"/>
          <p:cNvSpPr/>
          <p:nvPr/>
        </p:nvSpPr>
        <p:spPr>
          <a:xfrm>
            <a:off x="9178061" y="1737360"/>
            <a:ext cx="457200" cy="4572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32341" y="23317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71285B"/>
                </a:solidFill>
              </a:rPr>
              <a:t>첫 약속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32341" y="3017520"/>
            <a:ext cx="2282113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무엇이었나요?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182880" y="6144768"/>
            <a:ext cx="12557455" cy="73152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182880" y="6400800"/>
            <a:ext cx="12557455" cy="5029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87226" y="304495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1435945" y="485199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1340943" y="777586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11033510" y="777586"/>
            <a:ext cx="271576" cy="422452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10938508" y="485199"/>
            <a:ext cx="271576" cy="422452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232489" y="686714"/>
            <a:ext cx="181051" cy="18105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10746631" y="100138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10832588" y="1128818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10737951" y="1249948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10593504" y="1197374"/>
            <a:ext cx="135788" cy="211226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10598869" y="1043751"/>
            <a:ext cx="135788" cy="211226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10724540" y="1184605"/>
            <a:ext cx="90525" cy="9052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889798" y="1107304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921035" y="1232590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811534" y="1301015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712620" y="1218017"/>
            <a:ext cx="114062" cy="17743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760990" y="1098297"/>
            <a:ext cx="114062" cy="17743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838206" y="1242139"/>
            <a:ext cx="76041" cy="76041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71285B"/>
                </a:solidFill>
              </a:rPr>
              <a:t>웨딩 사진</a:t>
            </a:r>
          </a:p>
        </p:txBody>
      </p:sp>
      <p:sp>
        <p:nvSpPr>
          <p:cNvPr id="23" name="사진 자리"/>
          <p:cNvSpPr/>
          <p:nvPr/>
        </p:nvSpPr>
        <p:spPr>
          <a:xfrm>
            <a:off x="640080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1D0E7"/>
          </a:solidFill>
          <a:ln w="19050">
            <a:solidFill>
              <a:srgbClr val="BD429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285B"/>
                </a:solidFill>
              </a:rPr>
              <a:t>사진 1</a:t>
            </a:r>
          </a:p>
        </p:txBody>
      </p:sp>
      <p:sp>
        <p:nvSpPr>
          <p:cNvPr id="24" name="사진 자리"/>
          <p:cNvSpPr/>
          <p:nvPr/>
        </p:nvSpPr>
        <p:spPr>
          <a:xfrm>
            <a:off x="4338218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1D0E7"/>
          </a:solidFill>
          <a:ln w="19050">
            <a:solidFill>
              <a:srgbClr val="BD429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285B"/>
                </a:solidFill>
              </a:rPr>
              <a:t>사진 2</a:t>
            </a:r>
          </a:p>
        </p:txBody>
      </p:sp>
      <p:sp>
        <p:nvSpPr>
          <p:cNvPr id="25" name="사진 자리"/>
          <p:cNvSpPr/>
          <p:nvPr/>
        </p:nvSpPr>
        <p:spPr>
          <a:xfrm>
            <a:off x="8036356" y="1554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1D0E7"/>
          </a:solidFill>
          <a:ln w="19050">
            <a:solidFill>
              <a:srgbClr val="BD429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285B"/>
                </a:solidFill>
              </a:rPr>
              <a:t>사진 3</a:t>
            </a:r>
          </a:p>
        </p:txBody>
      </p:sp>
      <p:sp>
        <p:nvSpPr>
          <p:cNvPr id="26" name="사진 자리"/>
          <p:cNvSpPr/>
          <p:nvPr/>
        </p:nvSpPr>
        <p:spPr>
          <a:xfrm>
            <a:off x="640080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1D0E7"/>
          </a:solidFill>
          <a:ln w="19050">
            <a:solidFill>
              <a:srgbClr val="BD429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285B"/>
                </a:solidFill>
              </a:rPr>
              <a:t>사진 4</a:t>
            </a:r>
          </a:p>
        </p:txBody>
      </p:sp>
      <p:sp>
        <p:nvSpPr>
          <p:cNvPr id="27" name="사진 자리"/>
          <p:cNvSpPr/>
          <p:nvPr/>
        </p:nvSpPr>
        <p:spPr>
          <a:xfrm>
            <a:off x="4338218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1D0E7"/>
          </a:solidFill>
          <a:ln w="19050">
            <a:solidFill>
              <a:srgbClr val="BD429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285B"/>
                </a:solidFill>
              </a:rPr>
              <a:t>사진 5</a:t>
            </a:r>
          </a:p>
        </p:txBody>
      </p:sp>
      <p:sp>
        <p:nvSpPr>
          <p:cNvPr id="28" name="사진 자리"/>
          <p:cNvSpPr/>
          <p:nvPr/>
        </p:nvSpPr>
        <p:spPr>
          <a:xfrm>
            <a:off x="8036356" y="38404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F1D0E7"/>
          </a:solidFill>
          <a:ln w="19050">
            <a:solidFill>
              <a:srgbClr val="BD429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71285B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-274320" y="4251960"/>
            <a:ext cx="12740335" cy="2743200"/>
          </a:xfrm>
          <a:prstGeom prst="wav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274320" y="5074920"/>
            <a:ext cx="12740335" cy="2331720"/>
          </a:xfrm>
          <a:prstGeom prst="wav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9626858" y="630936"/>
            <a:ext cx="740664" cy="1152143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4320000">
            <a:off x="10305182" y="1123767"/>
            <a:ext cx="740664" cy="1152143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640000">
            <a:off x="10046085" y="1921184"/>
            <a:ext cx="740664" cy="1152143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12960000">
            <a:off x="9207630" y="1921184"/>
            <a:ext cx="740664" cy="1152143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7280000">
            <a:off x="8948534" y="1123767"/>
            <a:ext cx="740664" cy="1152143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9750302" y="1673352"/>
            <a:ext cx="493775" cy="49377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 rot="1200000">
            <a:off x="8425233" y="2531534"/>
            <a:ext cx="370332" cy="576071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 rot="5520000">
            <a:off x="8659662" y="2879089"/>
            <a:ext cx="370332" cy="576071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 rot="9840000">
            <a:off x="8401560" y="3209445"/>
            <a:ext cx="370332" cy="576071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 rot="14160000">
            <a:off x="8007616" y="3066061"/>
            <a:ext cx="370332" cy="576071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 rot="18480000">
            <a:off x="8022246" y="2647089"/>
            <a:ext cx="370332" cy="576071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장식"/>
          <p:cNvSpPr/>
          <p:nvPr/>
        </p:nvSpPr>
        <p:spPr>
          <a:xfrm>
            <a:off x="8364986" y="3031236"/>
            <a:ext cx="246887" cy="246887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장식"/>
          <p:cNvSpPr/>
          <p:nvPr/>
        </p:nvSpPr>
        <p:spPr>
          <a:xfrm rot="2400000">
            <a:off x="11542962" y="2820415"/>
            <a:ext cx="311078" cy="4839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장식"/>
          <p:cNvSpPr/>
          <p:nvPr/>
        </p:nvSpPr>
        <p:spPr>
          <a:xfrm rot="6720000">
            <a:off x="11628155" y="3162105"/>
            <a:ext cx="311078" cy="48390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장식"/>
          <p:cNvSpPr/>
          <p:nvPr/>
        </p:nvSpPr>
        <p:spPr>
          <a:xfrm rot="11040000">
            <a:off x="11329514" y="3348717"/>
            <a:ext cx="311078" cy="4839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장식"/>
          <p:cNvSpPr/>
          <p:nvPr/>
        </p:nvSpPr>
        <p:spPr>
          <a:xfrm rot="15360000">
            <a:off x="11059751" y="3122359"/>
            <a:ext cx="311078" cy="483900"/>
          </a:xfrm>
          <a:prstGeom prst="ellipse">
            <a:avLst/>
          </a:prstGeom>
          <a:solidFill>
            <a:srgbClr val="F1D0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장식"/>
          <p:cNvSpPr/>
          <p:nvPr/>
        </p:nvSpPr>
        <p:spPr>
          <a:xfrm rot="19680000">
            <a:off x="11191669" y="2795850"/>
            <a:ext cx="311078" cy="483900"/>
          </a:xfrm>
          <a:prstGeom prst="ellipse">
            <a:avLst/>
          </a:prstGeom>
          <a:solidFill>
            <a:srgbClr val="BD42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장식"/>
          <p:cNvSpPr/>
          <p:nvPr/>
        </p:nvSpPr>
        <p:spPr>
          <a:xfrm>
            <a:off x="11402257" y="3188147"/>
            <a:ext cx="207385" cy="207385"/>
          </a:xfrm>
          <a:prstGeom prst="ellipse">
            <a:avLst/>
          </a:prstGeom>
          <a:solidFill>
            <a:srgbClr val="4C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5335" y="1371600"/>
            <a:ext cx="7558851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71285B"/>
                </a:solidFill>
              </a:rPr>
              <a:t>함께해 주셔서 감사합니다</a:t>
            </a:r>
          </a:p>
        </p:txBody>
      </p:sp>
      <p:sp>
        <p:nvSpPr>
          <p:cNvPr id="23" name="한 줄 문구"/>
          <p:cNvSpPr txBox="1"/>
          <p:nvPr/>
        </p:nvSpPr>
        <p:spPr>
          <a:xfrm>
            <a:off x="975335" y="292608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71285B"/>
                </a:solidFill>
              </a:rPr>
              <a:t>오늘의 축복을 오래도록 간직하겠습니다</a:t>
            </a:r>
          </a:p>
        </p:txBody>
      </p:sp>
      <p:sp>
        <p:nvSpPr>
          <p:cNvPr id="24" name="안내 문구"/>
          <p:cNvSpPr txBox="1"/>
          <p:nvPr/>
        </p:nvSpPr>
        <p:spPr>
          <a:xfrm>
            <a:off x="975335" y="379476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러브스토리 중심)">
  <a:themeElements>
    <a:clrScheme name="Office">
      <a:dk1>
        <a:sysClr val="windowText" lastClr="000000"/>
      </a:dk1>
      <a:lt1>
        <a:sysClr val="window" lastClr="FFFFFF"/>
      </a:lt1>
      <a:dk2>
        <a:srgbClr val="71285B"/>
      </a:dk2>
      <a:lt2>
        <a:srgbClr val="FAF0F7"/>
      </a:lt2>
      <a:accent1>
        <a:srgbClr val="BD4298"/>
      </a:accent1>
      <a:accent2>
        <a:srgbClr val="4C913B"/>
      </a:accent2>
      <a:accent3>
        <a:srgbClr val="71285B"/>
      </a:accent3>
      <a:accent4>
        <a:srgbClr val="F1D0E7"/>
      </a:accent4>
      <a:accent5>
        <a:srgbClr val="846A6A"/>
      </a:accent5>
      <a:accent6>
        <a:srgbClr val="AA7E9D"/>
      </a:accent6>
      <a:hlink>
        <a:srgbClr val="BD4298"/>
      </a:hlink>
      <a:folHlink>
        <a:srgbClr val="71285B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슬라이드(러브스토리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