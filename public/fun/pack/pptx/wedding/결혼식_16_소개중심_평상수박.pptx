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A5F3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5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부모님께 먼저 말씀드리고 날을 잡았습니다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donu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5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5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donu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두 사람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F3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닮은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F3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749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donu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서로에게 하고 싶은 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F3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신랑이 신부에게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하고 싶은 말을 적어 주세요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F3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749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donu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2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A5F3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5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274935"/>
      </a:dk2>
      <a:lt2>
        <a:srgbClr val="EAFDF2"/>
      </a:lt2>
      <a:accent1>
        <a:srgbClr val="7BEAA9"/>
      </a:accent1>
      <a:accent2>
        <a:srgbClr val="9FEFE6"/>
      </a:accent2>
      <a:accent3>
        <a:srgbClr val="274935"/>
      </a:accent3>
      <a:accent4>
        <a:srgbClr val="D1FAE2"/>
      </a:accent4>
      <a:accent5>
        <a:srgbClr val="8DECC8"/>
      </a:accent5>
      <a:accent6>
        <a:srgbClr val="7D9286"/>
      </a:accent6>
      <a:hlink>
        <a:srgbClr val="7BEAA9"/>
      </a:hlink>
      <a:folHlink>
        <a:srgbClr val="27493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