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부모님께 먼저 말씀드리고 날을 잡았습니다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우리 두 사람</a:t>
            </a:r>
          </a:p>
        </p:txBody>
      </p:sp>
      <p:sp>
        <p:nvSpPr>
          <p:cNvPr id="5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0F1DE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153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서로에게 하고 싶은 말</a:t>
            </a:r>
          </a:p>
        </p:txBody>
      </p:sp>
      <p:sp>
        <p:nvSpPr>
          <p:cNvPr id="5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D0F1DE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153C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53C26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