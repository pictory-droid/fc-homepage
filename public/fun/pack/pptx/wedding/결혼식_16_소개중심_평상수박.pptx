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59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9"/>
                </a:solidFill>
              </a:rPr>
              <a:t>부모님께 먼저 말씀드리고 날을 잡았습니다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076373" y="1554480"/>
            <a:ext cx="2308860" cy="2308860"/>
          </a:xfrm>
          <a:prstGeom prst="ellipse">
            <a:avLst/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54779"/>
            <a:ext cx="48156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9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11979"/>
            <a:ext cx="46328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06461" y="1554480"/>
            <a:ext cx="2308860" cy="2308860"/>
          </a:xfrm>
          <a:prstGeom prst="ellipse">
            <a:avLst/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3954779"/>
            <a:ext cx="48156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9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411979"/>
            <a:ext cx="46328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우리 두 사람</a:t>
            </a:r>
          </a:p>
        </p:txBody>
      </p:sp>
      <p:sp>
        <p:nvSpPr>
          <p:cNvPr id="5" name="왼쪽 칸"/>
          <p:cNvSpPr/>
          <p:nvPr/>
        </p:nvSpPr>
        <p:spPr>
          <a:xfrm>
            <a:off x="822960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822960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26C5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닮은 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D1FAF7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115F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서로에게 하고 싶은 말</a:t>
            </a:r>
          </a:p>
        </p:txBody>
      </p:sp>
      <p:sp>
        <p:nvSpPr>
          <p:cNvPr id="5" name="왼쪽 칸"/>
          <p:cNvSpPr/>
          <p:nvPr/>
        </p:nvSpPr>
        <p:spPr>
          <a:xfrm>
            <a:off x="822960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822960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26C5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신랑이 신부에게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D1FAF7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115F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5F59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9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115F59"/>
      </a:dk2>
      <a:lt2>
        <a:srgbClr val="EEFCFB"/>
      </a:lt2>
      <a:accent1>
        <a:srgbClr val="26C5B8"/>
      </a:accent1>
      <a:accent2>
        <a:srgbClr val="209DB6"/>
      </a:accent2>
      <a:accent3>
        <a:srgbClr val="115F59"/>
      </a:accent3>
      <a:accent4>
        <a:srgbClr val="D1FAF7"/>
      </a:accent4>
      <a:accent5>
        <a:srgbClr val="23B1B7"/>
      </a:accent5>
      <a:accent6>
        <a:srgbClr val="709F9B"/>
      </a:accent6>
      <a:hlink>
        <a:srgbClr val="26C5B8"/>
      </a:hlink>
      <a:folHlink>
        <a:srgbClr val="115F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