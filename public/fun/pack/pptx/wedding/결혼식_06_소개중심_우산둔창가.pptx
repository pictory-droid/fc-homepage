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D2F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B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날을 잡고 청첩장을 보냅니다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round2SameRec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6" name="사진 자리"/>
          <p:cNvSpPr/>
          <p:nvPr/>
        </p:nvSpPr>
        <p:spPr>
          <a:xfrm>
            <a:off x="1996363" y="1783080"/>
            <a:ext cx="2286000" cy="2286000"/>
          </a:xfrm>
          <a:prstGeom prst="ellipse">
            <a:avLst/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B49"/>
                </a:solidFill>
              </a:rPr>
              <a:t>신랑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09331" y="1783080"/>
            <a:ext cx="2286000" cy="2286000"/>
          </a:xfrm>
          <a:prstGeom prst="ellipse">
            <a:avLst/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3047" y="4160520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B49"/>
                </a:solidFill>
              </a:rPr>
              <a:t>신부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4487" y="4617720"/>
            <a:ext cx="4815687" cy="1737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round2SameRec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두 사람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4572000"/>
          </a:xfrm>
          <a:prstGeom prst="roundRect">
            <a:avLst>
              <a:gd name="adj" fmla="val 7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닮은 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4572000"/>
          </a:xfrm>
          <a:prstGeom prst="roundRect">
            <a:avLst>
              <a:gd name="adj" fmla="val 7000"/>
            </a:avLst>
          </a:prstGeom>
          <a:solidFill>
            <a:srgbClr val="D1E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3B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다른 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round2SameRec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서로에게 하고 싶은 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4572000"/>
          </a:xfrm>
          <a:prstGeom prst="roundRect">
            <a:avLst>
              <a:gd name="adj" fmla="val 7000"/>
            </a:avLst>
          </a:prstGeom>
          <a:solidFill>
            <a:srgbClr val="EAF5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신랑이 신부에게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하고 싶은 말을 적어 주세요</a:t>
            </a:r>
          </a:p>
        </p:txBody>
      </p:sp>
      <p:sp>
        <p:nvSpPr>
          <p:cNvPr id="10" name="오른쪽 칸"/>
          <p:cNvSpPr/>
          <p:nvPr/>
        </p:nvSpPr>
        <p:spPr>
          <a:xfrm>
            <a:off x="6278727" y="1783080"/>
            <a:ext cx="5272887" cy="4572000"/>
          </a:xfrm>
          <a:prstGeom prst="roundRect">
            <a:avLst>
              <a:gd name="adj" fmla="val 7000"/>
            </a:avLst>
          </a:prstGeom>
          <a:solidFill>
            <a:srgbClr val="D1E9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3B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신부가 신랑에게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606040"/>
            <a:ext cx="4815687" cy="3657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하고 싶은 말을 적어 주세요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round2SameRect">
            <a:avLst/>
          </a:prstGeom>
          <a:solidFill>
            <a:srgbClr val="97C9E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D1E9FA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6D2F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B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6D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소개 중심)">
  <a:themeElements>
    <a:clrScheme name="Office">
      <a:dk1>
        <a:sysClr val="windowText" lastClr="000000"/>
      </a:dk1>
      <a:lt1>
        <a:sysClr val="window" lastClr="FFFFFF"/>
      </a:lt1>
      <a:dk2>
        <a:srgbClr val="273B49"/>
      </a:dk2>
      <a:lt2>
        <a:srgbClr val="EAF5FD"/>
      </a:lt2>
      <a:accent1>
        <a:srgbClr val="97C9ED"/>
      </a:accent1>
      <a:accent2>
        <a:srgbClr val="BAC0F3"/>
      </a:accent2>
      <a:accent3>
        <a:srgbClr val="273B49"/>
      </a:accent3>
      <a:accent4>
        <a:srgbClr val="D1E9FA"/>
      </a:accent4>
      <a:accent5>
        <a:srgbClr val="A8C4F0"/>
      </a:accent5>
      <a:accent6>
        <a:srgbClr val="7D8992"/>
      </a:accent6>
      <a:hlink>
        <a:srgbClr val="97C9ED"/>
      </a:hlink>
      <a:folHlink>
        <a:srgbClr val="273B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