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2F4C"/>
                </a:solidFill>
              </a:rPr>
              <a:t>두 사람이 하나 되는 날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매화 향기 따라 우리 두 사람이 만났습니다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신랑 · 신부 소개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신랑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신부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우리 두 사람</a:t>
            </a:r>
          </a:p>
        </p:txBody>
      </p:sp>
      <p:sp>
        <p:nvSpPr>
          <p:cNvPr id="23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FD2DE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42F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서로에게 하고 싶은 말</a:t>
            </a:r>
          </a:p>
        </p:txBody>
      </p:sp>
      <p:sp>
        <p:nvSpPr>
          <p:cNvPr id="23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FD2DE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42F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웨딩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42F4C"/>
                </a:solidFill>
              </a:rPr>
              <a:t>함께해 주셔서 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오늘의 축복을 오래도록 간직하겠습니다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742F4C"/>
      </a:dk2>
      <a:lt2>
        <a:srgbClr val="F9F1F4"/>
      </a:lt2>
      <a:accent1>
        <a:srgbClr val="B8517C"/>
      </a:accent1>
      <a:accent2>
        <a:srgbClr val="3B9142"/>
      </a:accent2>
      <a:accent3>
        <a:srgbClr val="742F4C"/>
      </a:accent3>
      <a:accent4>
        <a:srgbClr val="EFD2DE"/>
      </a:accent4>
      <a:accent5>
        <a:srgbClr val="7A715F"/>
      </a:accent5>
      <a:accent6>
        <a:srgbClr val="AC8294"/>
      </a:accent6>
      <a:hlink>
        <a:srgbClr val="B8517C"/>
      </a:hlink>
      <a:folHlink>
        <a:srgbClr val="742F4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