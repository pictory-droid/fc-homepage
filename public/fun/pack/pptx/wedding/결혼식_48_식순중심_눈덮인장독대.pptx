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94660"/>
                </a:solidFill>
              </a:rPr>
              <a:t>두 사람이 하나 되는 날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소복이 쌓이는 눈처럼 사랑도 쌓아 가겠습니다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94660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식순 안내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E74A1"/>
                      </a:solidFill>
                      <a:prstDash val="solid"/>
                    </a:lnL>
                    <a:lnR w="9525" cap="flat" cmpd="sng" algn="ctr">
                      <a:solidFill>
                        <a:srgbClr val="5E74A1"/>
                      </a:solidFill>
                      <a:prstDash val="solid"/>
                    </a:lnR>
                    <a:lnT w="9525" cap="flat" cmpd="sng" algn="ctr">
                      <a:solidFill>
                        <a:srgbClr val="5E74A1"/>
                      </a:solidFill>
                      <a:prstDash val="solid"/>
                    </a:lnT>
                    <a:lnB w="9525" cap="flat" cmpd="sng" algn="ctr">
                      <a:solidFill>
                        <a:srgbClr val="5E74A1"/>
                      </a:solidFill>
                      <a:prstDash val="solid"/>
                    </a:lnB>
                    <a:solidFill>
                      <a:srgbClr val="5E74A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하객 안내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주차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식사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5875">
            <a:solidFill>
              <a:srgbClr val="D7DD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E74A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94660"/>
                </a:solidFill>
              </a:rPr>
              <a:t>기념 촬영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94660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오늘의 축복을 오래도록 간직하겠습니다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