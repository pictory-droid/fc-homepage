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A5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0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B8A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작은 답례품을 준비했습니다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600200"/>
            <a:ext cx="2286000" cy="2286000"/>
          </a:xfrm>
          <a:prstGeom prst="ellipse">
            <a:avLst/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02749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600200"/>
            <a:ext cx="2286000" cy="2286000"/>
          </a:xfrm>
          <a:prstGeom prst="ellipse">
            <a:avLst/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39776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02749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43484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감사의 말씀</a:t>
            </a:r>
          </a:p>
        </p:txBody>
      </p:sp>
      <p:sp>
        <p:nvSpPr>
          <p:cNvPr id="6" name="감사 글 칸"/>
          <p:cNvSpPr/>
          <p:nvPr/>
        </p:nvSpPr>
        <p:spPr>
          <a:xfrm>
            <a:off x="640080" y="1600200"/>
            <a:ext cx="10911535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감사 글"/>
          <p:cNvSpPr txBox="1"/>
          <p:nvPr/>
        </p:nvSpPr>
        <p:spPr>
          <a:xfrm>
            <a:off x="1097280" y="1965960"/>
            <a:ext cx="9997135" cy="3840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바쁘신 중에 와 주셔서 고맙습니다.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보내 주신 마음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잘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6231F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답례 안내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7B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답례품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60020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7B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방명록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600200"/>
            <a:ext cx="3484778" cy="4572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B8A5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977B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02749"/>
                </a:solidFill>
              </a:rPr>
              <a:t>사진 · 영상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063240"/>
            <a:ext cx="3210458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219456"/>
          </a:xfrm>
          <a:prstGeom prst="donut">
            <a:avLst/>
          </a:prstGeom>
          <a:solidFill>
            <a:srgbClr val="977B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60020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3977639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BD1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8A5F3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02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B8A5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302749"/>
      </a:dk2>
      <a:lt2>
        <a:srgbClr val="EFEAFD"/>
      </a:lt2>
      <a:accent1>
        <a:srgbClr val="977BEA"/>
      </a:accent1>
      <a:accent2>
        <a:srgbClr val="D89FEF"/>
      </a:accent2>
      <a:accent3>
        <a:srgbClr val="302749"/>
      </a:accent3>
      <a:accent4>
        <a:srgbClr val="DBD1FA"/>
      </a:accent4>
      <a:accent5>
        <a:srgbClr val="B88DEC"/>
      </a:accent5>
      <a:accent6>
        <a:srgbClr val="837D92"/>
      </a:accent6>
      <a:hlink>
        <a:srgbClr val="977BEA"/>
      </a:hlink>
      <a:folHlink>
        <a:srgbClr val="302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