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4115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4115F"/>
                </a:solidFill>
              </a:rPr>
              <a:t>작은 답례품을 준비했습니다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115F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115F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640080" y="1554480"/>
            <a:ext cx="10911535" cy="43891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2700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097280" y="1920240"/>
            <a:ext cx="9997135" cy="36576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1EEFC"/>
          </a:solidFill>
          <a:ln w="15875">
            <a:solidFill>
              <a:srgbClr val="DB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4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4115F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solidFill>
              <a:srgbClr val="4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411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411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4115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24115F"/>
      </a:dk2>
      <a:lt2>
        <a:srgbClr val="F1EEFC"/>
      </a:lt2>
      <a:accent1>
        <a:srgbClr val="4D26C5"/>
      </a:accent1>
      <a:accent2>
        <a:srgbClr val="209DB6"/>
      </a:accent2>
      <a:accent3>
        <a:srgbClr val="24115F"/>
      </a:accent3>
      <a:accent4>
        <a:srgbClr val="DBD1FA"/>
      </a:accent4>
      <a:accent5>
        <a:srgbClr val="3662BE"/>
      </a:accent5>
      <a:accent6>
        <a:srgbClr val="7C709F"/>
      </a:accent6>
      <a:hlink>
        <a:srgbClr val="4D26C5"/>
      </a:hlink>
      <a:folHlink>
        <a:srgbClr val="24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