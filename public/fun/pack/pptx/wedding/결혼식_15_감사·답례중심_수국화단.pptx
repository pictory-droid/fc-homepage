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7347F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7347F"/>
                </a:solidFill>
              </a:rPr>
              <a:t>작은 답례품을 준비했습니다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42083" y="1554480"/>
            <a:ext cx="2194560" cy="2194560"/>
          </a:xfrm>
          <a:prstGeom prst="ellipse">
            <a:avLst/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7347F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955051" y="1554480"/>
            <a:ext cx="2194560" cy="2194560"/>
          </a:xfrm>
          <a:prstGeom prst="ellipse">
            <a:avLst/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7347F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감사의 말씀</a:t>
            </a:r>
          </a:p>
        </p:txBody>
      </p:sp>
      <p:sp>
        <p:nvSpPr>
          <p:cNvPr id="5" name="감사 글 칸"/>
          <p:cNvSpPr/>
          <p:nvPr/>
        </p:nvSpPr>
        <p:spPr>
          <a:xfrm>
            <a:off x="640080" y="1554480"/>
            <a:ext cx="10911535" cy="43891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2700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감사 글"/>
          <p:cNvSpPr txBox="1"/>
          <p:nvPr/>
        </p:nvSpPr>
        <p:spPr>
          <a:xfrm>
            <a:off x="1097280" y="1920240"/>
            <a:ext cx="9997135" cy="36576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답례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5875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답례품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5875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방명록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5875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사진 · 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7347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7347F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47347F"/>
      </a:dk2>
      <a:lt2>
        <a:srgbClr val="F3F1F9"/>
      </a:lt2>
      <a:accent1>
        <a:srgbClr val="745CBC"/>
      </a:accent1>
      <a:accent2>
        <a:srgbClr val="917B3B"/>
      </a:accent2>
      <a:accent3>
        <a:srgbClr val="47347F"/>
      </a:accent3>
      <a:accent4>
        <a:srgbClr val="D9D2EF"/>
      </a:accent4>
      <a:accent5>
        <a:srgbClr val="826C7C"/>
      </a:accent5>
      <a:accent6>
        <a:srgbClr val="9185B2"/>
      </a:accent6>
      <a:hlink>
        <a:srgbClr val="745CBC"/>
      </a:hlink>
      <a:folHlink>
        <a:srgbClr val="47347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