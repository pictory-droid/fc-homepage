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26728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26728"/>
                </a:solidFill>
              </a:rPr>
              <a:t>첫 데이트는 서툴렀지만 즐거웠습니다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26728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26728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우리의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첫 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설레던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프러포즈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평생을 약속하다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9DBF5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BF5A"/>
                </a:solidFill>
              </a:rPr>
              <a:t>결혼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우리의 첫 번째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첫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첫 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첫 다툼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첫 약속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BF7D4"/>
          </a:solidFill>
          <a:ln w="19050">
            <a:solidFill>
              <a:srgbClr val="9DBF5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672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2672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26728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526728"/>
      </a:dk2>
      <a:lt2>
        <a:srgbClr val="F9FCF3"/>
      </a:lt2>
      <a:accent1>
        <a:srgbClr val="9DBF5A"/>
      </a:accent1>
      <a:accent2>
        <a:srgbClr val="339941"/>
      </a:accent2>
      <a:accent3>
        <a:srgbClr val="526728"/>
      </a:accent3>
      <a:accent4>
        <a:srgbClr val="EBF7D4"/>
      </a:accent4>
      <a:accent5>
        <a:srgbClr val="68AC4E"/>
      </a:accent5>
      <a:accent6>
        <a:srgbClr val="97A47E"/>
      </a:accent6>
      <a:hlink>
        <a:srgbClr val="9DBF5A"/>
      </a:hlink>
      <a:folHlink>
        <a:srgbClr val="52672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