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D9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E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첫 데이트는 서툴렀지만 즐거웠습니다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D9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E49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E49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D9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EC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첫 데이트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설레던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무엇을 했나요?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프러포즈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평생을 약속하다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이야기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D0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0ED97"/>
                </a:solidFill>
              </a:rPr>
              <a:t>결혼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D9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첫 번째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C5F3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첫 여행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어디였나요?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3425113" y="1892807"/>
            <a:ext cx="54864" cy="43525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C5F3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첫 선물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210147" y="1892807"/>
            <a:ext cx="54864" cy="43525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C5F3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첫 다툼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어떻게 풀었나요?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7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포인트 막대"/>
          <p:cNvSpPr/>
          <p:nvPr/>
        </p:nvSpPr>
        <p:spPr>
          <a:xfrm>
            <a:off x="8995181" y="1892807"/>
            <a:ext cx="54864" cy="4352544"/>
          </a:xfrm>
          <a:prstGeom prst="rect">
            <a:avLst/>
          </a:prstGeom>
          <a:solidFill>
            <a:srgbClr val="D0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C5F3B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E4927"/>
                </a:solidFill>
              </a:rPr>
              <a:t>첫 약속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D9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C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D9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E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3E4927"/>
      </a:dk2>
      <a:lt2>
        <a:srgbClr val="F7FDEA"/>
      </a:lt2>
      <a:accent1>
        <a:srgbClr val="D0ED97"/>
      </a:accent1>
      <a:accent2>
        <a:srgbClr val="C5F3BA"/>
      </a:accent2>
      <a:accent3>
        <a:srgbClr val="3E4927"/>
      </a:accent3>
      <a:accent4>
        <a:srgbClr val="ECFAD1"/>
      </a:accent4>
      <a:accent5>
        <a:srgbClr val="CAF0A8"/>
      </a:accent5>
      <a:accent6>
        <a:srgbClr val="8B927D"/>
      </a:accent6>
      <a:hlink>
        <a:srgbClr val="D0ED97"/>
      </a:hlink>
      <a:folHlink>
        <a:srgbClr val="3E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