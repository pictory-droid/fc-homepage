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25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25"/>
                </a:solidFill>
              </a:rPr>
              <a:t>싸우기도 많이 했고, 그만큼 풀기도 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우리의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D1F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첫 만남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9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첫 데이트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설레던 하루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3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프러포즈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평생을 약속하다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7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결혼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우리의 첫 번째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첫 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8" name="카드 2"/>
          <p:cNvSpPr/>
          <p:nvPr/>
        </p:nvSpPr>
        <p:spPr>
          <a:xfrm>
            <a:off x="3470833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53713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첫 선물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993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첫 다툼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6" name="카드 4"/>
          <p:cNvSpPr/>
          <p:nvPr/>
        </p:nvSpPr>
        <p:spPr>
          <a:xfrm>
            <a:off x="8949461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32341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621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첫 약속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6621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F2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25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115F25"/>
      </a:dk2>
      <a:lt2>
        <a:srgbClr val="EEFCF1"/>
      </a:lt2>
      <a:accent1>
        <a:srgbClr val="26C54E"/>
      </a:accent1>
      <a:accent2>
        <a:srgbClr val="209DB6"/>
      </a:accent2>
      <a:accent3>
        <a:srgbClr val="115F25"/>
      </a:accent3>
      <a:accent4>
        <a:srgbClr val="D1FADC"/>
      </a:accent4>
      <a:accent5>
        <a:srgbClr val="23B182"/>
      </a:accent5>
      <a:accent6>
        <a:srgbClr val="709F7C"/>
      </a:accent6>
      <a:hlink>
        <a:srgbClr val="26C54E"/>
      </a:hlink>
      <a:folHlink>
        <a:srgbClr val="115F2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