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F3E1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싸우기도 많이 했고, 그만큼 풀기도 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41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FAF1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첫 데이트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설레던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무엇을 했나요?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프러포즈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평생을 약속하다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이야기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EAD07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EAD07B"/>
                </a:solidFill>
              </a:rPr>
              <a:t>결혼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함께 시작합니다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우리의 첫 번째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DF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4352544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EAD07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첫 여행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어디였나요?</a:t>
            </a:r>
          </a:p>
        </p:txBody>
      </p:sp>
      <p:sp>
        <p:nvSpPr>
          <p:cNvPr id="11" name="카드 2"/>
          <p:cNvSpPr/>
          <p:nvPr/>
        </p:nvSpPr>
        <p:spPr>
          <a:xfrm>
            <a:off x="3425113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DF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3425113" y="1892807"/>
            <a:ext cx="54864" cy="4352544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3607993" y="1965960"/>
            <a:ext cx="457200" cy="457200"/>
          </a:xfrm>
          <a:prstGeom prst="ellipse">
            <a:avLst/>
          </a:prstGeom>
          <a:solidFill>
            <a:srgbClr val="EAD07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2273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첫 선물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273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  <p:sp>
        <p:nvSpPr>
          <p:cNvPr id="16" name="카드 3"/>
          <p:cNvSpPr/>
          <p:nvPr/>
        </p:nvSpPr>
        <p:spPr>
          <a:xfrm>
            <a:off x="6210147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DF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210147" y="1892807"/>
            <a:ext cx="54864" cy="4352544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6393027" y="1965960"/>
            <a:ext cx="457200" cy="457200"/>
          </a:xfrm>
          <a:prstGeom prst="ellipse">
            <a:avLst/>
          </a:prstGeom>
          <a:solidFill>
            <a:srgbClr val="EAD07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첫 다툼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어떻게 풀었나요?</a:t>
            </a:r>
          </a:p>
        </p:txBody>
      </p:sp>
      <p:sp>
        <p:nvSpPr>
          <p:cNvPr id="21" name="카드 4"/>
          <p:cNvSpPr/>
          <p:nvPr/>
        </p:nvSpPr>
        <p:spPr>
          <a:xfrm>
            <a:off x="8995181" y="1783080"/>
            <a:ext cx="2556433" cy="4572000"/>
          </a:xfrm>
          <a:prstGeom prst="roundRect">
            <a:avLst>
              <a:gd name="adj" fmla="val 4000"/>
            </a:avLst>
          </a:prstGeom>
          <a:solidFill>
            <a:srgbClr val="FDF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포인트 막대"/>
          <p:cNvSpPr/>
          <p:nvPr/>
        </p:nvSpPr>
        <p:spPr>
          <a:xfrm>
            <a:off x="8995181" y="1892807"/>
            <a:ext cx="54864" cy="4352544"/>
          </a:xfrm>
          <a:prstGeom prst="rect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9178061" y="1965960"/>
            <a:ext cx="457200" cy="457200"/>
          </a:xfrm>
          <a:prstGeom prst="ellipse">
            <a:avLst/>
          </a:prstGeom>
          <a:solidFill>
            <a:srgbClr val="EAD07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2341" y="256032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4127"/>
                </a:solidFill>
              </a:rPr>
              <a:t>첫 약속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2341" y="3246120"/>
            <a:ext cx="2282113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무엇이었나요?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moon">
            <a:avLst/>
          </a:prstGeom>
          <a:solidFill>
            <a:srgbClr val="EAD0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AF1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F3E1A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41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러브스토리 중심)">
  <a:themeElements>
    <a:clrScheme name="Office">
      <a:dk1>
        <a:sysClr val="windowText" lastClr="000000"/>
      </a:dk1>
      <a:lt1>
        <a:sysClr val="window" lastClr="FFFFFF"/>
      </a:lt1>
      <a:dk2>
        <a:srgbClr val="494127"/>
      </a:dk2>
      <a:lt2>
        <a:srgbClr val="FDF8EA"/>
      </a:lt2>
      <a:accent1>
        <a:srgbClr val="EAD07B"/>
      </a:accent1>
      <a:accent2>
        <a:srgbClr val="DCEF9F"/>
      </a:accent2>
      <a:accent3>
        <a:srgbClr val="494127"/>
      </a:accent3>
      <a:accent4>
        <a:srgbClr val="FAF1D1"/>
      </a:accent4>
      <a:accent5>
        <a:srgbClr val="E3E08D"/>
      </a:accent5>
      <a:accent6>
        <a:srgbClr val="928D7D"/>
      </a:accent6>
      <a:hlink>
        <a:srgbClr val="EAD07B"/>
      </a:hlink>
      <a:folHlink>
        <a:srgbClr val="4941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