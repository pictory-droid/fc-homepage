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6E570C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E570C"/>
                </a:solidFill>
              </a:rPr>
              <a:t>싸우기도 많이 했고, 그만큼 풀기도 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2030653" y="1600200"/>
            <a:ext cx="2308860" cy="2308860"/>
          </a:xfrm>
          <a:prstGeom prst="ellipse">
            <a:avLst/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00500"/>
            <a:ext cx="490712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E570C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57700"/>
            <a:ext cx="472424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52181" y="1600200"/>
            <a:ext cx="2308860" cy="2308860"/>
          </a:xfrm>
          <a:prstGeom prst="ellipse">
            <a:avLst/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000500"/>
            <a:ext cx="490712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E570C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457700"/>
            <a:ext cx="472424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우리의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31520" y="3337560"/>
            <a:ext cx="10728655" cy="54864"/>
          </a:xfrm>
          <a:prstGeom prst="rect">
            <a:avLst/>
          </a:prstGeom>
          <a:solidFill>
            <a:srgbClr val="FAEE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71433" y="3154680"/>
            <a:ext cx="402336" cy="402336"/>
          </a:xfrm>
          <a:prstGeom prst="ellipse">
            <a:avLst/>
          </a:prstGeom>
          <a:solidFill>
            <a:srgbClr val="CAA016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AA016"/>
                </a:solidFill>
              </a:rPr>
              <a:t>처음 만난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첫 만남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어떻게?</a:t>
            </a:r>
          </a:p>
        </p:txBody>
      </p:sp>
      <p:sp>
        <p:nvSpPr>
          <p:cNvPr id="9" name="때 2"/>
          <p:cNvSpPr/>
          <p:nvPr/>
        </p:nvSpPr>
        <p:spPr>
          <a:xfrm>
            <a:off x="4553597" y="3154680"/>
            <a:ext cx="402336" cy="402336"/>
          </a:xfrm>
          <a:prstGeom prst="ellipse">
            <a:avLst/>
          </a:prstGeom>
          <a:solidFill>
            <a:srgbClr val="CAA016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9403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AA016"/>
                </a:solidFill>
              </a:rPr>
              <a:t>첫 데이트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5123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설레던 하루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5123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무엇을 했나요?</a:t>
            </a:r>
          </a:p>
        </p:txBody>
      </p:sp>
      <p:sp>
        <p:nvSpPr>
          <p:cNvPr id="13" name="때 3"/>
          <p:cNvSpPr/>
          <p:nvPr/>
        </p:nvSpPr>
        <p:spPr>
          <a:xfrm>
            <a:off x="7235761" y="3154680"/>
            <a:ext cx="402336" cy="402336"/>
          </a:xfrm>
          <a:prstGeom prst="ellipse">
            <a:avLst/>
          </a:prstGeom>
          <a:solidFill>
            <a:srgbClr val="CAA016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AA016"/>
                </a:solidFill>
              </a:rPr>
              <a:t>프러포즈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평생을 약속하다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이야기</a:t>
            </a:r>
          </a:p>
        </p:txBody>
      </p:sp>
      <p:sp>
        <p:nvSpPr>
          <p:cNvPr id="17" name="때 4"/>
          <p:cNvSpPr/>
          <p:nvPr/>
        </p:nvSpPr>
        <p:spPr>
          <a:xfrm>
            <a:off x="9917925" y="3154680"/>
            <a:ext cx="402336" cy="402336"/>
          </a:xfrm>
          <a:prstGeom prst="ellipse">
            <a:avLst/>
          </a:prstGeom>
          <a:solidFill>
            <a:srgbClr val="CAA016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731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AA016"/>
                </a:solidFill>
              </a:rPr>
              <a:t>결혼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451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451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함께 시작합니다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우리의 첫 번째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2510713" cy="46177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223639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첫 여행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223639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어디였나요?</a:t>
            </a:r>
          </a:p>
        </p:txBody>
      </p:sp>
      <p:sp>
        <p:nvSpPr>
          <p:cNvPr id="8" name="카드 2"/>
          <p:cNvSpPr/>
          <p:nvPr/>
        </p:nvSpPr>
        <p:spPr>
          <a:xfrm>
            <a:off x="3470833" y="1600200"/>
            <a:ext cx="2510713" cy="46177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3653713" y="178308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7993" y="2377440"/>
            <a:ext cx="223639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첫 선물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7993" y="3063240"/>
            <a:ext cx="223639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  <p:sp>
        <p:nvSpPr>
          <p:cNvPr id="12" name="카드 3"/>
          <p:cNvSpPr/>
          <p:nvPr/>
        </p:nvSpPr>
        <p:spPr>
          <a:xfrm>
            <a:off x="6210147" y="1600200"/>
            <a:ext cx="2510713" cy="46177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2377440"/>
            <a:ext cx="223639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첫 다툼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3063240"/>
            <a:ext cx="223639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어떻게 풀었나요?</a:t>
            </a:r>
          </a:p>
        </p:txBody>
      </p:sp>
      <p:sp>
        <p:nvSpPr>
          <p:cNvPr id="16" name="카드 4"/>
          <p:cNvSpPr/>
          <p:nvPr/>
        </p:nvSpPr>
        <p:spPr>
          <a:xfrm>
            <a:off x="8949461" y="1600200"/>
            <a:ext cx="2510713" cy="461772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32341" y="178308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6621" y="2377440"/>
            <a:ext cx="223639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첫 약속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6621" y="3063240"/>
            <a:ext cx="223639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68698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05876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31520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68698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05876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6E570C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E570C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러브스토리 중심)">
  <a:themeElements>
    <a:clrScheme name="Office">
      <a:dk1>
        <a:sysClr val="windowText" lastClr="000000"/>
      </a:dk1>
      <a:lt1>
        <a:sysClr val="window" lastClr="FFFFFF"/>
      </a:lt1>
      <a:dk2>
        <a:srgbClr val="6E570C"/>
      </a:dk2>
      <a:lt2>
        <a:srgbClr val="FDF9ED"/>
      </a:lt2>
      <a:accent1>
        <a:srgbClr val="CAA016"/>
      </a:accent1>
      <a:accent2>
        <a:srgbClr val="3B7A91"/>
      </a:accent2>
      <a:accent3>
        <a:srgbClr val="6E570C"/>
      </a:accent3>
      <a:accent4>
        <a:srgbClr val="FAEEC6"/>
      </a:accent4>
      <a:accent5>
        <a:srgbClr val="828D54"/>
      </a:accent5>
      <a:accent6>
        <a:srgbClr val="A89A6D"/>
      </a:accent6>
      <a:hlink>
        <a:srgbClr val="CAA016"/>
      </a:hlink>
      <a:folHlink>
        <a:srgbClr val="6E570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