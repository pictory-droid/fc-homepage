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0782259" y="1555275"/>
            <a:ext cx="976391" cy="976391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0414036" y="1552978"/>
            <a:ext cx="459072" cy="459072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9955499" y="1672413"/>
            <a:ext cx="563630" cy="563630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8808791" y="644596"/>
            <a:ext cx="460727" cy="460727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9270768" y="-129320"/>
            <a:ext cx="659911" cy="659911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7836792" y="443136"/>
            <a:ext cx="875492" cy="875492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83A23"/>
                </a:solidFill>
              </a:rPr>
              <a:t>두 사람이 하나 되는 날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83A23"/>
                </a:solidFill>
              </a:rPr>
              <a:t>성탄 선물처럼 찾아온 인연입니다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신랑 · 신부 소개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83A23"/>
                </a:solidFill>
              </a:rPr>
              <a:t>신랑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83A23"/>
                </a:solidFill>
              </a:rPr>
              <a:t>신부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우리의 이야기</a:t>
            </a:r>
          </a:p>
        </p:txBody>
      </p:sp>
      <p:sp>
        <p:nvSpPr>
          <p:cNvPr id="11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29653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653D"/>
                </a:solidFill>
              </a:rPr>
              <a:t>처음 만난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첫 만남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어떻게?</a:t>
            </a:r>
          </a:p>
        </p:txBody>
      </p:sp>
      <p:sp>
        <p:nvSpPr>
          <p:cNvPr id="16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29653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653D"/>
                </a:solidFill>
              </a:rPr>
              <a:t>첫 데이트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설레던 하루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무엇을 했나요?</a:t>
            </a:r>
          </a:p>
        </p:txBody>
      </p:sp>
      <p:sp>
        <p:nvSpPr>
          <p:cNvPr id="20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29653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653D"/>
                </a:solidFill>
              </a:rPr>
              <a:t>프러포즈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평생을 약속하다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이야기</a:t>
            </a:r>
          </a:p>
        </p:txBody>
      </p:sp>
      <p:sp>
        <p:nvSpPr>
          <p:cNvPr id="24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29653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653D"/>
                </a:solidFill>
              </a:rPr>
              <a:t>결혼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오늘의 우리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우리의 첫 번째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첫 여행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어디였나요?</a:t>
            </a:r>
          </a:p>
        </p:txBody>
      </p:sp>
      <p:sp>
        <p:nvSpPr>
          <p:cNvPr id="15" name="카드 2"/>
          <p:cNvSpPr/>
          <p:nvPr/>
        </p:nvSpPr>
        <p:spPr>
          <a:xfrm>
            <a:off x="3425113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3607993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첫 선물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2273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  <p:sp>
        <p:nvSpPr>
          <p:cNvPr id="19" name="카드 3"/>
          <p:cNvSpPr/>
          <p:nvPr/>
        </p:nvSpPr>
        <p:spPr>
          <a:xfrm>
            <a:off x="6210147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첫 다툼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어떻게 풀었나요?</a:t>
            </a:r>
          </a:p>
        </p:txBody>
      </p:sp>
      <p:sp>
        <p:nvSpPr>
          <p:cNvPr id="23" name="카드 4"/>
          <p:cNvSpPr/>
          <p:nvPr/>
        </p:nvSpPr>
        <p:spPr>
          <a:xfrm>
            <a:off x="8995181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4"/>
          <p:cNvSpPr/>
          <p:nvPr/>
        </p:nvSpPr>
        <p:spPr>
          <a:xfrm>
            <a:off x="9178061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첫 약속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2341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웨딩 사진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0782259" y="1555275"/>
            <a:ext cx="976391" cy="976391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0414036" y="1552978"/>
            <a:ext cx="459072" cy="459072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9955499" y="1672413"/>
            <a:ext cx="563630" cy="563630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8808791" y="644596"/>
            <a:ext cx="460727" cy="460727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9270768" y="-129320"/>
            <a:ext cx="659911" cy="659911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7836792" y="443136"/>
            <a:ext cx="875492" cy="875492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83A23"/>
                </a:solidFill>
              </a:rPr>
              <a:t>함께해 주셔서 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83A23"/>
                </a:solidFill>
              </a:rPr>
              <a:t>오늘의 축복을 오래도록 간직하겠습니다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183A23"/>
      </a:dk2>
      <a:lt2>
        <a:srgbClr val="F1F9F3"/>
      </a:lt2>
      <a:accent1>
        <a:srgbClr val="29653D"/>
      </a:accent1>
      <a:accent2>
        <a:srgbClr val="833B91"/>
      </a:accent2>
      <a:accent3>
        <a:srgbClr val="183A23"/>
      </a:accent3>
      <a:accent4>
        <a:srgbClr val="D2EFDC"/>
      </a:accent4>
      <a:accent5>
        <a:srgbClr val="565067"/>
      </a:accent5>
      <a:accent6>
        <a:srgbClr val="74897B"/>
      </a:accent6>
      <a:hlink>
        <a:srgbClr val="29653D"/>
      </a:hlink>
      <a:folHlink>
        <a:srgbClr val="183A2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