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15F41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F41"/>
                </a:solidFill>
              </a:rPr>
              <a:t>더운 날이라 식은 짧게 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6C5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41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D1FAEA"/>
          </a:solidFill>
          <a:ln w="19050">
            <a:solidFill>
              <a:srgbClr val="26C58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41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F41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D1FAEA"/>
          </a:solidFill>
          <a:ln w="19050">
            <a:solidFill>
              <a:srgbClr val="26C58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41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F41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6C5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41"/>
                </a:solidFill>
              </a:rPr>
              <a:t>식순 안내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5" cy="3950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5339913"/>
                <a:gridCol w="355994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88"/>
                      </a:solidFill>
                      <a:prstDash val="solid"/>
                    </a:lnL>
                    <a:lnR w="9525" cap="flat" cmpd="sng" algn="ctr">
                      <a:solidFill>
                        <a:srgbClr val="26C588"/>
                      </a:solidFill>
                      <a:prstDash val="solid"/>
                    </a:lnR>
                    <a:lnT w="9525" cap="flat" cmpd="sng" algn="ctr">
                      <a:solidFill>
                        <a:srgbClr val="26C588"/>
                      </a:solidFill>
                      <a:prstDash val="solid"/>
                    </a:lnT>
                    <a:lnB w="9525" cap="flat" cmpd="sng" algn="ctr">
                      <a:solidFill>
                        <a:srgbClr val="26C588"/>
                      </a:solidFill>
                      <a:prstDash val="solid"/>
                    </a:lnB>
                    <a:solidFill>
                      <a:srgbClr val="26C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88"/>
                      </a:solidFill>
                      <a:prstDash val="solid"/>
                    </a:lnL>
                    <a:lnR w="9525" cap="flat" cmpd="sng" algn="ctr">
                      <a:solidFill>
                        <a:srgbClr val="26C588"/>
                      </a:solidFill>
                      <a:prstDash val="solid"/>
                    </a:lnR>
                    <a:lnT w="9525" cap="flat" cmpd="sng" algn="ctr">
                      <a:solidFill>
                        <a:srgbClr val="26C588"/>
                      </a:solidFill>
                      <a:prstDash val="solid"/>
                    </a:lnT>
                    <a:lnB w="9525" cap="flat" cmpd="sng" algn="ctr">
                      <a:solidFill>
                        <a:srgbClr val="26C588"/>
                      </a:solidFill>
                      <a:prstDash val="solid"/>
                    </a:lnB>
                    <a:solidFill>
                      <a:srgbClr val="26C58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88"/>
                      </a:solidFill>
                      <a:prstDash val="solid"/>
                    </a:lnL>
                    <a:lnR w="9525" cap="flat" cmpd="sng" algn="ctr">
                      <a:solidFill>
                        <a:srgbClr val="26C588"/>
                      </a:solidFill>
                      <a:prstDash val="solid"/>
                    </a:lnR>
                    <a:lnT w="9525" cap="flat" cmpd="sng" algn="ctr">
                      <a:solidFill>
                        <a:srgbClr val="26C588"/>
                      </a:solidFill>
                      <a:prstDash val="solid"/>
                    </a:lnT>
                    <a:lnB w="9525" cap="flat" cmpd="sng" algn="ctr">
                      <a:solidFill>
                        <a:srgbClr val="26C588"/>
                      </a:solidFill>
                      <a:prstDash val="solid"/>
                    </a:lnB>
                    <a:solidFill>
                      <a:srgbClr val="26C58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41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D1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하객 맞이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41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D1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신랑 · 신부 입장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EE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EEFC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41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D1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혼인 서약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41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D1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축가 · 감사 인사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EEF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EEFC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41"/>
                          </a:solidFill>
                        </a:rPr>
                        <a:t>00:00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D1FA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기념 촬영 · 식사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A"/>
                      </a:solidFill>
                      <a:prstDash val="solid"/>
                    </a:lnL>
                    <a:lnR w="9525" cap="flat" cmpd="sng" algn="ctr">
                      <a:solidFill>
                        <a:srgbClr val="D1FAEA"/>
                      </a:solidFill>
                      <a:prstDash val="solid"/>
                    </a:lnR>
                    <a:lnT w="9525" cap="flat" cmpd="sng" algn="ctr">
                      <a:solidFill>
                        <a:srgbClr val="D1FAEA"/>
                      </a:solidFill>
                      <a:prstDash val="solid"/>
                    </a:lnT>
                    <a:lnB w="9525" cap="flat" cmpd="sng" algn="ctr">
                      <a:solidFill>
                        <a:srgbClr val="D1FA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6C5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41"/>
                </a:solidFill>
              </a:rPr>
              <a:t>하객 안내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EEFCF6"/>
          </a:solidFill>
          <a:ln w="15875">
            <a:solidFill>
              <a:srgbClr val="D1FA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6C58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41"/>
                </a:solidFill>
              </a:rPr>
              <a:t>주차 안내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EEFCF6"/>
          </a:solidFill>
          <a:ln w="15875">
            <a:solidFill>
              <a:srgbClr val="D1FA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26C58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41"/>
                </a:solidFill>
              </a:rPr>
              <a:t>식사 안내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EEFCF6"/>
          </a:solidFill>
          <a:ln w="15875">
            <a:solidFill>
              <a:srgbClr val="D1FA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26C58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15F41"/>
                </a:solidFill>
              </a:rPr>
              <a:t>기념 촬영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6C5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209D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41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FAEA"/>
          </a:solidFill>
          <a:ln w="19050">
            <a:solidFill>
              <a:srgbClr val="26C58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41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FAEA"/>
          </a:solidFill>
          <a:ln w="19050">
            <a:solidFill>
              <a:srgbClr val="26C58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41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FAEA"/>
          </a:solidFill>
          <a:ln w="19050">
            <a:solidFill>
              <a:srgbClr val="26C58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41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FAEA"/>
          </a:solidFill>
          <a:ln w="19050">
            <a:solidFill>
              <a:srgbClr val="26C58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41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FAEA"/>
          </a:solidFill>
          <a:ln w="19050">
            <a:solidFill>
              <a:srgbClr val="26C58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41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FAEA"/>
          </a:solidFill>
          <a:ln w="19050">
            <a:solidFill>
              <a:srgbClr val="26C58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4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15F41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F41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식순 중심)">
  <a:themeElements>
    <a:clrScheme name="Office">
      <a:dk1>
        <a:sysClr val="windowText" lastClr="000000"/>
      </a:dk1>
      <a:lt1>
        <a:sysClr val="window" lastClr="FFFFFF"/>
      </a:lt1>
      <a:dk2>
        <a:srgbClr val="115F41"/>
      </a:dk2>
      <a:lt2>
        <a:srgbClr val="EEFCF6"/>
      </a:lt2>
      <a:accent1>
        <a:srgbClr val="26C588"/>
      </a:accent1>
      <a:accent2>
        <a:srgbClr val="209DB6"/>
      </a:accent2>
      <a:accent3>
        <a:srgbClr val="115F41"/>
      </a:accent3>
      <a:accent4>
        <a:srgbClr val="D1FAEA"/>
      </a:accent4>
      <a:accent5>
        <a:srgbClr val="23B19F"/>
      </a:accent5>
      <a:accent6>
        <a:srgbClr val="709F8D"/>
      </a:accent6>
      <a:hlink>
        <a:srgbClr val="26C588"/>
      </a:hlink>
      <a:folHlink>
        <a:srgbClr val="115F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