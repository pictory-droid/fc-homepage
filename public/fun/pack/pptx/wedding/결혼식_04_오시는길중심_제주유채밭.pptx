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605610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605610"/>
                </a:solidFill>
              </a:rPr>
              <a:t>지하철에서 내려 걸어서 오 분입니다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신랑 · 신부 소개</a:t>
            </a:r>
          </a:p>
        </p:txBody>
      </p:sp>
      <p:sp>
        <p:nvSpPr>
          <p:cNvPr id="4" name="사진 자리"/>
          <p:cNvSpPr/>
          <p:nvPr/>
        </p:nvSpPr>
        <p:spPr>
          <a:xfrm>
            <a:off x="1950643" y="1645920"/>
            <a:ext cx="2377440" cy="2377440"/>
          </a:xfrm>
          <a:prstGeom prst="ellipse">
            <a:avLst/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05610"/>
                </a:solidFill>
              </a:rPr>
              <a:t>신랑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4572000"/>
            <a:ext cx="4815687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863611" y="1645920"/>
            <a:ext cx="2377440" cy="2377440"/>
          </a:xfrm>
          <a:prstGeom prst="ellipse">
            <a:avLst/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411480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05610"/>
                </a:solidFill>
              </a:rPr>
              <a:t>신부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4487" y="4572000"/>
            <a:ext cx="4815687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오시는 길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45920"/>
            <a:ext cx="6035040" cy="475488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05610"/>
                </a:solidFill>
              </a:rPr>
              <a:t>약도 · 지도를 넣어 주세요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040880" y="1645920"/>
          <a:ext cx="451073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13913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05610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05610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05610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05610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교통 안내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45920"/>
            <a:ext cx="3484778" cy="475488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5875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지하철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3210458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53458" y="1645920"/>
            <a:ext cx="3484778" cy="475488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5875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버스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108960"/>
            <a:ext cx="3210458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66836" y="1645920"/>
            <a:ext cx="3484778" cy="475488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5875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49716" y="182880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자가용 · 주차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108960"/>
            <a:ext cx="3210458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웨딩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38218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36356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605610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605610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605610"/>
      </a:dk2>
      <a:lt2>
        <a:srgbClr val="FCFAED"/>
      </a:lt2>
      <a:accent1>
        <a:srgbClr val="B8A41E"/>
      </a:accent1>
      <a:accent2>
        <a:srgbClr val="3B7191"/>
      </a:accent2>
      <a:accent3>
        <a:srgbClr val="605610"/>
      </a:accent3>
      <a:accent4>
        <a:srgbClr val="F8F2C9"/>
      </a:accent4>
      <a:accent5>
        <a:srgbClr val="7A8A58"/>
      </a:accent5>
      <a:accent6>
        <a:srgbClr val="A09A70"/>
      </a:accent6>
      <a:hlink>
        <a:srgbClr val="B8A41E"/>
      </a:hlink>
      <a:folHlink>
        <a:srgbClr val="60561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