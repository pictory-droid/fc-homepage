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4364" y="780551"/>
            <a:ext cx="333470" cy="33347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892061" y="1623191"/>
            <a:ext cx="200163" cy="200163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120089" y="1161505"/>
            <a:ext cx="263527" cy="26352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364859" y="758859"/>
            <a:ext cx="216496" cy="216496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068545" y="360190"/>
            <a:ext cx="334832" cy="334832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437401" y="825259"/>
            <a:ext cx="143688" cy="143688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550618" y="2104327"/>
            <a:ext cx="285402" cy="285402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115670" y="917740"/>
            <a:ext cx="267797" cy="26779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642241" y="1444838"/>
            <a:ext cx="284342" cy="284342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561757" y="750724"/>
            <a:ext cx="180660" cy="18066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279103" y="941758"/>
            <a:ext cx="124614" cy="124614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492713"/>
                </a:solidFill>
              </a:rPr>
              <a:t>두 사람이 하나 되는 날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492713"/>
                </a:solidFill>
              </a:rPr>
              <a:t>군고구마처럼 따뜻하고 달콤하게 살겠습니다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4538" y="631759"/>
            <a:ext cx="185261" cy="185261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91036" y="1099893"/>
            <a:ext cx="111201" cy="111201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506607" y="843400"/>
            <a:ext cx="146404" cy="146404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98146" y="619708"/>
            <a:ext cx="120275" cy="120275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33527" y="398225"/>
            <a:ext cx="186017" cy="18601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682891" y="656597"/>
            <a:ext cx="79826" cy="79826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01345" y="1367190"/>
            <a:ext cx="158557" cy="15855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59707" y="707976"/>
            <a:ext cx="148776" cy="148776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52247" y="1000807"/>
            <a:ext cx="157967" cy="15796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51978" y="615189"/>
            <a:ext cx="100367" cy="10036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94948" y="721318"/>
            <a:ext cx="69230" cy="69230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신랑 · 신부 소개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2076373" y="1554480"/>
            <a:ext cx="2308860" cy="2308860"/>
          </a:xfrm>
          <a:prstGeom prst="ellipse">
            <a:avLst/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54779"/>
            <a:ext cx="481568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13"/>
                </a:solidFill>
              </a:rPr>
              <a:t>신랑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11979"/>
            <a:ext cx="463280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7806461" y="1554480"/>
            <a:ext cx="2308860" cy="2308860"/>
          </a:xfrm>
          <a:prstGeom prst="ellipse">
            <a:avLst/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3954779"/>
            <a:ext cx="481568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13"/>
                </a:solidFill>
              </a:rPr>
              <a:t>신부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4411979"/>
            <a:ext cx="463280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4538" y="631759"/>
            <a:ext cx="185261" cy="185261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91036" y="1099893"/>
            <a:ext cx="111201" cy="111201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506607" y="843400"/>
            <a:ext cx="146404" cy="146404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98146" y="619708"/>
            <a:ext cx="120275" cy="120275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33527" y="398225"/>
            <a:ext cx="186017" cy="18601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682891" y="656597"/>
            <a:ext cx="79826" cy="79826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01345" y="1367190"/>
            <a:ext cx="158557" cy="15855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59707" y="707976"/>
            <a:ext cx="148776" cy="148776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52247" y="1000807"/>
            <a:ext cx="157967" cy="15796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51978" y="615189"/>
            <a:ext cx="100367" cy="10036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94948" y="721318"/>
            <a:ext cx="69230" cy="69230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식순 안내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822960" y="1554480"/>
          <a:ext cx="1054577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120457"/>
                <a:gridCol w="3413638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하객 맞이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신랑 · 신부 입장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혼인 서약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축가 · 감사 인사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기념 촬영 · 식사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4538" y="631759"/>
            <a:ext cx="185261" cy="185261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91036" y="1099893"/>
            <a:ext cx="111201" cy="111201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506607" y="843400"/>
            <a:ext cx="146404" cy="146404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98146" y="619708"/>
            <a:ext cx="120275" cy="120275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33527" y="398225"/>
            <a:ext cx="186017" cy="18601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682891" y="656597"/>
            <a:ext cx="79826" cy="79826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01345" y="1367190"/>
            <a:ext cx="158557" cy="15855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59707" y="707976"/>
            <a:ext cx="148776" cy="148776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52247" y="1000807"/>
            <a:ext cx="157967" cy="15796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51978" y="615189"/>
            <a:ext cx="100367" cy="10036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94948" y="721318"/>
            <a:ext cx="69230" cy="69230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하객 안내</a:t>
            </a:r>
          </a:p>
        </p:txBody>
      </p:sp>
      <p:sp>
        <p:nvSpPr>
          <p:cNvPr id="16" name="카드 1"/>
          <p:cNvSpPr/>
          <p:nvPr/>
        </p:nvSpPr>
        <p:spPr>
          <a:xfrm>
            <a:off x="822960" y="1554480"/>
            <a:ext cx="3362858" cy="4617720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587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주차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017520"/>
            <a:ext cx="308853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20" name="카드 2"/>
          <p:cNvSpPr/>
          <p:nvPr/>
        </p:nvSpPr>
        <p:spPr>
          <a:xfrm>
            <a:off x="4414418" y="1554480"/>
            <a:ext cx="3362858" cy="4617720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587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식사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1578" y="3017520"/>
            <a:ext cx="308853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24" name="카드 3"/>
          <p:cNvSpPr/>
          <p:nvPr/>
        </p:nvSpPr>
        <p:spPr>
          <a:xfrm>
            <a:off x="8005876" y="1554480"/>
            <a:ext cx="3362858" cy="4617720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587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기념 촬영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3036" y="3017520"/>
            <a:ext cx="308853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4538" y="631759"/>
            <a:ext cx="185261" cy="185261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91036" y="1099893"/>
            <a:ext cx="111201" cy="111201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506607" y="843400"/>
            <a:ext cx="146404" cy="146404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98146" y="619708"/>
            <a:ext cx="120275" cy="120275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33527" y="398225"/>
            <a:ext cx="186017" cy="18601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682891" y="656597"/>
            <a:ext cx="79826" cy="79826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01345" y="1367190"/>
            <a:ext cx="158557" cy="15855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59707" y="707976"/>
            <a:ext cx="148776" cy="148776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52247" y="1000807"/>
            <a:ext cx="157967" cy="15796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51978" y="615189"/>
            <a:ext cx="100367" cy="10036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94948" y="721318"/>
            <a:ext cx="69230" cy="69230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웨딩 사진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22960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399178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7975396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822960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4399178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7975396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4364" y="780551"/>
            <a:ext cx="333470" cy="33347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892061" y="1623191"/>
            <a:ext cx="200163" cy="200163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120089" y="1161505"/>
            <a:ext cx="263527" cy="26352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364859" y="758859"/>
            <a:ext cx="216496" cy="216496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068545" y="360190"/>
            <a:ext cx="334832" cy="334832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437401" y="825259"/>
            <a:ext cx="143688" cy="143688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550618" y="2104327"/>
            <a:ext cx="285402" cy="285402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115670" y="917740"/>
            <a:ext cx="267797" cy="26779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642241" y="1444838"/>
            <a:ext cx="284342" cy="284342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561757" y="750724"/>
            <a:ext cx="180660" cy="18066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279103" y="941758"/>
            <a:ext cx="124614" cy="124614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492713"/>
                </a:solidFill>
              </a:rPr>
              <a:t>함께해 주셔서 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492713"/>
                </a:solidFill>
              </a:rPr>
              <a:t>오늘의 축복을 오래도록 간직하겠습니다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식순 중심)">
  <a:themeElements>
    <a:clrScheme name="Office">
      <a:dk1>
        <a:sysClr val="windowText" lastClr="000000"/>
      </a:dk1>
      <a:lt1>
        <a:sysClr val="window" lastClr="FFFFFF"/>
      </a:lt1>
      <a:dk2>
        <a:srgbClr val="492713"/>
      </a:dk2>
      <a:lt2>
        <a:srgbClr val="FBF3EF"/>
      </a:lt2>
      <a:accent1>
        <a:srgbClr val="995229"/>
      </a:accent1>
      <a:accent2>
        <a:srgbClr val="3B9185"/>
      </a:accent2>
      <a:accent3>
        <a:srgbClr val="492713"/>
      </a:accent3>
      <a:accent4>
        <a:srgbClr val="F4DBCD"/>
      </a:accent4>
      <a:accent5>
        <a:srgbClr val="6A7257"/>
      </a:accent5>
      <a:accent6>
        <a:srgbClr val="927D71"/>
      </a:accent6>
      <a:hlink>
        <a:srgbClr val="995229"/>
      </a:hlink>
      <a:folHlink>
        <a:srgbClr val="49271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