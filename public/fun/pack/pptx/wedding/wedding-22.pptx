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046518" y="3017533"/>
            <a:ext cx="2194505" cy="54862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046518" y="3493009"/>
            <a:ext cx="2194505" cy="548626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046518" y="3968485"/>
            <a:ext cx="2194505" cy="54862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22A3F"/>
                </a:solidFill>
              </a:rPr>
              <a:t>두 사람이 하나 되는 날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22A3F"/>
                </a:solidFill>
              </a:rPr>
              <a:t>섬처럼 외로웠던 두 사람이 만났습니다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55503" y="557784"/>
            <a:ext cx="877824" cy="21945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55503" y="747979"/>
            <a:ext cx="877824" cy="219456"/>
          </a:xfrm>
          <a:prstGeom prst="wave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55503" y="938174"/>
            <a:ext cx="877824" cy="21945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신랑 · 신부 소개</a:t>
            </a:r>
          </a:p>
        </p:txBody>
      </p:sp>
      <p:sp>
        <p:nvSpPr>
          <p:cNvPr id="7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신랑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신부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55503" y="557784"/>
            <a:ext cx="877824" cy="21945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55503" y="747979"/>
            <a:ext cx="877824" cy="219456"/>
          </a:xfrm>
          <a:prstGeom prst="wave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55503" y="938174"/>
            <a:ext cx="877824" cy="21945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우리의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275A8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5A86"/>
                </a:solidFill>
              </a:rPr>
              <a:t>처음 만난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첫 만남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275A8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5A86"/>
                </a:solidFill>
              </a:rPr>
              <a:t>첫 데이트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설레던 하루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275A8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5A86"/>
                </a:solidFill>
              </a:rPr>
              <a:t>프러포즈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평생을 약속하다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275A8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5A86"/>
                </a:solidFill>
              </a:rPr>
              <a:t>결혼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오늘의 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55503" y="557784"/>
            <a:ext cx="877824" cy="21945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55503" y="747979"/>
            <a:ext cx="877824" cy="219456"/>
          </a:xfrm>
          <a:prstGeom prst="wave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55503" y="938174"/>
            <a:ext cx="877824" cy="21945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우리의 첫 번째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5875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첫 여행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11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5875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첫 선물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5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5875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첫 다툼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19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5875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첫 약속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55503" y="557784"/>
            <a:ext cx="877824" cy="21945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55503" y="747979"/>
            <a:ext cx="877824" cy="219456"/>
          </a:xfrm>
          <a:prstGeom prst="wave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55503" y="938174"/>
            <a:ext cx="877824" cy="21945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웨딩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046518" y="3017533"/>
            <a:ext cx="2194505" cy="54862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046518" y="3493009"/>
            <a:ext cx="2194505" cy="548626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046518" y="3968485"/>
            <a:ext cx="2194505" cy="54862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22A3F"/>
                </a:solidFill>
              </a:rPr>
              <a:t>함께해 주셔서 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22A3F"/>
                </a:solidFill>
              </a:rPr>
              <a:t>오늘의 축복을 오래도록 간직하겠습니다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122A3F"/>
      </a:dk2>
      <a:lt2>
        <a:srgbClr val="EFF5FA"/>
      </a:lt2>
      <a:accent1>
        <a:srgbClr val="275A86"/>
      </a:accent1>
      <a:accent2>
        <a:srgbClr val="913B3E"/>
      </a:accent2>
      <a:accent3>
        <a:srgbClr val="122A3F"/>
      </a:accent3>
      <a:accent4>
        <a:srgbClr val="CEE2F3"/>
      </a:accent4>
      <a:accent5>
        <a:srgbClr val="5C4A62"/>
      </a:accent5>
      <a:accent6>
        <a:srgbClr val="717F8C"/>
      </a:accent6>
      <a:hlink>
        <a:srgbClr val="275A86"/>
      </a:hlink>
      <a:folHlink>
        <a:srgbClr val="122A3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