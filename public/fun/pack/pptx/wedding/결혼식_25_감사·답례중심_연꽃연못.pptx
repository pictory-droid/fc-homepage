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B3759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B3759"/>
                </a:solidFill>
              </a:rPr>
              <a:t>더운 날 와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신랑 · 신부 소개</a:t>
            </a:r>
          </a:p>
        </p:txBody>
      </p:sp>
      <p:sp>
        <p:nvSpPr>
          <p:cNvPr id="4" name="사진 자리"/>
          <p:cNvSpPr/>
          <p:nvPr/>
        </p:nvSpPr>
        <p:spPr>
          <a:xfrm>
            <a:off x="2030653" y="1600200"/>
            <a:ext cx="2308860" cy="2308860"/>
          </a:xfrm>
          <a:prstGeom prst="ellipse">
            <a:avLst/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3759"/>
                </a:solidFill>
              </a:rPr>
              <a:t>신랑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852181" y="1600200"/>
            <a:ext cx="2308860" cy="2308860"/>
          </a:xfrm>
          <a:prstGeom prst="ellipse">
            <a:avLst/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4000500"/>
            <a:ext cx="490712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3759"/>
                </a:solidFill>
              </a:rPr>
              <a:t>신부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4457700"/>
            <a:ext cx="472424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감사의 말씀</a:t>
            </a:r>
          </a:p>
        </p:txBody>
      </p:sp>
      <p:sp>
        <p:nvSpPr>
          <p:cNvPr id="4" name="감사 글 칸"/>
          <p:cNvSpPr/>
          <p:nvPr/>
        </p:nvSpPr>
        <p:spPr>
          <a:xfrm>
            <a:off x="731520" y="1600200"/>
            <a:ext cx="10728655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2700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감사 글"/>
          <p:cNvSpPr txBox="1"/>
          <p:nvPr/>
        </p:nvSpPr>
        <p:spPr>
          <a:xfrm>
            <a:off x="1188720" y="1965960"/>
            <a:ext cx="9814255" cy="3886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 와 주셔서 고맙습니다.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마음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잘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답례 안내</a:t>
            </a:r>
          </a:p>
        </p:txBody>
      </p:sp>
      <p:sp>
        <p:nvSpPr>
          <p:cNvPr id="4" name="카드 1"/>
          <p:cNvSpPr/>
          <p:nvPr/>
        </p:nvSpPr>
        <p:spPr>
          <a:xfrm>
            <a:off x="731520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답례품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83938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방명록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36356" y="1600200"/>
            <a:ext cx="3423818" cy="4617720"/>
          </a:xfrm>
          <a:prstGeom prst="roundRect">
            <a:avLst>
              <a:gd name="adj" fmla="val 8000"/>
            </a:avLst>
          </a:prstGeom>
          <a:solidFill>
            <a:srgbClr val="F9F1F5"/>
          </a:solidFill>
          <a:ln w="15875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B3759"/>
                </a:solidFill>
              </a:rPr>
              <a:t>사진 · 영상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3063240"/>
            <a:ext cx="314949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61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B3759"/>
                </a:solidFill>
              </a:rPr>
              <a:t>웨딩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EED3E0"/>
          </a:solidFill>
          <a:ln w="19050">
            <a:solidFill>
              <a:srgbClr val="B8618C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B375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B3759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B3759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7B3759"/>
      </a:dk2>
      <a:lt2>
        <a:srgbClr val="F9F1F5"/>
      </a:lt2>
      <a:accent1>
        <a:srgbClr val="B8618C"/>
      </a:accent1>
      <a:accent2>
        <a:srgbClr val="3F8D3F"/>
      </a:accent2>
      <a:accent3>
        <a:srgbClr val="7B3759"/>
      </a:accent3>
      <a:accent4>
        <a:srgbClr val="EED3E0"/>
      </a:accent4>
      <a:accent5>
        <a:srgbClr val="7C7766"/>
      </a:accent5>
      <a:accent6>
        <a:srgbClr val="B0879B"/>
      </a:accent6>
      <a:hlink>
        <a:srgbClr val="B8618C"/>
      </a:hlink>
      <a:folHlink>
        <a:srgbClr val="7B375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