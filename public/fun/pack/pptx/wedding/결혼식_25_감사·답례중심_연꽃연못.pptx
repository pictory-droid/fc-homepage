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F3A5C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8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더운 날 와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sun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8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8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sun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감사의 말씀</a:t>
            </a:r>
          </a:p>
        </p:txBody>
      </p:sp>
      <p:sp>
        <p:nvSpPr>
          <p:cNvPr id="6" name="감사 글 칸"/>
          <p:cNvSpPr/>
          <p:nvPr/>
        </p:nvSpPr>
        <p:spPr>
          <a:xfrm>
            <a:off x="640080" y="1783080"/>
            <a:ext cx="10911535" cy="4572000"/>
          </a:xfrm>
          <a:prstGeom prst="roundRect">
            <a:avLst>
              <a:gd name="adj" fmla="val 4000"/>
            </a:avLst>
          </a:prstGeom>
          <a:solidFill>
            <a:srgbClr val="FDEA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4352544"/>
          </a:xfrm>
          <a:prstGeom prst="rect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감사 글"/>
          <p:cNvSpPr txBox="1"/>
          <p:nvPr/>
        </p:nvSpPr>
        <p:spPr>
          <a:xfrm>
            <a:off x="1097280" y="214884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sun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답례 안내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4572000"/>
          </a:xfrm>
          <a:prstGeom prst="roundRect">
            <a:avLst>
              <a:gd name="adj" fmla="val 4000"/>
            </a:avLst>
          </a:prstGeom>
          <a:solidFill>
            <a:srgbClr val="FDEA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4352544"/>
          </a:xfrm>
          <a:prstGeom prst="rect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A7B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답례품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4572000"/>
          </a:xfrm>
          <a:prstGeom prst="roundRect">
            <a:avLst>
              <a:gd name="adj" fmla="val 4000"/>
            </a:avLst>
          </a:prstGeom>
          <a:solidFill>
            <a:srgbClr val="FDEA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4353458" y="1892807"/>
            <a:ext cx="54864" cy="4352544"/>
          </a:xfrm>
          <a:prstGeom prst="rect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EA7B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방명록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4572000"/>
          </a:xfrm>
          <a:prstGeom prst="roundRect">
            <a:avLst>
              <a:gd name="adj" fmla="val 4000"/>
            </a:avLst>
          </a:prstGeom>
          <a:solidFill>
            <a:srgbClr val="FDEA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8066836" y="1892807"/>
            <a:ext cx="54864" cy="4352544"/>
          </a:xfrm>
          <a:prstGeom prst="rect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EA7B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사진 ·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sun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F3A5C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8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492738"/>
      </a:dk2>
      <a:lt2>
        <a:srgbClr val="FDEAF4"/>
      </a:lt2>
      <a:accent1>
        <a:srgbClr val="EA7BB3"/>
      </a:accent1>
      <a:accent2>
        <a:srgbClr val="EF9FA1"/>
      </a:accent2>
      <a:accent3>
        <a:srgbClr val="492738"/>
      </a:accent3>
      <a:accent4>
        <a:srgbClr val="FAD1E6"/>
      </a:accent4>
      <a:accent5>
        <a:srgbClr val="EC8DAA"/>
      </a:accent5>
      <a:accent6>
        <a:srgbClr val="927D88"/>
      </a:accent6>
      <a:hlink>
        <a:srgbClr val="EA7BB3"/>
      </a:hlink>
      <a:folHlink>
        <a:srgbClr val="4927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