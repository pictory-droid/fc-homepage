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115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더운 날 와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30653" y="1600200"/>
            <a:ext cx="2308860" cy="2308860"/>
          </a:xfrm>
          <a:prstGeom prst="ellipse">
            <a:avLst/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115F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308860" cy="2308860"/>
          </a:xfrm>
          <a:prstGeom prst="ellipse">
            <a:avLst/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115F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감사의 말씀</a:t>
            </a:r>
          </a:p>
        </p:txBody>
      </p:sp>
      <p:sp>
        <p:nvSpPr>
          <p:cNvPr id="4" name="감사 글 칸"/>
          <p:cNvSpPr/>
          <p:nvPr/>
        </p:nvSpPr>
        <p:spPr>
          <a:xfrm>
            <a:off x="731520" y="1600200"/>
            <a:ext cx="10728655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2700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감사 글"/>
          <p:cNvSpPr txBox="1"/>
          <p:nvPr/>
        </p:nvSpPr>
        <p:spPr>
          <a:xfrm>
            <a:off x="1188720" y="1965960"/>
            <a:ext cx="981425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답례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답례품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방명록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사진 · 영상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D11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1D115F"/>
      </a:dk2>
      <a:lt2>
        <a:srgbClr val="F0EEFC"/>
      </a:lt2>
      <a:accent1>
        <a:srgbClr val="3D26C5"/>
      </a:accent1>
      <a:accent2>
        <a:srgbClr val="209DB6"/>
      </a:accent2>
      <a:accent3>
        <a:srgbClr val="1D115F"/>
      </a:accent3>
      <a:accent4>
        <a:srgbClr val="D7D1FA"/>
      </a:accent4>
      <a:accent5>
        <a:srgbClr val="2E62BE"/>
      </a:accent5>
      <a:accent6>
        <a:srgbClr val="77709F"/>
      </a:accent6>
      <a:hlink>
        <a:srgbClr val="3D26C5"/>
      </a:hlink>
      <a:folHlink>
        <a:srgbClr val="1D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