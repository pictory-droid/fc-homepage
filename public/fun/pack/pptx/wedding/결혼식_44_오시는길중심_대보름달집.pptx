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44212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44212"/>
                </a:solidFill>
              </a:rPr>
              <a:t>눈이 오면 대중교통이 편합니다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44212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44212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오시는 길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6035040" cy="480060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44212"/>
                </a:solidFill>
              </a:rPr>
              <a:t>약도 · 지도를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040880" y="1600200"/>
          <a:ext cx="451073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13913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44212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44212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44212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44212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교통 안내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5875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지하철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5875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5875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자가용 · 주차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544212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44212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544212"/>
      </a:dk2>
      <a:lt2>
        <a:srgbClr val="FBF8EE"/>
      </a:lt2>
      <a:accent1>
        <a:srgbClr val="A78425"/>
      </a:accent1>
      <a:accent2>
        <a:srgbClr val="3B7D91"/>
      </a:accent2>
      <a:accent3>
        <a:srgbClr val="544212"/>
      </a:accent3>
      <a:accent4>
        <a:srgbClr val="F6EACB"/>
      </a:accent4>
      <a:accent5>
        <a:srgbClr val="71805B"/>
      </a:accent5>
      <a:accent6>
        <a:srgbClr val="988E71"/>
      </a:accent6>
      <a:hlink>
        <a:srgbClr val="A78425"/>
      </a:hlink>
      <a:folHlink>
        <a:srgbClr val="54421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