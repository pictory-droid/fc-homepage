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D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0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대중교통으로 오시는 게 편합니다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E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783080"/>
            <a:ext cx="2194560" cy="2194560"/>
          </a:xfrm>
          <a:prstGeom prst="ellipse">
            <a:avLst/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027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55051" y="1783080"/>
            <a:ext cx="2194560" cy="2194560"/>
          </a:xfrm>
          <a:prstGeom prst="ellipse">
            <a:avLst/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027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E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오시는 길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6035040" cy="4389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약도 · 지도를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040880" y="17830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027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6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BF7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027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6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027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6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BF7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027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6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DD5"/>
                      </a:solidFill>
                      <a:prstDash val="solid"/>
                    </a:lnL>
                    <a:lnR w="9525" cap="flat" cmpd="sng" algn="ctr">
                      <a:solidFill>
                        <a:srgbClr val="F6EDD5"/>
                      </a:solidFill>
                      <a:prstDash val="solid"/>
                    </a:lnR>
                    <a:lnT w="9525" cap="flat" cmpd="sng" algn="ctr">
                      <a:solidFill>
                        <a:srgbClr val="F6EDD5"/>
                      </a:solidFill>
                      <a:prstDash val="solid"/>
                    </a:lnT>
                    <a:lnB w="9525" cap="flat" cmpd="sng" algn="ctr">
                      <a:solidFill>
                        <a:srgbClr val="F6ED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E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교통 안내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E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E1CE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02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027"/>
                </a:solidFill>
              </a:rPr>
              <a:t>지하철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E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E1CE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02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027"/>
                </a:solidFill>
              </a:rPr>
              <a:t>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E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E1CE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02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027"/>
                </a:solidFill>
              </a:rPr>
              <a:t>자가용 · 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E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D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D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DA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0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494027"/>
      </a:dk2>
      <a:lt2>
        <a:srgbClr val="FBF7EC"/>
      </a:lt2>
      <a:accent1>
        <a:srgbClr val="E1CE98"/>
      </a:accent1>
      <a:accent2>
        <a:srgbClr val="E0EAB8"/>
      </a:accent2>
      <a:accent3>
        <a:srgbClr val="494027"/>
      </a:accent3>
      <a:accent4>
        <a:srgbClr val="F6EDD5"/>
      </a:accent4>
      <a:accent5>
        <a:srgbClr val="E0DCA8"/>
      </a:accent5>
      <a:accent6>
        <a:srgbClr val="928C7D"/>
      </a:accent6>
      <a:hlink>
        <a:srgbClr val="E1CE98"/>
      </a:hlink>
      <a:folHlink>
        <a:srgbClr val="4940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