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83A23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83A23"/>
                </a:solidFill>
              </a:rPr>
              <a:t>일 년을 같이 보내고 나서 결심했습니다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우리의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9653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653D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9653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653D"/>
                </a:solidFill>
              </a:rPr>
              <a:t>첫 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설레던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9653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653D"/>
                </a:solidFill>
              </a:rPr>
              <a:t>프러포즈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평생을 약속하다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9653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653D"/>
                </a:solidFill>
              </a:rPr>
              <a:t>결혼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우리의 첫 번째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첫 여행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첫 선물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첫 다툼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첫 약속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83A23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83A23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183A23"/>
      </a:dk2>
      <a:lt2>
        <a:srgbClr val="F1F9F3"/>
      </a:lt2>
      <a:accent1>
        <a:srgbClr val="29653D"/>
      </a:accent1>
      <a:accent2>
        <a:srgbClr val="833B91"/>
      </a:accent2>
      <a:accent3>
        <a:srgbClr val="183A23"/>
      </a:accent3>
      <a:accent4>
        <a:srgbClr val="D2EFDC"/>
      </a:accent4>
      <a:accent5>
        <a:srgbClr val="565067"/>
      </a:accent5>
      <a:accent6>
        <a:srgbClr val="74897B"/>
      </a:accent6>
      <a:hlink>
        <a:srgbClr val="29653D"/>
      </a:hlink>
      <a:folHlink>
        <a:srgbClr val="183A2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