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일 년을 같이 보내고 나서 결심했습니다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83A23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우리의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첫 만남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어떻게?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첫 데이트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설레던 하루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무엇을 했나요?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프러포즈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평생을 약속하다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이야기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29653D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9653D"/>
                </a:solidFill>
              </a:rPr>
              <a:t>결혼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함께 시작합니다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우리의 첫 번째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첫 여행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어디였나요?</a:t>
            </a:r>
          </a:p>
        </p:txBody>
      </p:sp>
      <p:sp>
        <p:nvSpPr>
          <p:cNvPr id="9" name="카드 2"/>
          <p:cNvSpPr/>
          <p:nvPr/>
        </p:nvSpPr>
        <p:spPr>
          <a:xfrm>
            <a:off x="3425113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3607993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2273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첫 선물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  <p:sp>
        <p:nvSpPr>
          <p:cNvPr id="13" name="카드 3"/>
          <p:cNvSpPr/>
          <p:nvPr/>
        </p:nvSpPr>
        <p:spPr>
          <a:xfrm>
            <a:off x="6210147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6393027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7307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첫 다툼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어떻게 풀었나요?</a:t>
            </a:r>
          </a:p>
        </p:txBody>
      </p:sp>
      <p:sp>
        <p:nvSpPr>
          <p:cNvPr id="17" name="카드 4"/>
          <p:cNvSpPr/>
          <p:nvPr/>
        </p:nvSpPr>
        <p:spPr>
          <a:xfrm>
            <a:off x="8995181" y="1600200"/>
            <a:ext cx="2556433" cy="480060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4"/>
          <p:cNvSpPr/>
          <p:nvPr/>
        </p:nvSpPr>
        <p:spPr>
          <a:xfrm>
            <a:off x="9178061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2341" y="237744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첫 약속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3063240"/>
            <a:ext cx="2282113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무엇이었나요?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2EFDC"/>
          </a:solidFill>
          <a:ln w="19050">
            <a:solidFill>
              <a:srgbClr val="29653D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83A2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83A23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러브스토리 중심)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슬라이드(러브스토리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