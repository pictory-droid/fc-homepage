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A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0" y="0"/>
            <a:ext cx="4389010" cy="6858000"/>
          </a:xfrm>
          <a:prstGeom prst="rect">
            <a:avLst/>
          </a:prstGeom>
          <a:solidFill>
            <a:srgbClr val="F2A6B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272D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365750" y="365760"/>
            <a:ext cx="3657508" cy="6126480"/>
          </a:xfrm>
          <a:prstGeom prst="rect">
            <a:avLst/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6231F"/>
                </a:solidFill>
              </a:rPr>
              <a:t>저희 결혼합니다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바쁘신 중에 와 주신 것 잊지 않겠습니다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날짜 입력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5958687" y="246888"/>
            <a:ext cx="274320" cy="274320"/>
          </a:xfrm>
          <a:prstGeom prst="mathPlus">
            <a:avLst/>
          </a:prstGeom>
          <a:solidFill>
            <a:srgbClr val="ED97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ED97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WEDDING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신랑 · 신부 소개</a:t>
            </a:r>
          </a:p>
        </p:txBody>
      </p:sp>
      <p:sp>
        <p:nvSpPr>
          <p:cNvPr id="6" name="사진 자리"/>
          <p:cNvSpPr/>
          <p:nvPr/>
        </p:nvSpPr>
        <p:spPr>
          <a:xfrm>
            <a:off x="1996363" y="1783080"/>
            <a:ext cx="2286000" cy="2286000"/>
          </a:xfrm>
          <a:prstGeom prst="ellipse">
            <a:avLst/>
          </a:prstGeom>
          <a:solidFill>
            <a:srgbClr val="FAD1D8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60520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272D"/>
                </a:solidFill>
              </a:rPr>
              <a:t>신랑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4617720"/>
            <a:ext cx="4815687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9" name="사진 자리"/>
          <p:cNvSpPr/>
          <p:nvPr/>
        </p:nvSpPr>
        <p:spPr>
          <a:xfrm>
            <a:off x="7909331" y="1783080"/>
            <a:ext cx="2286000" cy="2286000"/>
          </a:xfrm>
          <a:prstGeom prst="ellipse">
            <a:avLst/>
          </a:prstGeom>
          <a:solidFill>
            <a:srgbClr val="FAD1D8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3047" y="4160520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272D"/>
                </a:solidFill>
              </a:rPr>
              <a:t>신부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44487" y="4617720"/>
            <a:ext cx="4815687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5958687" y="246888"/>
            <a:ext cx="274320" cy="274320"/>
          </a:xfrm>
          <a:prstGeom prst="mathPlus">
            <a:avLst/>
          </a:prstGeom>
          <a:solidFill>
            <a:srgbClr val="ED97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ED97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WEDDING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감사의 말씀</a:t>
            </a:r>
          </a:p>
        </p:txBody>
      </p:sp>
      <p:sp>
        <p:nvSpPr>
          <p:cNvPr id="6" name="감사 글 칸"/>
          <p:cNvSpPr/>
          <p:nvPr/>
        </p:nvSpPr>
        <p:spPr>
          <a:xfrm>
            <a:off x="640080" y="1783080"/>
            <a:ext cx="10911535" cy="4572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F2A6B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감사 글"/>
          <p:cNvSpPr txBox="1"/>
          <p:nvPr/>
        </p:nvSpPr>
        <p:spPr>
          <a:xfrm>
            <a:off x="1097280" y="2148840"/>
            <a:ext cx="9997135" cy="3840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6231F"/>
                </a:solidFill>
              </a:rPr>
              <a:t>바쁘신 중에 와 주셔서 고맙습니다.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6231F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6231F"/>
                </a:solidFill>
              </a:rPr>
              <a:t>보내 주신 마음 잊지 않고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6231F"/>
                </a:solidFill>
              </a:rPr>
              <a:t>잘 살겠습니다.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6231F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6231F"/>
                </a:solidFill>
              </a:rPr>
              <a:t>신랑 · 신부 드림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5958687" y="246888"/>
            <a:ext cx="274320" cy="274320"/>
          </a:xfrm>
          <a:prstGeom prst="mathPlus">
            <a:avLst/>
          </a:prstGeom>
          <a:solidFill>
            <a:srgbClr val="ED97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ED97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WEDDING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답례 안내</a:t>
            </a:r>
          </a:p>
        </p:txBody>
      </p:sp>
      <p:sp>
        <p:nvSpPr>
          <p:cNvPr id="6" name="카드 1"/>
          <p:cNvSpPr/>
          <p:nvPr/>
        </p:nvSpPr>
        <p:spPr>
          <a:xfrm>
            <a:off x="640080" y="1783080"/>
            <a:ext cx="3484778" cy="4572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F2A6B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 txBox="1"/>
          <p:nvPr/>
        </p:nvSpPr>
        <p:spPr>
          <a:xfrm>
            <a:off x="731519" y="192024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ED97A5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2D"/>
                </a:solidFill>
              </a:rPr>
              <a:t>답례품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46120"/>
            <a:ext cx="3210458" cy="2971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입력하세요</a:t>
            </a:r>
          </a:p>
        </p:txBody>
      </p:sp>
      <p:sp>
        <p:nvSpPr>
          <p:cNvPr id="10" name="카드 2"/>
          <p:cNvSpPr/>
          <p:nvPr/>
        </p:nvSpPr>
        <p:spPr>
          <a:xfrm>
            <a:off x="4353458" y="1783080"/>
            <a:ext cx="3484778" cy="4572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F2A6B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 txBox="1"/>
          <p:nvPr/>
        </p:nvSpPr>
        <p:spPr>
          <a:xfrm>
            <a:off x="4444898" y="192024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ED97A5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2D"/>
                </a:solidFill>
              </a:rPr>
              <a:t>방명록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0618" y="3246120"/>
            <a:ext cx="3210458" cy="2971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입력하세요</a:t>
            </a:r>
          </a:p>
        </p:txBody>
      </p:sp>
      <p:sp>
        <p:nvSpPr>
          <p:cNvPr id="14" name="카드 3"/>
          <p:cNvSpPr/>
          <p:nvPr/>
        </p:nvSpPr>
        <p:spPr>
          <a:xfrm>
            <a:off x="8066836" y="1783080"/>
            <a:ext cx="3484778" cy="4572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F2A6B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 txBox="1"/>
          <p:nvPr/>
        </p:nvSpPr>
        <p:spPr>
          <a:xfrm>
            <a:off x="8158276" y="192024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ED97A5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2D"/>
                </a:solidFill>
              </a:rPr>
              <a:t>사진 · 영상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3996" y="3246120"/>
            <a:ext cx="3210458" cy="2971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5958687" y="246888"/>
            <a:ext cx="274320" cy="274320"/>
          </a:xfrm>
          <a:prstGeom prst="mathPlus">
            <a:avLst/>
          </a:prstGeom>
          <a:solidFill>
            <a:srgbClr val="ED97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ED97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WEDDING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웨딩 사진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AD1D8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7" name="사진 자리"/>
          <p:cNvSpPr/>
          <p:nvPr/>
        </p:nvSpPr>
        <p:spPr>
          <a:xfrm>
            <a:off x="4338218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AD1D8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036356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AD1D8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40080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AD1D8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4338218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AD1D8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036356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AD1D8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A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0" y="0"/>
            <a:ext cx="4389010" cy="6858000"/>
          </a:xfrm>
          <a:prstGeom prst="rect">
            <a:avLst/>
          </a:prstGeom>
          <a:solidFill>
            <a:srgbClr val="F2A6B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272D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365750" y="365760"/>
            <a:ext cx="3657508" cy="6126480"/>
          </a:xfrm>
          <a:prstGeom prst="rect">
            <a:avLst/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26231F"/>
                </a:solidFill>
              </a:rPr>
              <a:t>와 주셔서 고맙습니다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잘 살겠습니다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감사·답례 중심)">
  <a:themeElements>
    <a:clrScheme name="Office">
      <a:dk1>
        <a:sysClr val="windowText" lastClr="000000"/>
      </a:dk1>
      <a:lt1>
        <a:sysClr val="window" lastClr="FFFFFF"/>
      </a:lt1>
      <a:dk2>
        <a:srgbClr val="49272D"/>
      </a:dk2>
      <a:lt2>
        <a:srgbClr val="FDEAED"/>
      </a:lt2>
      <a:accent1>
        <a:srgbClr val="ED97A5"/>
      </a:accent1>
      <a:accent2>
        <a:srgbClr val="F3CBBA"/>
      </a:accent2>
      <a:accent3>
        <a:srgbClr val="49272D"/>
      </a:accent3>
      <a:accent4>
        <a:srgbClr val="FAD1D8"/>
      </a:accent4>
      <a:accent5>
        <a:srgbClr val="F0B1B0"/>
      </a:accent5>
      <a:accent6>
        <a:srgbClr val="927D81"/>
      </a:accent6>
      <a:hlink>
        <a:srgbClr val="ED97A5"/>
      </a:hlink>
      <a:folHlink>
        <a:srgbClr val="49272D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슬라이드(감사·답례 중심)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