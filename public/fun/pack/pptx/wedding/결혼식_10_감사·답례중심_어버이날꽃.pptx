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721D2B"/>
                </a:solidFill>
              </a:rPr>
              <a:t>저희 결혼합니다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21D2B"/>
                </a:solidFill>
              </a:rPr>
              <a:t>바쁘신 중에 와 주신 것 잊지 않겠습니다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3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DF3A5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7D4D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21D2B"/>
                </a:solidFill>
              </a:rPr>
              <a:t>신랑 · 신부 소개</a:t>
            </a:r>
          </a:p>
        </p:txBody>
      </p:sp>
      <p:sp>
        <p:nvSpPr>
          <p:cNvPr id="5" name="사진 자리"/>
          <p:cNvSpPr/>
          <p:nvPr/>
        </p:nvSpPr>
        <p:spPr>
          <a:xfrm>
            <a:off x="2076373" y="1554480"/>
            <a:ext cx="2308860" cy="2308860"/>
          </a:xfrm>
          <a:prstGeom prst="ellipse">
            <a:avLst/>
          </a:prstGeom>
          <a:solidFill>
            <a:srgbClr val="F7D4DA"/>
          </a:solidFill>
          <a:ln w="19050">
            <a:solidFill>
              <a:srgbClr val="DF3A5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1D2B"/>
                </a:solidFill>
              </a:rPr>
              <a:t>사진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54779"/>
            <a:ext cx="481568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21D2B"/>
                </a:solidFill>
              </a:rPr>
              <a:t>신랑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411979"/>
            <a:ext cx="4632807" cy="17602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8" name="사진 자리"/>
          <p:cNvSpPr/>
          <p:nvPr/>
        </p:nvSpPr>
        <p:spPr>
          <a:xfrm>
            <a:off x="7806461" y="1554480"/>
            <a:ext cx="2308860" cy="2308860"/>
          </a:xfrm>
          <a:prstGeom prst="ellipse">
            <a:avLst/>
          </a:prstGeom>
          <a:solidFill>
            <a:srgbClr val="F7D4DA"/>
          </a:solidFill>
          <a:ln w="19050">
            <a:solidFill>
              <a:srgbClr val="DF3A5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1D2B"/>
                </a:solidFill>
              </a:rPr>
              <a:t>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3047" y="3954779"/>
            <a:ext cx="481568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21D2B"/>
                </a:solidFill>
              </a:rPr>
              <a:t>신부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44487" y="4411979"/>
            <a:ext cx="4632807" cy="17602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3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DF3A5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7D4D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21D2B"/>
                </a:solidFill>
              </a:rPr>
              <a:t>감사의 말씀</a:t>
            </a:r>
          </a:p>
        </p:txBody>
      </p:sp>
      <p:sp>
        <p:nvSpPr>
          <p:cNvPr id="5" name="감사 글 칸"/>
          <p:cNvSpPr/>
          <p:nvPr/>
        </p:nvSpPr>
        <p:spPr>
          <a:xfrm>
            <a:off x="822960" y="1554480"/>
            <a:ext cx="10545775" cy="4617720"/>
          </a:xfrm>
          <a:prstGeom prst="roundRect">
            <a:avLst>
              <a:gd name="adj" fmla="val 8000"/>
            </a:avLst>
          </a:prstGeom>
          <a:solidFill>
            <a:srgbClr val="FCF3F4"/>
          </a:solidFill>
          <a:ln w="12700">
            <a:solidFill>
              <a:srgbClr val="F7D4D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감사 글"/>
          <p:cNvSpPr txBox="1"/>
          <p:nvPr/>
        </p:nvSpPr>
        <p:spPr>
          <a:xfrm>
            <a:off x="1280160" y="1920240"/>
            <a:ext cx="9631375" cy="38862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바쁘신 중에 와 주셔서 고맙습니다.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보내 주신 마음 잊지 않고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잘 살겠습니다.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신랑 · 신부 드림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3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DF3A5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7D4D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21D2B"/>
                </a:solidFill>
              </a:rPr>
              <a:t>답례 안내</a:t>
            </a:r>
          </a:p>
        </p:txBody>
      </p:sp>
      <p:sp>
        <p:nvSpPr>
          <p:cNvPr id="5" name="카드 1"/>
          <p:cNvSpPr/>
          <p:nvPr/>
        </p:nvSpPr>
        <p:spPr>
          <a:xfrm>
            <a:off x="822960" y="1554480"/>
            <a:ext cx="3362858" cy="4617720"/>
          </a:xfrm>
          <a:prstGeom prst="roundRect">
            <a:avLst>
              <a:gd name="adj" fmla="val 8000"/>
            </a:avLst>
          </a:prstGeom>
          <a:solidFill>
            <a:srgbClr val="FCF3F4"/>
          </a:solidFill>
          <a:ln w="15875">
            <a:solidFill>
              <a:srgbClr val="F7D4D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1005840" y="1737360"/>
            <a:ext cx="457200" cy="457200"/>
          </a:xfrm>
          <a:prstGeom prst="ellipse">
            <a:avLst/>
          </a:prstGeom>
          <a:solidFill>
            <a:srgbClr val="DF3A5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31720"/>
            <a:ext cx="308853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21D2B"/>
                </a:solidFill>
              </a:rPr>
              <a:t>답례품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017520"/>
            <a:ext cx="3088538" cy="30175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414418" y="1554480"/>
            <a:ext cx="3362858" cy="4617720"/>
          </a:xfrm>
          <a:prstGeom prst="roundRect">
            <a:avLst>
              <a:gd name="adj" fmla="val 8000"/>
            </a:avLst>
          </a:prstGeom>
          <a:solidFill>
            <a:srgbClr val="FCF3F4"/>
          </a:solidFill>
          <a:ln w="15875">
            <a:solidFill>
              <a:srgbClr val="F7D4D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97298" y="1737360"/>
            <a:ext cx="457200" cy="457200"/>
          </a:xfrm>
          <a:prstGeom prst="ellipse">
            <a:avLst/>
          </a:prstGeom>
          <a:solidFill>
            <a:srgbClr val="DF3A5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1578" y="2331720"/>
            <a:ext cx="308853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21D2B"/>
                </a:solidFill>
              </a:rPr>
              <a:t>방명록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1578" y="3017520"/>
            <a:ext cx="3088538" cy="30175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005876" y="1554480"/>
            <a:ext cx="3362858" cy="4617720"/>
          </a:xfrm>
          <a:prstGeom prst="roundRect">
            <a:avLst>
              <a:gd name="adj" fmla="val 8000"/>
            </a:avLst>
          </a:prstGeom>
          <a:solidFill>
            <a:srgbClr val="FCF3F4"/>
          </a:solidFill>
          <a:ln w="15875">
            <a:solidFill>
              <a:srgbClr val="F7D4D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188756" y="1737360"/>
            <a:ext cx="457200" cy="457200"/>
          </a:xfrm>
          <a:prstGeom prst="ellipse">
            <a:avLst/>
          </a:prstGeom>
          <a:solidFill>
            <a:srgbClr val="DF3A5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43036" y="2331720"/>
            <a:ext cx="308853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21D2B"/>
                </a:solidFill>
              </a:rPr>
              <a:t>사진 · 영상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43036" y="3017520"/>
            <a:ext cx="3088538" cy="30175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3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DF3A5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7D4D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21D2B"/>
                </a:solidFill>
              </a:rPr>
              <a:t>웨딩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822960" y="15544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F7D4DA"/>
          </a:solidFill>
          <a:ln w="19050">
            <a:solidFill>
              <a:srgbClr val="DF3A5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1D2B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399178" y="15544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F7D4DA"/>
          </a:solidFill>
          <a:ln w="19050">
            <a:solidFill>
              <a:srgbClr val="DF3A5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1D2B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7975396" y="15544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F7D4DA"/>
          </a:solidFill>
          <a:ln w="19050">
            <a:solidFill>
              <a:srgbClr val="DF3A5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1D2B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22960" y="39547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F7D4DA"/>
          </a:solidFill>
          <a:ln w="19050">
            <a:solidFill>
              <a:srgbClr val="DF3A5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1D2B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399178" y="39547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F7D4DA"/>
          </a:solidFill>
          <a:ln w="19050">
            <a:solidFill>
              <a:srgbClr val="DF3A5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1D2B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7975396" y="39547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F7D4DA"/>
          </a:solidFill>
          <a:ln w="19050">
            <a:solidFill>
              <a:srgbClr val="DF3A5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1D2B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721D2B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21D2B"/>
                </a:solidFill>
              </a:rPr>
              <a:t>잘 살겠습니다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감사·답례 중심)">
  <a:themeElements>
    <a:clrScheme name="Office">
      <a:dk1>
        <a:sysClr val="windowText" lastClr="000000"/>
      </a:dk1>
      <a:lt1>
        <a:sysClr val="window" lastClr="FFFFFF"/>
      </a:lt1>
      <a:dk2>
        <a:srgbClr val="721D2B"/>
      </a:dk2>
      <a:lt2>
        <a:srgbClr val="FCF3F4"/>
      </a:lt2>
      <a:accent1>
        <a:srgbClr val="DF3A55"/>
      </a:accent1>
      <a:accent2>
        <a:srgbClr val="339941"/>
      </a:accent2>
      <a:accent3>
        <a:srgbClr val="721D2B"/>
      </a:accent3>
      <a:accent4>
        <a:srgbClr val="F7D4DA"/>
      </a:accent4>
      <a:accent5>
        <a:srgbClr val="896A4B"/>
      </a:accent5>
      <a:accent6>
        <a:srgbClr val="AA7780"/>
      </a:accent6>
      <a:hlink>
        <a:srgbClr val="DF3A55"/>
      </a:hlink>
      <a:folHlink>
        <a:srgbClr val="721D2B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슬라이드(감사·답례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