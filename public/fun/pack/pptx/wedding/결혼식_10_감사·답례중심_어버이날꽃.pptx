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A1F2E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바쁘신 중에 와 주신 것 잊지 않겠습니다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76373" y="1554480"/>
            <a:ext cx="2308860" cy="2308860"/>
          </a:xfrm>
          <a:prstGeom prst="ellipse">
            <a:avLst/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A1F2E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06461" y="1554480"/>
            <a:ext cx="2308860" cy="2308860"/>
          </a:xfrm>
          <a:prstGeom prst="ellipse">
            <a:avLst/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A1F2E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감사의 말씀</a:t>
            </a:r>
          </a:p>
        </p:txBody>
      </p:sp>
      <p:sp>
        <p:nvSpPr>
          <p:cNvPr id="5" name="감사 글 칸"/>
          <p:cNvSpPr/>
          <p:nvPr/>
        </p:nvSpPr>
        <p:spPr>
          <a:xfrm>
            <a:off x="822960" y="1554480"/>
            <a:ext cx="10545775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2700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감사 글"/>
          <p:cNvSpPr txBox="1"/>
          <p:nvPr/>
        </p:nvSpPr>
        <p:spPr>
          <a:xfrm>
            <a:off x="1280160" y="1920240"/>
            <a:ext cx="9631375" cy="38862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답례 안내</a:t>
            </a:r>
          </a:p>
        </p:txBody>
      </p:sp>
      <p:sp>
        <p:nvSpPr>
          <p:cNvPr id="5" name="카드 1"/>
          <p:cNvSpPr/>
          <p:nvPr/>
        </p:nvSpPr>
        <p:spPr>
          <a:xfrm>
            <a:off x="822960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답례품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414418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97298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1578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방명록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05876" y="1554480"/>
            <a:ext cx="3362858" cy="461772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587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188756" y="173736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3036" y="233172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사진 · 영상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017520"/>
            <a:ext cx="308853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A1F2E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7A1F2E"/>
      </a:dk2>
      <a:lt2>
        <a:srgbClr val="FBEFF1"/>
      </a:lt2>
      <a:accent1>
        <a:srgbClr val="CC334D"/>
      </a:accent1>
      <a:accent2>
        <a:srgbClr val="3B9158"/>
      </a:accent2>
      <a:accent3>
        <a:srgbClr val="7A1F2E"/>
      </a:accent3>
      <a:accent4>
        <a:srgbClr val="F4CDD3"/>
      </a:accent4>
      <a:accent5>
        <a:srgbClr val="846252"/>
      </a:accent5>
      <a:accent6>
        <a:srgbClr val="AF7982"/>
      </a:accent6>
      <a:hlink>
        <a:srgbClr val="CC334D"/>
      </a:hlink>
      <a:folHlink>
        <a:srgbClr val="7A1F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