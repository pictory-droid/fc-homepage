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92165" y="662482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6265243" y="93353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6122739" y="137211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5661590" y="137211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5519086" y="93353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60059" y="1235811"/>
            <a:ext cx="271576" cy="27157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5231271" y="170781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5360207" y="1898967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5218251" y="208066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5001581" y="2001801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5009628" y="1771367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198135" y="1982647"/>
            <a:ext cx="135788" cy="13578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6946022" y="1866696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6992878" y="2054626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6828626" y="2157262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6680256" y="2032765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6752811" y="1853185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6868634" y="2068948"/>
            <a:ext cx="114062" cy="11406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B3759"/>
                </a:solidFill>
              </a:rPr>
              <a:t>두 사람이 하나 되는 날</a:t>
            </a:r>
          </a:p>
        </p:txBody>
      </p:sp>
      <p:sp>
        <p:nvSpPr>
          <p:cNvPr id="2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연꽃처럼 고요한 마음으로 함께하겠습니다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신랑 · 신부 소개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3759"/>
                </a:solidFill>
              </a:rPr>
              <a:t>신랑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3759"/>
                </a:solidFill>
              </a:rPr>
              <a:t>신부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감사의 말씀</a:t>
            </a:r>
          </a:p>
        </p:txBody>
      </p:sp>
      <p:sp>
        <p:nvSpPr>
          <p:cNvPr id="22" name="감사 글 칸"/>
          <p:cNvSpPr/>
          <p:nvPr/>
        </p:nvSpPr>
        <p:spPr>
          <a:xfrm>
            <a:off x="731520" y="1600200"/>
            <a:ext cx="10728655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감사 글"/>
          <p:cNvSpPr txBox="1"/>
          <p:nvPr/>
        </p:nvSpPr>
        <p:spPr>
          <a:xfrm>
            <a:off x="1188720" y="1965960"/>
            <a:ext cx="981425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답례 안내</a:t>
            </a:r>
          </a:p>
        </p:txBody>
      </p:sp>
      <p:sp>
        <p:nvSpPr>
          <p:cNvPr id="22" name="카드 1"/>
          <p:cNvSpPr/>
          <p:nvPr/>
        </p:nvSpPr>
        <p:spPr>
          <a:xfrm>
            <a:off x="731520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답례품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6" name="카드 2"/>
          <p:cNvSpPr/>
          <p:nvPr/>
        </p:nvSpPr>
        <p:spPr>
          <a:xfrm>
            <a:off x="4383938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방명록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098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30" name="카드 3"/>
          <p:cNvSpPr/>
          <p:nvPr/>
        </p:nvSpPr>
        <p:spPr>
          <a:xfrm>
            <a:off x="8036356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사진 · 영상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3516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웨딩 사진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1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2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3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4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5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92165" y="662482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6265243" y="93353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6122739" y="137211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5661590" y="137211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5519086" y="93353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60059" y="1235811"/>
            <a:ext cx="271576" cy="27157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5231271" y="170781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5360207" y="1898967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5218251" y="208066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5001581" y="2001801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5009628" y="1771367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198135" y="1982647"/>
            <a:ext cx="135788" cy="13578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6946022" y="1866696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6992878" y="2054626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6828626" y="2157262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6680256" y="2032765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6752811" y="1853185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6868634" y="2068948"/>
            <a:ext cx="114062" cy="11406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B3759"/>
                </a:solidFill>
              </a:rPr>
              <a:t>함께해 주셔서 감사합니다</a:t>
            </a:r>
          </a:p>
        </p:txBody>
      </p:sp>
      <p:sp>
        <p:nvSpPr>
          <p:cNvPr id="2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오늘의 축복을 오래도록 간직하겠습니다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7B3759"/>
      </a:dk2>
      <a:lt2>
        <a:srgbClr val="F9F1F5"/>
      </a:lt2>
      <a:accent1>
        <a:srgbClr val="B8618C"/>
      </a:accent1>
      <a:accent2>
        <a:srgbClr val="3F8D3F"/>
      </a:accent2>
      <a:accent3>
        <a:srgbClr val="7B3759"/>
      </a:accent3>
      <a:accent4>
        <a:srgbClr val="EED3E0"/>
      </a:accent4>
      <a:accent5>
        <a:srgbClr val="7C7766"/>
      </a:accent5>
      <a:accent6>
        <a:srgbClr val="B0879B"/>
      </a:accent6>
      <a:hlink>
        <a:srgbClr val="B8618C"/>
      </a:hlink>
      <a:folHlink>
        <a:srgbClr val="7B37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