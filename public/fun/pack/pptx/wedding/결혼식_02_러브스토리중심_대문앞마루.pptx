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7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7802684" y="0"/>
            <a:ext cx="4389010" cy="6858000"/>
          </a:xfrm>
          <a:prstGeom prst="rect">
            <a:avLst/>
          </a:prstGeom>
          <a:solidFill>
            <a:srgbClr val="F2DBA6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93F27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8168435" y="365760"/>
            <a:ext cx="3657508" cy="6126480"/>
          </a:xfrm>
          <a:prstGeom prst="rect">
            <a:avLst/>
          </a:prstGeom>
          <a:noFill/>
          <a:ln w="9525">
            <a:solidFill>
              <a:srgbClr val="2623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26231F"/>
                </a:solidFill>
              </a:rPr>
              <a:t>저희 결혼합니다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처음 만난 날부터 오늘까지 적어 봤습니다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신랑 이름 ♥ 신부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날짜 입력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>
            <a:off x="5958687" y="246888"/>
            <a:ext cx="274320" cy="274320"/>
          </a:xfrm>
          <a:prstGeom prst="ellipse">
            <a:avLst/>
          </a:prstGeom>
          <a:solidFill>
            <a:srgbClr val="EDD3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EDD3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WEDDING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신랑 · 신부 소개</a:t>
            </a:r>
          </a:p>
        </p:txBody>
      </p:sp>
      <p:sp>
        <p:nvSpPr>
          <p:cNvPr id="6" name="사진 자리"/>
          <p:cNvSpPr/>
          <p:nvPr/>
        </p:nvSpPr>
        <p:spPr>
          <a:xfrm>
            <a:off x="1996363" y="1783080"/>
            <a:ext cx="2286000" cy="2286000"/>
          </a:xfrm>
          <a:prstGeom prst="ellipse">
            <a:avLst/>
          </a:prstGeom>
          <a:solidFill>
            <a:srgbClr val="FAEED1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60520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3F27"/>
                </a:solidFill>
              </a:rPr>
              <a:t>신랑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4617720"/>
            <a:ext cx="4815687" cy="1737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9" name="사진 자리"/>
          <p:cNvSpPr/>
          <p:nvPr/>
        </p:nvSpPr>
        <p:spPr>
          <a:xfrm>
            <a:off x="7909331" y="1783080"/>
            <a:ext cx="2286000" cy="2286000"/>
          </a:xfrm>
          <a:prstGeom prst="ellipse">
            <a:avLst/>
          </a:prstGeom>
          <a:solidFill>
            <a:srgbClr val="FAEED1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3047" y="4160520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3F27"/>
                </a:solidFill>
              </a:rPr>
              <a:t>신부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44487" y="4617720"/>
            <a:ext cx="4815687" cy="1737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>
            <a:off x="5958687" y="246888"/>
            <a:ext cx="274320" cy="274320"/>
          </a:xfrm>
          <a:prstGeom prst="ellipse">
            <a:avLst/>
          </a:prstGeom>
          <a:solidFill>
            <a:srgbClr val="EDD3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EDD3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WEDDING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우리의 이야기</a:t>
            </a:r>
          </a:p>
        </p:txBody>
      </p:sp>
      <p:sp>
        <p:nvSpPr>
          <p:cNvPr id="6" name="타임라인 선"/>
          <p:cNvSpPr/>
          <p:nvPr/>
        </p:nvSpPr>
        <p:spPr>
          <a:xfrm>
            <a:off x="640080" y="3520440"/>
            <a:ext cx="10911535" cy="54864"/>
          </a:xfrm>
          <a:prstGeom prst="rect">
            <a:avLst/>
          </a:prstGeom>
          <a:solidFill>
            <a:srgbClr val="FAEE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때 1"/>
          <p:cNvSpPr/>
          <p:nvPr/>
        </p:nvSpPr>
        <p:spPr>
          <a:xfrm>
            <a:off x="1802853" y="3337560"/>
            <a:ext cx="402336" cy="402336"/>
          </a:xfrm>
          <a:prstGeom prst="ellipse">
            <a:avLst/>
          </a:prstGeom>
          <a:solidFill>
            <a:srgbClr val="EDD397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EDD397"/>
                </a:solidFill>
              </a:rPr>
              <a:t>처음 만난 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93F27"/>
                </a:solidFill>
              </a:rPr>
              <a:t>첫 만남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어디에서 어떻게?</a:t>
            </a:r>
          </a:p>
        </p:txBody>
      </p:sp>
      <p:sp>
        <p:nvSpPr>
          <p:cNvPr id="11" name="때 2"/>
          <p:cNvSpPr/>
          <p:nvPr/>
        </p:nvSpPr>
        <p:spPr>
          <a:xfrm>
            <a:off x="4530737" y="3337560"/>
            <a:ext cx="402336" cy="402336"/>
          </a:xfrm>
          <a:prstGeom prst="ellipse">
            <a:avLst/>
          </a:prstGeom>
          <a:solidFill>
            <a:srgbClr val="EDD397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3683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EDD397"/>
                </a:solidFill>
              </a:rPr>
              <a:t>첫 데이트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9403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93F27"/>
                </a:solidFill>
              </a:rPr>
              <a:t>설레던 하루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9403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무엇을 했나요?</a:t>
            </a:r>
          </a:p>
        </p:txBody>
      </p:sp>
      <p:sp>
        <p:nvSpPr>
          <p:cNvPr id="15" name="때 3"/>
          <p:cNvSpPr/>
          <p:nvPr/>
        </p:nvSpPr>
        <p:spPr>
          <a:xfrm>
            <a:off x="7258621" y="3337560"/>
            <a:ext cx="402336" cy="402336"/>
          </a:xfrm>
          <a:prstGeom prst="ellipse">
            <a:avLst/>
          </a:prstGeom>
          <a:solidFill>
            <a:srgbClr val="EDD397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41567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EDD397"/>
                </a:solidFill>
              </a:rPr>
              <a:t>프러포즈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287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93F27"/>
                </a:solidFill>
              </a:rPr>
              <a:t>평생을 약속하다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7287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그날의 이야기</a:t>
            </a:r>
          </a:p>
        </p:txBody>
      </p:sp>
      <p:sp>
        <p:nvSpPr>
          <p:cNvPr id="19" name="때 4"/>
          <p:cNvSpPr/>
          <p:nvPr/>
        </p:nvSpPr>
        <p:spPr>
          <a:xfrm>
            <a:off x="9986505" y="3337560"/>
            <a:ext cx="402336" cy="402336"/>
          </a:xfrm>
          <a:prstGeom prst="ellipse">
            <a:avLst/>
          </a:prstGeom>
          <a:solidFill>
            <a:srgbClr val="EDD397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451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EDD397"/>
                </a:solidFill>
              </a:rPr>
              <a:t>결혼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171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93F27"/>
                </a:solidFill>
              </a:rPr>
              <a:t>오늘의 우리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171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함께 시작합니다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>
            <a:off x="5958687" y="246888"/>
            <a:ext cx="274320" cy="274320"/>
          </a:xfrm>
          <a:prstGeom prst="ellipse">
            <a:avLst/>
          </a:prstGeom>
          <a:solidFill>
            <a:srgbClr val="EDD3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EDD3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WEDDING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우리의 첫 번째</a:t>
            </a:r>
          </a:p>
        </p:txBody>
      </p:sp>
      <p:sp>
        <p:nvSpPr>
          <p:cNvPr id="6" name="카드 1"/>
          <p:cNvSpPr/>
          <p:nvPr/>
        </p:nvSpPr>
        <p:spPr>
          <a:xfrm>
            <a:off x="640080" y="1783080"/>
            <a:ext cx="2556433" cy="4572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F2DB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번호 1"/>
          <p:cNvSpPr txBox="1"/>
          <p:nvPr/>
        </p:nvSpPr>
        <p:spPr>
          <a:xfrm>
            <a:off x="731519" y="1920240"/>
            <a:ext cx="91440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EDD397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6032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F27"/>
                </a:solidFill>
              </a:rPr>
              <a:t>첫 여행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46120"/>
            <a:ext cx="2282113" cy="2971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어디였나요?</a:t>
            </a:r>
          </a:p>
        </p:txBody>
      </p:sp>
      <p:sp>
        <p:nvSpPr>
          <p:cNvPr id="10" name="카드 2"/>
          <p:cNvSpPr/>
          <p:nvPr/>
        </p:nvSpPr>
        <p:spPr>
          <a:xfrm>
            <a:off x="3425113" y="1783080"/>
            <a:ext cx="2556433" cy="4572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F2DB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2"/>
          <p:cNvSpPr txBox="1"/>
          <p:nvPr/>
        </p:nvSpPr>
        <p:spPr>
          <a:xfrm>
            <a:off x="3516553" y="1920240"/>
            <a:ext cx="91440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EDD397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2273" y="256032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F27"/>
                </a:solidFill>
              </a:rPr>
              <a:t>첫 선물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2273" y="3246120"/>
            <a:ext cx="2282113" cy="2971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무엇이었나요?</a:t>
            </a:r>
          </a:p>
        </p:txBody>
      </p:sp>
      <p:sp>
        <p:nvSpPr>
          <p:cNvPr id="14" name="카드 3"/>
          <p:cNvSpPr/>
          <p:nvPr/>
        </p:nvSpPr>
        <p:spPr>
          <a:xfrm>
            <a:off x="6210147" y="1783080"/>
            <a:ext cx="2556433" cy="4572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F2DB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3"/>
          <p:cNvSpPr txBox="1"/>
          <p:nvPr/>
        </p:nvSpPr>
        <p:spPr>
          <a:xfrm>
            <a:off x="6301587" y="1920240"/>
            <a:ext cx="91440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EDD397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256032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F27"/>
                </a:solidFill>
              </a:rPr>
              <a:t>첫 다툼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7307" y="3246120"/>
            <a:ext cx="2282113" cy="2971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어떻게 풀었나요?</a:t>
            </a:r>
          </a:p>
        </p:txBody>
      </p:sp>
      <p:sp>
        <p:nvSpPr>
          <p:cNvPr id="18" name="카드 4"/>
          <p:cNvSpPr/>
          <p:nvPr/>
        </p:nvSpPr>
        <p:spPr>
          <a:xfrm>
            <a:off x="8995181" y="1783080"/>
            <a:ext cx="2556433" cy="4572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F2DB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4"/>
          <p:cNvSpPr txBox="1"/>
          <p:nvPr/>
        </p:nvSpPr>
        <p:spPr>
          <a:xfrm>
            <a:off x="9086621" y="1920240"/>
            <a:ext cx="91440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EDD397"/>
                </a:solidFill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2341" y="256032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F27"/>
                </a:solidFill>
              </a:rPr>
              <a:t>첫 약속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32341" y="3246120"/>
            <a:ext cx="2282113" cy="2971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무엇이었나요?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>
            <a:off x="5958687" y="246888"/>
            <a:ext cx="274320" cy="274320"/>
          </a:xfrm>
          <a:prstGeom prst="ellipse">
            <a:avLst/>
          </a:prstGeom>
          <a:solidFill>
            <a:srgbClr val="EDD3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EDD3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WEDDING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웨딩 사진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40080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AEED1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1</a:t>
            </a:r>
          </a:p>
        </p:txBody>
      </p:sp>
      <p:sp>
        <p:nvSpPr>
          <p:cNvPr id="7" name="사진 자리"/>
          <p:cNvSpPr/>
          <p:nvPr/>
        </p:nvSpPr>
        <p:spPr>
          <a:xfrm>
            <a:off x="4338218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AEED1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2</a:t>
            </a:r>
          </a:p>
        </p:txBody>
      </p:sp>
      <p:sp>
        <p:nvSpPr>
          <p:cNvPr id="8" name="사진 자리"/>
          <p:cNvSpPr/>
          <p:nvPr/>
        </p:nvSpPr>
        <p:spPr>
          <a:xfrm>
            <a:off x="8036356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AEED1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3</a:t>
            </a:r>
          </a:p>
        </p:txBody>
      </p:sp>
      <p:sp>
        <p:nvSpPr>
          <p:cNvPr id="9" name="사진 자리"/>
          <p:cNvSpPr/>
          <p:nvPr/>
        </p:nvSpPr>
        <p:spPr>
          <a:xfrm>
            <a:off x="640080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AEED1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4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4338218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AEED1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5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8036356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AEED1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7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7802684" y="0"/>
            <a:ext cx="4389010" cy="6858000"/>
          </a:xfrm>
          <a:prstGeom prst="rect">
            <a:avLst/>
          </a:prstGeom>
          <a:solidFill>
            <a:srgbClr val="F2DBA6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93F27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8168435" y="365760"/>
            <a:ext cx="3657508" cy="6126480"/>
          </a:xfrm>
          <a:prstGeom prst="rect">
            <a:avLst/>
          </a:prstGeom>
          <a:noFill/>
          <a:ln w="9525">
            <a:solidFill>
              <a:srgbClr val="2623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26231F"/>
                </a:solidFill>
              </a:rPr>
              <a:t>와 주셔서 고맙습니다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잘 살겠습니다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러브스토리 중심)">
  <a:themeElements>
    <a:clrScheme name="Office">
      <a:dk1>
        <a:sysClr val="windowText" lastClr="000000"/>
      </a:dk1>
      <a:lt1>
        <a:sysClr val="window" lastClr="FFFFFF"/>
      </a:lt1>
      <a:dk2>
        <a:srgbClr val="493F27"/>
      </a:dk2>
      <a:lt2>
        <a:srgbClr val="FDF7EA"/>
      </a:lt2>
      <a:accent1>
        <a:srgbClr val="EDD397"/>
      </a:accent1>
      <a:accent2>
        <a:srgbClr val="E9F3BA"/>
      </a:accent2>
      <a:accent3>
        <a:srgbClr val="493F27"/>
      </a:accent3>
      <a:accent4>
        <a:srgbClr val="FAEED1"/>
      </a:accent4>
      <a:accent5>
        <a:srgbClr val="EBE3A8"/>
      </a:accent5>
      <a:accent6>
        <a:srgbClr val="928C7D"/>
      </a:accent6>
      <a:hlink>
        <a:srgbClr val="EDD397"/>
      </a:hlink>
      <a:folHlink>
        <a:srgbClr val="493F27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슬라이드(러브스토리 중심)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