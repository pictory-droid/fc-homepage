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9465B"/>
                </a:solidFill>
              </a:rPr>
              <a:t>두 사람이 하나 되는 날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봄비 같은 사랑으로 서로를 적시겠습니다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신랑 · 신부 소개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신랑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신부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우리 두 사람</a:t>
            </a:r>
          </a:p>
        </p:txBody>
      </p:sp>
      <p:sp>
        <p:nvSpPr>
          <p:cNvPr id="12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3E3EE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946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서로에게 하고 싶은 말</a:t>
            </a:r>
          </a:p>
        </p:txBody>
      </p:sp>
      <p:sp>
        <p:nvSpPr>
          <p:cNvPr id="12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16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3E3EE"/>
          </a:solidFill>
          <a:ln w="12700">
            <a:solidFill>
              <a:srgbClr val="D3E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946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웨딩 사진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9465B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오늘의 축복을 오래도록 간직하겠습니다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29465B"/>
      </a:dk2>
      <a:lt2>
        <a:srgbClr val="F1F5F9"/>
      </a:lt2>
      <a:accent1>
        <a:srgbClr val="497DA2"/>
      </a:accent1>
      <a:accent2>
        <a:srgbClr val="8D3F46"/>
      </a:accent2>
      <a:accent3>
        <a:srgbClr val="29465B"/>
      </a:accent3>
      <a:accent4>
        <a:srgbClr val="D3E3EE"/>
      </a:accent4>
      <a:accent5>
        <a:srgbClr val="6B5E74"/>
      </a:accent5>
      <a:accent6>
        <a:srgbClr val="7F909D"/>
      </a:accent6>
      <a:hlink>
        <a:srgbClr val="497DA2"/>
      </a:hlink>
      <a:folHlink>
        <a:srgbClr val="2946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