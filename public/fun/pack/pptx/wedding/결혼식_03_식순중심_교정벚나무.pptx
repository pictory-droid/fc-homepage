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9E2E4A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9E2E4A"/>
                </a:solidFill>
              </a:rPr>
              <a:t>식은 한 시간 안에 끝납니다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9E2E4A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2030653" y="1600200"/>
            <a:ext cx="2308860" cy="2308860"/>
          </a:xfrm>
          <a:prstGeom prst="ellipse">
            <a:avLst/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00500"/>
            <a:ext cx="490712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E2E4A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57700"/>
            <a:ext cx="472424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52181" y="1600200"/>
            <a:ext cx="2308860" cy="2308860"/>
          </a:xfrm>
          <a:prstGeom prst="ellipse">
            <a:avLst/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4000500"/>
            <a:ext cx="490712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E2E4A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457700"/>
            <a:ext cx="472424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9E2E4A"/>
                </a:solidFill>
              </a:rPr>
              <a:t>식순 안내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5230185"/>
                <a:gridCol w="3486790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617D"/>
                      </a:solidFill>
                      <a:prstDash val="solid"/>
                    </a:lnL>
                    <a:lnR w="9525" cap="flat" cmpd="sng" algn="ctr">
                      <a:solidFill>
                        <a:srgbClr val="D1617D"/>
                      </a:solidFill>
                      <a:prstDash val="solid"/>
                    </a:lnR>
                    <a:lnT w="9525" cap="flat" cmpd="sng" algn="ctr">
                      <a:solidFill>
                        <a:srgbClr val="D1617D"/>
                      </a:solidFill>
                      <a:prstDash val="solid"/>
                    </a:lnT>
                    <a:lnB w="9525" cap="flat" cmpd="sng" algn="ctr">
                      <a:solidFill>
                        <a:srgbClr val="D1617D"/>
                      </a:solidFill>
                      <a:prstDash val="solid"/>
                    </a:lnB>
                    <a:solidFill>
                      <a:srgbClr val="D161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순서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617D"/>
                      </a:solidFill>
                      <a:prstDash val="solid"/>
                    </a:lnL>
                    <a:lnR w="9525" cap="flat" cmpd="sng" algn="ctr">
                      <a:solidFill>
                        <a:srgbClr val="D1617D"/>
                      </a:solidFill>
                      <a:prstDash val="solid"/>
                    </a:lnR>
                    <a:lnT w="9525" cap="flat" cmpd="sng" algn="ctr">
                      <a:solidFill>
                        <a:srgbClr val="D1617D"/>
                      </a:solidFill>
                      <a:prstDash val="solid"/>
                    </a:lnT>
                    <a:lnB w="9525" cap="flat" cmpd="sng" algn="ctr">
                      <a:solidFill>
                        <a:srgbClr val="D1617D"/>
                      </a:solidFill>
                      <a:prstDash val="solid"/>
                    </a:lnB>
                    <a:solidFill>
                      <a:srgbClr val="D161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617D"/>
                      </a:solidFill>
                      <a:prstDash val="solid"/>
                    </a:lnL>
                    <a:lnR w="9525" cap="flat" cmpd="sng" algn="ctr">
                      <a:solidFill>
                        <a:srgbClr val="D1617D"/>
                      </a:solidFill>
                      <a:prstDash val="solid"/>
                    </a:lnR>
                    <a:lnT w="9525" cap="flat" cmpd="sng" algn="ctr">
                      <a:solidFill>
                        <a:srgbClr val="D1617D"/>
                      </a:solidFill>
                      <a:prstDash val="solid"/>
                    </a:lnT>
                    <a:lnB w="9525" cap="flat" cmpd="sng" algn="ctr">
                      <a:solidFill>
                        <a:srgbClr val="D1617D"/>
                      </a:solidFill>
                      <a:prstDash val="solid"/>
                    </a:lnB>
                    <a:solidFill>
                      <a:srgbClr val="D1617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9E2E4A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3CE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하객 맞이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9E2E4A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3CE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신랑 · 신부 입장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9E2E4A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3CE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혼인 서약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9E2E4A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3CE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축가 · 감사 인사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9E2E4A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3CE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기념 촬영 · 식사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9E2E4A"/>
                </a:solidFill>
              </a:rPr>
              <a:t>하객 안내</a:t>
            </a:r>
          </a:p>
        </p:txBody>
      </p:sp>
      <p:sp>
        <p:nvSpPr>
          <p:cNvPr id="4" name="카드 1"/>
          <p:cNvSpPr/>
          <p:nvPr/>
        </p:nvSpPr>
        <p:spPr>
          <a:xfrm>
            <a:off x="731520" y="1600200"/>
            <a:ext cx="3423818" cy="4617720"/>
          </a:xfrm>
          <a:prstGeom prst="roundRect">
            <a:avLst>
              <a:gd name="adj" fmla="val 8000"/>
            </a:avLst>
          </a:prstGeom>
          <a:solidFill>
            <a:srgbClr val="FAEFF2"/>
          </a:solidFill>
          <a:ln w="15875">
            <a:solidFill>
              <a:srgbClr val="F3CED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D1617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9E2E4A"/>
                </a:solidFill>
              </a:rPr>
              <a:t>주차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314949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83938" y="1600200"/>
            <a:ext cx="3423818" cy="4617720"/>
          </a:xfrm>
          <a:prstGeom prst="roundRect">
            <a:avLst>
              <a:gd name="adj" fmla="val 8000"/>
            </a:avLst>
          </a:prstGeom>
          <a:solidFill>
            <a:srgbClr val="FAEFF2"/>
          </a:solidFill>
          <a:ln w="15875">
            <a:solidFill>
              <a:srgbClr val="F3CED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66818" y="1783080"/>
            <a:ext cx="457200" cy="457200"/>
          </a:xfrm>
          <a:prstGeom prst="ellipse">
            <a:avLst/>
          </a:prstGeom>
          <a:solidFill>
            <a:srgbClr val="D1617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9E2E4A"/>
                </a:solidFill>
              </a:rPr>
              <a:t>식사 안내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063240"/>
            <a:ext cx="314949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36356" y="1600200"/>
            <a:ext cx="3423818" cy="4617720"/>
          </a:xfrm>
          <a:prstGeom prst="roundRect">
            <a:avLst>
              <a:gd name="adj" fmla="val 8000"/>
            </a:avLst>
          </a:prstGeom>
          <a:solidFill>
            <a:srgbClr val="FAEFF2"/>
          </a:solidFill>
          <a:ln w="15875">
            <a:solidFill>
              <a:srgbClr val="F3CED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19236" y="1783080"/>
            <a:ext cx="457200" cy="457200"/>
          </a:xfrm>
          <a:prstGeom prst="ellipse">
            <a:avLst/>
          </a:prstGeom>
          <a:solidFill>
            <a:srgbClr val="D1617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3516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9E2E4A"/>
                </a:solidFill>
              </a:rPr>
              <a:t>기념 촬영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063240"/>
            <a:ext cx="314949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9E2E4A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68698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05876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31520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68698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05876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9E2E4A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9E2E4A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식순 중심)">
  <a:themeElements>
    <a:clrScheme name="Office">
      <a:dk1>
        <a:sysClr val="windowText" lastClr="000000"/>
      </a:dk1>
      <a:lt1>
        <a:sysClr val="window" lastClr="FFFFFF"/>
      </a:lt1>
      <a:dk2>
        <a:srgbClr val="9E2E4A"/>
      </a:dk2>
      <a:lt2>
        <a:srgbClr val="FAEFF2"/>
      </a:lt2>
      <a:accent1>
        <a:srgbClr val="D1617D"/>
      </a:accent1>
      <a:accent2>
        <a:srgbClr val="3B9151"/>
      </a:accent2>
      <a:accent3>
        <a:srgbClr val="9E2E4A"/>
      </a:accent3>
      <a:accent4>
        <a:srgbClr val="F3CED7"/>
      </a:accent4>
      <a:accent5>
        <a:srgbClr val="867967"/>
      </a:accent5>
      <a:accent6>
        <a:srgbClr val="C58292"/>
      </a:accent6>
      <a:hlink>
        <a:srgbClr val="D1617D"/>
      </a:hlink>
      <a:folHlink>
        <a:srgbClr val="9E2E4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