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1D32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1D32"/>
                </a:solidFill>
              </a:rPr>
              <a:t>식은 한 시간 안에 끝납니다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3D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32"/>
                </a:solidFill>
              </a:rPr>
              <a:t>신랑 · 신부 소개</a:t>
            </a:r>
          </a:p>
        </p:txBody>
      </p:sp>
      <p:sp>
        <p:nvSpPr>
          <p:cNvPr id="4" name="사진 자리"/>
          <p:cNvSpPr/>
          <p:nvPr/>
        </p:nvSpPr>
        <p:spPr>
          <a:xfrm>
            <a:off x="2030653" y="1600200"/>
            <a:ext cx="2308860" cy="2308860"/>
          </a:xfrm>
          <a:prstGeom prst="ellipse">
            <a:avLst/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1D32"/>
                </a:solidFill>
              </a:rPr>
              <a:t>신랑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852181" y="1600200"/>
            <a:ext cx="2308860" cy="2308860"/>
          </a:xfrm>
          <a:prstGeom prst="ellipse">
            <a:avLst/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1D32"/>
                </a:solidFill>
              </a:rPr>
              <a:t>신부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3D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32"/>
                </a:solidFill>
              </a:rPr>
              <a:t>식순 안내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31520" y="1600200"/>
          <a:ext cx="1072865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1D32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1D32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1D32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1D32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1D32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3D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32"/>
                </a:solidFill>
              </a:rPr>
              <a:t>하객 안내</a:t>
            </a:r>
          </a:p>
        </p:txBody>
      </p:sp>
      <p:sp>
        <p:nvSpPr>
          <p:cNvPr id="4" name="카드 1"/>
          <p:cNvSpPr/>
          <p:nvPr/>
        </p:nvSpPr>
        <p:spPr>
          <a:xfrm>
            <a:off x="731520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CF3F5"/>
          </a:solidFill>
          <a:ln w="15875">
            <a:solidFill>
              <a:srgbClr val="F7D4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DB3D6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32"/>
                </a:solidFill>
              </a:rPr>
              <a:t>주차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83938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CF3F5"/>
          </a:solidFill>
          <a:ln w="15875">
            <a:solidFill>
              <a:srgbClr val="F7D4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DB3D6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32"/>
                </a:solidFill>
              </a:rPr>
              <a:t>식사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36356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CF3F5"/>
          </a:solidFill>
          <a:ln w="15875">
            <a:solidFill>
              <a:srgbClr val="F7D4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DB3D6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32"/>
                </a:solidFill>
              </a:rPr>
              <a:t>기념 촬영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3D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32"/>
                </a:solidFill>
              </a:rPr>
              <a:t>웨딩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21D32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1D32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721D32"/>
      </a:dk2>
      <a:lt2>
        <a:srgbClr val="FCF3F5"/>
      </a:lt2>
      <a:accent1>
        <a:srgbClr val="DB3D65"/>
      </a:accent1>
      <a:accent2>
        <a:srgbClr val="339941"/>
      </a:accent2>
      <a:accent3>
        <a:srgbClr val="721D32"/>
      </a:accent3>
      <a:accent4>
        <a:srgbClr val="F7D4DD"/>
      </a:accent4>
      <a:accent5>
        <a:srgbClr val="876B53"/>
      </a:accent5>
      <a:accent6>
        <a:srgbClr val="AA7784"/>
      </a:accent6>
      <a:hlink>
        <a:srgbClr val="DB3D65"/>
      </a:hlink>
      <a:folHlink>
        <a:srgbClr val="721D3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