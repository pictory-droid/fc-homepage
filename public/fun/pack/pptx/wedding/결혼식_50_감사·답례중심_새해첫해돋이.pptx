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1950671" cy="6858000"/>
          </a:xfrm>
          <a:prstGeom prst="rect">
            <a:avLst/>
          </a:prstGeom>
          <a:solidFill>
            <a:srgbClr val="E36C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950671" y="0"/>
            <a:ext cx="91440" cy="6858000"/>
          </a:xfrm>
          <a:prstGeom prst="rect">
            <a:avLst/>
          </a:prstGeom>
          <a:solidFill>
            <a:srgbClr val="3B918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8642360" y="3963924"/>
            <a:ext cx="2221991" cy="2221991"/>
          </a:xfrm>
          <a:prstGeom prst="sun">
            <a:avLst/>
          </a:prstGeom>
          <a:solidFill>
            <a:srgbClr val="E36C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9010826" y="6666402"/>
            <a:ext cx="246887" cy="246887"/>
          </a:xfrm>
          <a:prstGeom prst="ellipse">
            <a:avLst/>
          </a:prstGeom>
          <a:solidFill>
            <a:srgbClr val="FADBC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0190883" y="6761405"/>
            <a:ext cx="246887" cy="246887"/>
          </a:xfrm>
          <a:prstGeom prst="ellipse">
            <a:avLst/>
          </a:prstGeom>
          <a:solidFill>
            <a:srgbClr val="FADBC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8372649" y="6219462"/>
            <a:ext cx="246887" cy="246887"/>
          </a:xfrm>
          <a:prstGeom prst="ellipse">
            <a:avLst/>
          </a:prstGeom>
          <a:solidFill>
            <a:srgbClr val="FADBC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26006" y="2194560"/>
            <a:ext cx="7558851" cy="146304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884111"/>
                </a:solidFill>
              </a:rPr>
              <a:t>두 사람이 하나 되는 날</a:t>
            </a:r>
          </a:p>
        </p:txBody>
      </p:sp>
      <p:sp>
        <p:nvSpPr>
          <p:cNvPr id="9" name="한 줄 문구"/>
          <p:cNvSpPr txBox="1"/>
          <p:nvPr/>
        </p:nvSpPr>
        <p:spPr>
          <a:xfrm>
            <a:off x="2926006" y="3749039"/>
            <a:ext cx="7558851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884111"/>
                </a:solidFill>
              </a:rPr>
              <a:t>새해 첫 해돋이처럼 환한 결혼식에 초대합니다</a:t>
            </a:r>
          </a:p>
        </p:txBody>
      </p:sp>
      <p:sp>
        <p:nvSpPr>
          <p:cNvPr id="10" name="안내 문구"/>
          <p:cNvSpPr txBox="1"/>
          <p:nvPr/>
        </p:nvSpPr>
        <p:spPr>
          <a:xfrm>
            <a:off x="2926006" y="4617720"/>
            <a:ext cx="7558851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신랑 이름 ♥ 신부 이름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2026. 00. 00 · 예식장 이름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E36C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411480" y="0"/>
            <a:ext cx="64008" cy="6858000"/>
          </a:xfrm>
          <a:prstGeom prst="rect">
            <a:avLst/>
          </a:prstGeom>
          <a:solidFill>
            <a:srgbClr val="3B918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0870387" y="324611"/>
            <a:ext cx="905256" cy="905256"/>
          </a:xfrm>
          <a:prstGeom prst="sun">
            <a:avLst/>
          </a:prstGeom>
          <a:solidFill>
            <a:srgbClr val="E36C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1020503" y="1425621"/>
            <a:ext cx="100584" cy="100584"/>
          </a:xfrm>
          <a:prstGeom prst="ellipse">
            <a:avLst/>
          </a:prstGeom>
          <a:solidFill>
            <a:srgbClr val="FADBC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1501267" y="1464326"/>
            <a:ext cx="100584" cy="100584"/>
          </a:xfrm>
          <a:prstGeom prst="ellipse">
            <a:avLst/>
          </a:prstGeom>
          <a:solidFill>
            <a:srgbClr val="FADBC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0760504" y="1243535"/>
            <a:ext cx="100584" cy="100584"/>
          </a:xfrm>
          <a:prstGeom prst="ellipse">
            <a:avLst/>
          </a:prstGeom>
          <a:solidFill>
            <a:srgbClr val="FADBC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884111"/>
                </a:solidFill>
              </a:rPr>
              <a:t>신랑 · 신부 소개</a:t>
            </a:r>
          </a:p>
        </p:txBody>
      </p:sp>
      <p:sp>
        <p:nvSpPr>
          <p:cNvPr id="9" name="사진 자리"/>
          <p:cNvSpPr/>
          <p:nvPr/>
        </p:nvSpPr>
        <p:spPr>
          <a:xfrm>
            <a:off x="2144953" y="1600200"/>
            <a:ext cx="2400300" cy="2400300"/>
          </a:xfrm>
          <a:prstGeom prst="ellipse">
            <a:avLst/>
          </a:prstGeom>
          <a:solidFill>
            <a:srgbClr val="FADBC7"/>
          </a:solidFill>
          <a:ln w="19050">
            <a:solidFill>
              <a:srgbClr val="E36C1C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84111"/>
                </a:solidFill>
              </a:rPr>
              <a:t>사진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091939"/>
            <a:ext cx="4861407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884111"/>
                </a:solidFill>
              </a:rPr>
              <a:t>신랑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549140"/>
            <a:ext cx="4678527" cy="18516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신부에게 한마디</a:t>
            </a:r>
          </a:p>
        </p:txBody>
      </p:sp>
      <p:sp>
        <p:nvSpPr>
          <p:cNvPr id="12" name="사진 자리"/>
          <p:cNvSpPr/>
          <p:nvPr/>
        </p:nvSpPr>
        <p:spPr>
          <a:xfrm>
            <a:off x="7920761" y="1600200"/>
            <a:ext cx="2400300" cy="2400300"/>
          </a:xfrm>
          <a:prstGeom prst="ellipse">
            <a:avLst/>
          </a:prstGeom>
          <a:solidFill>
            <a:srgbClr val="FADBC7"/>
          </a:solidFill>
          <a:ln w="19050">
            <a:solidFill>
              <a:srgbClr val="E36C1C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84111"/>
                </a:solidFill>
              </a:rPr>
              <a:t>사진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90207" y="4091939"/>
            <a:ext cx="4861407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884111"/>
                </a:solidFill>
              </a:rPr>
              <a:t>신부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81647" y="4549140"/>
            <a:ext cx="4678527" cy="18516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신랑에게 한마디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E36C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411480" y="0"/>
            <a:ext cx="64008" cy="6858000"/>
          </a:xfrm>
          <a:prstGeom prst="rect">
            <a:avLst/>
          </a:prstGeom>
          <a:solidFill>
            <a:srgbClr val="3B918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0870387" y="324611"/>
            <a:ext cx="905256" cy="905256"/>
          </a:xfrm>
          <a:prstGeom prst="sun">
            <a:avLst/>
          </a:prstGeom>
          <a:solidFill>
            <a:srgbClr val="E36C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1020503" y="1425621"/>
            <a:ext cx="100584" cy="100584"/>
          </a:xfrm>
          <a:prstGeom prst="ellipse">
            <a:avLst/>
          </a:prstGeom>
          <a:solidFill>
            <a:srgbClr val="FADBC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1501267" y="1464326"/>
            <a:ext cx="100584" cy="100584"/>
          </a:xfrm>
          <a:prstGeom prst="ellipse">
            <a:avLst/>
          </a:prstGeom>
          <a:solidFill>
            <a:srgbClr val="FADBC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0760504" y="1243535"/>
            <a:ext cx="100584" cy="100584"/>
          </a:xfrm>
          <a:prstGeom prst="ellipse">
            <a:avLst/>
          </a:prstGeom>
          <a:solidFill>
            <a:srgbClr val="FADBC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884111"/>
                </a:solidFill>
              </a:rPr>
              <a:t>감사의 말씀</a:t>
            </a:r>
          </a:p>
        </p:txBody>
      </p:sp>
      <p:sp>
        <p:nvSpPr>
          <p:cNvPr id="9" name="감사 글 칸"/>
          <p:cNvSpPr/>
          <p:nvPr/>
        </p:nvSpPr>
        <p:spPr>
          <a:xfrm>
            <a:off x="914400" y="1600200"/>
            <a:ext cx="10637215" cy="4800600"/>
          </a:xfrm>
          <a:prstGeom prst="roundRect">
            <a:avLst>
              <a:gd name="adj" fmla="val 8000"/>
            </a:avLst>
          </a:prstGeom>
          <a:solidFill>
            <a:srgbClr val="FDF3ED"/>
          </a:solidFill>
          <a:ln w="12700">
            <a:solidFill>
              <a:srgbClr val="FADBC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감사 글"/>
          <p:cNvSpPr txBox="1"/>
          <p:nvPr/>
        </p:nvSpPr>
        <p:spPr>
          <a:xfrm>
            <a:off x="1371600" y="1965960"/>
            <a:ext cx="9722815" cy="4069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40000"/>
              </a:lnSpc>
            </a:pPr>
            <a:r>
              <a:rPr sz="2000" b="0" i="0">
                <a:solidFill>
                  <a:srgbClr val="2B2B2B"/>
                </a:solidFill>
              </a:rPr>
              <a:t>바쁘신 중에도 귀한 걸음 해 주셔서 감사합니다.</a:t>
            </a:r>
          </a:p>
          <a:p>
            <a:pPr algn="ctr">
              <a:lnSpc>
                <a:spcPct val="140000"/>
              </a:lnSpc>
            </a:pPr>
            <a:r>
              <a:rPr sz="2000" b="0" i="0">
                <a:solidFill>
                  <a:srgbClr val="2B2B2B"/>
                </a:solidFill>
              </a:rPr>
              <a:t/>
            </a:r>
          </a:p>
          <a:p>
            <a:pPr algn="ctr">
              <a:lnSpc>
                <a:spcPct val="140000"/>
              </a:lnSpc>
            </a:pPr>
            <a:r>
              <a:rPr sz="2000" b="0" i="0">
                <a:solidFill>
                  <a:srgbClr val="2B2B2B"/>
                </a:solidFill>
              </a:rPr>
              <a:t>보내 주신 축복 잊지 않고</a:t>
            </a:r>
          </a:p>
          <a:p>
            <a:pPr algn="ctr">
              <a:lnSpc>
                <a:spcPct val="140000"/>
              </a:lnSpc>
            </a:pPr>
            <a:r>
              <a:rPr sz="2000" b="0" i="0">
                <a:solidFill>
                  <a:srgbClr val="2B2B2B"/>
                </a:solidFill>
              </a:rPr>
              <a:t>서로 아끼며 예쁘게 살겠습니다.</a:t>
            </a:r>
          </a:p>
          <a:p>
            <a:pPr algn="ctr">
              <a:lnSpc>
                <a:spcPct val="140000"/>
              </a:lnSpc>
            </a:pPr>
            <a:r>
              <a:rPr sz="2000" b="0" i="0">
                <a:solidFill>
                  <a:srgbClr val="2B2B2B"/>
                </a:solidFill>
              </a:rPr>
              <a:t/>
            </a:r>
          </a:p>
          <a:p>
            <a:pPr algn="ctr">
              <a:lnSpc>
                <a:spcPct val="140000"/>
              </a:lnSpc>
            </a:pPr>
            <a:r>
              <a:rPr sz="2000" b="0" i="0">
                <a:solidFill>
                  <a:srgbClr val="2B2B2B"/>
                </a:solidFill>
              </a:rPr>
              <a:t>신랑 · 신부 드림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E36C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411480" y="0"/>
            <a:ext cx="64008" cy="6858000"/>
          </a:xfrm>
          <a:prstGeom prst="rect">
            <a:avLst/>
          </a:prstGeom>
          <a:solidFill>
            <a:srgbClr val="3B918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0870387" y="324611"/>
            <a:ext cx="905256" cy="905256"/>
          </a:xfrm>
          <a:prstGeom prst="sun">
            <a:avLst/>
          </a:prstGeom>
          <a:solidFill>
            <a:srgbClr val="E36C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1020503" y="1425621"/>
            <a:ext cx="100584" cy="100584"/>
          </a:xfrm>
          <a:prstGeom prst="ellipse">
            <a:avLst/>
          </a:prstGeom>
          <a:solidFill>
            <a:srgbClr val="FADBC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1501267" y="1464326"/>
            <a:ext cx="100584" cy="100584"/>
          </a:xfrm>
          <a:prstGeom prst="ellipse">
            <a:avLst/>
          </a:prstGeom>
          <a:solidFill>
            <a:srgbClr val="FADBC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0760504" y="1243535"/>
            <a:ext cx="100584" cy="100584"/>
          </a:xfrm>
          <a:prstGeom prst="ellipse">
            <a:avLst/>
          </a:prstGeom>
          <a:solidFill>
            <a:srgbClr val="FADBC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884111"/>
                </a:solidFill>
              </a:rPr>
              <a:t>답례 안내</a:t>
            </a:r>
          </a:p>
        </p:txBody>
      </p:sp>
      <p:sp>
        <p:nvSpPr>
          <p:cNvPr id="9" name="카드 1"/>
          <p:cNvSpPr/>
          <p:nvPr/>
        </p:nvSpPr>
        <p:spPr>
          <a:xfrm>
            <a:off x="914400" y="1600200"/>
            <a:ext cx="3393338" cy="4800600"/>
          </a:xfrm>
          <a:prstGeom prst="roundRect">
            <a:avLst>
              <a:gd name="adj" fmla="val 8000"/>
            </a:avLst>
          </a:prstGeom>
          <a:solidFill>
            <a:srgbClr val="FDF3ED"/>
          </a:solidFill>
          <a:ln w="15875">
            <a:solidFill>
              <a:srgbClr val="FADBC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번호 1"/>
          <p:cNvSpPr/>
          <p:nvPr/>
        </p:nvSpPr>
        <p:spPr>
          <a:xfrm>
            <a:off x="1097280" y="1783080"/>
            <a:ext cx="457200" cy="457200"/>
          </a:xfrm>
          <a:prstGeom prst="ellipse">
            <a:avLst/>
          </a:prstGeom>
          <a:solidFill>
            <a:srgbClr val="E36C1C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377440"/>
            <a:ext cx="311901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884111"/>
                </a:solidFill>
              </a:rPr>
              <a:t>답례품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3063240"/>
            <a:ext cx="3119018" cy="3200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입력하세요</a:t>
            </a:r>
          </a:p>
        </p:txBody>
      </p:sp>
      <p:sp>
        <p:nvSpPr>
          <p:cNvPr id="13" name="카드 2"/>
          <p:cNvSpPr/>
          <p:nvPr/>
        </p:nvSpPr>
        <p:spPr>
          <a:xfrm>
            <a:off x="4536338" y="1600200"/>
            <a:ext cx="3393338" cy="4800600"/>
          </a:xfrm>
          <a:prstGeom prst="roundRect">
            <a:avLst>
              <a:gd name="adj" fmla="val 8000"/>
            </a:avLst>
          </a:prstGeom>
          <a:solidFill>
            <a:srgbClr val="FDF3ED"/>
          </a:solidFill>
          <a:ln w="15875">
            <a:solidFill>
              <a:srgbClr val="FADBC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번호 2"/>
          <p:cNvSpPr/>
          <p:nvPr/>
        </p:nvSpPr>
        <p:spPr>
          <a:xfrm>
            <a:off x="4719218" y="1783080"/>
            <a:ext cx="457200" cy="457200"/>
          </a:xfrm>
          <a:prstGeom prst="ellipse">
            <a:avLst/>
          </a:prstGeom>
          <a:solidFill>
            <a:srgbClr val="E36C1C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73498" y="2377440"/>
            <a:ext cx="311901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884111"/>
                </a:solidFill>
              </a:rPr>
              <a:t>방명록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73498" y="3063240"/>
            <a:ext cx="3119018" cy="3200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입력하세요</a:t>
            </a:r>
          </a:p>
        </p:txBody>
      </p:sp>
      <p:sp>
        <p:nvSpPr>
          <p:cNvPr id="17" name="카드 3"/>
          <p:cNvSpPr/>
          <p:nvPr/>
        </p:nvSpPr>
        <p:spPr>
          <a:xfrm>
            <a:off x="8158276" y="1600200"/>
            <a:ext cx="3393338" cy="4800600"/>
          </a:xfrm>
          <a:prstGeom prst="roundRect">
            <a:avLst>
              <a:gd name="adj" fmla="val 8000"/>
            </a:avLst>
          </a:prstGeom>
          <a:solidFill>
            <a:srgbClr val="FDF3ED"/>
          </a:solidFill>
          <a:ln w="15875">
            <a:solidFill>
              <a:srgbClr val="FADBC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번호 3"/>
          <p:cNvSpPr/>
          <p:nvPr/>
        </p:nvSpPr>
        <p:spPr>
          <a:xfrm>
            <a:off x="8341156" y="1783080"/>
            <a:ext cx="457200" cy="457200"/>
          </a:xfrm>
          <a:prstGeom prst="ellipse">
            <a:avLst/>
          </a:prstGeom>
          <a:solidFill>
            <a:srgbClr val="E36C1C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5436" y="2377440"/>
            <a:ext cx="311901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884111"/>
                </a:solidFill>
              </a:rPr>
              <a:t>사진 · 영상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95436" y="3063240"/>
            <a:ext cx="3119018" cy="3200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입력하세요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E36C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411480" y="0"/>
            <a:ext cx="64008" cy="6858000"/>
          </a:xfrm>
          <a:prstGeom prst="rect">
            <a:avLst/>
          </a:prstGeom>
          <a:solidFill>
            <a:srgbClr val="3B918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0870387" y="324611"/>
            <a:ext cx="905256" cy="905256"/>
          </a:xfrm>
          <a:prstGeom prst="sun">
            <a:avLst/>
          </a:prstGeom>
          <a:solidFill>
            <a:srgbClr val="E36C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1020503" y="1425621"/>
            <a:ext cx="100584" cy="100584"/>
          </a:xfrm>
          <a:prstGeom prst="ellipse">
            <a:avLst/>
          </a:prstGeom>
          <a:solidFill>
            <a:srgbClr val="FADBC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1501267" y="1464326"/>
            <a:ext cx="100584" cy="100584"/>
          </a:xfrm>
          <a:prstGeom prst="ellipse">
            <a:avLst/>
          </a:prstGeom>
          <a:solidFill>
            <a:srgbClr val="FADBC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0760504" y="1243535"/>
            <a:ext cx="100584" cy="100584"/>
          </a:xfrm>
          <a:prstGeom prst="ellipse">
            <a:avLst/>
          </a:prstGeom>
          <a:solidFill>
            <a:srgbClr val="FADBC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884111"/>
                </a:solidFill>
              </a:rPr>
              <a:t>웨딩 사진</a:t>
            </a:r>
          </a:p>
        </p:txBody>
      </p:sp>
      <p:sp>
        <p:nvSpPr>
          <p:cNvPr id="9" name="사진 자리"/>
          <p:cNvSpPr/>
          <p:nvPr/>
        </p:nvSpPr>
        <p:spPr>
          <a:xfrm>
            <a:off x="914400" y="1600200"/>
            <a:ext cx="3423818" cy="2308860"/>
          </a:xfrm>
          <a:prstGeom prst="roundRect">
            <a:avLst>
              <a:gd name="adj" fmla="val 6000"/>
            </a:avLst>
          </a:prstGeom>
          <a:solidFill>
            <a:srgbClr val="FADBC7"/>
          </a:solidFill>
          <a:ln w="19050">
            <a:solidFill>
              <a:srgbClr val="E36C1C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84111"/>
                </a:solidFill>
              </a:rPr>
              <a:t>사진 1</a:t>
            </a:r>
          </a:p>
        </p:txBody>
      </p:sp>
      <p:sp>
        <p:nvSpPr>
          <p:cNvPr id="10" name="사진 자리"/>
          <p:cNvSpPr/>
          <p:nvPr/>
        </p:nvSpPr>
        <p:spPr>
          <a:xfrm>
            <a:off x="4521098" y="1600200"/>
            <a:ext cx="3423818" cy="2308860"/>
          </a:xfrm>
          <a:prstGeom prst="roundRect">
            <a:avLst>
              <a:gd name="adj" fmla="val 6000"/>
            </a:avLst>
          </a:prstGeom>
          <a:solidFill>
            <a:srgbClr val="FADBC7"/>
          </a:solidFill>
          <a:ln w="19050">
            <a:solidFill>
              <a:srgbClr val="E36C1C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84111"/>
                </a:solidFill>
              </a:rPr>
              <a:t>사진 2</a:t>
            </a:r>
          </a:p>
        </p:txBody>
      </p:sp>
      <p:sp>
        <p:nvSpPr>
          <p:cNvPr id="11" name="사진 자리"/>
          <p:cNvSpPr/>
          <p:nvPr/>
        </p:nvSpPr>
        <p:spPr>
          <a:xfrm>
            <a:off x="8127796" y="1600200"/>
            <a:ext cx="3423818" cy="2308860"/>
          </a:xfrm>
          <a:prstGeom prst="roundRect">
            <a:avLst>
              <a:gd name="adj" fmla="val 6000"/>
            </a:avLst>
          </a:prstGeom>
          <a:solidFill>
            <a:srgbClr val="FADBC7"/>
          </a:solidFill>
          <a:ln w="19050">
            <a:solidFill>
              <a:srgbClr val="E36C1C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84111"/>
                </a:solidFill>
              </a:rPr>
              <a:t>사진 3</a:t>
            </a:r>
          </a:p>
        </p:txBody>
      </p:sp>
      <p:sp>
        <p:nvSpPr>
          <p:cNvPr id="12" name="사진 자리"/>
          <p:cNvSpPr/>
          <p:nvPr/>
        </p:nvSpPr>
        <p:spPr>
          <a:xfrm>
            <a:off x="914400" y="4091939"/>
            <a:ext cx="3423818" cy="2308860"/>
          </a:xfrm>
          <a:prstGeom prst="roundRect">
            <a:avLst>
              <a:gd name="adj" fmla="val 6000"/>
            </a:avLst>
          </a:prstGeom>
          <a:solidFill>
            <a:srgbClr val="FADBC7"/>
          </a:solidFill>
          <a:ln w="19050">
            <a:solidFill>
              <a:srgbClr val="E36C1C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84111"/>
                </a:solidFill>
              </a:rPr>
              <a:t>사진 4</a:t>
            </a:r>
          </a:p>
        </p:txBody>
      </p:sp>
      <p:sp>
        <p:nvSpPr>
          <p:cNvPr id="13" name="사진 자리"/>
          <p:cNvSpPr/>
          <p:nvPr/>
        </p:nvSpPr>
        <p:spPr>
          <a:xfrm>
            <a:off x="4521098" y="4091939"/>
            <a:ext cx="3423818" cy="2308860"/>
          </a:xfrm>
          <a:prstGeom prst="roundRect">
            <a:avLst>
              <a:gd name="adj" fmla="val 6000"/>
            </a:avLst>
          </a:prstGeom>
          <a:solidFill>
            <a:srgbClr val="FADBC7"/>
          </a:solidFill>
          <a:ln w="19050">
            <a:solidFill>
              <a:srgbClr val="E36C1C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84111"/>
                </a:solidFill>
              </a:rPr>
              <a:t>사진 5</a:t>
            </a:r>
          </a:p>
        </p:txBody>
      </p:sp>
      <p:sp>
        <p:nvSpPr>
          <p:cNvPr id="14" name="사진 자리"/>
          <p:cNvSpPr/>
          <p:nvPr/>
        </p:nvSpPr>
        <p:spPr>
          <a:xfrm>
            <a:off x="8127796" y="4091939"/>
            <a:ext cx="3423818" cy="2308860"/>
          </a:xfrm>
          <a:prstGeom prst="roundRect">
            <a:avLst>
              <a:gd name="adj" fmla="val 6000"/>
            </a:avLst>
          </a:prstGeom>
          <a:solidFill>
            <a:srgbClr val="FADBC7"/>
          </a:solidFill>
          <a:ln w="19050">
            <a:solidFill>
              <a:srgbClr val="E36C1C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84111"/>
                </a:solidFill>
              </a:rPr>
              <a:t>사진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1950671" cy="6858000"/>
          </a:xfrm>
          <a:prstGeom prst="rect">
            <a:avLst/>
          </a:prstGeom>
          <a:solidFill>
            <a:srgbClr val="E36C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950671" y="0"/>
            <a:ext cx="91440" cy="6858000"/>
          </a:xfrm>
          <a:prstGeom prst="rect">
            <a:avLst/>
          </a:prstGeom>
          <a:solidFill>
            <a:srgbClr val="3B918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8642360" y="3963924"/>
            <a:ext cx="2221991" cy="2221991"/>
          </a:xfrm>
          <a:prstGeom prst="sun">
            <a:avLst/>
          </a:prstGeom>
          <a:solidFill>
            <a:srgbClr val="E36C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9010826" y="6666402"/>
            <a:ext cx="246887" cy="246887"/>
          </a:xfrm>
          <a:prstGeom prst="ellipse">
            <a:avLst/>
          </a:prstGeom>
          <a:solidFill>
            <a:srgbClr val="FADBC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0190883" y="6761405"/>
            <a:ext cx="246887" cy="246887"/>
          </a:xfrm>
          <a:prstGeom prst="ellipse">
            <a:avLst/>
          </a:prstGeom>
          <a:solidFill>
            <a:srgbClr val="FADBC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8372649" y="6219462"/>
            <a:ext cx="246887" cy="246887"/>
          </a:xfrm>
          <a:prstGeom prst="ellipse">
            <a:avLst/>
          </a:prstGeom>
          <a:solidFill>
            <a:srgbClr val="FADBC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26006" y="2194560"/>
            <a:ext cx="7558851" cy="146304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884111"/>
                </a:solidFill>
              </a:rPr>
              <a:t>함께해 주셔서 감사합니다</a:t>
            </a:r>
          </a:p>
        </p:txBody>
      </p:sp>
      <p:sp>
        <p:nvSpPr>
          <p:cNvPr id="9" name="한 줄 문구"/>
          <p:cNvSpPr txBox="1"/>
          <p:nvPr/>
        </p:nvSpPr>
        <p:spPr>
          <a:xfrm>
            <a:off x="2926006" y="3749039"/>
            <a:ext cx="7558851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884111"/>
                </a:solidFill>
              </a:rPr>
              <a:t>오늘의 축복을 오래도록 간직하겠습니다</a:t>
            </a:r>
          </a:p>
        </p:txBody>
      </p:sp>
      <p:sp>
        <p:nvSpPr>
          <p:cNvPr id="10" name="안내 문구"/>
          <p:cNvSpPr txBox="1"/>
          <p:nvPr/>
        </p:nvSpPr>
        <p:spPr>
          <a:xfrm>
            <a:off x="2926006" y="4617720"/>
            <a:ext cx="7558851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신랑 이름 ♥ 신부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결혼식 슬라이드(감사·답례 중심)">
  <a:themeElements>
    <a:clrScheme name="Office">
      <a:dk1>
        <a:sysClr val="windowText" lastClr="000000"/>
      </a:dk1>
      <a:lt1>
        <a:sysClr val="window" lastClr="FFFFFF"/>
      </a:lt1>
      <a:dk2>
        <a:srgbClr val="884111"/>
      </a:dk2>
      <a:lt2>
        <a:srgbClr val="FDF3ED"/>
      </a:lt2>
      <a:accent1>
        <a:srgbClr val="E36C1C"/>
      </a:accent1>
      <a:accent2>
        <a:srgbClr val="3B9188"/>
      </a:accent2>
      <a:accent3>
        <a:srgbClr val="884111"/>
      </a:accent3>
      <a:accent4>
        <a:srgbClr val="FADBC7"/>
      </a:accent4>
      <a:accent5>
        <a:srgbClr val="8F7E52"/>
      </a:accent5>
      <a:accent6>
        <a:srgbClr val="B88D70"/>
      </a:accent6>
      <a:hlink>
        <a:srgbClr val="E36C1C"/>
      </a:hlink>
      <a:folHlink>
        <a:srgbClr val="884111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결혼식 슬라이드(감사·답례 중심)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