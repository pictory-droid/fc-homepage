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이제 부부가 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두 사람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닮은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E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서로에게 하고 싶은 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신랑이 신부에게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9B8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E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124358"/>
          </a:xfrm>
          <a:prstGeom prst="wave">
            <a:avLst/>
          </a:prstGeom>
          <a:solidFill>
            <a:srgbClr val="ADD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