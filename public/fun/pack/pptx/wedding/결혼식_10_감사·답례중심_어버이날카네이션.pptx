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두 사람이 하나 되는 날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부모님께 감사하며 새 가정을 이루겠습니다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신랑 · 신부 소개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A1F2E"/>
                </a:solidFill>
              </a:rPr>
              <a:t>신랑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A1F2E"/>
                </a:solidFill>
              </a:rPr>
              <a:t>신부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감사의 말씀</a:t>
            </a:r>
          </a:p>
        </p:txBody>
      </p:sp>
      <p:sp>
        <p:nvSpPr>
          <p:cNvPr id="8" name="감사 글 칸"/>
          <p:cNvSpPr/>
          <p:nvPr/>
        </p:nvSpPr>
        <p:spPr>
          <a:xfrm>
            <a:off x="822960" y="1554480"/>
            <a:ext cx="10545775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감사 글"/>
          <p:cNvSpPr txBox="1"/>
          <p:nvPr/>
        </p:nvSpPr>
        <p:spPr>
          <a:xfrm>
            <a:off x="1280160" y="1920240"/>
            <a:ext cx="963137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답례 안내</a:t>
            </a:r>
          </a:p>
        </p:txBody>
      </p:sp>
      <p:sp>
        <p:nvSpPr>
          <p:cNvPr id="8" name="카드 1"/>
          <p:cNvSpPr/>
          <p:nvPr/>
        </p:nvSpPr>
        <p:spPr>
          <a:xfrm>
            <a:off x="822960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답례품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414418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방명록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05876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사진 · 영상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웨딩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CDD3"/>
          </a:solidFill>
          <a:ln w="19050">
            <a:solidFill>
              <a:srgbClr val="CC33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1F2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A1F2E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오늘의 축복을 오래도록 간직하겠습니다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