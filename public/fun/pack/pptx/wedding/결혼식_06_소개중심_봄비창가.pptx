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9465B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날을 잡고 청첩장을 보냅니다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44953" y="1600200"/>
            <a:ext cx="2400300" cy="2400300"/>
          </a:xfrm>
          <a:prstGeom prst="ellipse">
            <a:avLst/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465B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20761" y="1600200"/>
            <a:ext cx="2400300" cy="2400300"/>
          </a:xfrm>
          <a:prstGeom prst="ellipse">
            <a:avLst/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0207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465B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우리 두 사람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D3E3EE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2946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서로에게 하고 싶은 말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D3E3EE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2946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3E3EE"/>
          </a:solidFill>
          <a:ln w="19050">
            <a:solidFill>
              <a:srgbClr val="497DA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465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9465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29465B"/>
      </a:dk2>
      <a:lt2>
        <a:srgbClr val="F1F5F9"/>
      </a:lt2>
      <a:accent1>
        <a:srgbClr val="497DA2"/>
      </a:accent1>
      <a:accent2>
        <a:srgbClr val="8D3F46"/>
      </a:accent2>
      <a:accent3>
        <a:srgbClr val="29465B"/>
      </a:accent3>
      <a:accent4>
        <a:srgbClr val="D3E3EE"/>
      </a:accent4>
      <a:accent5>
        <a:srgbClr val="6B5E74"/>
      </a:accent5>
      <a:accent6>
        <a:srgbClr val="7F909D"/>
      </a:accent6>
      <a:hlink>
        <a:srgbClr val="497DA2"/>
      </a:hlink>
      <a:folHlink>
        <a:srgbClr val="2946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