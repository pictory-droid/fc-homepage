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24E6D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24E6D"/>
                </a:solidFill>
              </a:rPr>
              <a:t>날을 잡고 청첩장을 보냅니다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144953" y="1600200"/>
            <a:ext cx="2400300" cy="2400300"/>
          </a:xfrm>
          <a:prstGeom prst="ellipse">
            <a:avLst/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24E6D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920761" y="1600200"/>
            <a:ext cx="2400300" cy="2400300"/>
          </a:xfrm>
          <a:prstGeom prst="ellipse">
            <a:avLst/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0207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24E6D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647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우리 두 사람</a:t>
            </a:r>
          </a:p>
        </p:txBody>
      </p:sp>
      <p:sp>
        <p:nvSpPr>
          <p:cNvPr id="5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D4E8F7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24E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서로에게 하고 싶은 말</a:t>
            </a:r>
          </a:p>
        </p:txBody>
      </p:sp>
      <p:sp>
        <p:nvSpPr>
          <p:cNvPr id="5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D4E8F7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24E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24E6D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24E6D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224E6D"/>
      </a:dk2>
      <a:lt2>
        <a:srgbClr val="F3F8FC"/>
      </a:lt2>
      <a:accent1>
        <a:srgbClr val="5196C8"/>
      </a:accent1>
      <a:accent2>
        <a:srgbClr val="339941"/>
      </a:accent2>
      <a:accent3>
        <a:srgbClr val="224E6D"/>
      </a:accent3>
      <a:accent4>
        <a:srgbClr val="D4E8F7"/>
      </a:accent4>
      <a:accent5>
        <a:srgbClr val="429884"/>
      </a:accent5>
      <a:accent6>
        <a:srgbClr val="7A95A7"/>
      </a:accent6>
      <a:hlink>
        <a:srgbClr val="5196C8"/>
      </a:hlink>
      <a:folHlink>
        <a:srgbClr val="224E6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