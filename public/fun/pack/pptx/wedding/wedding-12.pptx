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562E"/>
                </a:solidFill>
              </a:rPr>
              <a:t>두 사람이 하나 되는 날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달콤한 오월, 두 사람이 한 사람이 됩니다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신랑 · 신부 소개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신랑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562E"/>
                </a:solidFill>
              </a:rPr>
              <a:t>신부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우리의 이야기</a:t>
            </a:r>
          </a:p>
        </p:txBody>
      </p:sp>
      <p:sp>
        <p:nvSpPr>
          <p:cNvPr id="13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처음 만난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첫 만남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8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첫 데이트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설레던 하루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22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프러포즈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평생을 약속하다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26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81985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19852"/>
                </a:solidFill>
              </a:rPr>
              <a:t>결혼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오늘의 우리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우리의 첫 번째</a:t>
            </a:r>
          </a:p>
        </p:txBody>
      </p:sp>
      <p:sp>
        <p:nvSpPr>
          <p:cNvPr id="13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첫 여행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17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첫 선물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21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첫 다툼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25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6F8F2"/>
          </a:solidFill>
          <a:ln w="15875">
            <a:solidFill>
              <a:srgbClr val="E4EB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81985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562E"/>
                </a:solidFill>
              </a:rPr>
              <a:t>첫 약속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287735">
            <a:off x="11259931" y="293982"/>
            <a:ext cx="263050" cy="263050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367152">
            <a:off x="10931622" y="194032"/>
            <a:ext cx="300480" cy="300480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11692">
            <a:off x="11641835" y="374306"/>
            <a:ext cx="243015" cy="243015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060698">
            <a:off x="11059686" y="927535"/>
            <a:ext cx="307884" cy="30788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6035763">
            <a:off x="11313735" y="793406"/>
            <a:ext cx="274045" cy="274045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9206430">
            <a:off x="11513197" y="267765"/>
            <a:ext cx="191700" cy="19170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6250646">
            <a:off x="10952989" y="1098889"/>
            <a:ext cx="309134" cy="30913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5335768">
            <a:off x="11235932" y="165151"/>
            <a:ext cx="247593" cy="24759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562E"/>
                </a:solidFill>
              </a:rPr>
              <a:t>웨딩 사진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1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2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3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4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5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4EBD6"/>
          </a:solidFill>
          <a:ln w="19050">
            <a:solidFill>
              <a:srgbClr val="81985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562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287735">
            <a:off x="10068978" y="3482626"/>
            <a:ext cx="717411" cy="717411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367152">
            <a:off x="9173590" y="3210033"/>
            <a:ext cx="819492" cy="819492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11692">
            <a:off x="11110533" y="3701689"/>
            <a:ext cx="662770" cy="66277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060698">
            <a:off x="9522855" y="5210496"/>
            <a:ext cx="839686" cy="839686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6035763">
            <a:off x="10215716" y="4844690"/>
            <a:ext cx="747397" cy="747397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9206430">
            <a:off x="10759703" y="3411123"/>
            <a:ext cx="522820" cy="522820"/>
          </a:xfrm>
          <a:prstGeom prst="teardrop">
            <a:avLst/>
          </a:prstGeom>
          <a:solidFill>
            <a:srgbClr val="4752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6250646">
            <a:off x="9231863" y="5677825"/>
            <a:ext cx="843094" cy="843094"/>
          </a:xfrm>
          <a:prstGeom prst="teardrop">
            <a:avLst/>
          </a:prstGeom>
          <a:solidFill>
            <a:srgbClr val="8198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15335768">
            <a:off x="10003526" y="3131268"/>
            <a:ext cx="675253" cy="675253"/>
          </a:xfrm>
          <a:prstGeom prst="teardrop">
            <a:avLst/>
          </a:prstGeom>
          <a:solidFill>
            <a:srgbClr val="E4E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9562E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562E"/>
                </a:solidFill>
              </a:rPr>
              <a:t>오늘의 축복을 오래도록 간직하겠습니다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49562E"/>
      </a:dk2>
      <a:lt2>
        <a:srgbClr val="F6F8F2"/>
      </a:lt2>
      <a:accent1>
        <a:srgbClr val="819852"/>
      </a:accent1>
      <a:accent2>
        <a:srgbClr val="475285"/>
      </a:accent2>
      <a:accent3>
        <a:srgbClr val="49562E"/>
      </a:accent3>
      <a:accent4>
        <a:srgbClr val="E4EBD6"/>
      </a:accent4>
      <a:accent5>
        <a:srgbClr val="64756C"/>
      </a:accent5>
      <a:accent6>
        <a:srgbClr val="929A82"/>
      </a:accent6>
      <a:hlink>
        <a:srgbClr val="819852"/>
      </a:hlink>
      <a:folHlink>
        <a:srgbClr val="49562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