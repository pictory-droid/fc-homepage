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2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오래 같이 지내 보고 결심했습니다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042083" y="1783080"/>
            <a:ext cx="2194560" cy="2194560"/>
          </a:xfrm>
          <a:prstGeom prst="ellipse">
            <a:avLst/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55051" y="1783080"/>
            <a:ext cx="2194560" cy="2194560"/>
          </a:xfrm>
          <a:prstGeom prst="ellipse">
            <a:avLst/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932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D5F6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98E1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E1B1"/>
                </a:solidFill>
              </a:rPr>
              <a:t>처음 만난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첫 만남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어떻게?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98E1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E1B1"/>
                </a:solidFill>
              </a:rPr>
              <a:t>첫 데이트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설레던 하루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무엇을 했나요?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98E1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E1B1"/>
                </a:solidFill>
              </a:rPr>
              <a:t>프러포즈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평생을 약속하다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이야기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98E1B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8E1B1"/>
                </a:solidFill>
              </a:rPr>
              <a:t>결혼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첫 번째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2556433" cy="4389120"/>
          </a:xfrm>
          <a:prstGeom prst="roundRect">
            <a:avLst>
              <a:gd name="adj" fmla="val 7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98E1B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2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첫 여행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어디였나요?</a:t>
            </a:r>
          </a:p>
        </p:txBody>
      </p:sp>
      <p:sp>
        <p:nvSpPr>
          <p:cNvPr id="11" name="카드 2"/>
          <p:cNvSpPr/>
          <p:nvPr/>
        </p:nvSpPr>
        <p:spPr>
          <a:xfrm>
            <a:off x="3425113" y="1783080"/>
            <a:ext cx="2556433" cy="4389120"/>
          </a:xfrm>
          <a:prstGeom prst="roundRect">
            <a:avLst>
              <a:gd name="adj" fmla="val 7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noFill/>
          <a:ln w="19050">
            <a:solidFill>
              <a:srgbClr val="98E1B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2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첫 선물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273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  <p:sp>
        <p:nvSpPr>
          <p:cNvPr id="15" name="카드 3"/>
          <p:cNvSpPr/>
          <p:nvPr/>
        </p:nvSpPr>
        <p:spPr>
          <a:xfrm>
            <a:off x="6210147" y="1783080"/>
            <a:ext cx="2556433" cy="4389120"/>
          </a:xfrm>
          <a:prstGeom prst="roundRect">
            <a:avLst>
              <a:gd name="adj" fmla="val 7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noFill/>
          <a:ln w="19050">
            <a:solidFill>
              <a:srgbClr val="98E1B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2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첫 다툼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어떻게 풀었나요?</a:t>
            </a:r>
          </a:p>
        </p:txBody>
      </p:sp>
      <p:sp>
        <p:nvSpPr>
          <p:cNvPr id="19" name="카드 4"/>
          <p:cNvSpPr/>
          <p:nvPr/>
        </p:nvSpPr>
        <p:spPr>
          <a:xfrm>
            <a:off x="8995181" y="1783080"/>
            <a:ext cx="2556433" cy="4389120"/>
          </a:xfrm>
          <a:prstGeom prst="roundRect">
            <a:avLst>
              <a:gd name="adj" fmla="val 7000"/>
            </a:avLst>
          </a:prstGeom>
          <a:solidFill>
            <a:srgbClr val="ECFB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noFill/>
          <a:ln w="19050">
            <a:solidFill>
              <a:srgbClr val="98E1B1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74932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2"/>
                </a:solidFill>
              </a:rPr>
              <a:t>첫 약속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2341" y="32461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98E1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ADEB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F6E0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F6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ADEBC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932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274932"/>
      </a:dk2>
      <a:lt2>
        <a:srgbClr val="ECFBF1"/>
      </a:lt2>
      <a:accent1>
        <a:srgbClr val="98E1B1"/>
      </a:accent1>
      <a:accent2>
        <a:srgbClr val="B8EAE0"/>
      </a:accent2>
      <a:accent3>
        <a:srgbClr val="274932"/>
      </a:accent3>
      <a:accent4>
        <a:srgbClr val="D5F6E0"/>
      </a:accent4>
      <a:accent5>
        <a:srgbClr val="A8E6C8"/>
      </a:accent5>
      <a:accent6>
        <a:srgbClr val="7D9284"/>
      </a:accent6>
      <a:hlink>
        <a:srgbClr val="98E1B1"/>
      </a:hlink>
      <a:folHlink>
        <a:srgbClr val="27493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