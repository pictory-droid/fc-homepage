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주차는 건물 지하를 이용해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오시는 길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6035040" cy="457200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약도 · 지도를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7040880" y="178308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27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EAFDE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27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27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EAFDE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4927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D1FA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D1"/>
                      </a:solidFill>
                      <a:prstDash val="solid"/>
                    </a:lnL>
                    <a:lnR w="9525" cap="flat" cmpd="sng" algn="ctr">
                      <a:solidFill>
                        <a:srgbClr val="D1FAD1"/>
                      </a:solidFill>
                      <a:prstDash val="solid"/>
                    </a:lnR>
                    <a:lnT w="9525" cap="flat" cmpd="sng" algn="ctr">
                      <a:solidFill>
                        <a:srgbClr val="D1FAD1"/>
                      </a:solidFill>
                      <a:prstDash val="solid"/>
                    </a:lnT>
                    <a:lnB w="9525" cap="flat" cmpd="sng" algn="ctr">
                      <a:solidFill>
                        <a:srgbClr val="D1F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교통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792224"/>
            <a:ext cx="3466490" cy="82296"/>
          </a:xfrm>
          <a:prstGeom prst="rect">
            <a:avLst/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BAF3D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지하철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1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4362602" y="1792224"/>
            <a:ext cx="3466490" cy="82296"/>
          </a:xfrm>
          <a:prstGeom prst="rect">
            <a:avLst/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BAF3D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버스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6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1FA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8075980" y="1792224"/>
            <a:ext cx="3466490" cy="82296"/>
          </a:xfrm>
          <a:prstGeom prst="rect">
            <a:avLst/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BAF3D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자가용 · 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round2Same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274927"/>
      </a:dk2>
      <a:lt2>
        <a:srgbClr val="EAFDEA"/>
      </a:lt2>
      <a:accent1>
        <a:srgbClr val="97ED97"/>
      </a:accent1>
      <a:accent2>
        <a:srgbClr val="BAF3D4"/>
      </a:accent2>
      <a:accent3>
        <a:srgbClr val="274927"/>
      </a:accent3>
      <a:accent4>
        <a:srgbClr val="D1FAD1"/>
      </a:accent4>
      <a:accent5>
        <a:srgbClr val="A8F0B6"/>
      </a:accent5>
      <a:accent6>
        <a:srgbClr val="7D927D"/>
      </a:accent6>
      <a:hlink>
        <a:srgbClr val="97ED97"/>
      </a:hlink>
      <a:folHlink>
        <a:srgbClr val="27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