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C401C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C401C"/>
                </a:solidFill>
              </a:rPr>
              <a:t>주차는 건물 지하를 이용해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C401C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C401C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오시는 길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6035040" cy="480060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C401C"/>
                </a:solidFill>
              </a:rPr>
              <a:t>약도 · 지도를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7040880" y="1600200"/>
          <a:ext cx="4510735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13913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C401C"/>
                          </a:solidFill>
                        </a:rPr>
                        <a:t>예식장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C401C"/>
                          </a:solidFill>
                        </a:rPr>
                        <a:t>주소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C401C"/>
                          </a:solidFill>
                        </a:rPr>
                        <a:t>일시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C401C"/>
                          </a:solidFill>
                        </a:rPr>
                        <a:t>연락처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교통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5875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지하철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5875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버스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5875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자가용 · 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C401C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C401C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오시는 길 중심)">
  <a:themeElements>
    <a:clrScheme name="Office">
      <a:dk1>
        <a:sysClr val="windowText" lastClr="000000"/>
      </a:dk1>
      <a:lt1>
        <a:sysClr val="window" lastClr="FFFFFF"/>
      </a:lt1>
      <a:dk2>
        <a:srgbClr val="1C401C"/>
      </a:dk2>
      <a:lt2>
        <a:srgbClr val="F1F9F1"/>
      </a:lt2>
      <a:accent1>
        <a:srgbClr val="3A883A"/>
      </a:accent1>
      <a:accent2>
        <a:srgbClr val="663D8F"/>
      </a:accent2>
      <a:accent3>
        <a:srgbClr val="1C401C"/>
      </a:accent3>
      <a:accent4>
        <a:srgbClr val="D3EED3"/>
      </a:accent4>
      <a:accent5>
        <a:srgbClr val="506264"/>
      </a:accent5>
      <a:accent6>
        <a:srgbClr val="778C77"/>
      </a:accent6>
      <a:hlink>
        <a:srgbClr val="3A883A"/>
      </a:hlink>
      <a:folHlink>
        <a:srgbClr val="1C401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