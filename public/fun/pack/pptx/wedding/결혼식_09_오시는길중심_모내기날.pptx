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16E21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16E21"/>
                </a:solidFill>
              </a:rPr>
              <a:t>주차는 건물 지하를 이용해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4ECA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16E21"/>
                </a:solidFill>
              </a:rPr>
              <a:t>신랑 · 신부 소개</a:t>
            </a:r>
          </a:p>
        </p:txBody>
      </p:sp>
      <p:sp>
        <p:nvSpPr>
          <p:cNvPr id="5" name="사진 자리"/>
          <p:cNvSpPr/>
          <p:nvPr/>
        </p:nvSpPr>
        <p:spPr>
          <a:xfrm>
            <a:off x="1939213" y="1600200"/>
            <a:ext cx="2400300" cy="2400300"/>
          </a:xfrm>
          <a:prstGeom prst="ellipse">
            <a:avLst/>
          </a:prstGeom>
          <a:solidFill>
            <a:srgbClr val="D4F7D4"/>
          </a:solidFill>
          <a:ln w="19050">
            <a:solidFill>
              <a:srgbClr val="4ECA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16E21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16E21"/>
                </a:solidFill>
              </a:rPr>
              <a:t>신랑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852181" y="1600200"/>
            <a:ext cx="2400300" cy="2400300"/>
          </a:xfrm>
          <a:prstGeom prst="ellipse">
            <a:avLst/>
          </a:prstGeom>
          <a:solidFill>
            <a:srgbClr val="D4F7D4"/>
          </a:solidFill>
          <a:ln w="19050">
            <a:solidFill>
              <a:srgbClr val="4ECA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16E21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47" y="409193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16E21"/>
                </a:solidFill>
              </a:rPr>
              <a:t>신부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4549140"/>
            <a:ext cx="48156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4ECA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16E21"/>
                </a:solidFill>
              </a:rPr>
              <a:t>오시는 길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6035040" cy="4800600"/>
          </a:xfrm>
          <a:prstGeom prst="roundRect">
            <a:avLst>
              <a:gd name="adj" fmla="val 6000"/>
            </a:avLst>
          </a:prstGeom>
          <a:solidFill>
            <a:srgbClr val="D4F7D4"/>
          </a:solidFill>
          <a:ln w="19050">
            <a:solidFill>
              <a:srgbClr val="4ECA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16E21"/>
                </a:solidFill>
              </a:rPr>
              <a:t>약도 · 지도를 넣어 주세요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040880" y="1600200"/>
          <a:ext cx="4510735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313913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16E21"/>
                          </a:solidFill>
                        </a:rPr>
                        <a:t>예식장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4"/>
                      </a:solidFill>
                      <a:prstDash val="solid"/>
                    </a:lnL>
                    <a:lnR w="9525" cap="flat" cmpd="sng" algn="ctr">
                      <a:solidFill>
                        <a:srgbClr val="D4F7D4"/>
                      </a:solidFill>
                      <a:prstDash val="solid"/>
                    </a:lnR>
                    <a:lnT w="9525" cap="flat" cmpd="sng" algn="ctr">
                      <a:solidFill>
                        <a:srgbClr val="D4F7D4"/>
                      </a:solidFill>
                      <a:prstDash val="solid"/>
                    </a:lnT>
                    <a:lnB w="9525" cap="flat" cmpd="sng" algn="ctr">
                      <a:solidFill>
                        <a:srgbClr val="D4F7D4"/>
                      </a:solidFill>
                      <a:prstDash val="solid"/>
                    </a:lnB>
                    <a:solidFill>
                      <a:srgbClr val="D4F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4"/>
                      </a:solidFill>
                      <a:prstDash val="solid"/>
                    </a:lnL>
                    <a:lnR w="9525" cap="flat" cmpd="sng" algn="ctr">
                      <a:solidFill>
                        <a:srgbClr val="D4F7D4"/>
                      </a:solidFill>
                      <a:prstDash val="solid"/>
                    </a:lnR>
                    <a:lnT w="9525" cap="flat" cmpd="sng" algn="ctr">
                      <a:solidFill>
                        <a:srgbClr val="D4F7D4"/>
                      </a:solidFill>
                      <a:prstDash val="solid"/>
                    </a:lnT>
                    <a:lnB w="9525" cap="flat" cmpd="sng" algn="ctr">
                      <a:solidFill>
                        <a:srgbClr val="D4F7D4"/>
                      </a:solidFill>
                      <a:prstDash val="solid"/>
                    </a:lnB>
                    <a:solidFill>
                      <a:srgbClr val="F3FCF3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16E21"/>
                          </a:solidFill>
                        </a:rPr>
                        <a:t>주소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4"/>
                      </a:solidFill>
                      <a:prstDash val="solid"/>
                    </a:lnL>
                    <a:lnR w="9525" cap="flat" cmpd="sng" algn="ctr">
                      <a:solidFill>
                        <a:srgbClr val="D4F7D4"/>
                      </a:solidFill>
                      <a:prstDash val="solid"/>
                    </a:lnR>
                    <a:lnT w="9525" cap="flat" cmpd="sng" algn="ctr">
                      <a:solidFill>
                        <a:srgbClr val="D4F7D4"/>
                      </a:solidFill>
                      <a:prstDash val="solid"/>
                    </a:lnT>
                    <a:lnB w="9525" cap="flat" cmpd="sng" algn="ctr">
                      <a:solidFill>
                        <a:srgbClr val="D4F7D4"/>
                      </a:solidFill>
                      <a:prstDash val="solid"/>
                    </a:lnB>
                    <a:solidFill>
                      <a:srgbClr val="D4F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4"/>
                      </a:solidFill>
                      <a:prstDash val="solid"/>
                    </a:lnL>
                    <a:lnR w="9525" cap="flat" cmpd="sng" algn="ctr">
                      <a:solidFill>
                        <a:srgbClr val="D4F7D4"/>
                      </a:solidFill>
                      <a:prstDash val="solid"/>
                    </a:lnR>
                    <a:lnT w="9525" cap="flat" cmpd="sng" algn="ctr">
                      <a:solidFill>
                        <a:srgbClr val="D4F7D4"/>
                      </a:solidFill>
                      <a:prstDash val="solid"/>
                    </a:lnT>
                    <a:lnB w="9525" cap="flat" cmpd="sng" algn="ctr">
                      <a:solidFill>
                        <a:srgbClr val="D4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16E21"/>
                          </a:solidFill>
                        </a:rPr>
                        <a:t>일시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4"/>
                      </a:solidFill>
                      <a:prstDash val="solid"/>
                    </a:lnL>
                    <a:lnR w="9525" cap="flat" cmpd="sng" algn="ctr">
                      <a:solidFill>
                        <a:srgbClr val="D4F7D4"/>
                      </a:solidFill>
                      <a:prstDash val="solid"/>
                    </a:lnR>
                    <a:lnT w="9525" cap="flat" cmpd="sng" algn="ctr">
                      <a:solidFill>
                        <a:srgbClr val="D4F7D4"/>
                      </a:solidFill>
                      <a:prstDash val="solid"/>
                    </a:lnT>
                    <a:lnB w="9525" cap="flat" cmpd="sng" algn="ctr">
                      <a:solidFill>
                        <a:srgbClr val="D4F7D4"/>
                      </a:solidFill>
                      <a:prstDash val="solid"/>
                    </a:lnB>
                    <a:solidFill>
                      <a:srgbClr val="D4F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4"/>
                      </a:solidFill>
                      <a:prstDash val="solid"/>
                    </a:lnL>
                    <a:lnR w="9525" cap="flat" cmpd="sng" algn="ctr">
                      <a:solidFill>
                        <a:srgbClr val="D4F7D4"/>
                      </a:solidFill>
                      <a:prstDash val="solid"/>
                    </a:lnR>
                    <a:lnT w="9525" cap="flat" cmpd="sng" algn="ctr">
                      <a:solidFill>
                        <a:srgbClr val="D4F7D4"/>
                      </a:solidFill>
                      <a:prstDash val="solid"/>
                    </a:lnT>
                    <a:lnB w="9525" cap="flat" cmpd="sng" algn="ctr">
                      <a:solidFill>
                        <a:srgbClr val="D4F7D4"/>
                      </a:solidFill>
                      <a:prstDash val="solid"/>
                    </a:lnB>
                    <a:solidFill>
                      <a:srgbClr val="F3FCF3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16E21"/>
                          </a:solidFill>
                        </a:rPr>
                        <a:t>연락처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4"/>
                      </a:solidFill>
                      <a:prstDash val="solid"/>
                    </a:lnL>
                    <a:lnR w="9525" cap="flat" cmpd="sng" algn="ctr">
                      <a:solidFill>
                        <a:srgbClr val="D4F7D4"/>
                      </a:solidFill>
                      <a:prstDash val="solid"/>
                    </a:lnR>
                    <a:lnT w="9525" cap="flat" cmpd="sng" algn="ctr">
                      <a:solidFill>
                        <a:srgbClr val="D4F7D4"/>
                      </a:solidFill>
                      <a:prstDash val="solid"/>
                    </a:lnT>
                    <a:lnB w="9525" cap="flat" cmpd="sng" algn="ctr">
                      <a:solidFill>
                        <a:srgbClr val="D4F7D4"/>
                      </a:solidFill>
                      <a:prstDash val="solid"/>
                    </a:lnB>
                    <a:solidFill>
                      <a:srgbClr val="D4F7D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4F7D4"/>
                      </a:solidFill>
                      <a:prstDash val="solid"/>
                    </a:lnL>
                    <a:lnR w="9525" cap="flat" cmpd="sng" algn="ctr">
                      <a:solidFill>
                        <a:srgbClr val="D4F7D4"/>
                      </a:solidFill>
                      <a:prstDash val="solid"/>
                    </a:lnR>
                    <a:lnT w="9525" cap="flat" cmpd="sng" algn="ctr">
                      <a:solidFill>
                        <a:srgbClr val="D4F7D4"/>
                      </a:solidFill>
                      <a:prstDash val="solid"/>
                    </a:lnT>
                    <a:lnB w="9525" cap="flat" cmpd="sng" algn="ctr">
                      <a:solidFill>
                        <a:srgbClr val="D4F7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4ECA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16E21"/>
                </a:solidFill>
              </a:rPr>
              <a:t>교통 안내</a:t>
            </a:r>
          </a:p>
        </p:txBody>
      </p:sp>
      <p:sp>
        <p:nvSpPr>
          <p:cNvPr id="5" name="카드 1"/>
          <p:cNvSpPr/>
          <p:nvPr/>
        </p:nvSpPr>
        <p:spPr>
          <a:xfrm>
            <a:off x="640080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3FCF3"/>
          </a:solidFill>
          <a:ln w="15875">
            <a:solidFill>
              <a:srgbClr val="D4F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4ECA4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16E21"/>
                </a:solidFill>
              </a:rPr>
              <a:t>지하철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9" name="카드 2"/>
          <p:cNvSpPr/>
          <p:nvPr/>
        </p:nvSpPr>
        <p:spPr>
          <a:xfrm>
            <a:off x="4353458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3FCF3"/>
          </a:solidFill>
          <a:ln w="15875">
            <a:solidFill>
              <a:srgbClr val="D4F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4ECA4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16E21"/>
                </a:solidFill>
              </a:rPr>
              <a:t>버스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3" name="카드 3"/>
          <p:cNvSpPr/>
          <p:nvPr/>
        </p:nvSpPr>
        <p:spPr>
          <a:xfrm>
            <a:off x="8066836" y="1600200"/>
            <a:ext cx="3484778" cy="4800600"/>
          </a:xfrm>
          <a:prstGeom prst="roundRect">
            <a:avLst>
              <a:gd name="adj" fmla="val 8000"/>
            </a:avLst>
          </a:prstGeom>
          <a:solidFill>
            <a:srgbClr val="F3FCF3"/>
          </a:solidFill>
          <a:ln w="15875">
            <a:solidFill>
              <a:srgbClr val="D4F7D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4ECA4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16E21"/>
                </a:solidFill>
              </a:rPr>
              <a:t>자가용 · 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3063240"/>
            <a:ext cx="3210458" cy="3200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C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4ECA4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0" y="274320"/>
            <a:ext cx="12191695" cy="54864"/>
          </a:xfrm>
          <a:prstGeom prst="rect">
            <a:avLst/>
          </a:prstGeom>
          <a:solidFill>
            <a:srgbClr val="33994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16E21"/>
                </a:solidFill>
              </a:rPr>
              <a:t>웨딩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4F7D4"/>
          </a:solidFill>
          <a:ln w="19050">
            <a:solidFill>
              <a:srgbClr val="4ECA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16E21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4F7D4"/>
          </a:solidFill>
          <a:ln w="19050">
            <a:solidFill>
              <a:srgbClr val="4ECA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16E21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4F7D4"/>
          </a:solidFill>
          <a:ln w="19050">
            <a:solidFill>
              <a:srgbClr val="4ECA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16E21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4F7D4"/>
          </a:solidFill>
          <a:ln w="19050">
            <a:solidFill>
              <a:srgbClr val="4ECA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16E21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4F7D4"/>
          </a:solidFill>
          <a:ln w="19050">
            <a:solidFill>
              <a:srgbClr val="4ECA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16E21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D4F7D4"/>
          </a:solidFill>
          <a:ln w="19050">
            <a:solidFill>
              <a:srgbClr val="4ECA4E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16E21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16E21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216E21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오시는 길 중심)">
  <a:themeElements>
    <a:clrScheme name="Office">
      <a:dk1>
        <a:sysClr val="windowText" lastClr="000000"/>
      </a:dk1>
      <a:lt1>
        <a:sysClr val="window" lastClr="FFFFFF"/>
      </a:lt1>
      <a:dk2>
        <a:srgbClr val="216E21"/>
      </a:dk2>
      <a:lt2>
        <a:srgbClr val="F3FCF3"/>
      </a:lt2>
      <a:accent1>
        <a:srgbClr val="4ECA4E"/>
      </a:accent1>
      <a:accent2>
        <a:srgbClr val="339941"/>
      </a:accent2>
      <a:accent3>
        <a:srgbClr val="216E21"/>
      </a:accent3>
      <a:accent4>
        <a:srgbClr val="D4F7D4"/>
      </a:accent4>
      <a:accent5>
        <a:srgbClr val="40B248"/>
      </a:accent5>
      <a:accent6>
        <a:srgbClr val="7AA87A"/>
      </a:accent6>
      <a:hlink>
        <a:srgbClr val="4ECA4E"/>
      </a:hlink>
      <a:folHlink>
        <a:srgbClr val="216E21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