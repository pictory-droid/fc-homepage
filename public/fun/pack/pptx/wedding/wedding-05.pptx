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F481E"/>
                </a:solidFill>
              </a:rPr>
              <a:t>두 사람이 하나 되는 날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푸른 보리처럼 서로에게 기대어 자라겠습니다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신랑 · 신부 소개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신랑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F481E"/>
                </a:solidFill>
              </a:rPr>
              <a:t>신부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감사의 말씀</a:t>
            </a:r>
          </a:p>
        </p:txBody>
      </p:sp>
      <p:sp>
        <p:nvSpPr>
          <p:cNvPr id="11" name="감사 글 칸"/>
          <p:cNvSpPr/>
          <p:nvPr/>
        </p:nvSpPr>
        <p:spPr>
          <a:xfrm>
            <a:off x="640080" y="1600200"/>
            <a:ext cx="10911535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2700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감사 글"/>
          <p:cNvSpPr txBox="1"/>
          <p:nvPr/>
        </p:nvSpPr>
        <p:spPr>
          <a:xfrm>
            <a:off x="1097280" y="1965960"/>
            <a:ext cx="9997135" cy="4069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바쁘신 중에도 귀한 걸음 해 주셔서 감사합니다.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보내 주신 축복 잊지 않고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서로 아끼며 예쁘게 살겠습니다.</a:t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/>
            </a:r>
          </a:p>
          <a:p>
            <a:pPr algn="ctr">
              <a:lnSpc>
                <a:spcPct val="140000"/>
              </a:lnSpc>
            </a:pPr>
            <a:r>
              <a:rPr sz="2000" b="0" i="0">
                <a:solidFill>
                  <a:srgbClr val="2B2B2B"/>
                </a:solidFill>
              </a:rPr>
              <a:t>신랑 · 신부 드림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답례 안내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답례품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방명록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4F9F1"/>
          </a:solidFill>
          <a:ln w="15875">
            <a:solidFill>
              <a:srgbClr val="DEEF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F481E"/>
                </a:solidFill>
              </a:rPr>
              <a:t>사진 · 영상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11281202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1497812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1523151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10992381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10957999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11145778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웨딩 사진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1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2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3</a:t>
            </a:r>
          </a:p>
        </p:txBody>
      </p:sp>
      <p:sp>
        <p:nvSpPr>
          <p:cNvPr id="14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4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5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EEFD2"/>
          </a:solidFill>
          <a:ln w="19050">
            <a:solidFill>
              <a:srgbClr val="5F913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F481E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9633618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10253910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10326474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8806542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8708084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9245814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F481E"/>
                </a:solidFill>
              </a:rPr>
              <a:t>함께해 주셔서 감사합니다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F481E"/>
                </a:solidFill>
              </a:rPr>
              <a:t>오늘의 축복을 오래도록 간직하겠습니다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감사·답례 중심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