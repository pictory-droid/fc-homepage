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314149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서리 내린 날에도 서로를 따뜻하게 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신랑 · 신부 소개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신랑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4149"/>
                </a:solidFill>
              </a:rPr>
              <a:t>신부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우리 두 사람</a:t>
            </a:r>
          </a:p>
        </p:txBody>
      </p:sp>
      <p:sp>
        <p:nvSpPr>
          <p:cNvPr id="10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닮은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9E3E8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1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서로에게 하고 싶은 말</a:t>
            </a:r>
          </a:p>
        </p:txBody>
      </p:sp>
      <p:sp>
        <p:nvSpPr>
          <p:cNvPr id="10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신랑이 신부에게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9E3E8"/>
          </a:solidFill>
          <a:ln w="12700">
            <a:solidFill>
              <a:srgbClr val="D9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1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470026">
            <a:off x="11143460" y="803654"/>
            <a:ext cx="196544" cy="196544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4870">
            <a:off x="11367818" y="713778"/>
            <a:ext cx="238200" cy="238200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554661">
            <a:off x="10693052" y="313587"/>
            <a:ext cx="125157" cy="1251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90954">
            <a:off x="10798004" y="386710"/>
            <a:ext cx="167803" cy="167803"/>
          </a:xfrm>
          <a:prstGeom prst="star6">
            <a:avLst/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596874">
            <a:off x="10762472" y="900981"/>
            <a:ext cx="138587" cy="138587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94529">
            <a:off x="11051326" y="396516"/>
            <a:ext cx="214557" cy="214557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149"/>
                </a:solidFill>
              </a:rPr>
              <a:t>웨딩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9E3E8"/>
          </a:solidFill>
          <a:ln w="19050">
            <a:solidFill>
              <a:srgbClr val="5A788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1414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A78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470026">
            <a:off x="9266381" y="3632195"/>
            <a:ext cx="491349" cy="491349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64870">
            <a:off x="9827263" y="3407509"/>
            <a:ext cx="595486" cy="595486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554661">
            <a:off x="8140388" y="2407056"/>
            <a:ext cx="312885" cy="312885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590954">
            <a:off x="8402763" y="2589861"/>
            <a:ext cx="419497" cy="419497"/>
          </a:xfrm>
          <a:prstGeom prst="star6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596874">
            <a:off x="8313935" y="3875506"/>
            <a:ext cx="346461" cy="346461"/>
          </a:xfrm>
          <a:prstGeom prst="star6">
            <a:avLst/>
          </a:prstGeom>
          <a:solidFill>
            <a:srgbClr val="D9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94529">
            <a:off x="9036053" y="2614375"/>
            <a:ext cx="536379" cy="536379"/>
          </a:xfrm>
          <a:prstGeom prst="star6">
            <a:avLst/>
          </a:prstGeom>
          <a:solidFill>
            <a:srgbClr val="7A52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14149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14149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314149"/>
      </a:dk2>
      <a:lt2>
        <a:srgbClr val="F3F5F7"/>
      </a:lt2>
      <a:accent1>
        <a:srgbClr val="5A7887"/>
      </a:accent1>
      <a:accent2>
        <a:srgbClr val="7A5258"/>
      </a:accent2>
      <a:accent3>
        <a:srgbClr val="314149"/>
      </a:accent3>
      <a:accent4>
        <a:srgbClr val="D9E3E8"/>
      </a:accent4>
      <a:accent5>
        <a:srgbClr val="6A6570"/>
      </a:accent5>
      <a:accent6>
        <a:srgbClr val="838D92"/>
      </a:accent6>
      <a:hlink>
        <a:srgbClr val="5A7887"/>
      </a:hlink>
      <a:folHlink>
        <a:srgbClr val="314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