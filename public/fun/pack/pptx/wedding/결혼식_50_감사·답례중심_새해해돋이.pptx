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84111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신혼여행 다녀와서 인사드리겠습니다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44953" y="1600200"/>
            <a:ext cx="2400300" cy="2400300"/>
          </a:xfrm>
          <a:prstGeom prst="ellipse">
            <a:avLst/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84111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20761" y="1600200"/>
            <a:ext cx="2400300" cy="2400300"/>
          </a:xfrm>
          <a:prstGeom prst="ellipse">
            <a:avLst/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0207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84111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914400" y="1600200"/>
            <a:ext cx="10637215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371600" y="1965960"/>
            <a:ext cx="972281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88411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884111"/>
      </a:dk2>
      <a:lt2>
        <a:srgbClr val="FDF3ED"/>
      </a:lt2>
      <a:accent1>
        <a:srgbClr val="E36C1C"/>
      </a:accent1>
      <a:accent2>
        <a:srgbClr val="3B9188"/>
      </a:accent2>
      <a:accent3>
        <a:srgbClr val="884111"/>
      </a:accent3>
      <a:accent4>
        <a:srgbClr val="FADBC7"/>
      </a:accent4>
      <a:accent5>
        <a:srgbClr val="8F7E52"/>
      </a:accent5>
      <a:accent6>
        <a:srgbClr val="B88D70"/>
      </a:accent6>
      <a:hlink>
        <a:srgbClr val="E36C1C"/>
      </a:hlink>
      <a:folHlink>
        <a:srgbClr val="88411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