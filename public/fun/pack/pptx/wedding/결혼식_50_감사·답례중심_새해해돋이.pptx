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84111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신혼여행 다녀와서 인사드리겠습니다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144953" y="1600200"/>
            <a:ext cx="2400300" cy="2400300"/>
          </a:xfrm>
          <a:prstGeom prst="ellipse">
            <a:avLst/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84111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920761" y="1600200"/>
            <a:ext cx="2400300" cy="2400300"/>
          </a:xfrm>
          <a:prstGeom prst="ellipse">
            <a:avLst/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0207" y="40919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84111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647" y="4549140"/>
            <a:ext cx="46785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감사의 말씀</a:t>
            </a:r>
          </a:p>
        </p:txBody>
      </p:sp>
      <p:sp>
        <p:nvSpPr>
          <p:cNvPr id="5" name="감사 글 칸"/>
          <p:cNvSpPr/>
          <p:nvPr/>
        </p:nvSpPr>
        <p:spPr>
          <a:xfrm>
            <a:off x="914400" y="1600200"/>
            <a:ext cx="10637215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2700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감사 글"/>
          <p:cNvSpPr txBox="1"/>
          <p:nvPr/>
        </p:nvSpPr>
        <p:spPr>
          <a:xfrm>
            <a:off x="1371600" y="1965960"/>
            <a:ext cx="972281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답례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914400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답례품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536338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방명록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158276" y="1600200"/>
            <a:ext cx="3393338" cy="480060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사진 · 영상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063240"/>
            <a:ext cx="311901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ADBC7"/>
          </a:solidFill>
          <a:ln w="19050">
            <a:solidFill>
              <a:srgbClr val="E36C1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8411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884111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884111"/>
      </a:dk2>
      <a:lt2>
        <a:srgbClr val="FDF3ED"/>
      </a:lt2>
      <a:accent1>
        <a:srgbClr val="E36C1C"/>
      </a:accent1>
      <a:accent2>
        <a:srgbClr val="3B9188"/>
      </a:accent2>
      <a:accent3>
        <a:srgbClr val="884111"/>
      </a:accent3>
      <a:accent4>
        <a:srgbClr val="FADBC7"/>
      </a:accent4>
      <a:accent5>
        <a:srgbClr val="8F7E52"/>
      </a:accent5>
      <a:accent6>
        <a:srgbClr val="B88D70"/>
      </a:accent6>
      <a:hlink>
        <a:srgbClr val="E36C1C"/>
      </a:hlink>
      <a:folHlink>
        <a:srgbClr val="88411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