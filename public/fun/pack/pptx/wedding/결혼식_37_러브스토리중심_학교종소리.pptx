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두 사람이 하나 되는 날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종소리와 함께 새로운 인생을 시작합니다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신랑 · 신부 소개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신랑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신부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우리의 이야기</a:t>
            </a:r>
          </a:p>
        </p:txBody>
      </p:sp>
      <p:sp>
        <p:nvSpPr>
          <p:cNvPr id="1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처음 만난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첫 만남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9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첫 데이트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설레던 하루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23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프러포즈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평생을 약속하다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27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결혼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오늘의 우리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우리의 첫 번째</a:t>
            </a:r>
          </a:p>
        </p:txBody>
      </p:sp>
      <p:sp>
        <p:nvSpPr>
          <p:cNvPr id="14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첫 여행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18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첫 선물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22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첫 다툼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26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첫 약속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웨딩 사진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B2041"/>
                </a:solidFill>
              </a:rPr>
              <a:t>함께해 주셔서 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오늘의 축복을 오래도록 간직하겠습니다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