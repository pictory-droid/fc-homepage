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ADD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E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하객 한 분 한 분께 직접 인사드리고 싶습니다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E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73E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두 사람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4572000"/>
          </a:xfrm>
          <a:prstGeom prst="roundRect">
            <a:avLst>
              <a:gd name="adj" fmla="val 4000"/>
            </a:avLst>
          </a:prstGeom>
          <a:solidFill>
            <a:srgbClr val="FBEC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4352544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닮은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783080"/>
            <a:ext cx="5272887" cy="4572000"/>
          </a:xfrm>
          <a:prstGeom prst="roundRect">
            <a:avLst>
              <a:gd name="adj" fmla="val 4000"/>
            </a:avLst>
          </a:prstGeom>
          <a:solidFill>
            <a:srgbClr val="F6D5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6278727" y="1892807"/>
            <a:ext cx="54864" cy="4352544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27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다른 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서로에게 하고 싶은 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783080"/>
            <a:ext cx="5272887" cy="4572000"/>
          </a:xfrm>
          <a:prstGeom prst="roundRect">
            <a:avLst>
              <a:gd name="adj" fmla="val 4000"/>
            </a:avLst>
          </a:prstGeom>
          <a:solidFill>
            <a:srgbClr val="FBEC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4352544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신랑이 신부에게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783080"/>
            <a:ext cx="5272887" cy="4572000"/>
          </a:xfrm>
          <a:prstGeom prst="roundRect">
            <a:avLst>
              <a:gd name="adj" fmla="val 4000"/>
            </a:avLst>
          </a:prstGeom>
          <a:solidFill>
            <a:srgbClr val="F6D5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6278727" y="1892807"/>
            <a:ext cx="54864" cy="4352544"/>
          </a:xfrm>
          <a:prstGeom prst="rect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78308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27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78308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신부가 신랑에게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606040"/>
            <a:ext cx="4815687" cy="3657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하고 싶은 말을 적어 주세요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0180015" y="-1645920"/>
            <a:ext cx="3474720" cy="3474720"/>
          </a:xfrm>
          <a:prstGeom prst="ellipse">
            <a:avLst/>
          </a:prstGeom>
          <a:solidFill>
            <a:srgbClr val="EBAD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048695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908273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5EB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ADD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73E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소개 중심)">
  <a:themeElements>
    <a:clrScheme name="Office">
      <a:dk1>
        <a:sysClr val="windowText" lastClr="000000"/>
      </a:dk1>
      <a:lt1>
        <a:sysClr val="window" lastClr="FFFFFF"/>
      </a:lt1>
      <a:dk2>
        <a:srgbClr val="49273E"/>
      </a:dk2>
      <a:lt2>
        <a:srgbClr val="FBECF6"/>
      </a:lt2>
      <a:accent1>
        <a:srgbClr val="D879B8"/>
      </a:accent1>
      <a:accent2>
        <a:srgbClr val="E198A7"/>
      </a:accent2>
      <a:accent3>
        <a:srgbClr val="49273E"/>
      </a:accent3>
      <a:accent4>
        <a:srgbClr val="F6D5EB"/>
      </a:accent4>
      <a:accent5>
        <a:srgbClr val="DC88B0"/>
      </a:accent5>
      <a:accent6>
        <a:srgbClr val="927D8B"/>
      </a:accent6>
      <a:hlink>
        <a:srgbClr val="D879B8"/>
      </a:hlink>
      <a:folHlink>
        <a:srgbClr val="49273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