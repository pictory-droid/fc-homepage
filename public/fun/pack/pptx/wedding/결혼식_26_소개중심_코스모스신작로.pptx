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85326A"/>
                </a:solidFill>
              </a:rPr>
              <a:t>저희 결혼합니다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85326A"/>
                </a:solidFill>
              </a:rPr>
              <a:t>하객 한 분 한 분께 직접 인사드리고 싶습니다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2027.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85326A"/>
                </a:solidFill>
              </a:rPr>
              <a:t>신랑 · 신부 소개</a:t>
            </a:r>
          </a:p>
        </p:txBody>
      </p:sp>
      <p:sp>
        <p:nvSpPr>
          <p:cNvPr id="5" name="사진 자리"/>
          <p:cNvSpPr/>
          <p:nvPr/>
        </p:nvSpPr>
        <p:spPr>
          <a:xfrm>
            <a:off x="1939213" y="1600200"/>
            <a:ext cx="2400300" cy="2400300"/>
          </a:xfrm>
          <a:prstGeom prst="ellipse">
            <a:avLst/>
          </a:prstGeom>
          <a:solidFill>
            <a:srgbClr val="F0D1E5"/>
          </a:solidFill>
          <a:ln w="19050">
            <a:solidFill>
              <a:srgbClr val="C15CA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5326A"/>
                </a:solidFill>
              </a:rPr>
              <a:t>사진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919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85326A"/>
                </a:solidFill>
              </a:rPr>
              <a:t>신랑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4549140"/>
            <a:ext cx="48156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8" name="사진 자리"/>
          <p:cNvSpPr/>
          <p:nvPr/>
        </p:nvSpPr>
        <p:spPr>
          <a:xfrm>
            <a:off x="7852181" y="1600200"/>
            <a:ext cx="2400300" cy="2400300"/>
          </a:xfrm>
          <a:prstGeom prst="ellipse">
            <a:avLst/>
          </a:prstGeom>
          <a:solidFill>
            <a:srgbClr val="F0D1E5"/>
          </a:solidFill>
          <a:ln w="19050">
            <a:solidFill>
              <a:srgbClr val="C15CA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5326A"/>
                </a:solidFill>
              </a:rPr>
              <a:t>사진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047" y="40919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85326A"/>
                </a:solidFill>
              </a:rPr>
              <a:t>신부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4487" y="4549140"/>
            <a:ext cx="48156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85326A"/>
                </a:solidFill>
              </a:rPr>
              <a:t>우리 두 사람</a:t>
            </a:r>
          </a:p>
        </p:txBody>
      </p:sp>
      <p:sp>
        <p:nvSpPr>
          <p:cNvPr id="5" name="왼쪽 칸"/>
          <p:cNvSpPr/>
          <p:nvPr/>
        </p:nvSpPr>
        <p:spPr>
          <a:xfrm>
            <a:off x="640080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F9F0F6"/>
          </a:solidFill>
          <a:ln w="12700">
            <a:solidFill>
              <a:srgbClr val="F0D1E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칸 제목 바"/>
          <p:cNvSpPr/>
          <p:nvPr/>
        </p:nvSpPr>
        <p:spPr>
          <a:xfrm>
            <a:off x="640080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닮은 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9" name="오른쪽 칸"/>
          <p:cNvSpPr/>
          <p:nvPr/>
        </p:nvSpPr>
        <p:spPr>
          <a:xfrm>
            <a:off x="6278727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F0D1E5"/>
          </a:solidFill>
          <a:ln w="12700">
            <a:solidFill>
              <a:srgbClr val="F0D1E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칸 제목 바"/>
          <p:cNvSpPr/>
          <p:nvPr/>
        </p:nvSpPr>
        <p:spPr>
          <a:xfrm>
            <a:off x="6278727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8532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1607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다른 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7327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85326A"/>
                </a:solidFill>
              </a:rPr>
              <a:t>서로에게 하고 싶은 말</a:t>
            </a:r>
          </a:p>
        </p:txBody>
      </p:sp>
      <p:sp>
        <p:nvSpPr>
          <p:cNvPr id="5" name="왼쪽 칸"/>
          <p:cNvSpPr/>
          <p:nvPr/>
        </p:nvSpPr>
        <p:spPr>
          <a:xfrm>
            <a:off x="640080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F9F0F6"/>
          </a:solidFill>
          <a:ln w="12700">
            <a:solidFill>
              <a:srgbClr val="F0D1E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칸 제목 바"/>
          <p:cNvSpPr/>
          <p:nvPr/>
        </p:nvSpPr>
        <p:spPr>
          <a:xfrm>
            <a:off x="640080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신랑이 신부에게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하고 싶은 말을 적어 주세요</a:t>
            </a:r>
          </a:p>
        </p:txBody>
      </p:sp>
      <p:sp>
        <p:nvSpPr>
          <p:cNvPr id="9" name="오른쪽 칸"/>
          <p:cNvSpPr/>
          <p:nvPr/>
        </p:nvSpPr>
        <p:spPr>
          <a:xfrm>
            <a:off x="6278727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F0D1E5"/>
          </a:solidFill>
          <a:ln w="12700">
            <a:solidFill>
              <a:srgbClr val="F0D1E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칸 제목 바"/>
          <p:cNvSpPr/>
          <p:nvPr/>
        </p:nvSpPr>
        <p:spPr>
          <a:xfrm>
            <a:off x="6278727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8532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1607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신부가 신랑에게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7327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하고 싶은 말을 적어 주세요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85326A"/>
                </a:solidFill>
              </a:rPr>
              <a:t>웨딩 사진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0D1E5"/>
          </a:solidFill>
          <a:ln w="19050">
            <a:solidFill>
              <a:srgbClr val="C15CA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5326A"/>
                </a:solidFill>
              </a:rPr>
              <a:t>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0D1E5"/>
          </a:solidFill>
          <a:ln w="19050">
            <a:solidFill>
              <a:srgbClr val="C15CA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5326A"/>
                </a:solidFill>
              </a:rPr>
              <a:t>사진 2</a:t>
            </a:r>
          </a:p>
        </p:txBody>
      </p:sp>
      <p:sp>
        <p:nvSpPr>
          <p:cNvPr id="7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0D1E5"/>
          </a:solidFill>
          <a:ln w="19050">
            <a:solidFill>
              <a:srgbClr val="C15CA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5326A"/>
                </a:solidFill>
              </a:rPr>
              <a:t>사진 3</a:t>
            </a:r>
          </a:p>
        </p:txBody>
      </p:sp>
      <p:sp>
        <p:nvSpPr>
          <p:cNvPr id="8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0D1E5"/>
          </a:solidFill>
          <a:ln w="19050">
            <a:solidFill>
              <a:srgbClr val="C15CA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5326A"/>
                </a:solidFill>
              </a:rPr>
              <a:t>사진 4</a:t>
            </a:r>
          </a:p>
        </p:txBody>
      </p:sp>
      <p:sp>
        <p:nvSpPr>
          <p:cNvPr id="9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0D1E5"/>
          </a:solidFill>
          <a:ln w="19050">
            <a:solidFill>
              <a:srgbClr val="C15CA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5326A"/>
                </a:solidFill>
              </a:rPr>
              <a:t>사진 5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0D1E5"/>
          </a:solidFill>
          <a:ln w="19050">
            <a:solidFill>
              <a:srgbClr val="C15CA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5326A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85326A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85326A"/>
                </a:solidFill>
              </a:rPr>
              <a:t>잘 살겠습니다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소개 중심)">
  <a:themeElements>
    <a:clrScheme name="Office">
      <a:dk1>
        <a:sysClr val="windowText" lastClr="000000"/>
      </a:dk1>
      <a:lt1>
        <a:sysClr val="window" lastClr="FFFFFF"/>
      </a:lt1>
      <a:dk2>
        <a:srgbClr val="85326A"/>
      </a:dk2>
      <a:lt2>
        <a:srgbClr val="F9F0F6"/>
      </a:lt2>
      <a:accent1>
        <a:srgbClr val="C15CA0"/>
      </a:accent1>
      <a:accent2>
        <a:srgbClr val="49913B"/>
      </a:accent2>
      <a:accent3>
        <a:srgbClr val="85326A"/>
      </a:accent3>
      <a:accent4>
        <a:srgbClr val="F0D1E5"/>
      </a:accent4>
      <a:accent5>
        <a:srgbClr val="85766E"/>
      </a:accent5>
      <a:accent6>
        <a:srgbClr val="B684A6"/>
      </a:accent6>
      <a:hlink>
        <a:srgbClr val="C15CA0"/>
      </a:hlink>
      <a:folHlink>
        <a:srgbClr val="85326A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슬라이드(소개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