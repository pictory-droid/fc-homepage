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5326A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5326A"/>
                </a:solidFill>
              </a:rPr>
              <a:t>하객 한 분 한 분께 직접 인사드리고 싶습니다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326A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326A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우리 두 사람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닮은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0D1E5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8532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서로에게 하고 싶은 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신랑이 신부에게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0D1E5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8532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85326A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5326A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85326A"/>
      </a:dk2>
      <a:lt2>
        <a:srgbClr val="F9F0F6"/>
      </a:lt2>
      <a:accent1>
        <a:srgbClr val="C15CA0"/>
      </a:accent1>
      <a:accent2>
        <a:srgbClr val="49913B"/>
      </a:accent2>
      <a:accent3>
        <a:srgbClr val="85326A"/>
      </a:accent3>
      <a:accent4>
        <a:srgbClr val="F0D1E5"/>
      </a:accent4>
      <a:accent5>
        <a:srgbClr val="85766E"/>
      </a:accent5>
      <a:accent6>
        <a:srgbClr val="B684A6"/>
      </a:accent6>
      <a:hlink>
        <a:srgbClr val="C15CA0"/>
      </a:hlink>
      <a:folHlink>
        <a:srgbClr val="85326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