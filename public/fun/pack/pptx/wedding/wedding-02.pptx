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38100">
            <a:solidFill>
              <a:srgbClr val="C6992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2700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355183" y="630936"/>
            <a:ext cx="1481328" cy="1481328"/>
          </a:xfrm>
          <a:prstGeom prst="sun">
            <a:avLst/>
          </a:prstGeom>
          <a:solidFill>
            <a:srgbClr val="C699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132546" y="2158513"/>
            <a:ext cx="164592" cy="164592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884190" y="2393660"/>
            <a:ext cx="164592" cy="164592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382224" y="2158532"/>
            <a:ext cx="164592" cy="164592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74591B"/>
                </a:solidFill>
              </a:rPr>
              <a:t>두 사람이 하나 되는 날</a:t>
            </a:r>
          </a:p>
        </p:txBody>
      </p:sp>
      <p:sp>
        <p:nvSpPr>
          <p:cNvPr id="9" name="한 줄 문구"/>
          <p:cNvSpPr txBox="1"/>
          <p:nvPr/>
        </p:nvSpPr>
        <p:spPr>
          <a:xfrm>
            <a:off x="1463003" y="379476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74591B"/>
                </a:solidFill>
              </a:rPr>
              <a:t>입춘 햇살 아래 평생을 약속합니다</a:t>
            </a:r>
          </a:p>
        </p:txBody>
      </p:sp>
      <p:sp>
        <p:nvSpPr>
          <p:cNvPr id="10" name="안내 문구"/>
          <p:cNvSpPr txBox="1"/>
          <p:nvPr/>
        </p:nvSpPr>
        <p:spPr>
          <a:xfrm>
            <a:off x="1463003" y="466344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C6992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637215" y="548640"/>
            <a:ext cx="822960" cy="822960"/>
          </a:xfrm>
          <a:prstGeom prst="sun">
            <a:avLst/>
          </a:prstGeom>
          <a:solidFill>
            <a:srgbClr val="C699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13527" y="1397294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931107" y="1527931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652237" y="1397304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4591B"/>
                </a:solidFill>
              </a:rPr>
              <a:t>신랑 · 신부 소개</a:t>
            </a:r>
          </a:p>
        </p:txBody>
      </p:sp>
      <p:sp>
        <p:nvSpPr>
          <p:cNvPr id="9" name="사진 자리"/>
          <p:cNvSpPr/>
          <p:nvPr/>
        </p:nvSpPr>
        <p:spPr>
          <a:xfrm>
            <a:off x="2076373" y="1554480"/>
            <a:ext cx="2308860" cy="2308860"/>
          </a:xfrm>
          <a:prstGeom prst="ellipse">
            <a:avLst/>
          </a:prstGeom>
          <a:solidFill>
            <a:srgbClr val="F5E9CC"/>
          </a:solidFill>
          <a:ln w="19050">
            <a:solidFill>
              <a:srgbClr val="C6992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591B"/>
                </a:solidFill>
              </a:rPr>
              <a:t>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54779"/>
            <a:ext cx="481568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4591B"/>
                </a:solidFill>
              </a:rPr>
              <a:t>신랑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11979"/>
            <a:ext cx="4632807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7806461" y="1554480"/>
            <a:ext cx="2308860" cy="2308860"/>
          </a:xfrm>
          <a:prstGeom prst="ellipse">
            <a:avLst/>
          </a:prstGeom>
          <a:solidFill>
            <a:srgbClr val="F5E9CC"/>
          </a:solidFill>
          <a:ln w="19050">
            <a:solidFill>
              <a:srgbClr val="C6992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591B"/>
                </a:solidFill>
              </a:rPr>
              <a:t>사진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3954779"/>
            <a:ext cx="481568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4591B"/>
                </a:solidFill>
              </a:rPr>
              <a:t>신부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487" y="4411979"/>
            <a:ext cx="4632807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C6992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637215" y="548640"/>
            <a:ext cx="822960" cy="822960"/>
          </a:xfrm>
          <a:prstGeom prst="sun">
            <a:avLst/>
          </a:prstGeom>
          <a:solidFill>
            <a:srgbClr val="C699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13527" y="1397294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931107" y="1527931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652237" y="1397304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4591B"/>
                </a:solidFill>
              </a:rPr>
              <a:t>우리의 이야기</a:t>
            </a:r>
          </a:p>
        </p:txBody>
      </p:sp>
      <p:sp>
        <p:nvSpPr>
          <p:cNvPr id="9" name="타임라인 선"/>
          <p:cNvSpPr/>
          <p:nvPr/>
        </p:nvSpPr>
        <p:spPr>
          <a:xfrm>
            <a:off x="822960" y="3291840"/>
            <a:ext cx="10545775" cy="54864"/>
          </a:xfrm>
          <a:prstGeom prst="rect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때 1"/>
          <p:cNvSpPr/>
          <p:nvPr/>
        </p:nvSpPr>
        <p:spPr>
          <a:xfrm>
            <a:off x="1940013" y="3108960"/>
            <a:ext cx="402336" cy="402336"/>
          </a:xfrm>
          <a:prstGeom prst="ellipse">
            <a:avLst/>
          </a:prstGeom>
          <a:solidFill>
            <a:srgbClr val="C6992F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46888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6992F"/>
                </a:solidFill>
              </a:rPr>
              <a:t>처음 만난 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57600"/>
            <a:ext cx="2453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4591B"/>
                </a:solidFill>
              </a:rPr>
              <a:t>첫 만남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2453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어디에서 어떻게?</a:t>
            </a:r>
          </a:p>
        </p:txBody>
      </p:sp>
      <p:sp>
        <p:nvSpPr>
          <p:cNvPr id="14" name="때 2"/>
          <p:cNvSpPr/>
          <p:nvPr/>
        </p:nvSpPr>
        <p:spPr>
          <a:xfrm>
            <a:off x="4576457" y="3108960"/>
            <a:ext cx="402336" cy="402336"/>
          </a:xfrm>
          <a:prstGeom prst="ellipse">
            <a:avLst/>
          </a:prstGeom>
          <a:solidFill>
            <a:srgbClr val="C6992F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05123" y="246888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6992F"/>
                </a:solidFill>
              </a:rPr>
              <a:t>첫 데이트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0843" y="3657600"/>
            <a:ext cx="2453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4591B"/>
                </a:solidFill>
              </a:rPr>
              <a:t>설레던 하루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0843" y="4160520"/>
            <a:ext cx="2453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무엇을 했나요?</a:t>
            </a:r>
          </a:p>
        </p:txBody>
      </p:sp>
      <p:sp>
        <p:nvSpPr>
          <p:cNvPr id="18" name="때 3"/>
          <p:cNvSpPr/>
          <p:nvPr/>
        </p:nvSpPr>
        <p:spPr>
          <a:xfrm>
            <a:off x="7212901" y="3108960"/>
            <a:ext cx="402336" cy="402336"/>
          </a:xfrm>
          <a:prstGeom prst="ellipse">
            <a:avLst/>
          </a:prstGeom>
          <a:solidFill>
            <a:srgbClr val="C6992F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1567" y="246888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6992F"/>
                </a:solidFill>
              </a:rPr>
              <a:t>프러포즈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7287" y="3657600"/>
            <a:ext cx="2453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4591B"/>
                </a:solidFill>
              </a:rPr>
              <a:t>평생을 약속하다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7287" y="4160520"/>
            <a:ext cx="2453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이야기</a:t>
            </a:r>
          </a:p>
        </p:txBody>
      </p:sp>
      <p:sp>
        <p:nvSpPr>
          <p:cNvPr id="22" name="때 4"/>
          <p:cNvSpPr/>
          <p:nvPr/>
        </p:nvSpPr>
        <p:spPr>
          <a:xfrm>
            <a:off x="9849345" y="3108960"/>
            <a:ext cx="402336" cy="402336"/>
          </a:xfrm>
          <a:prstGeom prst="ellipse">
            <a:avLst/>
          </a:prstGeom>
          <a:solidFill>
            <a:srgbClr val="C6992F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011" y="246888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6992F"/>
                </a:solidFill>
              </a:rPr>
              <a:t>결혼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731" y="3657600"/>
            <a:ext cx="2453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4591B"/>
                </a:solidFill>
              </a:rPr>
              <a:t>오늘의 우리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731" y="4160520"/>
            <a:ext cx="2453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함께 시작합니다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C6992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637215" y="548640"/>
            <a:ext cx="822960" cy="822960"/>
          </a:xfrm>
          <a:prstGeom prst="sun">
            <a:avLst/>
          </a:prstGeom>
          <a:solidFill>
            <a:srgbClr val="C699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13527" y="1397294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931107" y="1527931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652237" y="1397304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4591B"/>
                </a:solidFill>
              </a:rPr>
              <a:t>우리의 첫 번째</a:t>
            </a:r>
          </a:p>
        </p:txBody>
      </p:sp>
      <p:sp>
        <p:nvSpPr>
          <p:cNvPr id="9" name="카드 1"/>
          <p:cNvSpPr/>
          <p:nvPr/>
        </p:nvSpPr>
        <p:spPr>
          <a:xfrm>
            <a:off x="822960" y="1554480"/>
            <a:ext cx="2464993" cy="4617720"/>
          </a:xfrm>
          <a:prstGeom prst="roundRect">
            <a:avLst>
              <a:gd name="adj" fmla="val 8000"/>
            </a:avLst>
          </a:prstGeom>
          <a:solidFill>
            <a:srgbClr val="FBF7EE"/>
          </a:solidFill>
          <a:ln w="15875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1"/>
          <p:cNvSpPr/>
          <p:nvPr/>
        </p:nvSpPr>
        <p:spPr>
          <a:xfrm>
            <a:off x="1005840" y="1737360"/>
            <a:ext cx="457200" cy="457200"/>
          </a:xfrm>
          <a:prstGeom prst="ellipse">
            <a:avLst/>
          </a:prstGeom>
          <a:solidFill>
            <a:srgbClr val="C6992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219067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4591B"/>
                </a:solidFill>
              </a:rPr>
              <a:t>첫 여행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17520"/>
            <a:ext cx="2190673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어디였나요?</a:t>
            </a:r>
          </a:p>
        </p:txBody>
      </p:sp>
      <p:sp>
        <p:nvSpPr>
          <p:cNvPr id="13" name="카드 2"/>
          <p:cNvSpPr/>
          <p:nvPr/>
        </p:nvSpPr>
        <p:spPr>
          <a:xfrm>
            <a:off x="3516553" y="1554480"/>
            <a:ext cx="2464993" cy="4617720"/>
          </a:xfrm>
          <a:prstGeom prst="roundRect">
            <a:avLst>
              <a:gd name="adj" fmla="val 8000"/>
            </a:avLst>
          </a:prstGeom>
          <a:solidFill>
            <a:srgbClr val="FBF7EE"/>
          </a:solidFill>
          <a:ln w="15875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3699433" y="1737360"/>
            <a:ext cx="457200" cy="457200"/>
          </a:xfrm>
          <a:prstGeom prst="ellipse">
            <a:avLst/>
          </a:prstGeom>
          <a:solidFill>
            <a:srgbClr val="C6992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3713" y="2331720"/>
            <a:ext cx="219067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4591B"/>
                </a:solidFill>
              </a:rPr>
              <a:t>첫 선물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3713" y="3017520"/>
            <a:ext cx="2190673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무엇이었나요?</a:t>
            </a:r>
          </a:p>
        </p:txBody>
      </p:sp>
      <p:sp>
        <p:nvSpPr>
          <p:cNvPr id="17" name="카드 3"/>
          <p:cNvSpPr/>
          <p:nvPr/>
        </p:nvSpPr>
        <p:spPr>
          <a:xfrm>
            <a:off x="6210147" y="1554480"/>
            <a:ext cx="2464993" cy="4617720"/>
          </a:xfrm>
          <a:prstGeom prst="roundRect">
            <a:avLst>
              <a:gd name="adj" fmla="val 8000"/>
            </a:avLst>
          </a:prstGeom>
          <a:solidFill>
            <a:srgbClr val="FBF7EE"/>
          </a:solidFill>
          <a:ln w="15875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6393027" y="1737360"/>
            <a:ext cx="457200" cy="457200"/>
          </a:xfrm>
          <a:prstGeom prst="ellipse">
            <a:avLst/>
          </a:prstGeom>
          <a:solidFill>
            <a:srgbClr val="C6992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7307" y="2331720"/>
            <a:ext cx="219067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4591B"/>
                </a:solidFill>
              </a:rPr>
              <a:t>첫 다툼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7307" y="3017520"/>
            <a:ext cx="2190673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어떻게 풀었나요?</a:t>
            </a:r>
          </a:p>
        </p:txBody>
      </p:sp>
      <p:sp>
        <p:nvSpPr>
          <p:cNvPr id="21" name="카드 4"/>
          <p:cNvSpPr/>
          <p:nvPr/>
        </p:nvSpPr>
        <p:spPr>
          <a:xfrm>
            <a:off x="8903741" y="1554480"/>
            <a:ext cx="2464993" cy="4617720"/>
          </a:xfrm>
          <a:prstGeom prst="roundRect">
            <a:avLst>
              <a:gd name="adj" fmla="val 8000"/>
            </a:avLst>
          </a:prstGeom>
          <a:solidFill>
            <a:srgbClr val="FBF7EE"/>
          </a:solidFill>
          <a:ln w="15875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번호 4"/>
          <p:cNvSpPr/>
          <p:nvPr/>
        </p:nvSpPr>
        <p:spPr>
          <a:xfrm>
            <a:off x="9086621" y="1737360"/>
            <a:ext cx="457200" cy="457200"/>
          </a:xfrm>
          <a:prstGeom prst="ellipse">
            <a:avLst/>
          </a:prstGeom>
          <a:solidFill>
            <a:srgbClr val="C6992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40901" y="2331720"/>
            <a:ext cx="219067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4591B"/>
                </a:solidFill>
              </a:rPr>
              <a:t>첫 약속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40901" y="3017520"/>
            <a:ext cx="2190673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무엇이었나요?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C6992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637215" y="548640"/>
            <a:ext cx="822960" cy="822960"/>
          </a:xfrm>
          <a:prstGeom prst="sun">
            <a:avLst/>
          </a:prstGeom>
          <a:solidFill>
            <a:srgbClr val="C699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13527" y="1397294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931107" y="1527931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652237" y="1397304"/>
            <a:ext cx="91440" cy="9144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4591B"/>
                </a:solidFill>
              </a:rPr>
              <a:t>웨딩 사진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22960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5E9CC"/>
          </a:solidFill>
          <a:ln w="19050">
            <a:solidFill>
              <a:srgbClr val="C6992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591B"/>
                </a:solidFill>
              </a:rPr>
              <a:t>사진 1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99178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5E9CC"/>
          </a:solidFill>
          <a:ln w="19050">
            <a:solidFill>
              <a:srgbClr val="C6992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591B"/>
                </a:solidFill>
              </a:rPr>
              <a:t>사진 2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7975396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5E9CC"/>
          </a:solidFill>
          <a:ln w="19050">
            <a:solidFill>
              <a:srgbClr val="C6992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591B"/>
                </a:solidFill>
              </a:rPr>
              <a:t>사진 3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22960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5E9CC"/>
          </a:solidFill>
          <a:ln w="19050">
            <a:solidFill>
              <a:srgbClr val="C6992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591B"/>
                </a:solidFill>
              </a:rPr>
              <a:t>사진 4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4399178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5E9CC"/>
          </a:solidFill>
          <a:ln w="19050">
            <a:solidFill>
              <a:srgbClr val="C6992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591B"/>
                </a:solidFill>
              </a:rPr>
              <a:t>사진 5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7975396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5E9CC"/>
          </a:solidFill>
          <a:ln w="19050">
            <a:solidFill>
              <a:srgbClr val="C6992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591B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38100">
            <a:solidFill>
              <a:srgbClr val="C6992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2700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355183" y="630936"/>
            <a:ext cx="1481328" cy="1481328"/>
          </a:xfrm>
          <a:prstGeom prst="sun">
            <a:avLst/>
          </a:prstGeom>
          <a:solidFill>
            <a:srgbClr val="C699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132546" y="2158513"/>
            <a:ext cx="164592" cy="164592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884190" y="2393660"/>
            <a:ext cx="164592" cy="164592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382224" y="2158532"/>
            <a:ext cx="164592" cy="164592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74591B"/>
                </a:solidFill>
              </a:rPr>
              <a:t>함께해 주셔서 감사합니다</a:t>
            </a:r>
          </a:p>
        </p:txBody>
      </p:sp>
      <p:sp>
        <p:nvSpPr>
          <p:cNvPr id="9" name="한 줄 문구"/>
          <p:cNvSpPr txBox="1"/>
          <p:nvPr/>
        </p:nvSpPr>
        <p:spPr>
          <a:xfrm>
            <a:off x="1463003" y="379476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74591B"/>
                </a:solidFill>
              </a:rPr>
              <a:t>오늘의 축복을 오래도록 간직하겠습니다</a:t>
            </a:r>
          </a:p>
        </p:txBody>
      </p:sp>
      <p:sp>
        <p:nvSpPr>
          <p:cNvPr id="10" name="안내 문구"/>
          <p:cNvSpPr txBox="1"/>
          <p:nvPr/>
        </p:nvSpPr>
        <p:spPr>
          <a:xfrm>
            <a:off x="1463003" y="466344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러브스토리 중심)">
  <a:themeElements>
    <a:clrScheme name="Office">
      <a:dk1>
        <a:sysClr val="windowText" lastClr="000000"/>
      </a:dk1>
      <a:lt1>
        <a:sysClr val="window" lastClr="FFFFFF"/>
      </a:lt1>
      <a:dk2>
        <a:srgbClr val="74591B"/>
      </a:dk2>
      <a:lt2>
        <a:srgbClr val="FBF7EE"/>
      </a:lt2>
      <a:accent1>
        <a:srgbClr val="C6992F"/>
      </a:accent1>
      <a:accent2>
        <a:srgbClr val="3B8091"/>
      </a:accent2>
      <a:accent3>
        <a:srgbClr val="74591B"/>
      </a:accent3>
      <a:accent4>
        <a:srgbClr val="F5E9CC"/>
      </a:accent4>
      <a:accent5>
        <a:srgbClr val="808C60"/>
      </a:accent5>
      <a:accent6>
        <a:srgbClr val="AC9B76"/>
      </a:accent6>
      <a:hlink>
        <a:srgbClr val="C6992F"/>
      </a:hlink>
      <a:folHlink>
        <a:srgbClr val="74591B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슬라이드(러브스토리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