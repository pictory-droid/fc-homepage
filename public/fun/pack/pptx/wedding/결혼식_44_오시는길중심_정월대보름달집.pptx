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315017" y="960120"/>
            <a:ext cx="3657508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924601" y="1783080"/>
            <a:ext cx="2438339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84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595145" y="2651782"/>
            <a:ext cx="1097252" cy="1828754"/>
          </a:xfrm>
          <a:prstGeom prst="moon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091702" y="2808669"/>
            <a:ext cx="271746" cy="271746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089969" y="3132535"/>
            <a:ext cx="317927" cy="317927"/>
          </a:xfrm>
          <a:prstGeom prst="star5">
            <a:avLst/>
          </a:prstGeom>
          <a:solidFill>
            <a:srgbClr val="3B7D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9774343" y="4154626"/>
            <a:ext cx="361791" cy="361791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44212"/>
                </a:solidFill>
              </a:rPr>
              <a:t>두 사람이 하나 되는 날</a:t>
            </a:r>
          </a:p>
        </p:txBody>
      </p:sp>
      <p:sp>
        <p:nvSpPr>
          <p:cNvPr id="9" name="한 줄 문구"/>
          <p:cNvSpPr txBox="1"/>
          <p:nvPr/>
        </p:nvSpPr>
        <p:spPr>
          <a:xfrm>
            <a:off x="853418" y="3703320"/>
            <a:ext cx="5852013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44212"/>
                </a:solidFill>
              </a:rPr>
              <a:t>달집에 빌던 소원이 이뤄지는 날입니다</a:t>
            </a:r>
          </a:p>
        </p:txBody>
      </p:sp>
      <p:sp>
        <p:nvSpPr>
          <p:cNvPr id="10" name="안내 문구"/>
          <p:cNvSpPr txBox="1"/>
          <p:nvPr/>
        </p:nvSpPr>
        <p:spPr>
          <a:xfrm>
            <a:off x="853418" y="4572000"/>
            <a:ext cx="5852013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874959" y="411479"/>
            <a:ext cx="438912" cy="731520"/>
          </a:xfrm>
          <a:prstGeom prst="moon">
            <a:avLst/>
          </a:prstGeom>
          <a:solidFill>
            <a:srgbClr val="A784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473597" y="474236"/>
            <a:ext cx="108701" cy="108701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72904" y="603785"/>
            <a:ext cx="127173" cy="127173"/>
          </a:xfrm>
          <a:prstGeom prst="star5">
            <a:avLst/>
          </a:prstGeom>
          <a:solidFill>
            <a:srgbClr val="3B7D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46650" y="1012632"/>
            <a:ext cx="144720" cy="144720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44212"/>
                </a:solidFill>
              </a:rPr>
              <a:t>신랑 · 신부 소개</a:t>
            </a:r>
          </a:p>
        </p:txBody>
      </p:sp>
      <p:sp>
        <p:nvSpPr>
          <p:cNvPr id="8" name="사진 자리"/>
          <p:cNvSpPr/>
          <p:nvPr/>
        </p:nvSpPr>
        <p:spPr>
          <a:xfrm>
            <a:off x="1939213" y="1600200"/>
            <a:ext cx="2400300" cy="2400300"/>
          </a:xfrm>
          <a:prstGeom prst="ellipse">
            <a:avLst/>
          </a:prstGeom>
          <a:solidFill>
            <a:srgbClr val="F6EACB"/>
          </a:solidFill>
          <a:ln w="19050">
            <a:solidFill>
              <a:srgbClr val="A7842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44212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44212"/>
                </a:solidFill>
              </a:rPr>
              <a:t>신랑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7852181" y="1600200"/>
            <a:ext cx="2400300" cy="2400300"/>
          </a:xfrm>
          <a:prstGeom prst="ellipse">
            <a:avLst/>
          </a:prstGeom>
          <a:solidFill>
            <a:srgbClr val="F6EACB"/>
          </a:solidFill>
          <a:ln w="19050">
            <a:solidFill>
              <a:srgbClr val="A7842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44212"/>
                </a:solidFill>
              </a:rPr>
              <a:t>사진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047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44212"/>
                </a:solidFill>
              </a:rPr>
              <a:t>신부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4487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874959" y="411479"/>
            <a:ext cx="438912" cy="731520"/>
          </a:xfrm>
          <a:prstGeom prst="moon">
            <a:avLst/>
          </a:prstGeom>
          <a:solidFill>
            <a:srgbClr val="A784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473597" y="474236"/>
            <a:ext cx="108701" cy="108701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72904" y="603785"/>
            <a:ext cx="127173" cy="127173"/>
          </a:xfrm>
          <a:prstGeom prst="star5">
            <a:avLst/>
          </a:prstGeom>
          <a:solidFill>
            <a:srgbClr val="3B7D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46650" y="1012632"/>
            <a:ext cx="144720" cy="144720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44212"/>
                </a:solidFill>
              </a:rPr>
              <a:t>오시는 길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1600200"/>
            <a:ext cx="6035040" cy="4800600"/>
          </a:xfrm>
          <a:prstGeom prst="roundRect">
            <a:avLst>
              <a:gd name="adj" fmla="val 6000"/>
            </a:avLst>
          </a:prstGeom>
          <a:solidFill>
            <a:srgbClr val="F6EACB"/>
          </a:solidFill>
          <a:ln w="19050">
            <a:solidFill>
              <a:srgbClr val="A7842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44212"/>
                </a:solidFill>
              </a:rPr>
              <a:t>약도 · 지도를 넣어 주세요</a:t>
            </a:r>
          </a:p>
        </p:txBody>
      </p:sp>
      <p:graphicFrame>
        <p:nvGraphicFramePr>
          <p:cNvPr id="9" name="표"/>
          <p:cNvGraphicFramePr>
            <a:graphicFrameLocks noGrp="1"/>
          </p:cNvGraphicFramePr>
          <p:nvPr/>
        </p:nvGraphicFramePr>
        <p:xfrm>
          <a:off x="7040880" y="1600200"/>
          <a:ext cx="4510735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3139135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44212"/>
                          </a:solidFill>
                        </a:rPr>
                        <a:t>예식장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44212"/>
                          </a:solidFill>
                        </a:rPr>
                        <a:t>주소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44212"/>
                          </a:solidFill>
                        </a:rPr>
                        <a:t>일시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44212"/>
                          </a:solidFill>
                        </a:rPr>
                        <a:t>연락처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874959" y="411479"/>
            <a:ext cx="438912" cy="731520"/>
          </a:xfrm>
          <a:prstGeom prst="moon">
            <a:avLst/>
          </a:prstGeom>
          <a:solidFill>
            <a:srgbClr val="A784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473597" y="474236"/>
            <a:ext cx="108701" cy="108701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72904" y="603785"/>
            <a:ext cx="127173" cy="127173"/>
          </a:xfrm>
          <a:prstGeom prst="star5">
            <a:avLst/>
          </a:prstGeom>
          <a:solidFill>
            <a:srgbClr val="3B7D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46650" y="1012632"/>
            <a:ext cx="144720" cy="144720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44212"/>
                </a:solidFill>
              </a:rPr>
              <a:t>교통 안내</a:t>
            </a:r>
          </a:p>
        </p:txBody>
      </p:sp>
      <p:sp>
        <p:nvSpPr>
          <p:cNvPr id="8" name="카드 1"/>
          <p:cNvSpPr/>
          <p:nvPr/>
        </p:nvSpPr>
        <p:spPr>
          <a:xfrm>
            <a:off x="640080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BF8EE"/>
          </a:solidFill>
          <a:ln w="15875">
            <a:solidFill>
              <a:srgbClr val="F6EA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A7842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44212"/>
                </a:solidFill>
              </a:rPr>
              <a:t>지하철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2" name="카드 2"/>
          <p:cNvSpPr/>
          <p:nvPr/>
        </p:nvSpPr>
        <p:spPr>
          <a:xfrm>
            <a:off x="4353458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BF8EE"/>
          </a:solidFill>
          <a:ln w="15875">
            <a:solidFill>
              <a:srgbClr val="F6EA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A7842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44212"/>
                </a:solidFill>
              </a:rPr>
              <a:t>버스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6" name="카드 3"/>
          <p:cNvSpPr/>
          <p:nvPr/>
        </p:nvSpPr>
        <p:spPr>
          <a:xfrm>
            <a:off x="8066836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BF8EE"/>
          </a:solidFill>
          <a:ln w="15875">
            <a:solidFill>
              <a:srgbClr val="F6EA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A7842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44212"/>
                </a:solidFill>
              </a:rPr>
              <a:t>자가용 · 주차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3996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874959" y="411479"/>
            <a:ext cx="438912" cy="731520"/>
          </a:xfrm>
          <a:prstGeom prst="moon">
            <a:avLst/>
          </a:prstGeom>
          <a:solidFill>
            <a:srgbClr val="A784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473597" y="474236"/>
            <a:ext cx="108701" cy="108701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72904" y="603785"/>
            <a:ext cx="127173" cy="127173"/>
          </a:xfrm>
          <a:prstGeom prst="star5">
            <a:avLst/>
          </a:prstGeom>
          <a:solidFill>
            <a:srgbClr val="3B7D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46650" y="1012632"/>
            <a:ext cx="144720" cy="144720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44212"/>
                </a:solidFill>
              </a:rPr>
              <a:t>웨딩 사진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6EACB"/>
          </a:solidFill>
          <a:ln w="19050">
            <a:solidFill>
              <a:srgbClr val="A7842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44212"/>
                </a:solidFill>
              </a:rPr>
              <a:t>사진 1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6EACB"/>
          </a:solidFill>
          <a:ln w="19050">
            <a:solidFill>
              <a:srgbClr val="A7842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44212"/>
                </a:solidFill>
              </a:rPr>
              <a:t>사진 2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6EACB"/>
          </a:solidFill>
          <a:ln w="19050">
            <a:solidFill>
              <a:srgbClr val="A7842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44212"/>
                </a:solidFill>
              </a:rPr>
              <a:t>사진 3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6EACB"/>
          </a:solidFill>
          <a:ln w="19050">
            <a:solidFill>
              <a:srgbClr val="A7842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44212"/>
                </a:solidFill>
              </a:rPr>
              <a:t>사진 4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6EACB"/>
          </a:solidFill>
          <a:ln w="19050">
            <a:solidFill>
              <a:srgbClr val="A7842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44212"/>
                </a:solidFill>
              </a:rPr>
              <a:t>사진 5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6EACB"/>
          </a:solidFill>
          <a:ln w="19050">
            <a:solidFill>
              <a:srgbClr val="A7842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44212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315017" y="960120"/>
            <a:ext cx="3657508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924601" y="1783080"/>
            <a:ext cx="2438339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84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595145" y="2651782"/>
            <a:ext cx="1097252" cy="1828754"/>
          </a:xfrm>
          <a:prstGeom prst="moon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091702" y="2808669"/>
            <a:ext cx="271746" cy="271746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089969" y="3132535"/>
            <a:ext cx="317927" cy="317927"/>
          </a:xfrm>
          <a:prstGeom prst="star5">
            <a:avLst/>
          </a:prstGeom>
          <a:solidFill>
            <a:srgbClr val="3B7D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9774343" y="4154626"/>
            <a:ext cx="361791" cy="361791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544212"/>
                </a:solidFill>
              </a:rPr>
              <a:t>함께해 주셔서 감사합니다</a:t>
            </a:r>
          </a:p>
        </p:txBody>
      </p:sp>
      <p:sp>
        <p:nvSpPr>
          <p:cNvPr id="9" name="한 줄 문구"/>
          <p:cNvSpPr txBox="1"/>
          <p:nvPr/>
        </p:nvSpPr>
        <p:spPr>
          <a:xfrm>
            <a:off x="853418" y="3703320"/>
            <a:ext cx="5852013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44212"/>
                </a:solidFill>
              </a:rPr>
              <a:t>오늘의 축복을 오래도록 간직하겠습니다</a:t>
            </a:r>
          </a:p>
        </p:txBody>
      </p:sp>
      <p:sp>
        <p:nvSpPr>
          <p:cNvPr id="10" name="안내 문구"/>
          <p:cNvSpPr txBox="1"/>
          <p:nvPr/>
        </p:nvSpPr>
        <p:spPr>
          <a:xfrm>
            <a:off x="853418" y="4572000"/>
            <a:ext cx="5852013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오시는 길 중심)">
  <a:themeElements>
    <a:clrScheme name="Office">
      <a:dk1>
        <a:sysClr val="windowText" lastClr="000000"/>
      </a:dk1>
      <a:lt1>
        <a:sysClr val="window" lastClr="FFFFFF"/>
      </a:lt1>
      <a:dk2>
        <a:srgbClr val="544212"/>
      </a:dk2>
      <a:lt2>
        <a:srgbClr val="FBF8EE"/>
      </a:lt2>
      <a:accent1>
        <a:srgbClr val="A78425"/>
      </a:accent1>
      <a:accent2>
        <a:srgbClr val="3B7D91"/>
      </a:accent2>
      <a:accent3>
        <a:srgbClr val="544212"/>
      </a:accent3>
      <a:accent4>
        <a:srgbClr val="F6EACB"/>
      </a:accent4>
      <a:accent5>
        <a:srgbClr val="71805B"/>
      </a:accent5>
      <a:accent6>
        <a:srgbClr val="988E71"/>
      </a:accent6>
      <a:hlink>
        <a:srgbClr val="A78425"/>
      </a:hlink>
      <a:folHlink>
        <a:srgbClr val="544212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슬라이드(오시는 길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