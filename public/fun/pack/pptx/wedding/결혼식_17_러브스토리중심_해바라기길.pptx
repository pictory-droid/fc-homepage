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416905" y="692658"/>
            <a:ext cx="1357884" cy="1357884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512260" y="2220833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10602" y="2350169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42165" y="2338935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6E570C"/>
                </a:solidFill>
              </a:rPr>
              <a:t>두 사람이 하나 되는 날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6E570C"/>
                </a:solidFill>
              </a:rPr>
              <a:t>해바라기처럼 서로만 바라보겠습니다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신랑 · 신부 소개</a:t>
            </a:r>
          </a:p>
        </p:txBody>
      </p:sp>
      <p:sp>
        <p:nvSpPr>
          <p:cNvPr id="8" name="사진 자리"/>
          <p:cNvSpPr/>
          <p:nvPr/>
        </p:nvSpPr>
        <p:spPr>
          <a:xfrm>
            <a:off x="2030653" y="1600200"/>
            <a:ext cx="2308860" cy="2308860"/>
          </a:xfrm>
          <a:prstGeom prst="ellipse">
            <a:avLst/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E570C"/>
                </a:solidFill>
              </a:rPr>
              <a:t>신랑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852181" y="1600200"/>
            <a:ext cx="2308860" cy="2308860"/>
          </a:xfrm>
          <a:prstGeom prst="ellipse">
            <a:avLst/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E570C"/>
                </a:solidFill>
              </a:rPr>
              <a:t>신부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우리의 이야기</a:t>
            </a:r>
          </a:p>
        </p:txBody>
      </p:sp>
      <p:sp>
        <p:nvSpPr>
          <p:cNvPr id="8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때 1"/>
          <p:cNvSpPr/>
          <p:nvPr/>
        </p:nvSpPr>
        <p:spPr>
          <a:xfrm>
            <a:off x="1871433" y="3154680"/>
            <a:ext cx="402336" cy="402336"/>
          </a:xfrm>
          <a:prstGeom prst="ellipse">
            <a:avLst/>
          </a:prstGeom>
          <a:solidFill>
            <a:srgbClr val="CAA01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AA016"/>
                </a:solidFill>
              </a:rPr>
              <a:t>처음 만난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첫 만남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3" name="때 2"/>
          <p:cNvSpPr/>
          <p:nvPr/>
        </p:nvSpPr>
        <p:spPr>
          <a:xfrm>
            <a:off x="4553597" y="3154680"/>
            <a:ext cx="402336" cy="402336"/>
          </a:xfrm>
          <a:prstGeom prst="ellipse">
            <a:avLst/>
          </a:prstGeom>
          <a:solidFill>
            <a:srgbClr val="CAA01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03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AA016"/>
                </a:solidFill>
              </a:rPr>
              <a:t>첫 데이트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5123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설레던 하루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5123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17" name="때 3"/>
          <p:cNvSpPr/>
          <p:nvPr/>
        </p:nvSpPr>
        <p:spPr>
          <a:xfrm>
            <a:off x="7235761" y="3154680"/>
            <a:ext cx="402336" cy="402336"/>
          </a:xfrm>
          <a:prstGeom prst="ellipse">
            <a:avLst/>
          </a:prstGeom>
          <a:solidFill>
            <a:srgbClr val="CAA01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AA016"/>
                </a:solidFill>
              </a:rPr>
              <a:t>프러포즈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평생을 약속하다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21" name="때 4"/>
          <p:cNvSpPr/>
          <p:nvPr/>
        </p:nvSpPr>
        <p:spPr>
          <a:xfrm>
            <a:off x="9917925" y="3154680"/>
            <a:ext cx="402336" cy="402336"/>
          </a:xfrm>
          <a:prstGeom prst="ellipse">
            <a:avLst/>
          </a:prstGeom>
          <a:solidFill>
            <a:srgbClr val="CAA01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731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AA016"/>
                </a:solidFill>
              </a:rPr>
              <a:t>결혼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451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오늘의 우리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451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우리의 첫 번째</a:t>
            </a:r>
          </a:p>
        </p:txBody>
      </p:sp>
      <p:sp>
        <p:nvSpPr>
          <p:cNvPr id="8" name="카드 1"/>
          <p:cNvSpPr/>
          <p:nvPr/>
        </p:nvSpPr>
        <p:spPr>
          <a:xfrm>
            <a:off x="731520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첫 여행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12" name="카드 2"/>
          <p:cNvSpPr/>
          <p:nvPr/>
        </p:nvSpPr>
        <p:spPr>
          <a:xfrm>
            <a:off x="3470833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3653713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993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첫 선물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993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6" name="카드 3"/>
          <p:cNvSpPr/>
          <p:nvPr/>
        </p:nvSpPr>
        <p:spPr>
          <a:xfrm>
            <a:off x="6210147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첫 다툼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20" name="카드 4"/>
          <p:cNvSpPr/>
          <p:nvPr/>
        </p:nvSpPr>
        <p:spPr>
          <a:xfrm>
            <a:off x="8949461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4"/>
          <p:cNvSpPr/>
          <p:nvPr/>
        </p:nvSpPr>
        <p:spPr>
          <a:xfrm>
            <a:off x="9132341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6621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첫 약속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6621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웨딩 사진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416905" y="692658"/>
            <a:ext cx="1357884" cy="1357884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512260" y="2220833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10602" y="2350169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42165" y="2338935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6E570C"/>
                </a:solidFill>
              </a:rPr>
              <a:t>함께해 주셔서 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6E570C"/>
                </a:solidFill>
              </a:rPr>
              <a:t>오늘의 축복을 오래도록 간직하겠습니다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6E570C"/>
      </a:dk2>
      <a:lt2>
        <a:srgbClr val="FDF9ED"/>
      </a:lt2>
      <a:accent1>
        <a:srgbClr val="CAA016"/>
      </a:accent1>
      <a:accent2>
        <a:srgbClr val="3B7A91"/>
      </a:accent2>
      <a:accent3>
        <a:srgbClr val="6E570C"/>
      </a:accent3>
      <a:accent4>
        <a:srgbClr val="FAEEC6"/>
      </a:accent4>
      <a:accent5>
        <a:srgbClr val="828D54"/>
      </a:accent5>
      <a:accent6>
        <a:srgbClr val="A89A6D"/>
      </a:accent6>
      <a:hlink>
        <a:srgbClr val="CAA016"/>
      </a:hlink>
      <a:folHlink>
        <a:srgbClr val="6E570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