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14377" y="2130425"/>
            <a:ext cx="1036294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828754" y="3886200"/>
            <a:ext cx="8534186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63059" y="4406900"/>
            <a:ext cx="1036294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963059" y="2906713"/>
            <a:ext cx="1036294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0958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197444" y="1600200"/>
            <a:ext cx="5384665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535113"/>
            <a:ext cx="5386782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09584" y="2174875"/>
            <a:ext cx="5386782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193211" y="1535113"/>
            <a:ext cx="538889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193211" y="2174875"/>
            <a:ext cx="538889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09584" y="273050"/>
            <a:ext cx="401098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6614" y="273050"/>
            <a:ext cx="6815496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09584" y="1435100"/>
            <a:ext cx="401098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389657" y="4800600"/>
            <a:ext cx="7315016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389657" y="612775"/>
            <a:ext cx="7315016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2389657" y="5367338"/>
            <a:ext cx="7315016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2758" y="0"/>
            <a:ext cx="14629667" cy="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812758" y="0"/>
            <a:ext cx="14629667" cy="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838978" y="274638"/>
            <a:ext cx="2743131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09584" y="274638"/>
            <a:ext cx="8026199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812758" y="0"/>
            <a:ext cx="3792875" cy="0"/>
          </a:xfrm>
        </p:spPr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553854" y="0"/>
            <a:ext cx="5147475" cy="0"/>
          </a:xfrm>
        </p:spPr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1649549" y="0"/>
            <a:ext cx="3792875" cy="0"/>
          </a:xfrm>
        </p:spPr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09584" y="274638"/>
            <a:ext cx="10972525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584" y="1600200"/>
            <a:ext cx="10972525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609584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4165495" y="6356350"/>
            <a:ext cx="386070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737381" y="6356350"/>
            <a:ext cx="2844728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jp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600" b="1" i="0">
                <a:solidFill>
                  <a:srgbClr val="191938"/>
                </a:solidFill>
              </a:rPr>
              <a:t>저희 결혼합니다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91938"/>
                </a:solidFill>
              </a:rPr>
              <a:t>안내 전화번호를 적어 두었습니다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2027. 00. 00 · 예식장 이름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신랑 · 신부 소개</a:t>
            </a:r>
          </a:p>
        </p:txBody>
      </p:sp>
      <p:sp>
        <p:nvSpPr>
          <p:cNvPr id="4" name="사진 자리"/>
          <p:cNvSpPr/>
          <p:nvPr/>
        </p:nvSpPr>
        <p:spPr>
          <a:xfrm>
            <a:off x="2042083" y="1554480"/>
            <a:ext cx="2331720" cy="2331720"/>
          </a:xfrm>
          <a:prstGeom prst="ellipse">
            <a:avLst/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39776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91938"/>
                </a:solidFill>
              </a:rPr>
              <a:t>신랑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8680" y="4434840"/>
            <a:ext cx="4678527" cy="17830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신부에게 한마디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817891" y="1554480"/>
            <a:ext cx="2331720" cy="2331720"/>
          </a:xfrm>
          <a:prstGeom prst="ellipse">
            <a:avLst/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53047" y="3977639"/>
            <a:ext cx="4861407" cy="41148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15000"/>
              </a:lnSpc>
            </a:pPr>
            <a:r>
              <a:rPr sz="1600" b="1" i="0">
                <a:solidFill>
                  <a:srgbClr val="191938"/>
                </a:solidFill>
              </a:rPr>
              <a:t>신부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644487" y="4434840"/>
            <a:ext cx="4678527" cy="178307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이름 · 나이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직업 · 취미</a:t>
            </a:r>
          </a:p>
          <a:p>
            <a:pPr algn="ctr">
              <a:lnSpc>
                <a:spcPct val="120000"/>
              </a:lnSpc>
            </a:pPr>
            <a:r>
              <a:rPr sz="1200" b="0" i="0">
                <a:solidFill>
                  <a:srgbClr val="555555"/>
                </a:solidFill>
              </a:rPr>
              <a:t>신랑에게 한마디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오시는 길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77240" y="1554480"/>
            <a:ext cx="6035040" cy="4663440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400" b="0" i="0">
                <a:solidFill>
                  <a:srgbClr val="191938"/>
                </a:solidFill>
              </a:rPr>
              <a:t>약도 · 지도를 넣어 주세요</a:t>
            </a:r>
          </a:p>
        </p:txBody>
      </p:sp>
      <p:graphicFrame>
        <p:nvGraphicFramePr>
          <p:cNvPr id="5" name="표"/>
          <p:cNvGraphicFramePr>
            <a:graphicFrameLocks noGrp="1"/>
          </p:cNvGraphicFramePr>
          <p:nvPr/>
        </p:nvGraphicFramePr>
        <p:xfrm>
          <a:off x="7178040" y="1554480"/>
          <a:ext cx="4236415" cy="3291840"/>
        </p:xfrm>
        <a:graphic>
          <a:graphicData uri="http://schemas.openxmlformats.org/drawingml/2006/table">
            <a:tbl>
              <a:tblPr>
                <a:tableStyleId>{5C22544A-7EE6-4342-B048-85BDC9FD1C3A}</a:tableStyleId>
              </a:tblPr>
              <a:tblGrid>
                <a:gridCol w="1371600"/>
                <a:gridCol w="2864815"/>
              </a:tblGrid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1938"/>
                          </a:solidFill>
                        </a:rPr>
                        <a:t>예식장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1938"/>
                          </a:solidFill>
                        </a:rPr>
                        <a:t>주소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1938"/>
                          </a:solidFill>
                        </a:rPr>
                        <a:t>일시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1F1F9"/>
                    </a:solidFill>
                  </a:tcPr>
                </a:tc>
              </a:tr>
              <a:tr h="822960">
                <a:tc>
                  <a:txBody>
                    <a:bodyPr wrap="square"/>
                    <a:lstStyle/>
                    <a:p>
                      <a:pPr algn="l"/>
                      <a:r>
                        <a:rPr sz="1400" b="1">
                          <a:solidFill>
                            <a:srgbClr val="191938"/>
                          </a:solidFill>
                        </a:rPr>
                        <a:t>연락처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D3D3EE"/>
                    </a:solidFill>
                  </a:tcPr>
                </a:tc>
                <a:tc>
                  <a:txBody>
                    <a:bodyPr wrap="square"/>
                    <a:lstStyle/>
                    <a:p>
                      <a:pPr algn="ctr"/>
                      <a:r>
                        <a:rPr sz="1400" b="0">
                          <a:solidFill>
                            <a:srgbClr val="2B2B2B"/>
                          </a:solidFill>
                        </a:rPr>
                        <a:t>입력하세요</a:t>
                      </a:r>
                    </a:p>
                  </a:txBody>
                  <a:tcPr anchor="ctr" marL="73152" marR="73152">
                    <a:lnL w="9525" cap="flat" cmpd="sng" algn="ctr">
                      <a:solidFill>
                        <a:srgbClr val="D3D3EE"/>
                      </a:solidFill>
                      <a:prstDash val="solid"/>
                    </a:lnL>
                    <a:lnR w="9525" cap="flat" cmpd="sng" algn="ctr">
                      <a:solidFill>
                        <a:srgbClr val="D3D3EE"/>
                      </a:solidFill>
                      <a:prstDash val="solid"/>
                    </a:lnR>
                    <a:lnT w="9525" cap="flat" cmpd="sng" algn="ctr">
                      <a:solidFill>
                        <a:srgbClr val="D3D3EE"/>
                      </a:solidFill>
                      <a:prstDash val="solid"/>
                    </a:lnT>
                    <a:lnB w="9525" cap="flat" cmpd="sng" algn="ctr">
                      <a:solidFill>
                        <a:srgbClr val="D3D3EE"/>
                      </a:solidFill>
                      <a:prstDash val="solid"/>
                    </a:lnB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교통 안내</a:t>
            </a:r>
          </a:p>
        </p:txBody>
      </p:sp>
      <p:sp>
        <p:nvSpPr>
          <p:cNvPr id="4" name="카드 1"/>
          <p:cNvSpPr/>
          <p:nvPr/>
        </p:nvSpPr>
        <p:spPr>
          <a:xfrm>
            <a:off x="777240" y="1554480"/>
            <a:ext cx="3393338" cy="466344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5875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5" name="번호 1"/>
          <p:cNvSpPr/>
          <p:nvPr/>
        </p:nvSpPr>
        <p:spPr>
          <a:xfrm>
            <a:off x="960120" y="1737360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지하철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14400" y="3017520"/>
            <a:ext cx="3119018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8" name="카드 2"/>
          <p:cNvSpPr/>
          <p:nvPr/>
        </p:nvSpPr>
        <p:spPr>
          <a:xfrm>
            <a:off x="4399178" y="1554480"/>
            <a:ext cx="3393338" cy="466344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5875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9" name="번호 2"/>
          <p:cNvSpPr/>
          <p:nvPr/>
        </p:nvSpPr>
        <p:spPr>
          <a:xfrm>
            <a:off x="4582058" y="1737360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536338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버스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36338" y="3017520"/>
            <a:ext cx="3119018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  <p:sp>
        <p:nvSpPr>
          <p:cNvPr id="12" name="카드 3"/>
          <p:cNvSpPr/>
          <p:nvPr/>
        </p:nvSpPr>
        <p:spPr>
          <a:xfrm>
            <a:off x="8021116" y="1554480"/>
            <a:ext cx="3393338" cy="4663440"/>
          </a:xfrm>
          <a:prstGeom prst="roundRect">
            <a:avLst>
              <a:gd name="adj" fmla="val 8000"/>
            </a:avLst>
          </a:prstGeom>
          <a:solidFill>
            <a:srgbClr val="F1F1F9"/>
          </a:solidFill>
          <a:ln w="15875">
            <a:solidFill>
              <a:srgbClr val="D3D3EE"/>
            </a:solidFill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13" name="번호 3"/>
          <p:cNvSpPr/>
          <p:nvPr/>
        </p:nvSpPr>
        <p:spPr>
          <a:xfrm>
            <a:off x="8203996" y="1737360"/>
            <a:ext cx="457200" cy="457200"/>
          </a:xfrm>
          <a:prstGeom prst="ellipse">
            <a:avLst/>
          </a:prstGeom>
          <a:solidFill>
            <a:srgbClr val="29295B"/>
          </a:solidFill>
          <a:ln>
            <a:noFill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600" b="1" i="0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158276" y="2331720"/>
            <a:ext cx="3119018" cy="640080"/>
          </a:xfrm>
          <a:prstGeom prst="rect">
            <a:avLst/>
          </a:prstGeom>
          <a:noFill/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15000"/>
              </a:lnSpc>
            </a:pPr>
            <a:r>
              <a:rPr sz="1800" b="1" i="0">
                <a:solidFill>
                  <a:srgbClr val="191938"/>
                </a:solidFill>
              </a:rPr>
              <a:t>자가용 · 주차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58276" y="3017520"/>
            <a:ext cx="3119018" cy="3063239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25000"/>
              </a:lnSpc>
            </a:pPr>
            <a:r>
              <a:rPr sz="1500" b="0" i="0">
                <a:solidFill>
                  <a:srgbClr val="2B2B2B"/>
                </a:solidFill>
              </a:rPr>
              <a:t>입력하세요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D3D3EE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3" name="장식"/>
          <p:cNvSpPr/>
          <p:nvPr/>
        </p:nvSpPr>
        <p:spPr>
          <a:xfrm>
            <a:off x="274320" y="274320"/>
            <a:ext cx="11643055" cy="6309360"/>
          </a:xfrm>
          <a:prstGeom prst="rect">
            <a:avLst/>
          </a:prstGeom>
          <a:solidFill>
            <a:srgbClr val="FFFFFF"/>
          </a:solidFill>
          <a:ln w="25400">
            <a:solidFill>
              <a:srgbClr val="29295B"/>
            </a:solidFill>
            <a:prstDash val="dash"/>
          </a:ln>
        </p:spPr>
        <p:txBody>
          <a:bodyPr rtlCol="0" anchor="ctr"/>
          <a:lstStyle/>
          <a:p>
            <a:pPr algn="ctr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77240" y="548640"/>
            <a:ext cx="9357055" cy="82296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000" b="1" i="0">
                <a:solidFill>
                  <a:srgbClr val="191938"/>
                </a:solidFill>
              </a:rPr>
              <a:t>웨딩 사진</a:t>
            </a:r>
          </a:p>
        </p:txBody>
      </p:sp>
      <p:sp>
        <p:nvSpPr>
          <p:cNvPr id="4" name="사진 자리"/>
          <p:cNvSpPr/>
          <p:nvPr/>
        </p:nvSpPr>
        <p:spPr>
          <a:xfrm>
            <a:off x="777240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1</a:t>
            </a:r>
          </a:p>
        </p:txBody>
      </p:sp>
      <p:sp>
        <p:nvSpPr>
          <p:cNvPr id="5" name="사진 자리"/>
          <p:cNvSpPr/>
          <p:nvPr/>
        </p:nvSpPr>
        <p:spPr>
          <a:xfrm>
            <a:off x="4383938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2</a:t>
            </a:r>
          </a:p>
        </p:txBody>
      </p:sp>
      <p:sp>
        <p:nvSpPr>
          <p:cNvPr id="6" name="사진 자리"/>
          <p:cNvSpPr/>
          <p:nvPr/>
        </p:nvSpPr>
        <p:spPr>
          <a:xfrm>
            <a:off x="7990636" y="1554480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3</a:t>
            </a:r>
          </a:p>
        </p:txBody>
      </p:sp>
      <p:sp>
        <p:nvSpPr>
          <p:cNvPr id="7" name="사진 자리"/>
          <p:cNvSpPr/>
          <p:nvPr/>
        </p:nvSpPr>
        <p:spPr>
          <a:xfrm>
            <a:off x="777240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4</a:t>
            </a:r>
          </a:p>
        </p:txBody>
      </p:sp>
      <p:sp>
        <p:nvSpPr>
          <p:cNvPr id="8" name="사진 자리"/>
          <p:cNvSpPr/>
          <p:nvPr/>
        </p:nvSpPr>
        <p:spPr>
          <a:xfrm>
            <a:off x="4383938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5</a:t>
            </a:r>
          </a:p>
        </p:txBody>
      </p:sp>
      <p:sp>
        <p:nvSpPr>
          <p:cNvPr id="9" name="사진 자리"/>
          <p:cNvSpPr/>
          <p:nvPr/>
        </p:nvSpPr>
        <p:spPr>
          <a:xfrm>
            <a:off x="7990636" y="3977639"/>
            <a:ext cx="3423818" cy="2240279"/>
          </a:xfrm>
          <a:prstGeom prst="roundRect">
            <a:avLst>
              <a:gd name="adj" fmla="val 6000"/>
            </a:avLst>
          </a:prstGeom>
          <a:solidFill>
            <a:srgbClr val="D3D3EE"/>
          </a:solidFill>
          <a:ln w="19050">
            <a:solidFill>
              <a:srgbClr val="29295B"/>
            </a:solidFill>
            <a:prstDash val="dash"/>
          </a:ln>
        </p:spPr>
        <p:txBody>
          <a:bodyPr rtlCol="0" anchor="ctr" wrap="square" lIns="54864" rIns="54864" tIns="27432" bIns="27432">
            <a:noAutofit/>
          </a:bodyPr>
          <a:lstStyle/>
          <a:p>
            <a:pPr algn="ctr">
              <a:lnSpc>
                <a:spcPct val="100000"/>
              </a:lnSpc>
            </a:pPr>
            <a:r>
              <a:rPr sz="1200" b="0" i="0">
                <a:solidFill>
                  <a:srgbClr val="191938"/>
                </a:solidFill>
              </a:rPr>
              <a:t>사진 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3" name="표지 그림" descr="wedding-49.jp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53418" y="2057400"/>
            <a:ext cx="6095847" cy="1554480"/>
          </a:xfrm>
        </p:spPr>
        <p:txBody>
          <a:bodyPr wrap="square" lIns="54864" rIns="54864" tIns="27432" bIns="27432" anchor="ctr">
            <a:noAutofit/>
          </a:bodyPr>
          <a:lstStyle/>
          <a:p>
            <a:pPr algn="l">
              <a:lnSpc>
                <a:spcPct val="105000"/>
              </a:lnSpc>
            </a:pPr>
            <a:r>
              <a:rPr sz="3400" b="1" i="0">
                <a:solidFill>
                  <a:srgbClr val="191938"/>
                </a:solidFill>
              </a:rPr>
              <a:t>와 주셔서 고맙습니다</a:t>
            </a:r>
          </a:p>
        </p:txBody>
      </p:sp>
      <p:sp>
        <p:nvSpPr>
          <p:cNvPr id="4" name="한 줄 문구"/>
          <p:cNvSpPr txBox="1"/>
          <p:nvPr/>
        </p:nvSpPr>
        <p:spPr>
          <a:xfrm>
            <a:off x="853418" y="3749039"/>
            <a:ext cx="6095847" cy="82296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700" b="0" i="1">
                <a:solidFill>
                  <a:srgbClr val="191938"/>
                </a:solidFill>
              </a:rPr>
              <a:t>잘 살겠습니다</a:t>
            </a:r>
          </a:p>
        </p:txBody>
      </p:sp>
      <p:sp>
        <p:nvSpPr>
          <p:cNvPr id="5" name="안내 문구"/>
          <p:cNvSpPr txBox="1"/>
          <p:nvPr/>
        </p:nvSpPr>
        <p:spPr>
          <a:xfrm>
            <a:off x="853418" y="4617720"/>
            <a:ext cx="6095847" cy="914400"/>
          </a:xfrm>
          <a:prstGeom prst="rect">
            <a:avLst/>
          </a:prstGeom>
          <a:noFill/>
        </p:spPr>
        <p:txBody>
          <a:bodyPr wrap="square" lIns="54864" rIns="54864" tIns="27432" bIns="27432" anchor="t">
            <a:noAutofit/>
          </a:bodyPr>
          <a:lstStyle/>
          <a:p>
            <a:pPr algn="l">
              <a:lnSpc>
                <a:spcPct val="115000"/>
              </a:lnSpc>
            </a:pPr>
            <a:r>
              <a:rPr sz="1400" b="0" i="0">
                <a:solidFill>
                  <a:srgbClr val="666666"/>
                </a:solidFill>
              </a:rPr>
              <a:t>신랑 이름 ♥ 신부 이름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결혼식 슬라이드(오시는 길 중심)">
  <a:themeElements>
    <a:clrScheme name="Office">
      <a:dk1>
        <a:sysClr val="windowText" lastClr="000000"/>
      </a:dk1>
      <a:lt1>
        <a:sysClr val="window" lastClr="FFFFFF"/>
      </a:lt1>
      <a:dk2>
        <a:srgbClr val="191938"/>
      </a:dk2>
      <a:lt2>
        <a:srgbClr val="F1F1F9"/>
      </a:lt2>
      <a:accent1>
        <a:srgbClr val="29295B"/>
      </a:accent1>
      <a:accent2>
        <a:srgbClr val="8D663F"/>
      </a:accent2>
      <a:accent3>
        <a:srgbClr val="191938"/>
      </a:accent3>
      <a:accent4>
        <a:srgbClr val="D3D3EE"/>
      </a:accent4>
      <a:accent5>
        <a:srgbClr val="5B484D"/>
      </a:accent5>
      <a:accent6>
        <a:srgbClr val="757588"/>
      </a:accent6>
      <a:hlink>
        <a:srgbClr val="29295B"/>
      </a:hlink>
      <a:folHlink>
        <a:srgbClr val="191938"/>
      </a:folHlink>
    </a:clrScheme>
    <a:fontScheme name="Office">
      <a:maj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맑은 고딕"/>
        <a:ea typeface="맑은 고딕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결혼식 슬라이드(오시는 길 중심)</dc:title>
  <dc:subject/>
  <dc:creator>우체국보험 상담 안내</dc:creator>
  <cp:keywords/>
  <dc:description>자유롭게 편집해서 사용하세요.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