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1938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안내 전화번호를 적어 두었습니다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42083" y="1554480"/>
            <a:ext cx="2331720" cy="2331720"/>
          </a:xfrm>
          <a:prstGeom prst="ellipse">
            <a:avLst/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91938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17891" y="1554480"/>
            <a:ext cx="2331720" cy="2331720"/>
          </a:xfrm>
          <a:prstGeom prst="ellipse">
            <a:avLst/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91938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오시는 길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6035040" cy="4663440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91938"/>
                </a:solidFill>
              </a:rPr>
              <a:t>약도 · 지도를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178040" y="1554480"/>
          <a:ext cx="423641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86481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91938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교통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지하철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6634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5875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29295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1938"/>
                </a:solidFill>
              </a:rPr>
              <a:t>자가용 · 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91938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191938"/>
      </a:dk2>
      <a:lt2>
        <a:srgbClr val="F1F1F9"/>
      </a:lt2>
      <a:accent1>
        <a:srgbClr val="29295B"/>
      </a:accent1>
      <a:accent2>
        <a:srgbClr val="8D663F"/>
      </a:accent2>
      <a:accent3>
        <a:srgbClr val="191938"/>
      </a:accent3>
      <a:accent4>
        <a:srgbClr val="D3D3EE"/>
      </a:accent4>
      <a:accent5>
        <a:srgbClr val="5B484D"/>
      </a:accent5>
      <a:accent6>
        <a:srgbClr val="757588"/>
      </a:accent6>
      <a:hlink>
        <a:srgbClr val="29295B"/>
      </a:hlink>
      <a:folHlink>
        <a:srgbClr val="191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