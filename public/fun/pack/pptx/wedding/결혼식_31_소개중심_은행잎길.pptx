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56110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56110"/>
                </a:solidFill>
              </a:rPr>
              <a:t>작게 하지만 정성껏 준비했습니다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EAB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56110"/>
                </a:solidFill>
              </a:rPr>
              <a:t>신랑 · 신부 소개</a:t>
            </a:r>
          </a:p>
        </p:txBody>
      </p:sp>
      <p:sp>
        <p:nvSpPr>
          <p:cNvPr id="4" name="사진 자리"/>
          <p:cNvSpPr/>
          <p:nvPr/>
        </p:nvSpPr>
        <p:spPr>
          <a:xfrm>
            <a:off x="2030653" y="1600200"/>
            <a:ext cx="2308860" cy="2308860"/>
          </a:xfrm>
          <a:prstGeom prst="ellipse">
            <a:avLst/>
          </a:prstGeom>
          <a:solidFill>
            <a:srgbClr val="F9EFC8"/>
          </a:solidFill>
          <a:ln w="19050">
            <a:solidFill>
              <a:srgbClr val="CEAB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56110"/>
                </a:solidFill>
              </a:rPr>
              <a:t>사진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000500"/>
            <a:ext cx="490712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56110"/>
                </a:solidFill>
              </a:rPr>
              <a:t>신랑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57700"/>
            <a:ext cx="4724247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852181" y="1600200"/>
            <a:ext cx="2308860" cy="2308860"/>
          </a:xfrm>
          <a:prstGeom prst="ellipse">
            <a:avLst/>
          </a:prstGeom>
          <a:solidFill>
            <a:srgbClr val="F9EFC8"/>
          </a:solidFill>
          <a:ln w="19050">
            <a:solidFill>
              <a:srgbClr val="CEAB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56110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3047" y="4000500"/>
            <a:ext cx="490712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56110"/>
                </a:solidFill>
              </a:rPr>
              <a:t>신부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44487" y="4457700"/>
            <a:ext cx="4724247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EAB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56110"/>
                </a:solidFill>
              </a:rPr>
              <a:t>우리 두 사람</a:t>
            </a:r>
          </a:p>
        </p:txBody>
      </p:sp>
      <p:sp>
        <p:nvSpPr>
          <p:cNvPr id="4" name="왼쪽 칸"/>
          <p:cNvSpPr/>
          <p:nvPr/>
        </p:nvSpPr>
        <p:spPr>
          <a:xfrm>
            <a:off x="731520" y="1600200"/>
            <a:ext cx="5181447" cy="4617720"/>
          </a:xfrm>
          <a:prstGeom prst="roundRect">
            <a:avLst>
              <a:gd name="adj" fmla="val 8000"/>
            </a:avLst>
          </a:prstGeom>
          <a:solidFill>
            <a:srgbClr val="FDF9ED"/>
          </a:solidFill>
          <a:ln w="12700">
            <a:solidFill>
              <a:srgbClr val="F9EF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칸 제목 바"/>
          <p:cNvSpPr/>
          <p:nvPr/>
        </p:nvSpPr>
        <p:spPr>
          <a:xfrm>
            <a:off x="731520" y="1600200"/>
            <a:ext cx="5181447" cy="640080"/>
          </a:xfrm>
          <a:prstGeom prst="roundRect">
            <a:avLst>
              <a:gd name="adj" fmla="val 25000"/>
            </a:avLst>
          </a:prstGeom>
          <a:solidFill>
            <a:srgbClr val="CEAB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81568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닮은 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423160"/>
            <a:ext cx="4724247" cy="3703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8" name="오른쪽 칸"/>
          <p:cNvSpPr/>
          <p:nvPr/>
        </p:nvSpPr>
        <p:spPr>
          <a:xfrm>
            <a:off x="6278727" y="1600200"/>
            <a:ext cx="5181447" cy="4617720"/>
          </a:xfrm>
          <a:prstGeom prst="roundRect">
            <a:avLst>
              <a:gd name="adj" fmla="val 8000"/>
            </a:avLst>
          </a:prstGeom>
          <a:solidFill>
            <a:srgbClr val="F9EFC8"/>
          </a:solidFill>
          <a:ln w="12700">
            <a:solidFill>
              <a:srgbClr val="F9EF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칸 제목 바"/>
          <p:cNvSpPr/>
          <p:nvPr/>
        </p:nvSpPr>
        <p:spPr>
          <a:xfrm>
            <a:off x="6278727" y="1600200"/>
            <a:ext cx="5181447" cy="640080"/>
          </a:xfrm>
          <a:prstGeom prst="roundRect">
            <a:avLst>
              <a:gd name="adj" fmla="val 25000"/>
            </a:avLst>
          </a:prstGeom>
          <a:solidFill>
            <a:srgbClr val="7561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1607" y="1600200"/>
            <a:ext cx="481568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다른 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7327" y="2423160"/>
            <a:ext cx="4724247" cy="3703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EAB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56110"/>
                </a:solidFill>
              </a:rPr>
              <a:t>서로에게 하고 싶은 말</a:t>
            </a:r>
          </a:p>
        </p:txBody>
      </p:sp>
      <p:sp>
        <p:nvSpPr>
          <p:cNvPr id="4" name="왼쪽 칸"/>
          <p:cNvSpPr/>
          <p:nvPr/>
        </p:nvSpPr>
        <p:spPr>
          <a:xfrm>
            <a:off x="731520" y="1600200"/>
            <a:ext cx="5181447" cy="4617720"/>
          </a:xfrm>
          <a:prstGeom prst="roundRect">
            <a:avLst>
              <a:gd name="adj" fmla="val 8000"/>
            </a:avLst>
          </a:prstGeom>
          <a:solidFill>
            <a:srgbClr val="FDF9ED"/>
          </a:solidFill>
          <a:ln w="12700">
            <a:solidFill>
              <a:srgbClr val="F9EF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칸 제목 바"/>
          <p:cNvSpPr/>
          <p:nvPr/>
        </p:nvSpPr>
        <p:spPr>
          <a:xfrm>
            <a:off x="731520" y="1600200"/>
            <a:ext cx="5181447" cy="640080"/>
          </a:xfrm>
          <a:prstGeom prst="roundRect">
            <a:avLst>
              <a:gd name="adj" fmla="val 25000"/>
            </a:avLst>
          </a:prstGeom>
          <a:solidFill>
            <a:srgbClr val="CEAB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81568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신랑이 신부에게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423160"/>
            <a:ext cx="4724247" cy="3703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하고 싶은 말을 적어 주세요</a:t>
            </a:r>
          </a:p>
        </p:txBody>
      </p:sp>
      <p:sp>
        <p:nvSpPr>
          <p:cNvPr id="8" name="오른쪽 칸"/>
          <p:cNvSpPr/>
          <p:nvPr/>
        </p:nvSpPr>
        <p:spPr>
          <a:xfrm>
            <a:off x="6278727" y="1600200"/>
            <a:ext cx="5181447" cy="4617720"/>
          </a:xfrm>
          <a:prstGeom prst="roundRect">
            <a:avLst>
              <a:gd name="adj" fmla="val 8000"/>
            </a:avLst>
          </a:prstGeom>
          <a:solidFill>
            <a:srgbClr val="F9EFC8"/>
          </a:solidFill>
          <a:ln w="12700">
            <a:solidFill>
              <a:srgbClr val="F9EF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칸 제목 바"/>
          <p:cNvSpPr/>
          <p:nvPr/>
        </p:nvSpPr>
        <p:spPr>
          <a:xfrm>
            <a:off x="6278727" y="1600200"/>
            <a:ext cx="5181447" cy="640080"/>
          </a:xfrm>
          <a:prstGeom prst="roundRect">
            <a:avLst>
              <a:gd name="adj" fmla="val 25000"/>
            </a:avLst>
          </a:prstGeom>
          <a:solidFill>
            <a:srgbClr val="7561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1607" y="1600200"/>
            <a:ext cx="481568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신부가 신랑에게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7327" y="2423160"/>
            <a:ext cx="4724247" cy="3703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하고 싶은 말을 적어 주세요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EAB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56110"/>
                </a:solidFill>
              </a:rPr>
              <a:t>웨딩 사진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31520" y="16002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F9EFC8"/>
          </a:solidFill>
          <a:ln w="19050">
            <a:solidFill>
              <a:srgbClr val="CEAB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56110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4368698" y="16002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F9EFC8"/>
          </a:solidFill>
          <a:ln w="19050">
            <a:solidFill>
              <a:srgbClr val="CEAB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56110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8005876" y="16002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F9EFC8"/>
          </a:solidFill>
          <a:ln w="19050">
            <a:solidFill>
              <a:srgbClr val="CEAB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56110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31520" y="40005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F9EFC8"/>
          </a:solidFill>
          <a:ln w="19050">
            <a:solidFill>
              <a:srgbClr val="CEAB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56110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68698" y="40005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F9EFC8"/>
          </a:solidFill>
          <a:ln w="19050">
            <a:solidFill>
              <a:srgbClr val="CEAB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56110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005876" y="40005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F9EFC8"/>
          </a:solidFill>
          <a:ln w="19050">
            <a:solidFill>
              <a:srgbClr val="CEAB1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5611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756110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56110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소개 중심)">
  <a:themeElements>
    <a:clrScheme name="Office">
      <a:dk1>
        <a:sysClr val="windowText" lastClr="000000"/>
      </a:dk1>
      <a:lt1>
        <a:sysClr val="window" lastClr="FFFFFF"/>
      </a:lt1>
      <a:dk2>
        <a:srgbClr val="756110"/>
      </a:dk2>
      <a:lt2>
        <a:srgbClr val="FDF9ED"/>
      </a:lt2>
      <a:accent1>
        <a:srgbClr val="CEAB1C"/>
      </a:accent1>
      <a:accent2>
        <a:srgbClr val="3B7791"/>
      </a:accent2>
      <a:accent3>
        <a:srgbClr val="756110"/>
      </a:accent3>
      <a:accent4>
        <a:srgbClr val="F9EFC8"/>
      </a:accent4>
      <a:accent5>
        <a:srgbClr val="849156"/>
      </a:accent5>
      <a:accent6>
        <a:srgbClr val="ACA070"/>
      </a:accent6>
      <a:hlink>
        <a:srgbClr val="CEAB1C"/>
      </a:hlink>
      <a:folHlink>
        <a:srgbClr val="75611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슬라이드(소개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