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1463003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BDEA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42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4358505" y="4251960"/>
            <a:ext cx="1005840" cy="1005840"/>
          </a:xfrm>
          <a:prstGeom prst="ellipse">
            <a:avLst/>
          </a:prstGeom>
          <a:solidFill>
            <a:srgbClr val="EBDE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6231F"/>
                </a:solidFill>
              </a:rPr>
              <a:t>저희 결혼합니다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작게 하지만 정성껏 준비했습니다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날짜 입력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 rot="18900000">
            <a:off x="11204143" y="246888"/>
            <a:ext cx="237744" cy="237744"/>
          </a:xfrm>
          <a:prstGeom prst="teardrop">
            <a:avLst/>
          </a:prstGeom>
          <a:solidFill>
            <a:srgbClr val="D8C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신랑 · 신부 소개</a:t>
            </a:r>
          </a:p>
        </p:txBody>
      </p:sp>
      <p:sp>
        <p:nvSpPr>
          <p:cNvPr id="6" name="사진 자리"/>
          <p:cNvSpPr/>
          <p:nvPr/>
        </p:nvSpPr>
        <p:spPr>
          <a:xfrm>
            <a:off x="1996363" y="1783080"/>
            <a:ext cx="2286000" cy="2286000"/>
          </a:xfrm>
          <a:prstGeom prst="ellipse">
            <a:avLst/>
          </a:prstGeom>
          <a:solidFill>
            <a:srgbClr val="F6EF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4227"/>
                </a:solidFill>
              </a:rPr>
              <a:t>신랑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617720"/>
            <a:ext cx="48156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9" name="사진 자리"/>
          <p:cNvSpPr/>
          <p:nvPr/>
        </p:nvSpPr>
        <p:spPr>
          <a:xfrm>
            <a:off x="7909331" y="1783080"/>
            <a:ext cx="2286000" cy="2286000"/>
          </a:xfrm>
          <a:prstGeom prst="ellipse">
            <a:avLst/>
          </a:prstGeom>
          <a:solidFill>
            <a:srgbClr val="F6EF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047" y="4160520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4227"/>
                </a:solidFill>
              </a:rPr>
              <a:t>신부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4487" y="4617720"/>
            <a:ext cx="48156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 rot="18900000">
            <a:off x="11204143" y="246888"/>
            <a:ext cx="237744" cy="237744"/>
          </a:xfrm>
          <a:prstGeom prst="teardrop">
            <a:avLst/>
          </a:prstGeom>
          <a:solidFill>
            <a:srgbClr val="D8C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두 사람</a:t>
            </a:r>
          </a:p>
        </p:txBody>
      </p:sp>
      <p:sp>
        <p:nvSpPr>
          <p:cNvPr id="6" name="왼쪽 칸"/>
          <p:cNvSpPr/>
          <p:nvPr/>
        </p:nvSpPr>
        <p:spPr>
          <a:xfrm>
            <a:off x="640080" y="1783080"/>
            <a:ext cx="5272887" cy="4572000"/>
          </a:xfrm>
          <a:prstGeom prst="roundRect">
            <a:avLst>
              <a:gd name="adj" fmla="val 4000"/>
            </a:avLst>
          </a:prstGeom>
          <a:solidFill>
            <a:srgbClr val="FBF8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포인트 막대"/>
          <p:cNvSpPr/>
          <p:nvPr/>
        </p:nvSpPr>
        <p:spPr>
          <a:xfrm>
            <a:off x="640080" y="1892807"/>
            <a:ext cx="54864" cy="4352544"/>
          </a:xfrm>
          <a:prstGeom prst="rect">
            <a:avLst/>
          </a:prstGeom>
          <a:solidFill>
            <a:srgbClr val="D8C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칸 제목 바"/>
          <p:cNvSpPr/>
          <p:nvPr/>
        </p:nvSpPr>
        <p:spPr>
          <a:xfrm>
            <a:off x="640080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D8C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6231F"/>
                </a:solidFill>
              </a:rPr>
              <a:t>닮은 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4815687" cy="3657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1" name="오른쪽 칸"/>
          <p:cNvSpPr/>
          <p:nvPr/>
        </p:nvSpPr>
        <p:spPr>
          <a:xfrm>
            <a:off x="6278727" y="1783080"/>
            <a:ext cx="5272887" cy="4572000"/>
          </a:xfrm>
          <a:prstGeom prst="roundRect">
            <a:avLst>
              <a:gd name="adj" fmla="val 4000"/>
            </a:avLst>
          </a:prstGeom>
          <a:solidFill>
            <a:srgbClr val="F6EF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포인트 막대"/>
          <p:cNvSpPr/>
          <p:nvPr/>
        </p:nvSpPr>
        <p:spPr>
          <a:xfrm>
            <a:off x="6278727" y="1892807"/>
            <a:ext cx="54864" cy="4352544"/>
          </a:xfrm>
          <a:prstGeom prst="rect">
            <a:avLst/>
          </a:prstGeom>
          <a:solidFill>
            <a:srgbClr val="D8C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칸 제목 바"/>
          <p:cNvSpPr/>
          <p:nvPr/>
        </p:nvSpPr>
        <p:spPr>
          <a:xfrm>
            <a:off x="6278727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494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1607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다른 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7" y="2606040"/>
            <a:ext cx="4815687" cy="3657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 rot="18900000">
            <a:off x="11204143" y="246888"/>
            <a:ext cx="237744" cy="237744"/>
          </a:xfrm>
          <a:prstGeom prst="teardrop">
            <a:avLst/>
          </a:prstGeom>
          <a:solidFill>
            <a:srgbClr val="D8C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서로에게 하고 싶은 말</a:t>
            </a:r>
          </a:p>
        </p:txBody>
      </p:sp>
      <p:sp>
        <p:nvSpPr>
          <p:cNvPr id="6" name="왼쪽 칸"/>
          <p:cNvSpPr/>
          <p:nvPr/>
        </p:nvSpPr>
        <p:spPr>
          <a:xfrm>
            <a:off x="640080" y="1783080"/>
            <a:ext cx="5272887" cy="4572000"/>
          </a:xfrm>
          <a:prstGeom prst="roundRect">
            <a:avLst>
              <a:gd name="adj" fmla="val 4000"/>
            </a:avLst>
          </a:prstGeom>
          <a:solidFill>
            <a:srgbClr val="FBF8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포인트 막대"/>
          <p:cNvSpPr/>
          <p:nvPr/>
        </p:nvSpPr>
        <p:spPr>
          <a:xfrm>
            <a:off x="640080" y="1892807"/>
            <a:ext cx="54864" cy="4352544"/>
          </a:xfrm>
          <a:prstGeom prst="rect">
            <a:avLst/>
          </a:prstGeom>
          <a:solidFill>
            <a:srgbClr val="D8C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칸 제목 바"/>
          <p:cNvSpPr/>
          <p:nvPr/>
        </p:nvSpPr>
        <p:spPr>
          <a:xfrm>
            <a:off x="640080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D8C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6231F"/>
                </a:solidFill>
              </a:rPr>
              <a:t>신랑이 신부에게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4815687" cy="3657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하고 싶은 말을 적어 주세요</a:t>
            </a:r>
          </a:p>
        </p:txBody>
      </p:sp>
      <p:sp>
        <p:nvSpPr>
          <p:cNvPr id="11" name="오른쪽 칸"/>
          <p:cNvSpPr/>
          <p:nvPr/>
        </p:nvSpPr>
        <p:spPr>
          <a:xfrm>
            <a:off x="6278727" y="1783080"/>
            <a:ext cx="5272887" cy="4572000"/>
          </a:xfrm>
          <a:prstGeom prst="roundRect">
            <a:avLst>
              <a:gd name="adj" fmla="val 4000"/>
            </a:avLst>
          </a:prstGeom>
          <a:solidFill>
            <a:srgbClr val="F6EF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포인트 막대"/>
          <p:cNvSpPr/>
          <p:nvPr/>
        </p:nvSpPr>
        <p:spPr>
          <a:xfrm>
            <a:off x="6278727" y="1892807"/>
            <a:ext cx="54864" cy="4352544"/>
          </a:xfrm>
          <a:prstGeom prst="rect">
            <a:avLst/>
          </a:prstGeom>
          <a:solidFill>
            <a:srgbClr val="D8C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칸 제목 바"/>
          <p:cNvSpPr/>
          <p:nvPr/>
        </p:nvSpPr>
        <p:spPr>
          <a:xfrm>
            <a:off x="6278727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4942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1607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신부가 신랑에게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7" y="2606040"/>
            <a:ext cx="4815687" cy="3657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하고 싶은 말을 적어 주세요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F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 rot="18900000">
            <a:off x="11204143" y="246888"/>
            <a:ext cx="237744" cy="237744"/>
          </a:xfrm>
          <a:prstGeom prst="teardrop">
            <a:avLst/>
          </a:prstGeom>
          <a:solidFill>
            <a:srgbClr val="D8C5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웨딩 사진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EF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338218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EF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036356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EF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EF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EF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EF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1463003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BDEA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42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4358505" y="4251960"/>
            <a:ext cx="1005840" cy="1005840"/>
          </a:xfrm>
          <a:prstGeom prst="ellipse">
            <a:avLst/>
          </a:prstGeom>
          <a:solidFill>
            <a:srgbClr val="EBDE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6231F"/>
                </a:solidFill>
              </a:rPr>
              <a:t>와 주셔서 고맙습니다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잘 살겠습니다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소개 중심)">
  <a:themeElements>
    <a:clrScheme name="Office">
      <a:dk1>
        <a:sysClr val="windowText" lastClr="000000"/>
      </a:dk1>
      <a:lt1>
        <a:sysClr val="window" lastClr="FFFFFF"/>
      </a:lt1>
      <a:dk2>
        <a:srgbClr val="494227"/>
      </a:dk2>
      <a:lt2>
        <a:srgbClr val="FBF8EC"/>
      </a:lt2>
      <a:accent1>
        <a:srgbClr val="D8C579"/>
      </a:accent1>
      <a:accent2>
        <a:srgbClr val="CEE198"/>
      </a:accent2>
      <a:accent3>
        <a:srgbClr val="494227"/>
      </a:accent3>
      <a:accent4>
        <a:srgbClr val="F6EFD5"/>
      </a:accent4>
      <a:accent5>
        <a:srgbClr val="D3D388"/>
      </a:accent5>
      <a:accent6>
        <a:srgbClr val="928E7D"/>
      </a:accent6>
      <a:hlink>
        <a:srgbClr val="D8C579"/>
      </a:hlink>
      <a:folHlink>
        <a:srgbClr val="4942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슬라이드(소개 중심)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