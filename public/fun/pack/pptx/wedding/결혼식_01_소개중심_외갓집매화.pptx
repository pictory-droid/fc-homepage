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F1F41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서로 다른 두 사람이 한 집에서 살기로 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F1F41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F1F41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7D4E3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6F1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7D4E3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6F1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6F1F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6F1F41"/>
      </a:dk2>
      <a:lt2>
        <a:srgbClr val="FCF3F7"/>
      </a:lt2>
      <a:accent1>
        <a:srgbClr val="CD4C82"/>
      </a:accent1>
      <a:accent2>
        <a:srgbClr val="339941"/>
      </a:accent2>
      <a:accent3>
        <a:srgbClr val="6F1F41"/>
      </a:accent3>
      <a:accent4>
        <a:srgbClr val="F7D4E3"/>
      </a:accent4>
      <a:accent5>
        <a:srgbClr val="807262"/>
      </a:accent5>
      <a:accent6>
        <a:srgbClr val="A9798D"/>
      </a:accent6>
      <a:hlink>
        <a:srgbClr val="CD4C82"/>
      </a:hlink>
      <a:folHlink>
        <a:srgbClr val="6F1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