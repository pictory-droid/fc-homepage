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742F4C"/>
                </a:solidFill>
              </a:rPr>
              <a:t>저희 결혼합니다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42F4C"/>
                </a:solidFill>
              </a:rPr>
              <a:t>서로 다른 두 사람이 한 집에서 살기로 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42F4C"/>
                </a:solidFill>
              </a:rPr>
              <a:t>신랑 · 신부 소개</a:t>
            </a:r>
          </a:p>
        </p:txBody>
      </p:sp>
      <p:sp>
        <p:nvSpPr>
          <p:cNvPr id="5" name="사진 자리"/>
          <p:cNvSpPr/>
          <p:nvPr/>
        </p:nvSpPr>
        <p:spPr>
          <a:xfrm>
            <a:off x="1939213" y="1600200"/>
            <a:ext cx="2400300" cy="2400300"/>
          </a:xfrm>
          <a:prstGeom prst="ellipse">
            <a:avLst/>
          </a:prstGeom>
          <a:solidFill>
            <a:srgbClr val="EFD2DE"/>
          </a:solidFill>
          <a:ln w="19050">
            <a:solidFill>
              <a:srgbClr val="B8517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42F4C"/>
                </a:solidFill>
              </a:rPr>
              <a:t>사진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42F4C"/>
                </a:solidFill>
              </a:rPr>
              <a:t>신랑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8" name="사진 자리"/>
          <p:cNvSpPr/>
          <p:nvPr/>
        </p:nvSpPr>
        <p:spPr>
          <a:xfrm>
            <a:off x="7852181" y="1600200"/>
            <a:ext cx="2400300" cy="2400300"/>
          </a:xfrm>
          <a:prstGeom prst="ellipse">
            <a:avLst/>
          </a:prstGeom>
          <a:solidFill>
            <a:srgbClr val="EFD2DE"/>
          </a:solidFill>
          <a:ln w="19050">
            <a:solidFill>
              <a:srgbClr val="B8517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42F4C"/>
                </a:solidFill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047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42F4C"/>
                </a:solidFill>
              </a:rPr>
              <a:t>신부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4487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42F4C"/>
                </a:solidFill>
              </a:rPr>
              <a:t>우리 두 사람</a:t>
            </a:r>
          </a:p>
        </p:txBody>
      </p:sp>
      <p:sp>
        <p:nvSpPr>
          <p:cNvPr id="5" name="왼쪽 칸"/>
          <p:cNvSpPr/>
          <p:nvPr/>
        </p:nvSpPr>
        <p:spPr>
          <a:xfrm>
            <a:off x="640080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F9F1F4"/>
          </a:solidFill>
          <a:ln w="12700">
            <a:solidFill>
              <a:srgbClr val="EFD2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칸 제목 바"/>
          <p:cNvSpPr/>
          <p:nvPr/>
        </p:nvSpPr>
        <p:spPr>
          <a:xfrm>
            <a:off x="640080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닮은 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오른쪽 칸"/>
          <p:cNvSpPr/>
          <p:nvPr/>
        </p:nvSpPr>
        <p:spPr>
          <a:xfrm>
            <a:off x="6278727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EFD2DE"/>
          </a:solidFill>
          <a:ln w="12700">
            <a:solidFill>
              <a:srgbClr val="EFD2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칸 제목 바"/>
          <p:cNvSpPr/>
          <p:nvPr/>
        </p:nvSpPr>
        <p:spPr>
          <a:xfrm>
            <a:off x="6278727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742F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607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다른 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42F4C"/>
                </a:solidFill>
              </a:rPr>
              <a:t>서로에게 하고 싶은 말</a:t>
            </a:r>
          </a:p>
        </p:txBody>
      </p:sp>
      <p:sp>
        <p:nvSpPr>
          <p:cNvPr id="5" name="왼쪽 칸"/>
          <p:cNvSpPr/>
          <p:nvPr/>
        </p:nvSpPr>
        <p:spPr>
          <a:xfrm>
            <a:off x="640080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F9F1F4"/>
          </a:solidFill>
          <a:ln w="12700">
            <a:solidFill>
              <a:srgbClr val="EFD2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칸 제목 바"/>
          <p:cNvSpPr/>
          <p:nvPr/>
        </p:nvSpPr>
        <p:spPr>
          <a:xfrm>
            <a:off x="640080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신랑이 신부에게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하고 싶은 말을 적어 주세요</a:t>
            </a:r>
          </a:p>
        </p:txBody>
      </p:sp>
      <p:sp>
        <p:nvSpPr>
          <p:cNvPr id="9" name="오른쪽 칸"/>
          <p:cNvSpPr/>
          <p:nvPr/>
        </p:nvSpPr>
        <p:spPr>
          <a:xfrm>
            <a:off x="6278727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EFD2DE"/>
          </a:solidFill>
          <a:ln w="12700">
            <a:solidFill>
              <a:srgbClr val="EFD2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칸 제목 바"/>
          <p:cNvSpPr/>
          <p:nvPr/>
        </p:nvSpPr>
        <p:spPr>
          <a:xfrm>
            <a:off x="6278727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742F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607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신부가 신랑에게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하고 싶은 말을 적어 주세요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42F4C"/>
                </a:solidFill>
              </a:rPr>
              <a:t>웨딩 사진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FD2DE"/>
          </a:solidFill>
          <a:ln w="19050">
            <a:solidFill>
              <a:srgbClr val="B8517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42F4C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FD2DE"/>
          </a:solidFill>
          <a:ln w="19050">
            <a:solidFill>
              <a:srgbClr val="B8517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42F4C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FD2DE"/>
          </a:solidFill>
          <a:ln w="19050">
            <a:solidFill>
              <a:srgbClr val="B8517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42F4C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FD2DE"/>
          </a:solidFill>
          <a:ln w="19050">
            <a:solidFill>
              <a:srgbClr val="B8517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42F4C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FD2DE"/>
          </a:solidFill>
          <a:ln w="19050">
            <a:solidFill>
              <a:srgbClr val="B8517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42F4C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FD2DE"/>
          </a:solidFill>
          <a:ln w="19050">
            <a:solidFill>
              <a:srgbClr val="B8517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42F4C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742F4C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42F4C"/>
                </a:solidFill>
              </a:rPr>
              <a:t>잘 살겠습니다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소개 중심)">
  <a:themeElements>
    <a:clrScheme name="Office">
      <a:dk1>
        <a:sysClr val="windowText" lastClr="000000"/>
      </a:dk1>
      <a:lt1>
        <a:sysClr val="window" lastClr="FFFFFF"/>
      </a:lt1>
      <a:dk2>
        <a:srgbClr val="742F4C"/>
      </a:dk2>
      <a:lt2>
        <a:srgbClr val="F9F1F4"/>
      </a:lt2>
      <a:accent1>
        <a:srgbClr val="B8517C"/>
      </a:accent1>
      <a:accent2>
        <a:srgbClr val="3B9142"/>
      </a:accent2>
      <a:accent3>
        <a:srgbClr val="742F4C"/>
      </a:accent3>
      <a:accent4>
        <a:srgbClr val="EFD2DE"/>
      </a:accent4>
      <a:accent5>
        <a:srgbClr val="7A715F"/>
      </a:accent5>
      <a:accent6>
        <a:srgbClr val="AC8294"/>
      </a:accent6>
      <a:hlink>
        <a:srgbClr val="B8517C"/>
      </a:hlink>
      <a:folHlink>
        <a:srgbClr val="742F4C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슬라이드(소개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