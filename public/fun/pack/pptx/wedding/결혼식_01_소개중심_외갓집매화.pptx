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C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서로 다른 두 사람이 한 집에서 살기로 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두 사람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5254599" cy="82296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닮은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287871" y="1792224"/>
            <a:ext cx="5254599" cy="82296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서로에게 하고 싶은 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5254599" cy="82296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신랑이 신부에게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287871" y="1792224"/>
            <a:ext cx="5254599" cy="82296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C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492735"/>
      </a:dk2>
      <a:lt2>
        <a:srgbClr val="FDEAF2"/>
      </a:lt2>
      <a:accent1>
        <a:srgbClr val="ED97BB"/>
      </a:accent1>
      <a:accent2>
        <a:srgbClr val="F3BCBA"/>
      </a:accent2>
      <a:accent3>
        <a:srgbClr val="492735"/>
      </a:accent3>
      <a:accent4>
        <a:srgbClr val="FAD1E2"/>
      </a:accent4>
      <a:accent5>
        <a:srgbClr val="F0AABA"/>
      </a:accent5>
      <a:accent6>
        <a:srgbClr val="927D86"/>
      </a:accent6>
      <a:hlink>
        <a:srgbClr val="ED97BB"/>
      </a:hlink>
      <a:folHlink>
        <a:srgbClr val="4927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