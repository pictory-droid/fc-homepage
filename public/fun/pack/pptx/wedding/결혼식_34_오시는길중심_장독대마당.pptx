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B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C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단체 버스는 따로 마련했습니다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B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C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2C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B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오시는 길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6035040" cy="4572000"/>
          </a:xfrm>
          <a:prstGeom prst="roundRect">
            <a:avLst>
              <a:gd name="adj" fmla="val 6000"/>
            </a:avLst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약도 · 지도를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7040880" y="178308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C27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C27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C27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BEEE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C27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6D9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9D5"/>
                      </a:solidFill>
                      <a:prstDash val="solid"/>
                    </a:lnL>
                    <a:lnR w="9525" cap="flat" cmpd="sng" algn="ctr">
                      <a:solidFill>
                        <a:srgbClr val="F6D9D5"/>
                      </a:solidFill>
                      <a:prstDash val="solid"/>
                    </a:lnR>
                    <a:lnT w="9525" cap="flat" cmpd="sng" algn="ctr">
                      <a:solidFill>
                        <a:srgbClr val="F6D9D5"/>
                      </a:solidFill>
                      <a:prstDash val="solid"/>
                    </a:lnT>
                    <a:lnB w="9525" cap="flat" cmpd="sng" algn="ctr">
                      <a:solidFill>
                        <a:srgbClr val="F6D9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B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교통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E1C4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지하철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4353458" y="1892807"/>
            <a:ext cx="54864" cy="435254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E1C4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버스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783080"/>
            <a:ext cx="3484778" cy="45720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8066836" y="1892807"/>
            <a:ext cx="54864" cy="4352544"/>
          </a:xfrm>
          <a:prstGeom prst="rect">
            <a:avLst/>
          </a:prstGeom>
          <a:solidFill>
            <a:srgbClr val="D88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E1C4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C27"/>
                </a:solidFill>
              </a:rPr>
              <a:t>자가용 · 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324612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9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B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su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D9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EE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960120"/>
            <a:ext cx="3657508" cy="4526280"/>
          </a:xfrm>
          <a:prstGeom prst="roundRect">
            <a:avLst>
              <a:gd name="adj" fmla="val 4000"/>
            </a:avLst>
          </a:prstGeom>
          <a:solidFill>
            <a:srgbClr val="EBB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C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975335" y="1234439"/>
            <a:ext cx="3657508" cy="4526280"/>
          </a:xfrm>
          <a:prstGeom prst="roundRect">
            <a:avLst>
              <a:gd name="adj" fmla="val 4000"/>
            </a:avLst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492C27"/>
      </a:dk2>
      <a:lt2>
        <a:srgbClr val="FBEEEC"/>
      </a:lt2>
      <a:accent1>
        <a:srgbClr val="D88579"/>
      </a:accent1>
      <a:accent2>
        <a:srgbClr val="E1C498"/>
      </a:accent2>
      <a:accent3>
        <a:srgbClr val="492C27"/>
      </a:accent3>
      <a:accent4>
        <a:srgbClr val="F6D9D5"/>
      </a:accent4>
      <a:accent5>
        <a:srgbClr val="DCA488"/>
      </a:accent5>
      <a:accent6>
        <a:srgbClr val="92807D"/>
      </a:accent6>
      <a:hlink>
        <a:srgbClr val="D88579"/>
      </a:hlink>
      <a:folHlink>
        <a:srgbClr val="492C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