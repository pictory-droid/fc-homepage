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10241023" cy="1828800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9509522" cy="64008"/>
          </a:xfrm>
          <a:prstGeom prst="rect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329659" y="672084"/>
            <a:ext cx="2798064" cy="699516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9329659" y="1278331"/>
            <a:ext cx="2798064" cy="699516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9329659" y="1884578"/>
            <a:ext cx="2798064" cy="699516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01" y="2167128"/>
            <a:ext cx="8778020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두 사람이 하나 되는 날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731501" y="416052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등대처럼 서로의 길을 밝히겠습니다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731501" y="502920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2026.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신랑 · 신부 소개</a:t>
            </a:r>
          </a:p>
        </p:txBody>
      </p:sp>
      <p:sp>
        <p:nvSpPr>
          <p:cNvPr id="7" name="사진 자리"/>
          <p:cNvSpPr/>
          <p:nvPr/>
        </p:nvSpPr>
        <p:spPr>
          <a:xfrm>
            <a:off x="1950643" y="1645920"/>
            <a:ext cx="2377440" cy="2377440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신랑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863611" y="1645920"/>
            <a:ext cx="2377440" cy="2377440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신부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식순 안내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64592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하객 안내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주차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식사 안내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기념 촬영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웨딩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10241023" cy="1828800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9509522" cy="64008"/>
          </a:xfrm>
          <a:prstGeom prst="rect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329659" y="672084"/>
            <a:ext cx="2798064" cy="699516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9329659" y="1278331"/>
            <a:ext cx="2798064" cy="699516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9329659" y="1884578"/>
            <a:ext cx="2798064" cy="699516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01" y="2167128"/>
            <a:ext cx="8778020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</a:rPr>
              <a:t>함께해 주셔서 감사합니다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731501" y="416052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오늘의 축복을 오래도록 간직하겠습니다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731501" y="502920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