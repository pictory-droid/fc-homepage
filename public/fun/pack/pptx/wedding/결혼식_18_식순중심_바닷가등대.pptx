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485F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485F"/>
                </a:solidFill>
              </a:rPr>
              <a:t>주례 없이 직접 인사드립니다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69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신랑 · 신부 소개</a:t>
            </a:r>
          </a:p>
        </p:txBody>
      </p:sp>
      <p:sp>
        <p:nvSpPr>
          <p:cNvPr id="4" name="사진 자리"/>
          <p:cNvSpPr/>
          <p:nvPr/>
        </p:nvSpPr>
        <p:spPr>
          <a:xfrm>
            <a:off x="1950643" y="1645920"/>
            <a:ext cx="2377440" cy="2377440"/>
          </a:xfrm>
          <a:prstGeom prst="ellipse">
            <a:avLst/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485F"/>
                </a:solidFill>
              </a:rPr>
              <a:t>신랑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4572000"/>
            <a:ext cx="48156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863611" y="1645920"/>
            <a:ext cx="2377440" cy="2377440"/>
          </a:xfrm>
          <a:prstGeom prst="ellipse">
            <a:avLst/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411480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485F"/>
                </a:solidFill>
              </a:rPr>
              <a:t>신부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4487" y="4572000"/>
            <a:ext cx="48156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69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식순 안내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45920"/>
          <a:ext cx="1091153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339913"/>
                <a:gridCol w="355994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95C5"/>
                      </a:solidFill>
                      <a:prstDash val="solid"/>
                    </a:lnL>
                    <a:lnR w="9525" cap="flat" cmpd="sng" algn="ctr">
                      <a:solidFill>
                        <a:srgbClr val="2695C5"/>
                      </a:solidFill>
                      <a:prstDash val="solid"/>
                    </a:lnR>
                    <a:lnT w="9525" cap="flat" cmpd="sng" algn="ctr">
                      <a:solidFill>
                        <a:srgbClr val="2695C5"/>
                      </a:solidFill>
                      <a:prstDash val="solid"/>
                    </a:lnT>
                    <a:lnB w="9525" cap="flat" cmpd="sng" algn="ctr">
                      <a:solidFill>
                        <a:srgbClr val="2695C5"/>
                      </a:solidFill>
                      <a:prstDash val="solid"/>
                    </a:lnB>
                    <a:solidFill>
                      <a:srgbClr val="269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95C5"/>
                      </a:solidFill>
                      <a:prstDash val="solid"/>
                    </a:lnL>
                    <a:lnR w="9525" cap="flat" cmpd="sng" algn="ctr">
                      <a:solidFill>
                        <a:srgbClr val="2695C5"/>
                      </a:solidFill>
                      <a:prstDash val="solid"/>
                    </a:lnR>
                    <a:lnT w="9525" cap="flat" cmpd="sng" algn="ctr">
                      <a:solidFill>
                        <a:srgbClr val="2695C5"/>
                      </a:solidFill>
                      <a:prstDash val="solid"/>
                    </a:lnT>
                    <a:lnB w="9525" cap="flat" cmpd="sng" algn="ctr">
                      <a:solidFill>
                        <a:srgbClr val="2695C5"/>
                      </a:solidFill>
                      <a:prstDash val="solid"/>
                    </a:lnB>
                    <a:solidFill>
                      <a:srgbClr val="269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95C5"/>
                      </a:solidFill>
                      <a:prstDash val="solid"/>
                    </a:lnL>
                    <a:lnR w="9525" cap="flat" cmpd="sng" algn="ctr">
                      <a:solidFill>
                        <a:srgbClr val="2695C5"/>
                      </a:solidFill>
                      <a:prstDash val="solid"/>
                    </a:lnR>
                    <a:lnT w="9525" cap="flat" cmpd="sng" algn="ctr">
                      <a:solidFill>
                        <a:srgbClr val="2695C5"/>
                      </a:solidFill>
                      <a:prstDash val="solid"/>
                    </a:lnT>
                    <a:lnB w="9525" cap="flat" cmpd="sng" algn="ctr">
                      <a:solidFill>
                        <a:srgbClr val="2695C5"/>
                      </a:solidFill>
                      <a:prstDash val="solid"/>
                    </a:lnB>
                    <a:solidFill>
                      <a:srgbClr val="2695C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485F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485F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485F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485F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485F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69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하객 안내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45920"/>
            <a:ext cx="3484778" cy="4754880"/>
          </a:xfrm>
          <a:prstGeom prst="roundRect">
            <a:avLst>
              <a:gd name="adj" fmla="val 8000"/>
            </a:avLst>
          </a:prstGeom>
          <a:solidFill>
            <a:srgbClr val="EEF8FC"/>
          </a:solidFill>
          <a:ln w="15875">
            <a:solidFill>
              <a:srgbClr val="D1EE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269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485F"/>
                </a:solidFill>
              </a:rPr>
              <a:t>주차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3210458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45920"/>
            <a:ext cx="3484778" cy="4754880"/>
          </a:xfrm>
          <a:prstGeom prst="roundRect">
            <a:avLst>
              <a:gd name="adj" fmla="val 8000"/>
            </a:avLst>
          </a:prstGeom>
          <a:solidFill>
            <a:srgbClr val="EEF8FC"/>
          </a:solidFill>
          <a:ln w="15875">
            <a:solidFill>
              <a:srgbClr val="D1EE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269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485F"/>
                </a:solidFill>
              </a:rPr>
              <a:t>식사 안내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108960"/>
            <a:ext cx="3210458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45920"/>
            <a:ext cx="3484778" cy="4754880"/>
          </a:xfrm>
          <a:prstGeom prst="roundRect">
            <a:avLst>
              <a:gd name="adj" fmla="val 8000"/>
            </a:avLst>
          </a:prstGeom>
          <a:solidFill>
            <a:srgbClr val="EEF8FC"/>
          </a:solidFill>
          <a:ln w="15875">
            <a:solidFill>
              <a:srgbClr val="D1EE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269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485F"/>
                </a:solidFill>
              </a:rPr>
              <a:t>기념 촬영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108960"/>
            <a:ext cx="3210458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69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웨딩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38218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36356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solidFill>
              <a:srgbClr val="269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485F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1485F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485F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11485F"/>
      </a:dk2>
      <a:lt2>
        <a:srgbClr val="EEF8FC"/>
      </a:lt2>
      <a:accent1>
        <a:srgbClr val="2695C5"/>
      </a:accent1>
      <a:accent2>
        <a:srgbClr val="209DB6"/>
      </a:accent2>
      <a:accent3>
        <a:srgbClr val="11485F"/>
      </a:accent3>
      <a:accent4>
        <a:srgbClr val="D1EEFA"/>
      </a:accent4>
      <a:accent5>
        <a:srgbClr val="2399BE"/>
      </a:accent5>
      <a:accent6>
        <a:srgbClr val="70919F"/>
      </a:accent6>
      <a:hlink>
        <a:srgbClr val="2695C5"/>
      </a:hlink>
      <a:folHlink>
        <a:srgbClr val="11485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