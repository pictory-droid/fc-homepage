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394A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94A"/>
                </a:solidFill>
              </a:rPr>
              <a:t>주례 없이 직접 인사드립니다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950643" y="1645920"/>
            <a:ext cx="2377440" cy="2377440"/>
          </a:xfrm>
          <a:prstGeom prst="ellipse">
            <a:avLst/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94A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72000"/>
            <a:ext cx="48156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63611" y="1645920"/>
            <a:ext cx="2377440" cy="2377440"/>
          </a:xfrm>
          <a:prstGeom prst="ellipse">
            <a:avLst/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11480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94A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572000"/>
            <a:ext cx="48156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식순 안내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5799D"/>
                      </a:solidFill>
                      <a:prstDash val="solid"/>
                    </a:lnL>
                    <a:lnR w="9525" cap="flat" cmpd="sng" algn="ctr">
                      <a:solidFill>
                        <a:srgbClr val="25799D"/>
                      </a:solidFill>
                      <a:prstDash val="solid"/>
                    </a:lnR>
                    <a:lnT w="9525" cap="flat" cmpd="sng" algn="ctr">
                      <a:solidFill>
                        <a:srgbClr val="25799D"/>
                      </a:solidFill>
                      <a:prstDash val="solid"/>
                    </a:lnT>
                    <a:lnB w="9525" cap="flat" cmpd="sng" algn="ctr">
                      <a:solidFill>
                        <a:srgbClr val="25799D"/>
                      </a:solidFill>
                      <a:prstDash val="solid"/>
                    </a:lnB>
                    <a:solidFill>
                      <a:srgbClr val="25799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하객 안내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3484778" cy="475488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5875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주차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3210458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45920"/>
            <a:ext cx="3484778" cy="475488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5875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식사 안내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108960"/>
            <a:ext cx="3210458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45920"/>
            <a:ext cx="3484778" cy="475488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5875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기념 촬영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108960"/>
            <a:ext cx="3210458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394A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94A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11394A"/>
      </a:dk2>
      <a:lt2>
        <a:srgbClr val="EEF7FB"/>
      </a:lt2>
      <a:accent1>
        <a:srgbClr val="25799D"/>
      </a:accent1>
      <a:accent2>
        <a:srgbClr val="913B4C"/>
      </a:accent2>
      <a:accent3>
        <a:srgbClr val="11394A"/>
      </a:accent3>
      <a:accent4>
        <a:srgbClr val="CCE9F5"/>
      </a:accent4>
      <a:accent5>
        <a:srgbClr val="5B5A74"/>
      </a:accent5>
      <a:accent6>
        <a:srgbClr val="708892"/>
      </a:accent6>
      <a:hlink>
        <a:srgbClr val="25799D"/>
      </a:hlink>
      <a:folHlink>
        <a:srgbClr val="11394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