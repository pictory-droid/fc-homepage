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7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A5DCF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3F49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4358505" y="4251960"/>
            <a:ext cx="1005840" cy="1005840"/>
          </a:xfrm>
          <a:prstGeom prst="ellipse">
            <a:avLst/>
          </a:prstGeom>
          <a:solidFill>
            <a:srgbClr val="A5DC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6231F"/>
                </a:solidFill>
              </a:rPr>
              <a:t>저희 결혼합니다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주례 없이 직접 인사드립니다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날짜 입력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87782"/>
          </a:xfrm>
          <a:prstGeom prst="wave">
            <a:avLst/>
          </a:prstGeom>
          <a:solidFill>
            <a:srgbClr val="7BC9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신랑 · 신부 소개</a:t>
            </a:r>
          </a:p>
        </p:txBody>
      </p:sp>
      <p:sp>
        <p:nvSpPr>
          <p:cNvPr id="6" name="사진 자리"/>
          <p:cNvSpPr/>
          <p:nvPr/>
        </p:nvSpPr>
        <p:spPr>
          <a:xfrm>
            <a:off x="1996363" y="1600200"/>
            <a:ext cx="2286000" cy="2286000"/>
          </a:xfrm>
          <a:prstGeom prst="ellipse">
            <a:avLst/>
          </a:prstGeom>
          <a:solidFill>
            <a:srgbClr val="D1EE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3F49"/>
                </a:solidFill>
              </a:rPr>
              <a:t>신랑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43484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9" name="사진 자리"/>
          <p:cNvSpPr/>
          <p:nvPr/>
        </p:nvSpPr>
        <p:spPr>
          <a:xfrm>
            <a:off x="7909331" y="1600200"/>
            <a:ext cx="2286000" cy="2286000"/>
          </a:xfrm>
          <a:prstGeom prst="ellipse">
            <a:avLst/>
          </a:prstGeom>
          <a:solidFill>
            <a:srgbClr val="D1EE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39776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3F49"/>
                </a:solidFill>
              </a:rPr>
              <a:t>신부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4487" y="443484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87782"/>
          </a:xfrm>
          <a:prstGeom prst="wave">
            <a:avLst/>
          </a:prstGeom>
          <a:solidFill>
            <a:srgbClr val="7BC9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식순 안내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600200"/>
          <a:ext cx="10911535" cy="3950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5339913"/>
                <a:gridCol w="3559942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시간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C9EA"/>
                      </a:solidFill>
                      <a:prstDash val="solid"/>
                    </a:lnL>
                    <a:lnR w="9525" cap="flat" cmpd="sng" algn="ctr">
                      <a:solidFill>
                        <a:srgbClr val="7BC9EA"/>
                      </a:solidFill>
                      <a:prstDash val="solid"/>
                    </a:lnR>
                    <a:lnT w="9525" cap="flat" cmpd="sng" algn="ctr">
                      <a:solidFill>
                        <a:srgbClr val="7BC9EA"/>
                      </a:solidFill>
                      <a:prstDash val="solid"/>
                    </a:lnT>
                    <a:lnB w="9525" cap="flat" cmpd="sng" algn="ctr">
                      <a:solidFill>
                        <a:srgbClr val="7BC9EA"/>
                      </a:solidFill>
                      <a:prstDash val="solid"/>
                    </a:lnB>
                    <a:solidFill>
                      <a:srgbClr val="7BC9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순서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C9EA"/>
                      </a:solidFill>
                      <a:prstDash val="solid"/>
                    </a:lnL>
                    <a:lnR w="9525" cap="flat" cmpd="sng" algn="ctr">
                      <a:solidFill>
                        <a:srgbClr val="7BC9EA"/>
                      </a:solidFill>
                      <a:prstDash val="solid"/>
                    </a:lnR>
                    <a:lnT w="9525" cap="flat" cmpd="sng" algn="ctr">
                      <a:solidFill>
                        <a:srgbClr val="7BC9EA"/>
                      </a:solidFill>
                      <a:prstDash val="solid"/>
                    </a:lnT>
                    <a:lnB w="9525" cap="flat" cmpd="sng" algn="ctr">
                      <a:solidFill>
                        <a:srgbClr val="7BC9EA"/>
                      </a:solidFill>
                      <a:prstDash val="solid"/>
                    </a:lnB>
                    <a:solidFill>
                      <a:srgbClr val="7BC9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담당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C9EA"/>
                      </a:solidFill>
                      <a:prstDash val="solid"/>
                    </a:lnL>
                    <a:lnR w="9525" cap="flat" cmpd="sng" algn="ctr">
                      <a:solidFill>
                        <a:srgbClr val="7BC9EA"/>
                      </a:solidFill>
                      <a:prstDash val="solid"/>
                    </a:lnR>
                    <a:lnT w="9525" cap="flat" cmpd="sng" algn="ctr">
                      <a:solidFill>
                        <a:srgbClr val="7BC9EA"/>
                      </a:solidFill>
                      <a:prstDash val="solid"/>
                    </a:lnT>
                    <a:lnB w="9525" cap="flat" cmpd="sng" algn="ctr">
                      <a:solidFill>
                        <a:srgbClr val="7BC9EA"/>
                      </a:solidFill>
                      <a:prstDash val="solid"/>
                    </a:lnB>
                    <a:solidFill>
                      <a:srgbClr val="7BC9E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F49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D1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하객 맞이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F49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D1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신랑 · 신부 입장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F49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D1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혼인 서약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F49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D1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축가 · 감사 인사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F49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D1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기념 촬영 · 식사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87782"/>
          </a:xfrm>
          <a:prstGeom prst="wave">
            <a:avLst/>
          </a:prstGeom>
          <a:solidFill>
            <a:srgbClr val="7BC9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하객 안내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600200"/>
            <a:ext cx="3484778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1EE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쪽 띠"/>
          <p:cNvSpPr/>
          <p:nvPr/>
        </p:nvSpPr>
        <p:spPr>
          <a:xfrm>
            <a:off x="649224" y="1609344"/>
            <a:ext cx="3466490" cy="82296"/>
          </a:xfrm>
          <a:prstGeom prst="rect">
            <a:avLst/>
          </a:prstGeom>
          <a:solidFill>
            <a:srgbClr val="7BC9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7BC9E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F49"/>
                </a:solidFill>
              </a:rPr>
              <a:t>주차 안내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1600200"/>
            <a:ext cx="3484778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1EE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위쪽 띠"/>
          <p:cNvSpPr/>
          <p:nvPr/>
        </p:nvSpPr>
        <p:spPr>
          <a:xfrm>
            <a:off x="4362602" y="1609344"/>
            <a:ext cx="3466490" cy="82296"/>
          </a:xfrm>
          <a:prstGeom prst="rect">
            <a:avLst/>
          </a:prstGeom>
          <a:solidFill>
            <a:srgbClr val="7BC9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4536338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7BC9E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F49"/>
                </a:solidFill>
              </a:rPr>
              <a:t>식사 안내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306324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  <p:sp>
        <p:nvSpPr>
          <p:cNvPr id="16" name="카드 3"/>
          <p:cNvSpPr/>
          <p:nvPr/>
        </p:nvSpPr>
        <p:spPr>
          <a:xfrm>
            <a:off x="8066836" y="1600200"/>
            <a:ext cx="3484778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1EE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위쪽 띠"/>
          <p:cNvSpPr/>
          <p:nvPr/>
        </p:nvSpPr>
        <p:spPr>
          <a:xfrm>
            <a:off x="8075980" y="1609344"/>
            <a:ext cx="3466490" cy="82296"/>
          </a:xfrm>
          <a:prstGeom prst="rect">
            <a:avLst/>
          </a:prstGeom>
          <a:solidFill>
            <a:srgbClr val="7BC9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8249716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7BC9E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F49"/>
                </a:solidFill>
              </a:rPr>
              <a:t>기념 촬영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3996" y="306324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87782"/>
          </a:xfrm>
          <a:prstGeom prst="wave">
            <a:avLst/>
          </a:prstGeom>
          <a:solidFill>
            <a:srgbClr val="7BC9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웨딩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600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EE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600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EE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600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EE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3977639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EE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3977639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EE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3977639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EE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7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A5DCF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3F49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4358505" y="4251960"/>
            <a:ext cx="1005840" cy="1005840"/>
          </a:xfrm>
          <a:prstGeom prst="ellipse">
            <a:avLst/>
          </a:prstGeom>
          <a:solidFill>
            <a:srgbClr val="A5DC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잘 살겠습니다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식순 중심)">
  <a:themeElements>
    <a:clrScheme name="Office">
      <a:dk1>
        <a:sysClr val="windowText" lastClr="000000"/>
      </a:dk1>
      <a:lt1>
        <a:sysClr val="window" lastClr="FFFFFF"/>
      </a:lt1>
      <a:dk2>
        <a:srgbClr val="273F49"/>
      </a:dk2>
      <a:lt2>
        <a:srgbClr val="EAF7FD"/>
      </a:lt2>
      <a:accent1>
        <a:srgbClr val="7BC9EA"/>
      </a:accent1>
      <a:accent2>
        <a:srgbClr val="9FB1EF"/>
      </a:accent2>
      <a:accent3>
        <a:srgbClr val="273F49"/>
      </a:accent3>
      <a:accent4>
        <a:srgbClr val="D1EEFA"/>
      </a:accent4>
      <a:accent5>
        <a:srgbClr val="8DBDEC"/>
      </a:accent5>
      <a:accent6>
        <a:srgbClr val="7D8C92"/>
      </a:accent6>
      <a:hlink>
        <a:srgbClr val="7BC9EA"/>
      </a:hlink>
      <a:folHlink>
        <a:srgbClr val="273F4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슬라이드(식순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