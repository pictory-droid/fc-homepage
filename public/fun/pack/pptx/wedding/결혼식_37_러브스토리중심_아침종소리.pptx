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B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C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함께 보낸 시간을 사진으로 모았습니다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5D9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7985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85D8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7985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85D8"/>
                </a:solidFill>
              </a:rPr>
              <a:t>첫 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설레던 하루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무엇을 했나요?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7985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85D8"/>
                </a:solidFill>
              </a:rPr>
              <a:t>프러포즈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평생을 약속하다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이야기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7985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85D8"/>
                </a:solidFill>
              </a:rPr>
              <a:t>결혼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첫 번째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9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2538145" cy="82296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B1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첫 여행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어디였나요?</a:t>
            </a:r>
          </a:p>
        </p:txBody>
      </p:sp>
      <p:sp>
        <p:nvSpPr>
          <p:cNvPr id="11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9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3434257" y="1792224"/>
            <a:ext cx="2538145" cy="82296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solidFill>
            <a:srgbClr val="B1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첫 선물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  <p:sp>
        <p:nvSpPr>
          <p:cNvPr id="16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9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219291" y="1792224"/>
            <a:ext cx="2538145" cy="82296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solidFill>
            <a:srgbClr val="B1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첫 다툼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어떻게 풀었나요?</a:t>
            </a:r>
          </a:p>
        </p:txBody>
      </p:sp>
      <p:sp>
        <p:nvSpPr>
          <p:cNvPr id="21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D9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위쪽 띠"/>
          <p:cNvSpPr/>
          <p:nvPr/>
        </p:nvSpPr>
        <p:spPr>
          <a:xfrm>
            <a:off x="9004325" y="1792224"/>
            <a:ext cx="2538145" cy="82296"/>
          </a:xfrm>
          <a:prstGeom prst="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solidFill>
            <a:srgbClr val="B1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첫 약속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B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C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272C49"/>
      </a:dk2>
      <a:lt2>
        <a:srgbClr val="ECEEFB"/>
      </a:lt2>
      <a:accent1>
        <a:srgbClr val="7985D8"/>
      </a:accent1>
      <a:accent2>
        <a:srgbClr val="B198E1"/>
      </a:accent2>
      <a:accent3>
        <a:srgbClr val="272C49"/>
      </a:accent3>
      <a:accent4>
        <a:srgbClr val="D5D9F6"/>
      </a:accent4>
      <a:accent5>
        <a:srgbClr val="958EDC"/>
      </a:accent5>
      <a:accent6>
        <a:srgbClr val="7D8092"/>
      </a:accent6>
      <a:hlink>
        <a:srgbClr val="7985D8"/>
      </a:hlink>
      <a:folHlink>
        <a:srgbClr val="272C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