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294D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처음 오시는 분은 안내 표지를 따라오세요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오시는 길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6035040" cy="480060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9294D"/>
                </a:solidFill>
              </a:rPr>
              <a:t>약도 · 지도를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0" y="1600200"/>
          <a:ext cx="423641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86481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교통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지하철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자가용 · 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9294D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19294D"/>
      </a:dk2>
      <a:lt2>
        <a:srgbClr val="F0F3FA"/>
      </a:lt2>
      <a:accent1>
        <a:srgbClr val="335299"/>
      </a:accent1>
      <a:accent2>
        <a:srgbClr val="914C3B"/>
      </a:accent2>
      <a:accent3>
        <a:srgbClr val="19294D"/>
      </a:accent3>
      <a:accent4>
        <a:srgbClr val="D0DAF1"/>
      </a:accent4>
      <a:accent5>
        <a:srgbClr val="624F6A"/>
      </a:accent5>
      <a:accent6>
        <a:srgbClr val="757F94"/>
      </a:accent6>
      <a:hlink>
        <a:srgbClr val="335299"/>
      </a:hlink>
      <a:folHlink>
        <a:srgbClr val="19294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