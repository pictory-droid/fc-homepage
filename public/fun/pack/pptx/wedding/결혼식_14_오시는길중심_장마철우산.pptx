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285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285F"/>
                </a:solidFill>
              </a:rPr>
              <a:t>처음 오시는 분은 안내 표지를 따라오세요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44953" y="1600200"/>
            <a:ext cx="2400300" cy="2400300"/>
          </a:xfrm>
          <a:prstGeom prst="ellipse">
            <a:avLst/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285F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20761" y="1600200"/>
            <a:ext cx="2400300" cy="2400300"/>
          </a:xfrm>
          <a:prstGeom prst="ellipse">
            <a:avLst/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0207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285F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285F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315200" y="1600200"/>
          <a:ext cx="423641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86481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285F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D1D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EEF2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285F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D1D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285F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D1D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EEF2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285F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D1D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DFA"/>
                      </a:solidFill>
                      <a:prstDash val="solid"/>
                    </a:lnL>
                    <a:lnR w="9525" cap="flat" cmpd="sng" algn="ctr">
                      <a:solidFill>
                        <a:srgbClr val="D1DDFA"/>
                      </a:solidFill>
                      <a:prstDash val="solid"/>
                    </a:lnR>
                    <a:lnT w="9525" cap="flat" cmpd="sng" algn="ctr">
                      <a:solidFill>
                        <a:srgbClr val="D1DDFA"/>
                      </a:solidFill>
                      <a:prstDash val="solid"/>
                    </a:lnT>
                    <a:lnB w="9525" cap="flat" cmpd="sng" algn="ctr">
                      <a:solidFill>
                        <a:srgbClr val="D1DD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5875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5875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 w="15875">
            <a:solidFill>
              <a:srgbClr val="D1DD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265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85F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D1DDFA"/>
          </a:solidFill>
          <a:ln w="19050">
            <a:solidFill>
              <a:srgbClr val="265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28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28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285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11285F"/>
      </a:dk2>
      <a:lt2>
        <a:srgbClr val="EEF2FC"/>
      </a:lt2>
      <a:accent1>
        <a:srgbClr val="2655C5"/>
      </a:accent1>
      <a:accent2>
        <a:srgbClr val="209DB6"/>
      </a:accent2>
      <a:accent3>
        <a:srgbClr val="11285F"/>
      </a:accent3>
      <a:accent4>
        <a:srgbClr val="D1DDFA"/>
      </a:accent4>
      <a:accent5>
        <a:srgbClr val="2379BE"/>
      </a:accent5>
      <a:accent6>
        <a:srgbClr val="707E9F"/>
      </a:accent6>
      <a:hlink>
        <a:srgbClr val="2655C5"/>
      </a:hlink>
      <a:folHlink>
        <a:srgbClr val="112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