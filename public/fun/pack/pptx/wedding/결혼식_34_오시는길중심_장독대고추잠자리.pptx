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D2019"/>
                </a:solidFill>
              </a:rPr>
              <a:t>두 사람이 하나 되는 날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높은 가을 하늘 아래 새 출발을 합니다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D2019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오시는 길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D2019"/>
                </a:solidFill>
              </a:rPr>
              <a:t>약도 · 지도를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AF1F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D2019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1D4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4D0"/>
                      </a:solidFill>
                      <a:prstDash val="solid"/>
                    </a:lnL>
                    <a:lnR w="9525" cap="flat" cmpd="sng" algn="ctr">
                      <a:solidFill>
                        <a:srgbClr val="F1D4D0"/>
                      </a:solidFill>
                      <a:prstDash val="solid"/>
                    </a:lnR>
                    <a:lnT w="9525" cap="flat" cmpd="sng" algn="ctr">
                      <a:solidFill>
                        <a:srgbClr val="F1D4D0"/>
                      </a:solidFill>
                      <a:prstDash val="solid"/>
                    </a:lnT>
                    <a:lnB w="9525" cap="flat" cmpd="sng" algn="ctr">
                      <a:solidFill>
                        <a:srgbClr val="F1D4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교통 안내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지하철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AF1F0"/>
          </a:solidFill>
          <a:ln w="15875">
            <a:solidFill>
              <a:srgbClr val="F1D4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9413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D2019"/>
                </a:solidFill>
              </a:rPr>
              <a:t>자가용 · 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412842">
            <a:off x="11150165" y="1206116"/>
            <a:ext cx="239100" cy="239100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690837">
            <a:off x="11745074" y="617655"/>
            <a:ext cx="141271" cy="141271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193618">
            <a:off x="11121371" y="189998"/>
            <a:ext cx="214744" cy="214744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996890">
            <a:off x="11727642" y="819953"/>
            <a:ext cx="194427" cy="19442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031246">
            <a:off x="11438815" y="247766"/>
            <a:ext cx="179754" cy="17975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29189">
            <a:off x="11476246" y="893222"/>
            <a:ext cx="316510" cy="3165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D2019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1D4D0"/>
          </a:solidFill>
          <a:ln w="19050">
            <a:solidFill>
              <a:srgbClr val="99413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D201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12842">
            <a:off x="9769615" y="5970263"/>
            <a:ext cx="652092" cy="652092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90837">
            <a:off x="11392094" y="4365368"/>
            <a:ext cx="385284" cy="385284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193618">
            <a:off x="9691086" y="3199032"/>
            <a:ext cx="585667" cy="585667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996890">
            <a:off x="11344552" y="4917092"/>
            <a:ext cx="530257" cy="530257"/>
          </a:xfrm>
          <a:prstGeom prst="star5">
            <a:avLst/>
          </a:prstGeom>
          <a:solidFill>
            <a:srgbClr val="9941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031246">
            <a:off x="10556842" y="3356582"/>
            <a:ext cx="490238" cy="490238"/>
          </a:xfrm>
          <a:prstGeom prst="star5">
            <a:avLst/>
          </a:prstGeom>
          <a:solidFill>
            <a:srgbClr val="F1D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21529189">
            <a:off x="10658927" y="5116916"/>
            <a:ext cx="863210" cy="863210"/>
          </a:xfrm>
          <a:prstGeom prst="star5">
            <a:avLst/>
          </a:prstGeom>
          <a:solidFill>
            <a:srgbClr val="3B9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D2019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D2019"/>
                </a:solidFill>
              </a:rPr>
              <a:t>오늘의 축복을 오래도록 간직하겠습니다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4D2019"/>
      </a:dk2>
      <a:lt2>
        <a:srgbClr val="FAF1F0"/>
      </a:lt2>
      <a:accent1>
        <a:srgbClr val="994133"/>
      </a:accent1>
      <a:accent2>
        <a:srgbClr val="3B9171"/>
      </a:accent2>
      <a:accent3>
        <a:srgbClr val="4D2019"/>
      </a:accent3>
      <a:accent4>
        <a:srgbClr val="F1D4D0"/>
      </a:accent4>
      <a:accent5>
        <a:srgbClr val="6A6952"/>
      </a:accent5>
      <a:accent6>
        <a:srgbClr val="947975"/>
      </a:accent6>
      <a:hlink>
        <a:srgbClr val="994133"/>
      </a:hlink>
      <a:folHlink>
        <a:srgbClr val="4D201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