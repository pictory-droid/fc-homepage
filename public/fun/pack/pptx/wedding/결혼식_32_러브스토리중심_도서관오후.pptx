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955715">
            <a:off x="10490581" y="58104"/>
            <a:ext cx="625295" cy="62529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731227">
            <a:off x="9548851" y="784861"/>
            <a:ext cx="445188" cy="445188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428051">
            <a:off x="11593532" y="1251537"/>
            <a:ext cx="504151" cy="504151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278407">
            <a:off x="10912915" y="1555855"/>
            <a:ext cx="778010" cy="778010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36806">
            <a:off x="9367197" y="1039358"/>
            <a:ext cx="408304" cy="408304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8463">
            <a:off x="10723401" y="2189665"/>
            <a:ext cx="673043" cy="673043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두 사람이 하나 되는 날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7261A"/>
                </a:solidFill>
              </a:rPr>
              <a:t>도서관에서 처음 만난 인연이 이어집니다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신랑 · 신부 소개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1950643" y="1645920"/>
            <a:ext cx="2377440" cy="2377440"/>
          </a:xfrm>
          <a:prstGeom prst="ellipse">
            <a:avLst/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7261A"/>
                </a:solidFill>
              </a:rPr>
              <a:t>신랑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572000"/>
            <a:ext cx="48156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863611" y="1645920"/>
            <a:ext cx="2377440" cy="2377440"/>
          </a:xfrm>
          <a:prstGeom prst="ellipse">
            <a:avLst/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411480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7261A"/>
                </a:solidFill>
              </a:rPr>
              <a:t>신부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487" y="4572000"/>
            <a:ext cx="48156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우리의 이야기</a:t>
            </a:r>
          </a:p>
        </p:txBody>
      </p:sp>
      <p:sp>
        <p:nvSpPr>
          <p:cNvPr id="10" name="타임라인 선"/>
          <p:cNvSpPr/>
          <p:nvPr/>
        </p:nvSpPr>
        <p:spPr>
          <a:xfrm>
            <a:off x="640080" y="3383280"/>
            <a:ext cx="10911535" cy="54864"/>
          </a:xfrm>
          <a:prstGeom prst="rect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때 1"/>
          <p:cNvSpPr/>
          <p:nvPr/>
        </p:nvSpPr>
        <p:spPr>
          <a:xfrm>
            <a:off x="1802853" y="3200400"/>
            <a:ext cx="402336" cy="402336"/>
          </a:xfrm>
          <a:prstGeom prst="ellipse">
            <a:avLst/>
          </a:prstGeom>
          <a:solidFill>
            <a:srgbClr val="76503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65037"/>
                </a:solidFill>
              </a:rPr>
              <a:t>처음 만난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첫 만남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어떻게?</a:t>
            </a:r>
          </a:p>
        </p:txBody>
      </p:sp>
      <p:sp>
        <p:nvSpPr>
          <p:cNvPr id="15" name="때 2"/>
          <p:cNvSpPr/>
          <p:nvPr/>
        </p:nvSpPr>
        <p:spPr>
          <a:xfrm>
            <a:off x="4530737" y="3200400"/>
            <a:ext cx="402336" cy="402336"/>
          </a:xfrm>
          <a:prstGeom prst="ellipse">
            <a:avLst/>
          </a:prstGeom>
          <a:solidFill>
            <a:srgbClr val="76503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3683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65037"/>
                </a:solidFill>
              </a:rPr>
              <a:t>첫 데이트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9403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설레던 하루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9403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무엇을 했나요?</a:t>
            </a:r>
          </a:p>
        </p:txBody>
      </p:sp>
      <p:sp>
        <p:nvSpPr>
          <p:cNvPr id="19" name="때 3"/>
          <p:cNvSpPr/>
          <p:nvPr/>
        </p:nvSpPr>
        <p:spPr>
          <a:xfrm>
            <a:off x="7258621" y="3200400"/>
            <a:ext cx="402336" cy="402336"/>
          </a:xfrm>
          <a:prstGeom prst="ellipse">
            <a:avLst/>
          </a:prstGeom>
          <a:solidFill>
            <a:srgbClr val="76503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1567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65037"/>
                </a:solidFill>
              </a:rPr>
              <a:t>프러포즈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평생을 약속하다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이야기</a:t>
            </a:r>
          </a:p>
        </p:txBody>
      </p:sp>
      <p:sp>
        <p:nvSpPr>
          <p:cNvPr id="23" name="때 4"/>
          <p:cNvSpPr/>
          <p:nvPr/>
        </p:nvSpPr>
        <p:spPr>
          <a:xfrm>
            <a:off x="9986505" y="3200400"/>
            <a:ext cx="402336" cy="402336"/>
          </a:xfrm>
          <a:prstGeom prst="ellipse">
            <a:avLst/>
          </a:prstGeom>
          <a:solidFill>
            <a:srgbClr val="76503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451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65037"/>
                </a:solidFill>
              </a:rPr>
              <a:t>결혼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171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오늘의 우리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171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우리의 첫 번째</a:t>
            </a:r>
          </a:p>
        </p:txBody>
      </p:sp>
      <p:sp>
        <p:nvSpPr>
          <p:cNvPr id="10" name="카드 1"/>
          <p:cNvSpPr/>
          <p:nvPr/>
        </p:nvSpPr>
        <p:spPr>
          <a:xfrm>
            <a:off x="640080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첫 여행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어디였나요?</a:t>
            </a:r>
          </a:p>
        </p:txBody>
      </p:sp>
      <p:sp>
        <p:nvSpPr>
          <p:cNvPr id="14" name="카드 2"/>
          <p:cNvSpPr/>
          <p:nvPr/>
        </p:nvSpPr>
        <p:spPr>
          <a:xfrm>
            <a:off x="3425113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3607993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2273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첫 선물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2273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  <p:sp>
        <p:nvSpPr>
          <p:cNvPr id="18" name="카드 3"/>
          <p:cNvSpPr/>
          <p:nvPr/>
        </p:nvSpPr>
        <p:spPr>
          <a:xfrm>
            <a:off x="6210147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6393027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첫 다툼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어떻게 풀었나요?</a:t>
            </a:r>
          </a:p>
        </p:txBody>
      </p:sp>
      <p:sp>
        <p:nvSpPr>
          <p:cNvPr id="22" name="카드 4"/>
          <p:cNvSpPr/>
          <p:nvPr/>
        </p:nvSpPr>
        <p:spPr>
          <a:xfrm>
            <a:off x="8995181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9178061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2341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첫 약속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2341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웨딩 사진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40080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338218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036356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955715">
            <a:off x="10490581" y="58104"/>
            <a:ext cx="625295" cy="62529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731227">
            <a:off x="9548851" y="784861"/>
            <a:ext cx="445188" cy="445188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428051">
            <a:off x="11593532" y="1251537"/>
            <a:ext cx="504151" cy="504151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278407">
            <a:off x="10912915" y="1555855"/>
            <a:ext cx="778010" cy="778010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36806">
            <a:off x="9367197" y="1039358"/>
            <a:ext cx="408304" cy="408304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8463">
            <a:off x="10723401" y="2189665"/>
            <a:ext cx="673043" cy="673043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</a:rPr>
              <a:t>함께해 주셔서 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7261A"/>
                </a:solidFill>
              </a:rPr>
              <a:t>오늘의 축복을 오래도록 간직하겠습니다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37261A"/>
      </a:dk2>
      <a:lt2>
        <a:srgbClr val="F8F4F1"/>
      </a:lt2>
      <a:accent1>
        <a:srgbClr val="765037"/>
      </a:accent1>
      <a:accent2>
        <a:srgbClr val="418B83"/>
      </a:accent2>
      <a:accent3>
        <a:srgbClr val="37261A"/>
      </a:accent3>
      <a:accent4>
        <a:srgbClr val="EDDED4"/>
      </a:accent4>
      <a:accent5>
        <a:srgbClr val="5C6E5D"/>
      </a:accent5>
      <a:accent6>
        <a:srgbClr val="877D76"/>
      </a:accent6>
      <a:hlink>
        <a:srgbClr val="765037"/>
      </a:hlink>
      <a:folHlink>
        <a:srgbClr val="37261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