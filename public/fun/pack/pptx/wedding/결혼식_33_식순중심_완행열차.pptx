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wedding-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422D24"/>
                </a:solidFill>
              </a:rPr>
              <a:t>저희 결혼합니다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422D24"/>
                </a:solidFill>
              </a:rPr>
              <a:t>식 끝나고 바로 식사하시면 됩니다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2027. 00. 00 · 예식장 이름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22D24"/>
                </a:solidFill>
              </a:rPr>
              <a:t>신랑 · 신부 소개</a:t>
            </a:r>
          </a:p>
        </p:txBody>
      </p:sp>
      <p:sp>
        <p:nvSpPr>
          <p:cNvPr id="5" name="사진 자리"/>
          <p:cNvSpPr/>
          <p:nvPr/>
        </p:nvSpPr>
        <p:spPr>
          <a:xfrm>
            <a:off x="1939213" y="1600200"/>
            <a:ext cx="2400300" cy="2400300"/>
          </a:xfrm>
          <a:prstGeom prst="ellipse">
            <a:avLst/>
          </a:prstGeom>
          <a:solidFill>
            <a:srgbClr val="EBDCD6"/>
          </a:solidFill>
          <a:ln w="19050">
            <a:solidFill>
              <a:srgbClr val="855A4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22D24"/>
                </a:solidFill>
              </a:rPr>
              <a:t>사진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091939"/>
            <a:ext cx="49985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22D24"/>
                </a:solidFill>
              </a:rPr>
              <a:t>신랑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4549140"/>
            <a:ext cx="4815687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신부에게 한마디</a:t>
            </a:r>
          </a:p>
        </p:txBody>
      </p:sp>
      <p:sp>
        <p:nvSpPr>
          <p:cNvPr id="8" name="사진 자리"/>
          <p:cNvSpPr/>
          <p:nvPr/>
        </p:nvSpPr>
        <p:spPr>
          <a:xfrm>
            <a:off x="7852181" y="1600200"/>
            <a:ext cx="2400300" cy="2400300"/>
          </a:xfrm>
          <a:prstGeom prst="ellipse">
            <a:avLst/>
          </a:prstGeom>
          <a:solidFill>
            <a:srgbClr val="EBDCD6"/>
          </a:solidFill>
          <a:ln w="19050">
            <a:solidFill>
              <a:srgbClr val="855A4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22D24"/>
                </a:solidFill>
              </a:rPr>
              <a:t>사진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3047" y="4091939"/>
            <a:ext cx="49985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22D24"/>
                </a:solidFill>
              </a:rPr>
              <a:t>신부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44487" y="4549140"/>
            <a:ext cx="4815687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신랑에게 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22D24"/>
                </a:solidFill>
              </a:rPr>
              <a:t>식순 안내</a:t>
            </a:r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640080" y="1600200"/>
          <a:ext cx="10911535" cy="395020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/>
                <a:gridCol w="5339913"/>
                <a:gridCol w="3559942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시간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855A47"/>
                      </a:solidFill>
                      <a:prstDash val="solid"/>
                    </a:lnL>
                    <a:lnR w="9525" cap="flat" cmpd="sng" algn="ctr">
                      <a:solidFill>
                        <a:srgbClr val="855A47"/>
                      </a:solidFill>
                      <a:prstDash val="solid"/>
                    </a:lnR>
                    <a:lnT w="9525" cap="flat" cmpd="sng" algn="ctr">
                      <a:solidFill>
                        <a:srgbClr val="855A47"/>
                      </a:solidFill>
                      <a:prstDash val="solid"/>
                    </a:lnT>
                    <a:lnB w="9525" cap="flat" cmpd="sng" algn="ctr">
                      <a:solidFill>
                        <a:srgbClr val="855A47"/>
                      </a:solidFill>
                      <a:prstDash val="solid"/>
                    </a:lnB>
                    <a:solidFill>
                      <a:srgbClr val="855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순서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855A47"/>
                      </a:solidFill>
                      <a:prstDash val="solid"/>
                    </a:lnL>
                    <a:lnR w="9525" cap="flat" cmpd="sng" algn="ctr">
                      <a:solidFill>
                        <a:srgbClr val="855A47"/>
                      </a:solidFill>
                      <a:prstDash val="solid"/>
                    </a:lnR>
                    <a:lnT w="9525" cap="flat" cmpd="sng" algn="ctr">
                      <a:solidFill>
                        <a:srgbClr val="855A47"/>
                      </a:solidFill>
                      <a:prstDash val="solid"/>
                    </a:lnT>
                    <a:lnB w="9525" cap="flat" cmpd="sng" algn="ctr">
                      <a:solidFill>
                        <a:srgbClr val="855A47"/>
                      </a:solidFill>
                      <a:prstDash val="solid"/>
                    </a:lnB>
                    <a:solidFill>
                      <a:srgbClr val="855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담당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855A47"/>
                      </a:solidFill>
                      <a:prstDash val="solid"/>
                    </a:lnL>
                    <a:lnR w="9525" cap="flat" cmpd="sng" algn="ctr">
                      <a:solidFill>
                        <a:srgbClr val="855A47"/>
                      </a:solidFill>
                      <a:prstDash val="solid"/>
                    </a:lnR>
                    <a:lnT w="9525" cap="flat" cmpd="sng" algn="ctr">
                      <a:solidFill>
                        <a:srgbClr val="855A47"/>
                      </a:solidFill>
                      <a:prstDash val="solid"/>
                    </a:lnT>
                    <a:lnB w="9525" cap="flat" cmpd="sng" algn="ctr">
                      <a:solidFill>
                        <a:srgbClr val="855A47"/>
                      </a:solidFill>
                      <a:prstDash val="solid"/>
                    </a:lnB>
                    <a:solidFill>
                      <a:srgbClr val="855A47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22D24"/>
                          </a:solidFill>
                        </a:rPr>
                        <a:t>00:00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EBDC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하객 맞이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22D24"/>
                          </a:solidFill>
                        </a:rPr>
                        <a:t>00:00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EBDC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신랑 · 신부 입장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8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8F4F2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22D24"/>
                          </a:solidFill>
                        </a:rPr>
                        <a:t>00:00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EBDC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혼인 서약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22D24"/>
                          </a:solidFill>
                        </a:rPr>
                        <a:t>00:00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EBDC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축가 · 감사 인사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8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8F4F2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22D24"/>
                          </a:solidFill>
                        </a:rPr>
                        <a:t>00:00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EBDC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기념 촬영 · 식사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22D24"/>
                </a:solidFill>
              </a:rPr>
              <a:t>하객 안내</a:t>
            </a:r>
          </a:p>
        </p:txBody>
      </p:sp>
      <p:sp>
        <p:nvSpPr>
          <p:cNvPr id="5" name="카드 1"/>
          <p:cNvSpPr/>
          <p:nvPr/>
        </p:nvSpPr>
        <p:spPr>
          <a:xfrm>
            <a:off x="640080" y="1600200"/>
            <a:ext cx="3484778" cy="4800600"/>
          </a:xfrm>
          <a:prstGeom prst="roundRect">
            <a:avLst>
              <a:gd name="adj" fmla="val 8000"/>
            </a:avLst>
          </a:prstGeom>
          <a:solidFill>
            <a:srgbClr val="F8F4F2"/>
          </a:solidFill>
          <a:ln w="15875">
            <a:solidFill>
              <a:srgbClr val="EBDC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번호 1"/>
          <p:cNvSpPr/>
          <p:nvPr/>
        </p:nvSpPr>
        <p:spPr>
          <a:xfrm>
            <a:off x="822959" y="1783080"/>
            <a:ext cx="457200" cy="457200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22D24"/>
                </a:solidFill>
              </a:rPr>
              <a:t>주차 안내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063240"/>
            <a:ext cx="3210458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  <p:sp>
        <p:nvSpPr>
          <p:cNvPr id="9" name="카드 2"/>
          <p:cNvSpPr/>
          <p:nvPr/>
        </p:nvSpPr>
        <p:spPr>
          <a:xfrm>
            <a:off x="4353458" y="1600200"/>
            <a:ext cx="3484778" cy="4800600"/>
          </a:xfrm>
          <a:prstGeom prst="roundRect">
            <a:avLst>
              <a:gd name="adj" fmla="val 8000"/>
            </a:avLst>
          </a:prstGeom>
          <a:solidFill>
            <a:srgbClr val="F8F4F2"/>
          </a:solidFill>
          <a:ln w="15875">
            <a:solidFill>
              <a:srgbClr val="EBDC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2"/>
          <p:cNvSpPr/>
          <p:nvPr/>
        </p:nvSpPr>
        <p:spPr>
          <a:xfrm>
            <a:off x="4536338" y="1783080"/>
            <a:ext cx="457200" cy="457200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0618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22D24"/>
                </a:solidFill>
              </a:rPr>
              <a:t>식사 안내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0618" y="3063240"/>
            <a:ext cx="3210458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  <p:sp>
        <p:nvSpPr>
          <p:cNvPr id="13" name="카드 3"/>
          <p:cNvSpPr/>
          <p:nvPr/>
        </p:nvSpPr>
        <p:spPr>
          <a:xfrm>
            <a:off x="8066836" y="1600200"/>
            <a:ext cx="3484778" cy="4800600"/>
          </a:xfrm>
          <a:prstGeom prst="roundRect">
            <a:avLst>
              <a:gd name="adj" fmla="val 8000"/>
            </a:avLst>
          </a:prstGeom>
          <a:solidFill>
            <a:srgbClr val="F8F4F2"/>
          </a:solidFill>
          <a:ln w="15875">
            <a:solidFill>
              <a:srgbClr val="EBDC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3"/>
          <p:cNvSpPr/>
          <p:nvPr/>
        </p:nvSpPr>
        <p:spPr>
          <a:xfrm>
            <a:off x="8249716" y="1783080"/>
            <a:ext cx="457200" cy="457200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3996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22D24"/>
                </a:solidFill>
              </a:rPr>
              <a:t>기념 촬영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3996" y="3063240"/>
            <a:ext cx="3210458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22D24"/>
                </a:solidFill>
              </a:rPr>
              <a:t>웨딩 사진</a:t>
            </a:r>
          </a:p>
        </p:txBody>
      </p:sp>
      <p:sp>
        <p:nvSpPr>
          <p:cNvPr id="5" name="사진 자리"/>
          <p:cNvSpPr/>
          <p:nvPr/>
        </p:nvSpPr>
        <p:spPr>
          <a:xfrm>
            <a:off x="640080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EBDCD6"/>
          </a:solidFill>
          <a:ln w="19050">
            <a:solidFill>
              <a:srgbClr val="855A4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22D24"/>
                </a:solidFill>
              </a:rPr>
              <a:t>사진 1</a:t>
            </a:r>
          </a:p>
        </p:txBody>
      </p:sp>
      <p:sp>
        <p:nvSpPr>
          <p:cNvPr id="6" name="사진 자리"/>
          <p:cNvSpPr/>
          <p:nvPr/>
        </p:nvSpPr>
        <p:spPr>
          <a:xfrm>
            <a:off x="4338218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EBDCD6"/>
          </a:solidFill>
          <a:ln w="19050">
            <a:solidFill>
              <a:srgbClr val="855A4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22D24"/>
                </a:solidFill>
              </a:rPr>
              <a:t>사진 2</a:t>
            </a:r>
          </a:p>
        </p:txBody>
      </p:sp>
      <p:sp>
        <p:nvSpPr>
          <p:cNvPr id="7" name="사진 자리"/>
          <p:cNvSpPr/>
          <p:nvPr/>
        </p:nvSpPr>
        <p:spPr>
          <a:xfrm>
            <a:off x="8036356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EBDCD6"/>
          </a:solidFill>
          <a:ln w="19050">
            <a:solidFill>
              <a:srgbClr val="855A4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22D24"/>
                </a:solidFill>
              </a:rPr>
              <a:t>사진 3</a:t>
            </a:r>
          </a:p>
        </p:txBody>
      </p:sp>
      <p:sp>
        <p:nvSpPr>
          <p:cNvPr id="8" name="사진 자리"/>
          <p:cNvSpPr/>
          <p:nvPr/>
        </p:nvSpPr>
        <p:spPr>
          <a:xfrm>
            <a:off x="640080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EBDCD6"/>
          </a:solidFill>
          <a:ln w="19050">
            <a:solidFill>
              <a:srgbClr val="855A4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22D24"/>
                </a:solidFill>
              </a:rPr>
              <a:t>사진 4</a:t>
            </a:r>
          </a:p>
        </p:txBody>
      </p:sp>
      <p:sp>
        <p:nvSpPr>
          <p:cNvPr id="9" name="사진 자리"/>
          <p:cNvSpPr/>
          <p:nvPr/>
        </p:nvSpPr>
        <p:spPr>
          <a:xfrm>
            <a:off x="4338218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EBDCD6"/>
          </a:solidFill>
          <a:ln w="19050">
            <a:solidFill>
              <a:srgbClr val="855A4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22D24"/>
                </a:solidFill>
              </a:rPr>
              <a:t>사진 5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8036356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EBDCD6"/>
          </a:solidFill>
          <a:ln w="19050">
            <a:solidFill>
              <a:srgbClr val="855A4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22D24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wedding-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422D24"/>
                </a:solidFill>
              </a:rPr>
              <a:t>와 주셔서 고맙습니다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422D24"/>
                </a:solidFill>
              </a:rPr>
              <a:t>잘 살겠습니다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결혼식 슬라이드(식순 중심)">
  <a:themeElements>
    <a:clrScheme name="Office">
      <a:dk1>
        <a:sysClr val="windowText" lastClr="000000"/>
      </a:dk1>
      <a:lt1>
        <a:sysClr val="window" lastClr="FFFFFF"/>
      </a:lt1>
      <a:dk2>
        <a:srgbClr val="422D24"/>
      </a:dk2>
      <a:lt2>
        <a:srgbClr val="F8F4F2"/>
      </a:lt2>
      <a:accent1>
        <a:srgbClr val="855A47"/>
      </a:accent1>
      <a:accent2>
        <a:srgbClr val="478578"/>
      </a:accent2>
      <a:accent3>
        <a:srgbClr val="422D24"/>
      </a:accent3>
      <a:accent4>
        <a:srgbClr val="EBDCD6"/>
      </a:accent4>
      <a:accent5>
        <a:srgbClr val="667060"/>
      </a:accent5>
      <a:accent6>
        <a:srgbClr val="8E817C"/>
      </a:accent6>
      <a:hlink>
        <a:srgbClr val="855A47"/>
      </a:hlink>
      <a:folHlink>
        <a:srgbClr val="422D24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슬라이드(식순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