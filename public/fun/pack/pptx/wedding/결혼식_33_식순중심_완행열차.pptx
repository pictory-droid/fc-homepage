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14377" y="2130425"/>
            <a:ext cx="1036294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28754" y="3886200"/>
            <a:ext cx="8534186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63059" y="4406900"/>
            <a:ext cx="1036294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63059" y="2906713"/>
            <a:ext cx="1036294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09584" y="1600200"/>
            <a:ext cx="5384665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97444" y="1600200"/>
            <a:ext cx="5384665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584" y="1535113"/>
            <a:ext cx="5386782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09584" y="2174875"/>
            <a:ext cx="5386782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93211" y="1535113"/>
            <a:ext cx="538889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93211" y="2174875"/>
            <a:ext cx="538889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584" y="273050"/>
            <a:ext cx="401098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6614" y="273050"/>
            <a:ext cx="6815496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09584" y="1435100"/>
            <a:ext cx="401098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89657" y="4800600"/>
            <a:ext cx="7315016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2389657" y="612775"/>
            <a:ext cx="7315016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389657" y="5367338"/>
            <a:ext cx="7315016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12758" y="0"/>
            <a:ext cx="14629667" cy="0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838978" y="274638"/>
            <a:ext cx="2743131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09584" y="274638"/>
            <a:ext cx="8026199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09584" y="274638"/>
            <a:ext cx="10972525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584" y="1600200"/>
            <a:ext cx="10972525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584" y="6356350"/>
            <a:ext cx="28447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65495" y="6356350"/>
            <a:ext cx="386070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37381" y="6356350"/>
            <a:ext cx="28447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jp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3" name="표지 그림" descr="wedding-33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53418" y="2057400"/>
            <a:ext cx="6095847" cy="15544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600" b="1" i="0">
                <a:solidFill>
                  <a:srgbClr val="422D24"/>
                </a:solidFill>
              </a:rPr>
              <a:t>저희 결혼합니다</a:t>
            </a:r>
          </a:p>
        </p:txBody>
      </p:sp>
      <p:sp>
        <p:nvSpPr>
          <p:cNvPr id="4" name="한 줄 문구"/>
          <p:cNvSpPr txBox="1"/>
          <p:nvPr/>
        </p:nvSpPr>
        <p:spPr>
          <a:xfrm>
            <a:off x="853418" y="3749039"/>
            <a:ext cx="6095847" cy="8229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700" b="0" i="1">
                <a:solidFill>
                  <a:srgbClr val="422D24"/>
                </a:solidFill>
              </a:rPr>
              <a:t>식 끝나고 바로 식사하시면 됩니다</a:t>
            </a:r>
          </a:p>
        </p:txBody>
      </p:sp>
      <p:sp>
        <p:nvSpPr>
          <p:cNvPr id="5" name="안내 문구"/>
          <p:cNvSpPr txBox="1"/>
          <p:nvPr/>
        </p:nvSpPr>
        <p:spPr>
          <a:xfrm>
            <a:off x="853418" y="4617720"/>
            <a:ext cx="6095847" cy="9144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666666"/>
                </a:solidFill>
              </a:rPr>
              <a:t>신랑 이름 ♥ 신부 이름</a:t>
            </a:r>
          </a:p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666666"/>
                </a:solidFill>
              </a:rPr>
              <a:t>2027. 00. 00 · 예식장 이름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9905695" y="-1463040"/>
            <a:ext cx="3840480" cy="3840480"/>
          </a:xfrm>
          <a:prstGeom prst="ellipse">
            <a:avLst/>
          </a:prstGeom>
          <a:solidFill>
            <a:srgbClr val="EBDCD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장식"/>
          <p:cNvSpPr/>
          <p:nvPr/>
        </p:nvSpPr>
        <p:spPr>
          <a:xfrm>
            <a:off x="11094415" y="274320"/>
            <a:ext cx="411480" cy="411480"/>
          </a:xfrm>
          <a:prstGeom prst="ellipse">
            <a:avLst/>
          </a:prstGeom>
          <a:solidFill>
            <a:srgbClr val="855A4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457200"/>
            <a:ext cx="9722815" cy="8686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422D24"/>
                </a:solidFill>
              </a:rPr>
              <a:t>신랑 · 신부 소개</a:t>
            </a:r>
          </a:p>
        </p:txBody>
      </p:sp>
      <p:sp>
        <p:nvSpPr>
          <p:cNvPr id="5" name="사진 자리"/>
          <p:cNvSpPr/>
          <p:nvPr/>
        </p:nvSpPr>
        <p:spPr>
          <a:xfrm>
            <a:off x="1939213" y="1600200"/>
            <a:ext cx="2400300" cy="2400300"/>
          </a:xfrm>
          <a:prstGeom prst="ellipse">
            <a:avLst/>
          </a:prstGeom>
          <a:solidFill>
            <a:srgbClr val="EBDCD6"/>
          </a:solidFill>
          <a:ln w="19050">
            <a:solidFill>
              <a:srgbClr val="855A47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422D24"/>
                </a:solidFill>
              </a:rPr>
              <a:t>사진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4091939"/>
            <a:ext cx="4998567" cy="41148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15000"/>
              </a:lnSpc>
            </a:pPr>
            <a:r>
              <a:rPr sz="1600" b="1" i="0">
                <a:solidFill>
                  <a:srgbClr val="422D24"/>
                </a:solidFill>
              </a:rPr>
              <a:t>신랑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19" y="4549140"/>
            <a:ext cx="4815687" cy="18516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20000"/>
              </a:lnSpc>
            </a:pPr>
            <a:r>
              <a:rPr sz="1200" b="0" i="0">
                <a:solidFill>
                  <a:srgbClr val="555555"/>
                </a:solidFill>
              </a:rPr>
              <a:t>이름 · 나이</a:t>
            </a:r>
          </a:p>
          <a:p>
            <a:pPr algn="ctr">
              <a:lnSpc>
                <a:spcPct val="120000"/>
              </a:lnSpc>
            </a:pPr>
            <a:r>
              <a:rPr sz="1200" b="0" i="0">
                <a:solidFill>
                  <a:srgbClr val="555555"/>
                </a:solidFill>
              </a:rPr>
              <a:t>직업 · 취미</a:t>
            </a:r>
          </a:p>
          <a:p>
            <a:pPr algn="ctr">
              <a:lnSpc>
                <a:spcPct val="120000"/>
              </a:lnSpc>
            </a:pPr>
            <a:r>
              <a:rPr sz="1200" b="0" i="0">
                <a:solidFill>
                  <a:srgbClr val="555555"/>
                </a:solidFill>
              </a:rPr>
              <a:t>신부에게 한마디</a:t>
            </a:r>
          </a:p>
        </p:txBody>
      </p:sp>
      <p:sp>
        <p:nvSpPr>
          <p:cNvPr id="8" name="사진 자리"/>
          <p:cNvSpPr/>
          <p:nvPr/>
        </p:nvSpPr>
        <p:spPr>
          <a:xfrm>
            <a:off x="7852181" y="1600200"/>
            <a:ext cx="2400300" cy="2400300"/>
          </a:xfrm>
          <a:prstGeom prst="ellipse">
            <a:avLst/>
          </a:prstGeom>
          <a:solidFill>
            <a:srgbClr val="EBDCD6"/>
          </a:solidFill>
          <a:ln w="19050">
            <a:solidFill>
              <a:srgbClr val="855A47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422D24"/>
                </a:solidFill>
              </a:rPr>
              <a:t>사진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53047" y="4091939"/>
            <a:ext cx="4998567" cy="41148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15000"/>
              </a:lnSpc>
            </a:pPr>
            <a:r>
              <a:rPr sz="1600" b="1" i="0">
                <a:solidFill>
                  <a:srgbClr val="422D24"/>
                </a:solidFill>
              </a:rPr>
              <a:t>신부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644487" y="4549140"/>
            <a:ext cx="4815687" cy="18516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20000"/>
              </a:lnSpc>
            </a:pPr>
            <a:r>
              <a:rPr sz="1200" b="0" i="0">
                <a:solidFill>
                  <a:srgbClr val="555555"/>
                </a:solidFill>
              </a:rPr>
              <a:t>이름 · 나이</a:t>
            </a:r>
          </a:p>
          <a:p>
            <a:pPr algn="ctr">
              <a:lnSpc>
                <a:spcPct val="120000"/>
              </a:lnSpc>
            </a:pPr>
            <a:r>
              <a:rPr sz="1200" b="0" i="0">
                <a:solidFill>
                  <a:srgbClr val="555555"/>
                </a:solidFill>
              </a:rPr>
              <a:t>직업 · 취미</a:t>
            </a:r>
          </a:p>
          <a:p>
            <a:pPr algn="ctr">
              <a:lnSpc>
                <a:spcPct val="120000"/>
              </a:lnSpc>
            </a:pPr>
            <a:r>
              <a:rPr sz="1200" b="0" i="0">
                <a:solidFill>
                  <a:srgbClr val="555555"/>
                </a:solidFill>
              </a:rPr>
              <a:t>신랑에게 한마디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9905695" y="-1463040"/>
            <a:ext cx="3840480" cy="3840480"/>
          </a:xfrm>
          <a:prstGeom prst="ellipse">
            <a:avLst/>
          </a:prstGeom>
          <a:solidFill>
            <a:srgbClr val="EBDCD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장식"/>
          <p:cNvSpPr/>
          <p:nvPr/>
        </p:nvSpPr>
        <p:spPr>
          <a:xfrm>
            <a:off x="11094415" y="274320"/>
            <a:ext cx="411480" cy="411480"/>
          </a:xfrm>
          <a:prstGeom prst="ellipse">
            <a:avLst/>
          </a:prstGeom>
          <a:solidFill>
            <a:srgbClr val="855A4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457200"/>
            <a:ext cx="9722815" cy="8686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422D24"/>
                </a:solidFill>
              </a:rPr>
              <a:t>식순 안내</a:t>
            </a:r>
          </a:p>
        </p:txBody>
      </p:sp>
      <p:graphicFrame>
        <p:nvGraphicFramePr>
          <p:cNvPr id="5" name="표"/>
          <p:cNvGraphicFramePr>
            <a:graphicFrameLocks noGrp="1"/>
          </p:cNvGraphicFramePr>
          <p:nvPr/>
        </p:nvGraphicFramePr>
        <p:xfrm>
          <a:off x="640080" y="1600200"/>
          <a:ext cx="10911535" cy="3950208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2011680"/>
                <a:gridCol w="5339913"/>
                <a:gridCol w="3559942"/>
              </a:tblGrid>
              <a:tr h="658368">
                <a:tc>
                  <a:txBody>
                    <a:bodyPr wrap="square"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</a:rPr>
                        <a:t>시간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855A47"/>
                      </a:solidFill>
                      <a:prstDash val="solid"/>
                    </a:lnL>
                    <a:lnR w="9525" cap="flat" cmpd="sng" algn="ctr">
                      <a:solidFill>
                        <a:srgbClr val="855A47"/>
                      </a:solidFill>
                      <a:prstDash val="solid"/>
                    </a:lnR>
                    <a:lnT w="9525" cap="flat" cmpd="sng" algn="ctr">
                      <a:solidFill>
                        <a:srgbClr val="855A47"/>
                      </a:solidFill>
                      <a:prstDash val="solid"/>
                    </a:lnT>
                    <a:lnB w="9525" cap="flat" cmpd="sng" algn="ctr">
                      <a:solidFill>
                        <a:srgbClr val="855A47"/>
                      </a:solidFill>
                      <a:prstDash val="solid"/>
                    </a:lnB>
                    <a:solidFill>
                      <a:srgbClr val="855A4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</a:rPr>
                        <a:t>순서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855A47"/>
                      </a:solidFill>
                      <a:prstDash val="solid"/>
                    </a:lnL>
                    <a:lnR w="9525" cap="flat" cmpd="sng" algn="ctr">
                      <a:solidFill>
                        <a:srgbClr val="855A47"/>
                      </a:solidFill>
                      <a:prstDash val="solid"/>
                    </a:lnR>
                    <a:lnT w="9525" cap="flat" cmpd="sng" algn="ctr">
                      <a:solidFill>
                        <a:srgbClr val="855A47"/>
                      </a:solidFill>
                      <a:prstDash val="solid"/>
                    </a:lnT>
                    <a:lnB w="9525" cap="flat" cmpd="sng" algn="ctr">
                      <a:solidFill>
                        <a:srgbClr val="855A47"/>
                      </a:solidFill>
                      <a:prstDash val="solid"/>
                    </a:lnB>
                    <a:solidFill>
                      <a:srgbClr val="855A4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</a:rPr>
                        <a:t>담당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855A47"/>
                      </a:solidFill>
                      <a:prstDash val="solid"/>
                    </a:lnL>
                    <a:lnR w="9525" cap="flat" cmpd="sng" algn="ctr">
                      <a:solidFill>
                        <a:srgbClr val="855A47"/>
                      </a:solidFill>
                      <a:prstDash val="solid"/>
                    </a:lnR>
                    <a:lnT w="9525" cap="flat" cmpd="sng" algn="ctr">
                      <a:solidFill>
                        <a:srgbClr val="855A47"/>
                      </a:solidFill>
                      <a:prstDash val="solid"/>
                    </a:lnT>
                    <a:lnB w="9525" cap="flat" cmpd="sng" algn="ctr">
                      <a:solidFill>
                        <a:srgbClr val="855A47"/>
                      </a:solidFill>
                      <a:prstDash val="solid"/>
                    </a:lnB>
                    <a:solidFill>
                      <a:srgbClr val="855A47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1500" b="1">
                          <a:solidFill>
                            <a:srgbClr val="422D24"/>
                          </a:solidFill>
                        </a:rPr>
                        <a:t>00:00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EBDCD6"/>
                      </a:solidFill>
                      <a:prstDash val="solid"/>
                    </a:lnL>
                    <a:lnR w="9525" cap="flat" cmpd="sng" algn="ctr">
                      <a:solidFill>
                        <a:srgbClr val="EBDCD6"/>
                      </a:solidFill>
                      <a:prstDash val="solid"/>
                    </a:lnR>
                    <a:lnT w="9525" cap="flat" cmpd="sng" algn="ctr">
                      <a:solidFill>
                        <a:srgbClr val="EBDCD6"/>
                      </a:solidFill>
                      <a:prstDash val="solid"/>
                    </a:lnT>
                    <a:lnB w="9525" cap="flat" cmpd="sng" algn="ctr">
                      <a:solidFill>
                        <a:srgbClr val="EBDCD6"/>
                      </a:solidFill>
                      <a:prstDash val="solid"/>
                    </a:lnB>
                    <a:solidFill>
                      <a:srgbClr val="EBDCD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B2B2B"/>
                          </a:solidFill>
                        </a:rPr>
                        <a:t>하객 맞이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EBDCD6"/>
                      </a:solidFill>
                      <a:prstDash val="solid"/>
                    </a:lnL>
                    <a:lnR w="9525" cap="flat" cmpd="sng" algn="ctr">
                      <a:solidFill>
                        <a:srgbClr val="EBDCD6"/>
                      </a:solidFill>
                      <a:prstDash val="solid"/>
                    </a:lnR>
                    <a:lnT w="9525" cap="flat" cmpd="sng" algn="ctr">
                      <a:solidFill>
                        <a:srgbClr val="EBDCD6"/>
                      </a:solidFill>
                      <a:prstDash val="solid"/>
                    </a:lnT>
                    <a:lnB w="9525" cap="flat" cmpd="sng" algn="ctr">
                      <a:solidFill>
                        <a:srgbClr val="EBDCD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EBDCD6"/>
                      </a:solidFill>
                      <a:prstDash val="solid"/>
                    </a:lnL>
                    <a:lnR w="9525" cap="flat" cmpd="sng" algn="ctr">
                      <a:solidFill>
                        <a:srgbClr val="EBDCD6"/>
                      </a:solidFill>
                      <a:prstDash val="solid"/>
                    </a:lnR>
                    <a:lnT w="9525" cap="flat" cmpd="sng" algn="ctr">
                      <a:solidFill>
                        <a:srgbClr val="EBDCD6"/>
                      </a:solidFill>
                      <a:prstDash val="solid"/>
                    </a:lnT>
                    <a:lnB w="9525" cap="flat" cmpd="sng" algn="ctr">
                      <a:solidFill>
                        <a:srgbClr val="EBDCD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1500" b="1">
                          <a:solidFill>
                            <a:srgbClr val="422D24"/>
                          </a:solidFill>
                        </a:rPr>
                        <a:t>00:00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EBDCD6"/>
                      </a:solidFill>
                      <a:prstDash val="solid"/>
                    </a:lnL>
                    <a:lnR w="9525" cap="flat" cmpd="sng" algn="ctr">
                      <a:solidFill>
                        <a:srgbClr val="EBDCD6"/>
                      </a:solidFill>
                      <a:prstDash val="solid"/>
                    </a:lnR>
                    <a:lnT w="9525" cap="flat" cmpd="sng" algn="ctr">
                      <a:solidFill>
                        <a:srgbClr val="EBDCD6"/>
                      </a:solidFill>
                      <a:prstDash val="solid"/>
                    </a:lnT>
                    <a:lnB w="9525" cap="flat" cmpd="sng" algn="ctr">
                      <a:solidFill>
                        <a:srgbClr val="EBDCD6"/>
                      </a:solidFill>
                      <a:prstDash val="solid"/>
                    </a:lnB>
                    <a:solidFill>
                      <a:srgbClr val="EBDCD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B2B2B"/>
                          </a:solidFill>
                        </a:rPr>
                        <a:t>신랑 · 신부 입장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EBDCD6"/>
                      </a:solidFill>
                      <a:prstDash val="solid"/>
                    </a:lnL>
                    <a:lnR w="9525" cap="flat" cmpd="sng" algn="ctr">
                      <a:solidFill>
                        <a:srgbClr val="EBDCD6"/>
                      </a:solidFill>
                      <a:prstDash val="solid"/>
                    </a:lnR>
                    <a:lnT w="9525" cap="flat" cmpd="sng" algn="ctr">
                      <a:solidFill>
                        <a:srgbClr val="EBDCD6"/>
                      </a:solidFill>
                      <a:prstDash val="solid"/>
                    </a:lnT>
                    <a:lnB w="9525" cap="flat" cmpd="sng" algn="ctr">
                      <a:solidFill>
                        <a:srgbClr val="EBDCD6"/>
                      </a:solidFill>
                      <a:prstDash val="solid"/>
                    </a:lnB>
                    <a:solidFill>
                      <a:srgbClr val="F8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EBDCD6"/>
                      </a:solidFill>
                      <a:prstDash val="solid"/>
                    </a:lnL>
                    <a:lnR w="9525" cap="flat" cmpd="sng" algn="ctr">
                      <a:solidFill>
                        <a:srgbClr val="EBDCD6"/>
                      </a:solidFill>
                      <a:prstDash val="solid"/>
                    </a:lnR>
                    <a:lnT w="9525" cap="flat" cmpd="sng" algn="ctr">
                      <a:solidFill>
                        <a:srgbClr val="EBDCD6"/>
                      </a:solidFill>
                      <a:prstDash val="solid"/>
                    </a:lnT>
                    <a:lnB w="9525" cap="flat" cmpd="sng" algn="ctr">
                      <a:solidFill>
                        <a:srgbClr val="EBDCD6"/>
                      </a:solidFill>
                      <a:prstDash val="solid"/>
                    </a:lnB>
                    <a:solidFill>
                      <a:srgbClr val="F8F4F2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1500" b="1">
                          <a:solidFill>
                            <a:srgbClr val="422D24"/>
                          </a:solidFill>
                        </a:rPr>
                        <a:t>00:00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EBDCD6"/>
                      </a:solidFill>
                      <a:prstDash val="solid"/>
                    </a:lnL>
                    <a:lnR w="9525" cap="flat" cmpd="sng" algn="ctr">
                      <a:solidFill>
                        <a:srgbClr val="EBDCD6"/>
                      </a:solidFill>
                      <a:prstDash val="solid"/>
                    </a:lnR>
                    <a:lnT w="9525" cap="flat" cmpd="sng" algn="ctr">
                      <a:solidFill>
                        <a:srgbClr val="EBDCD6"/>
                      </a:solidFill>
                      <a:prstDash val="solid"/>
                    </a:lnT>
                    <a:lnB w="9525" cap="flat" cmpd="sng" algn="ctr">
                      <a:solidFill>
                        <a:srgbClr val="EBDCD6"/>
                      </a:solidFill>
                      <a:prstDash val="solid"/>
                    </a:lnB>
                    <a:solidFill>
                      <a:srgbClr val="EBDCD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B2B2B"/>
                          </a:solidFill>
                        </a:rPr>
                        <a:t>혼인 서약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EBDCD6"/>
                      </a:solidFill>
                      <a:prstDash val="solid"/>
                    </a:lnL>
                    <a:lnR w="9525" cap="flat" cmpd="sng" algn="ctr">
                      <a:solidFill>
                        <a:srgbClr val="EBDCD6"/>
                      </a:solidFill>
                      <a:prstDash val="solid"/>
                    </a:lnR>
                    <a:lnT w="9525" cap="flat" cmpd="sng" algn="ctr">
                      <a:solidFill>
                        <a:srgbClr val="EBDCD6"/>
                      </a:solidFill>
                      <a:prstDash val="solid"/>
                    </a:lnT>
                    <a:lnB w="9525" cap="flat" cmpd="sng" algn="ctr">
                      <a:solidFill>
                        <a:srgbClr val="EBDCD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EBDCD6"/>
                      </a:solidFill>
                      <a:prstDash val="solid"/>
                    </a:lnL>
                    <a:lnR w="9525" cap="flat" cmpd="sng" algn="ctr">
                      <a:solidFill>
                        <a:srgbClr val="EBDCD6"/>
                      </a:solidFill>
                      <a:prstDash val="solid"/>
                    </a:lnR>
                    <a:lnT w="9525" cap="flat" cmpd="sng" algn="ctr">
                      <a:solidFill>
                        <a:srgbClr val="EBDCD6"/>
                      </a:solidFill>
                      <a:prstDash val="solid"/>
                    </a:lnT>
                    <a:lnB w="9525" cap="flat" cmpd="sng" algn="ctr">
                      <a:solidFill>
                        <a:srgbClr val="EBDCD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1500" b="1">
                          <a:solidFill>
                            <a:srgbClr val="422D24"/>
                          </a:solidFill>
                        </a:rPr>
                        <a:t>00:00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EBDCD6"/>
                      </a:solidFill>
                      <a:prstDash val="solid"/>
                    </a:lnL>
                    <a:lnR w="9525" cap="flat" cmpd="sng" algn="ctr">
                      <a:solidFill>
                        <a:srgbClr val="EBDCD6"/>
                      </a:solidFill>
                      <a:prstDash val="solid"/>
                    </a:lnR>
                    <a:lnT w="9525" cap="flat" cmpd="sng" algn="ctr">
                      <a:solidFill>
                        <a:srgbClr val="EBDCD6"/>
                      </a:solidFill>
                      <a:prstDash val="solid"/>
                    </a:lnT>
                    <a:lnB w="9525" cap="flat" cmpd="sng" algn="ctr">
                      <a:solidFill>
                        <a:srgbClr val="EBDCD6"/>
                      </a:solidFill>
                      <a:prstDash val="solid"/>
                    </a:lnB>
                    <a:solidFill>
                      <a:srgbClr val="EBDCD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B2B2B"/>
                          </a:solidFill>
                        </a:rPr>
                        <a:t>축가 · 감사 인사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EBDCD6"/>
                      </a:solidFill>
                      <a:prstDash val="solid"/>
                    </a:lnL>
                    <a:lnR w="9525" cap="flat" cmpd="sng" algn="ctr">
                      <a:solidFill>
                        <a:srgbClr val="EBDCD6"/>
                      </a:solidFill>
                      <a:prstDash val="solid"/>
                    </a:lnR>
                    <a:lnT w="9525" cap="flat" cmpd="sng" algn="ctr">
                      <a:solidFill>
                        <a:srgbClr val="EBDCD6"/>
                      </a:solidFill>
                      <a:prstDash val="solid"/>
                    </a:lnT>
                    <a:lnB w="9525" cap="flat" cmpd="sng" algn="ctr">
                      <a:solidFill>
                        <a:srgbClr val="EBDCD6"/>
                      </a:solidFill>
                      <a:prstDash val="solid"/>
                    </a:lnB>
                    <a:solidFill>
                      <a:srgbClr val="F8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EBDCD6"/>
                      </a:solidFill>
                      <a:prstDash val="solid"/>
                    </a:lnL>
                    <a:lnR w="9525" cap="flat" cmpd="sng" algn="ctr">
                      <a:solidFill>
                        <a:srgbClr val="EBDCD6"/>
                      </a:solidFill>
                      <a:prstDash val="solid"/>
                    </a:lnR>
                    <a:lnT w="9525" cap="flat" cmpd="sng" algn="ctr">
                      <a:solidFill>
                        <a:srgbClr val="EBDCD6"/>
                      </a:solidFill>
                      <a:prstDash val="solid"/>
                    </a:lnT>
                    <a:lnB w="9525" cap="flat" cmpd="sng" algn="ctr">
                      <a:solidFill>
                        <a:srgbClr val="EBDCD6"/>
                      </a:solidFill>
                      <a:prstDash val="solid"/>
                    </a:lnB>
                    <a:solidFill>
                      <a:srgbClr val="F8F4F2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1500" b="1">
                          <a:solidFill>
                            <a:srgbClr val="422D24"/>
                          </a:solidFill>
                        </a:rPr>
                        <a:t>00:00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EBDCD6"/>
                      </a:solidFill>
                      <a:prstDash val="solid"/>
                    </a:lnL>
                    <a:lnR w="9525" cap="flat" cmpd="sng" algn="ctr">
                      <a:solidFill>
                        <a:srgbClr val="EBDCD6"/>
                      </a:solidFill>
                      <a:prstDash val="solid"/>
                    </a:lnR>
                    <a:lnT w="9525" cap="flat" cmpd="sng" algn="ctr">
                      <a:solidFill>
                        <a:srgbClr val="EBDCD6"/>
                      </a:solidFill>
                      <a:prstDash val="solid"/>
                    </a:lnT>
                    <a:lnB w="9525" cap="flat" cmpd="sng" algn="ctr">
                      <a:solidFill>
                        <a:srgbClr val="EBDCD6"/>
                      </a:solidFill>
                      <a:prstDash val="solid"/>
                    </a:lnB>
                    <a:solidFill>
                      <a:srgbClr val="EBDCD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B2B2B"/>
                          </a:solidFill>
                        </a:rPr>
                        <a:t>기념 촬영 · 식사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EBDCD6"/>
                      </a:solidFill>
                      <a:prstDash val="solid"/>
                    </a:lnL>
                    <a:lnR w="9525" cap="flat" cmpd="sng" algn="ctr">
                      <a:solidFill>
                        <a:srgbClr val="EBDCD6"/>
                      </a:solidFill>
                      <a:prstDash val="solid"/>
                    </a:lnR>
                    <a:lnT w="9525" cap="flat" cmpd="sng" algn="ctr">
                      <a:solidFill>
                        <a:srgbClr val="EBDCD6"/>
                      </a:solidFill>
                      <a:prstDash val="solid"/>
                    </a:lnT>
                    <a:lnB w="9525" cap="flat" cmpd="sng" algn="ctr">
                      <a:solidFill>
                        <a:srgbClr val="EBDCD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EBDCD6"/>
                      </a:solidFill>
                      <a:prstDash val="solid"/>
                    </a:lnL>
                    <a:lnR w="9525" cap="flat" cmpd="sng" algn="ctr">
                      <a:solidFill>
                        <a:srgbClr val="EBDCD6"/>
                      </a:solidFill>
                      <a:prstDash val="solid"/>
                    </a:lnR>
                    <a:lnT w="9525" cap="flat" cmpd="sng" algn="ctr">
                      <a:solidFill>
                        <a:srgbClr val="EBDCD6"/>
                      </a:solidFill>
                      <a:prstDash val="solid"/>
                    </a:lnT>
                    <a:lnB w="9525" cap="flat" cmpd="sng" algn="ctr">
                      <a:solidFill>
                        <a:srgbClr val="EBDCD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9905695" y="-1463040"/>
            <a:ext cx="3840480" cy="3840480"/>
          </a:xfrm>
          <a:prstGeom prst="ellipse">
            <a:avLst/>
          </a:prstGeom>
          <a:solidFill>
            <a:srgbClr val="EBDCD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장식"/>
          <p:cNvSpPr/>
          <p:nvPr/>
        </p:nvSpPr>
        <p:spPr>
          <a:xfrm>
            <a:off x="11094415" y="274320"/>
            <a:ext cx="411480" cy="411480"/>
          </a:xfrm>
          <a:prstGeom prst="ellipse">
            <a:avLst/>
          </a:prstGeom>
          <a:solidFill>
            <a:srgbClr val="855A4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457200"/>
            <a:ext cx="9722815" cy="8686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422D24"/>
                </a:solidFill>
              </a:rPr>
              <a:t>하객 안내</a:t>
            </a:r>
          </a:p>
        </p:txBody>
      </p:sp>
      <p:sp>
        <p:nvSpPr>
          <p:cNvPr id="5" name="카드 1"/>
          <p:cNvSpPr/>
          <p:nvPr/>
        </p:nvSpPr>
        <p:spPr>
          <a:xfrm>
            <a:off x="640080" y="1600200"/>
            <a:ext cx="3484778" cy="4800600"/>
          </a:xfrm>
          <a:prstGeom prst="roundRect">
            <a:avLst>
              <a:gd name="adj" fmla="val 8000"/>
            </a:avLst>
          </a:prstGeom>
          <a:solidFill>
            <a:srgbClr val="F8F4F2"/>
          </a:solidFill>
          <a:ln w="15875">
            <a:solidFill>
              <a:srgbClr val="EBDCD6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번호 1"/>
          <p:cNvSpPr/>
          <p:nvPr/>
        </p:nvSpPr>
        <p:spPr>
          <a:xfrm>
            <a:off x="822959" y="1783080"/>
            <a:ext cx="457200" cy="457200"/>
          </a:xfrm>
          <a:prstGeom prst="ellipse">
            <a:avLst/>
          </a:prstGeom>
          <a:solidFill>
            <a:srgbClr val="855A47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2377440"/>
            <a:ext cx="3210458" cy="64008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422D24"/>
                </a:solidFill>
              </a:rPr>
              <a:t>주차 안내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3063240"/>
            <a:ext cx="3210458" cy="32004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1500" b="0" i="0">
                <a:solidFill>
                  <a:srgbClr val="2B2B2B"/>
                </a:solidFill>
              </a:rPr>
              <a:t>입력하세요</a:t>
            </a:r>
          </a:p>
        </p:txBody>
      </p:sp>
      <p:sp>
        <p:nvSpPr>
          <p:cNvPr id="9" name="카드 2"/>
          <p:cNvSpPr/>
          <p:nvPr/>
        </p:nvSpPr>
        <p:spPr>
          <a:xfrm>
            <a:off x="4353458" y="1600200"/>
            <a:ext cx="3484778" cy="4800600"/>
          </a:xfrm>
          <a:prstGeom prst="roundRect">
            <a:avLst>
              <a:gd name="adj" fmla="val 8000"/>
            </a:avLst>
          </a:prstGeom>
          <a:solidFill>
            <a:srgbClr val="F8F4F2"/>
          </a:solidFill>
          <a:ln w="15875">
            <a:solidFill>
              <a:srgbClr val="EBDCD6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번호 2"/>
          <p:cNvSpPr/>
          <p:nvPr/>
        </p:nvSpPr>
        <p:spPr>
          <a:xfrm>
            <a:off x="4536338" y="1783080"/>
            <a:ext cx="457200" cy="457200"/>
          </a:xfrm>
          <a:prstGeom prst="ellipse">
            <a:avLst/>
          </a:prstGeom>
          <a:solidFill>
            <a:srgbClr val="855A47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90618" y="2377440"/>
            <a:ext cx="3210458" cy="64008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422D24"/>
                </a:solidFill>
              </a:rPr>
              <a:t>식사 안내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90618" y="3063240"/>
            <a:ext cx="3210458" cy="32004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1500" b="0" i="0">
                <a:solidFill>
                  <a:srgbClr val="2B2B2B"/>
                </a:solidFill>
              </a:rPr>
              <a:t>입력하세요</a:t>
            </a:r>
          </a:p>
        </p:txBody>
      </p:sp>
      <p:sp>
        <p:nvSpPr>
          <p:cNvPr id="13" name="카드 3"/>
          <p:cNvSpPr/>
          <p:nvPr/>
        </p:nvSpPr>
        <p:spPr>
          <a:xfrm>
            <a:off x="8066836" y="1600200"/>
            <a:ext cx="3484778" cy="4800600"/>
          </a:xfrm>
          <a:prstGeom prst="roundRect">
            <a:avLst>
              <a:gd name="adj" fmla="val 8000"/>
            </a:avLst>
          </a:prstGeom>
          <a:solidFill>
            <a:srgbClr val="F8F4F2"/>
          </a:solidFill>
          <a:ln w="15875">
            <a:solidFill>
              <a:srgbClr val="EBDCD6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번호 3"/>
          <p:cNvSpPr/>
          <p:nvPr/>
        </p:nvSpPr>
        <p:spPr>
          <a:xfrm>
            <a:off x="8249716" y="1783080"/>
            <a:ext cx="457200" cy="457200"/>
          </a:xfrm>
          <a:prstGeom prst="ellipse">
            <a:avLst/>
          </a:prstGeom>
          <a:solidFill>
            <a:srgbClr val="855A47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03996" y="2377440"/>
            <a:ext cx="3210458" cy="64008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422D24"/>
                </a:solidFill>
              </a:rPr>
              <a:t>기념 촬영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03996" y="3063240"/>
            <a:ext cx="3210458" cy="32004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1500" b="0" i="0">
                <a:solidFill>
                  <a:srgbClr val="2B2B2B"/>
                </a:solidFill>
              </a:rPr>
              <a:t>입력하세요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9905695" y="-1463040"/>
            <a:ext cx="3840480" cy="3840480"/>
          </a:xfrm>
          <a:prstGeom prst="ellipse">
            <a:avLst/>
          </a:prstGeom>
          <a:solidFill>
            <a:srgbClr val="EBDCD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장식"/>
          <p:cNvSpPr/>
          <p:nvPr/>
        </p:nvSpPr>
        <p:spPr>
          <a:xfrm>
            <a:off x="11094415" y="274320"/>
            <a:ext cx="411480" cy="411480"/>
          </a:xfrm>
          <a:prstGeom prst="ellipse">
            <a:avLst/>
          </a:prstGeom>
          <a:solidFill>
            <a:srgbClr val="855A4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457200"/>
            <a:ext cx="9722815" cy="8686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422D24"/>
                </a:solidFill>
              </a:rPr>
              <a:t>웨딩 사진</a:t>
            </a:r>
          </a:p>
        </p:txBody>
      </p:sp>
      <p:sp>
        <p:nvSpPr>
          <p:cNvPr id="5" name="사진 자리"/>
          <p:cNvSpPr/>
          <p:nvPr/>
        </p:nvSpPr>
        <p:spPr>
          <a:xfrm>
            <a:off x="640080" y="1600200"/>
            <a:ext cx="3515258" cy="2308860"/>
          </a:xfrm>
          <a:prstGeom prst="roundRect">
            <a:avLst>
              <a:gd name="adj" fmla="val 6000"/>
            </a:avLst>
          </a:prstGeom>
          <a:solidFill>
            <a:srgbClr val="EBDCD6"/>
          </a:solidFill>
          <a:ln w="19050">
            <a:solidFill>
              <a:srgbClr val="855A47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422D24"/>
                </a:solidFill>
              </a:rPr>
              <a:t>사진 1</a:t>
            </a:r>
          </a:p>
        </p:txBody>
      </p:sp>
      <p:sp>
        <p:nvSpPr>
          <p:cNvPr id="6" name="사진 자리"/>
          <p:cNvSpPr/>
          <p:nvPr/>
        </p:nvSpPr>
        <p:spPr>
          <a:xfrm>
            <a:off x="4338218" y="1600200"/>
            <a:ext cx="3515258" cy="2308860"/>
          </a:xfrm>
          <a:prstGeom prst="roundRect">
            <a:avLst>
              <a:gd name="adj" fmla="val 6000"/>
            </a:avLst>
          </a:prstGeom>
          <a:solidFill>
            <a:srgbClr val="EBDCD6"/>
          </a:solidFill>
          <a:ln w="19050">
            <a:solidFill>
              <a:srgbClr val="855A47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422D24"/>
                </a:solidFill>
              </a:rPr>
              <a:t>사진 2</a:t>
            </a:r>
          </a:p>
        </p:txBody>
      </p:sp>
      <p:sp>
        <p:nvSpPr>
          <p:cNvPr id="7" name="사진 자리"/>
          <p:cNvSpPr/>
          <p:nvPr/>
        </p:nvSpPr>
        <p:spPr>
          <a:xfrm>
            <a:off x="8036356" y="1600200"/>
            <a:ext cx="3515258" cy="2308860"/>
          </a:xfrm>
          <a:prstGeom prst="roundRect">
            <a:avLst>
              <a:gd name="adj" fmla="val 6000"/>
            </a:avLst>
          </a:prstGeom>
          <a:solidFill>
            <a:srgbClr val="EBDCD6"/>
          </a:solidFill>
          <a:ln w="19050">
            <a:solidFill>
              <a:srgbClr val="855A47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422D24"/>
                </a:solidFill>
              </a:rPr>
              <a:t>사진 3</a:t>
            </a:r>
          </a:p>
        </p:txBody>
      </p:sp>
      <p:sp>
        <p:nvSpPr>
          <p:cNvPr id="8" name="사진 자리"/>
          <p:cNvSpPr/>
          <p:nvPr/>
        </p:nvSpPr>
        <p:spPr>
          <a:xfrm>
            <a:off x="640080" y="4091939"/>
            <a:ext cx="3515258" cy="2308860"/>
          </a:xfrm>
          <a:prstGeom prst="roundRect">
            <a:avLst>
              <a:gd name="adj" fmla="val 6000"/>
            </a:avLst>
          </a:prstGeom>
          <a:solidFill>
            <a:srgbClr val="EBDCD6"/>
          </a:solidFill>
          <a:ln w="19050">
            <a:solidFill>
              <a:srgbClr val="855A47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422D24"/>
                </a:solidFill>
              </a:rPr>
              <a:t>사진 4</a:t>
            </a:r>
          </a:p>
        </p:txBody>
      </p:sp>
      <p:sp>
        <p:nvSpPr>
          <p:cNvPr id="9" name="사진 자리"/>
          <p:cNvSpPr/>
          <p:nvPr/>
        </p:nvSpPr>
        <p:spPr>
          <a:xfrm>
            <a:off x="4338218" y="4091939"/>
            <a:ext cx="3515258" cy="2308860"/>
          </a:xfrm>
          <a:prstGeom prst="roundRect">
            <a:avLst>
              <a:gd name="adj" fmla="val 6000"/>
            </a:avLst>
          </a:prstGeom>
          <a:solidFill>
            <a:srgbClr val="EBDCD6"/>
          </a:solidFill>
          <a:ln w="19050">
            <a:solidFill>
              <a:srgbClr val="855A47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422D24"/>
                </a:solidFill>
              </a:rPr>
              <a:t>사진 5</a:t>
            </a:r>
          </a:p>
        </p:txBody>
      </p:sp>
      <p:sp>
        <p:nvSpPr>
          <p:cNvPr id="10" name="사진 자리"/>
          <p:cNvSpPr/>
          <p:nvPr/>
        </p:nvSpPr>
        <p:spPr>
          <a:xfrm>
            <a:off x="8036356" y="4091939"/>
            <a:ext cx="3515258" cy="2308860"/>
          </a:xfrm>
          <a:prstGeom prst="roundRect">
            <a:avLst>
              <a:gd name="adj" fmla="val 6000"/>
            </a:avLst>
          </a:prstGeom>
          <a:solidFill>
            <a:srgbClr val="EBDCD6"/>
          </a:solidFill>
          <a:ln w="19050">
            <a:solidFill>
              <a:srgbClr val="855A47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422D24"/>
                </a:solidFill>
              </a:rPr>
              <a:t>사진 6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3" name="표지 그림" descr="wedding-33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53418" y="2057400"/>
            <a:ext cx="6095847" cy="15544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400" b="1" i="0">
                <a:solidFill>
                  <a:srgbClr val="422D24"/>
                </a:solidFill>
              </a:rPr>
              <a:t>와 주셔서 고맙습니다</a:t>
            </a:r>
          </a:p>
        </p:txBody>
      </p:sp>
      <p:sp>
        <p:nvSpPr>
          <p:cNvPr id="4" name="한 줄 문구"/>
          <p:cNvSpPr txBox="1"/>
          <p:nvPr/>
        </p:nvSpPr>
        <p:spPr>
          <a:xfrm>
            <a:off x="853418" y="3749039"/>
            <a:ext cx="6095847" cy="8229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700" b="0" i="1">
                <a:solidFill>
                  <a:srgbClr val="422D24"/>
                </a:solidFill>
              </a:rPr>
              <a:t>잘 살겠습니다</a:t>
            </a:r>
          </a:p>
        </p:txBody>
      </p:sp>
      <p:sp>
        <p:nvSpPr>
          <p:cNvPr id="5" name="안내 문구"/>
          <p:cNvSpPr txBox="1"/>
          <p:nvPr/>
        </p:nvSpPr>
        <p:spPr>
          <a:xfrm>
            <a:off x="853418" y="4617720"/>
            <a:ext cx="6095847" cy="9144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666666"/>
                </a:solidFill>
              </a:rPr>
              <a:t>신랑 이름 ♥ 신부 이름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결혼식 슬라이드(식순 중심)">
  <a:themeElements>
    <a:clrScheme name="Office">
      <a:dk1>
        <a:sysClr val="windowText" lastClr="000000"/>
      </a:dk1>
      <a:lt1>
        <a:sysClr val="window" lastClr="FFFFFF"/>
      </a:lt1>
      <a:dk2>
        <a:srgbClr val="422D24"/>
      </a:dk2>
      <a:lt2>
        <a:srgbClr val="F8F4F2"/>
      </a:lt2>
      <a:accent1>
        <a:srgbClr val="855A47"/>
      </a:accent1>
      <a:accent2>
        <a:srgbClr val="478578"/>
      </a:accent2>
      <a:accent3>
        <a:srgbClr val="422D24"/>
      </a:accent3>
      <a:accent4>
        <a:srgbClr val="EBDCD6"/>
      </a:accent4>
      <a:accent5>
        <a:srgbClr val="667060"/>
      </a:accent5>
      <a:accent6>
        <a:srgbClr val="8E817C"/>
      </a:accent6>
      <a:hlink>
        <a:srgbClr val="855A47"/>
      </a:hlink>
      <a:folHlink>
        <a:srgbClr val="422D24"/>
      </a:folHlink>
    </a:clrScheme>
    <a:fontScheme name="Office">
      <a:majorFont>
        <a:latin typeface="맑은 고딕"/>
        <a:ea typeface="맑은 고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/>
        <a:ea typeface="맑은 고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결혼식 슬라이드(식순 중심)</dc:title>
  <dc:subject/>
  <dc:creator>우체국보험 상담 안내</dc:creator>
  <cp:keywords/>
  <dc:description>자유롭게 편집해서 사용하세요.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