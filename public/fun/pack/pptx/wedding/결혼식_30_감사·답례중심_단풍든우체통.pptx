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1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7315017" y="960120"/>
            <a:ext cx="3657508" cy="58978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5D4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7924601" y="1783080"/>
            <a:ext cx="2438339" cy="507492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AE432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19556238">
            <a:off x="8291309" y="3108876"/>
            <a:ext cx="310888" cy="106454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21249702">
            <a:off x="8310003" y="2916346"/>
            <a:ext cx="310888" cy="1085216"/>
          </a:xfrm>
          <a:prstGeom prst="ellipse">
            <a:avLst/>
          </a:prstGeom>
          <a:solidFill>
            <a:srgbClr val="F5D4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18881322">
            <a:off x="8701790" y="3330933"/>
            <a:ext cx="310888" cy="972592"/>
          </a:xfrm>
          <a:prstGeom prst="ellipse">
            <a:avLst/>
          </a:prstGeom>
          <a:solidFill>
            <a:srgbClr val="3B917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18823128">
            <a:off x="8997996" y="2640425"/>
            <a:ext cx="310888" cy="77615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20551995">
            <a:off x="9805218" y="2695976"/>
            <a:ext cx="310888" cy="997462"/>
          </a:xfrm>
          <a:prstGeom prst="ellipse">
            <a:avLst/>
          </a:prstGeom>
          <a:solidFill>
            <a:srgbClr val="F5D4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 rot="17758521">
            <a:off x="9067188" y="3355660"/>
            <a:ext cx="310888" cy="885672"/>
          </a:xfrm>
          <a:prstGeom prst="ellipse">
            <a:avLst/>
          </a:prstGeom>
          <a:solidFill>
            <a:srgbClr val="3B917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3418" y="2057400"/>
            <a:ext cx="6095847" cy="15544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5B2315"/>
                </a:solidFill>
              </a:rPr>
              <a:t>두 사람이 하나 되는 날</a:t>
            </a:r>
          </a:p>
        </p:txBody>
      </p:sp>
      <p:sp>
        <p:nvSpPr>
          <p:cNvPr id="11" name="한 줄 문구"/>
          <p:cNvSpPr txBox="1"/>
          <p:nvPr/>
        </p:nvSpPr>
        <p:spPr>
          <a:xfrm>
            <a:off x="853418" y="3703320"/>
            <a:ext cx="5852013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5B2315"/>
                </a:solidFill>
              </a:rPr>
              <a:t>단풍처럼 곱게 물든 사랑을 전합니다</a:t>
            </a:r>
          </a:p>
        </p:txBody>
      </p:sp>
      <p:sp>
        <p:nvSpPr>
          <p:cNvPr id="12" name="안내 문구"/>
          <p:cNvSpPr txBox="1"/>
          <p:nvPr/>
        </p:nvSpPr>
        <p:spPr>
          <a:xfrm>
            <a:off x="853418" y="4572000"/>
            <a:ext cx="5852013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신랑 이름 ♥ 신부 이름</a:t>
            </a:r>
          </a:p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2026. 00. 00 · 예식장 이름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1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 rot="10800000">
            <a:off x="10637215" y="0"/>
            <a:ext cx="914400" cy="15544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5D4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 rot="19556238">
            <a:off x="10753421" y="594322"/>
            <a:ext cx="124358" cy="425828"/>
          </a:xfrm>
          <a:prstGeom prst="ellipse">
            <a:avLst/>
          </a:prstGeom>
          <a:solidFill>
            <a:srgbClr val="AE432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21249702">
            <a:off x="10760899" y="517307"/>
            <a:ext cx="124358" cy="434097"/>
          </a:xfrm>
          <a:prstGeom prst="ellipse">
            <a:avLst/>
          </a:prstGeom>
          <a:solidFill>
            <a:srgbClr val="F5D4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18881322">
            <a:off x="10917618" y="683146"/>
            <a:ext cx="124358" cy="389046"/>
          </a:xfrm>
          <a:prstGeom prst="ellipse">
            <a:avLst/>
          </a:prstGeom>
          <a:solidFill>
            <a:srgbClr val="3B917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18823128">
            <a:off x="11036103" y="406936"/>
            <a:ext cx="124358" cy="310471"/>
          </a:xfrm>
          <a:prstGeom prst="ellipse">
            <a:avLst/>
          </a:prstGeom>
          <a:solidFill>
            <a:srgbClr val="AE432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20551995">
            <a:off x="11359000" y="429157"/>
            <a:ext cx="124358" cy="398994"/>
          </a:xfrm>
          <a:prstGeom prst="ellipse">
            <a:avLst/>
          </a:prstGeom>
          <a:solidFill>
            <a:srgbClr val="F5D4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17758521">
            <a:off x="11063781" y="693038"/>
            <a:ext cx="124358" cy="354278"/>
          </a:xfrm>
          <a:prstGeom prst="ellipse">
            <a:avLst/>
          </a:prstGeom>
          <a:solidFill>
            <a:srgbClr val="3B917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5B2315"/>
                </a:solidFill>
              </a:rPr>
              <a:t>신랑 · 신부 소개</a:t>
            </a:r>
          </a:p>
        </p:txBody>
      </p:sp>
      <p:sp>
        <p:nvSpPr>
          <p:cNvPr id="10" name="사진 자리"/>
          <p:cNvSpPr/>
          <p:nvPr/>
        </p:nvSpPr>
        <p:spPr>
          <a:xfrm>
            <a:off x="1939213" y="1600200"/>
            <a:ext cx="2400300" cy="2400300"/>
          </a:xfrm>
          <a:prstGeom prst="ellipse">
            <a:avLst/>
          </a:prstGeom>
          <a:solidFill>
            <a:srgbClr val="F5D4CC"/>
          </a:solidFill>
          <a:ln w="19050">
            <a:solidFill>
              <a:srgbClr val="AE4329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5B2315"/>
                </a:solidFill>
              </a:rPr>
              <a:t>사진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091939"/>
            <a:ext cx="4998567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5B2315"/>
                </a:solidFill>
              </a:rPr>
              <a:t>신랑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19" y="4549140"/>
            <a:ext cx="4815687" cy="18516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이름 · 나이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직업 · 취미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신부에게 한마디</a:t>
            </a:r>
          </a:p>
        </p:txBody>
      </p:sp>
      <p:sp>
        <p:nvSpPr>
          <p:cNvPr id="13" name="사진 자리"/>
          <p:cNvSpPr/>
          <p:nvPr/>
        </p:nvSpPr>
        <p:spPr>
          <a:xfrm>
            <a:off x="7852181" y="1600200"/>
            <a:ext cx="2400300" cy="2400300"/>
          </a:xfrm>
          <a:prstGeom prst="ellipse">
            <a:avLst/>
          </a:prstGeom>
          <a:solidFill>
            <a:srgbClr val="F5D4CC"/>
          </a:solidFill>
          <a:ln w="19050">
            <a:solidFill>
              <a:srgbClr val="AE4329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5B2315"/>
                </a:solidFill>
              </a:rPr>
              <a:t>사진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53047" y="4091939"/>
            <a:ext cx="4998567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5B2315"/>
                </a:solidFill>
              </a:rPr>
              <a:t>신부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44487" y="4549140"/>
            <a:ext cx="4815687" cy="18516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이름 · 나이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직업 · 취미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신랑에게 한마디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1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 rot="10800000">
            <a:off x="10637215" y="0"/>
            <a:ext cx="914400" cy="15544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5D4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 rot="19556238">
            <a:off x="10753421" y="594322"/>
            <a:ext cx="124358" cy="425828"/>
          </a:xfrm>
          <a:prstGeom prst="ellipse">
            <a:avLst/>
          </a:prstGeom>
          <a:solidFill>
            <a:srgbClr val="AE432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21249702">
            <a:off x="10760899" y="517307"/>
            <a:ext cx="124358" cy="434097"/>
          </a:xfrm>
          <a:prstGeom prst="ellipse">
            <a:avLst/>
          </a:prstGeom>
          <a:solidFill>
            <a:srgbClr val="F5D4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18881322">
            <a:off x="10917618" y="683146"/>
            <a:ext cx="124358" cy="389046"/>
          </a:xfrm>
          <a:prstGeom prst="ellipse">
            <a:avLst/>
          </a:prstGeom>
          <a:solidFill>
            <a:srgbClr val="3B917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18823128">
            <a:off x="11036103" y="406936"/>
            <a:ext cx="124358" cy="310471"/>
          </a:xfrm>
          <a:prstGeom prst="ellipse">
            <a:avLst/>
          </a:prstGeom>
          <a:solidFill>
            <a:srgbClr val="AE432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20551995">
            <a:off x="11359000" y="429157"/>
            <a:ext cx="124358" cy="398994"/>
          </a:xfrm>
          <a:prstGeom prst="ellipse">
            <a:avLst/>
          </a:prstGeom>
          <a:solidFill>
            <a:srgbClr val="F5D4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17758521">
            <a:off x="11063781" y="693038"/>
            <a:ext cx="124358" cy="354278"/>
          </a:xfrm>
          <a:prstGeom prst="ellipse">
            <a:avLst/>
          </a:prstGeom>
          <a:solidFill>
            <a:srgbClr val="3B917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5B2315"/>
                </a:solidFill>
              </a:rPr>
              <a:t>감사의 말씀</a:t>
            </a:r>
          </a:p>
        </p:txBody>
      </p:sp>
      <p:sp>
        <p:nvSpPr>
          <p:cNvPr id="10" name="감사 글 칸"/>
          <p:cNvSpPr/>
          <p:nvPr/>
        </p:nvSpPr>
        <p:spPr>
          <a:xfrm>
            <a:off x="640080" y="1600200"/>
            <a:ext cx="10911535" cy="4800600"/>
          </a:xfrm>
          <a:prstGeom prst="roundRect">
            <a:avLst>
              <a:gd name="adj" fmla="val 8000"/>
            </a:avLst>
          </a:prstGeom>
          <a:solidFill>
            <a:srgbClr val="FBF1EE"/>
          </a:solidFill>
          <a:ln w="12700">
            <a:solidFill>
              <a:srgbClr val="F5D4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감사 글"/>
          <p:cNvSpPr txBox="1"/>
          <p:nvPr/>
        </p:nvSpPr>
        <p:spPr>
          <a:xfrm>
            <a:off x="1097280" y="1965960"/>
            <a:ext cx="9997135" cy="4069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ctr">
              <a:lnSpc>
                <a:spcPct val="140000"/>
              </a:lnSpc>
            </a:pPr>
            <a:r>
              <a:rPr sz="2000" b="0" i="0">
                <a:solidFill>
                  <a:srgbClr val="2B2B2B"/>
                </a:solidFill>
              </a:rPr>
              <a:t>바쁘신 중에도 귀한 걸음 해 주셔서 감사합니다.</a:t>
            </a:r>
          </a:p>
          <a:p>
            <a:pPr algn="ctr">
              <a:lnSpc>
                <a:spcPct val="140000"/>
              </a:lnSpc>
            </a:pPr>
            <a:r>
              <a:rPr sz="2000" b="0" i="0">
                <a:solidFill>
                  <a:srgbClr val="2B2B2B"/>
                </a:solidFill>
              </a:rPr>
              <a:t/>
            </a:r>
          </a:p>
          <a:p>
            <a:pPr algn="ctr">
              <a:lnSpc>
                <a:spcPct val="140000"/>
              </a:lnSpc>
            </a:pPr>
            <a:r>
              <a:rPr sz="2000" b="0" i="0">
                <a:solidFill>
                  <a:srgbClr val="2B2B2B"/>
                </a:solidFill>
              </a:rPr>
              <a:t>보내 주신 축복 잊지 않고</a:t>
            </a:r>
          </a:p>
          <a:p>
            <a:pPr algn="ctr">
              <a:lnSpc>
                <a:spcPct val="140000"/>
              </a:lnSpc>
            </a:pPr>
            <a:r>
              <a:rPr sz="2000" b="0" i="0">
                <a:solidFill>
                  <a:srgbClr val="2B2B2B"/>
                </a:solidFill>
              </a:rPr>
              <a:t>서로 아끼며 예쁘게 살겠습니다.</a:t>
            </a:r>
          </a:p>
          <a:p>
            <a:pPr algn="ctr">
              <a:lnSpc>
                <a:spcPct val="140000"/>
              </a:lnSpc>
            </a:pPr>
            <a:r>
              <a:rPr sz="2000" b="0" i="0">
                <a:solidFill>
                  <a:srgbClr val="2B2B2B"/>
                </a:solidFill>
              </a:rPr>
              <a:t/>
            </a:r>
          </a:p>
          <a:p>
            <a:pPr algn="ctr">
              <a:lnSpc>
                <a:spcPct val="140000"/>
              </a:lnSpc>
            </a:pPr>
            <a:r>
              <a:rPr sz="2000" b="0" i="0">
                <a:solidFill>
                  <a:srgbClr val="2B2B2B"/>
                </a:solidFill>
              </a:rPr>
              <a:t>신랑 · 신부 드림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1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 rot="10800000">
            <a:off x="10637215" y="0"/>
            <a:ext cx="914400" cy="15544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5D4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 rot="19556238">
            <a:off x="10753421" y="594322"/>
            <a:ext cx="124358" cy="425828"/>
          </a:xfrm>
          <a:prstGeom prst="ellipse">
            <a:avLst/>
          </a:prstGeom>
          <a:solidFill>
            <a:srgbClr val="AE432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21249702">
            <a:off x="10760899" y="517307"/>
            <a:ext cx="124358" cy="434097"/>
          </a:xfrm>
          <a:prstGeom prst="ellipse">
            <a:avLst/>
          </a:prstGeom>
          <a:solidFill>
            <a:srgbClr val="F5D4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18881322">
            <a:off x="10917618" y="683146"/>
            <a:ext cx="124358" cy="389046"/>
          </a:xfrm>
          <a:prstGeom prst="ellipse">
            <a:avLst/>
          </a:prstGeom>
          <a:solidFill>
            <a:srgbClr val="3B917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18823128">
            <a:off x="11036103" y="406936"/>
            <a:ext cx="124358" cy="310471"/>
          </a:xfrm>
          <a:prstGeom prst="ellipse">
            <a:avLst/>
          </a:prstGeom>
          <a:solidFill>
            <a:srgbClr val="AE432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20551995">
            <a:off x="11359000" y="429157"/>
            <a:ext cx="124358" cy="398994"/>
          </a:xfrm>
          <a:prstGeom prst="ellipse">
            <a:avLst/>
          </a:prstGeom>
          <a:solidFill>
            <a:srgbClr val="F5D4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17758521">
            <a:off x="11063781" y="693038"/>
            <a:ext cx="124358" cy="354278"/>
          </a:xfrm>
          <a:prstGeom prst="ellipse">
            <a:avLst/>
          </a:prstGeom>
          <a:solidFill>
            <a:srgbClr val="3B917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5B2315"/>
                </a:solidFill>
              </a:rPr>
              <a:t>답례 안내</a:t>
            </a:r>
          </a:p>
        </p:txBody>
      </p:sp>
      <p:sp>
        <p:nvSpPr>
          <p:cNvPr id="10" name="카드 1"/>
          <p:cNvSpPr/>
          <p:nvPr/>
        </p:nvSpPr>
        <p:spPr>
          <a:xfrm>
            <a:off x="640080" y="1600200"/>
            <a:ext cx="3484778" cy="4800600"/>
          </a:xfrm>
          <a:prstGeom prst="roundRect">
            <a:avLst>
              <a:gd name="adj" fmla="val 8000"/>
            </a:avLst>
          </a:prstGeom>
          <a:solidFill>
            <a:srgbClr val="FBF1EE"/>
          </a:solidFill>
          <a:ln w="15875">
            <a:solidFill>
              <a:srgbClr val="F5D4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번호 1"/>
          <p:cNvSpPr/>
          <p:nvPr/>
        </p:nvSpPr>
        <p:spPr>
          <a:xfrm>
            <a:off x="822959" y="1783080"/>
            <a:ext cx="457200" cy="457200"/>
          </a:xfrm>
          <a:prstGeom prst="ellipse">
            <a:avLst/>
          </a:prstGeom>
          <a:solidFill>
            <a:srgbClr val="AE4329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37744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5B2315"/>
                </a:solidFill>
              </a:rPr>
              <a:t>답례품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063240"/>
            <a:ext cx="3210458" cy="3200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입력하세요</a:t>
            </a:r>
          </a:p>
        </p:txBody>
      </p:sp>
      <p:sp>
        <p:nvSpPr>
          <p:cNvPr id="14" name="카드 2"/>
          <p:cNvSpPr/>
          <p:nvPr/>
        </p:nvSpPr>
        <p:spPr>
          <a:xfrm>
            <a:off x="4353458" y="1600200"/>
            <a:ext cx="3484778" cy="4800600"/>
          </a:xfrm>
          <a:prstGeom prst="roundRect">
            <a:avLst>
              <a:gd name="adj" fmla="val 8000"/>
            </a:avLst>
          </a:prstGeom>
          <a:solidFill>
            <a:srgbClr val="FBF1EE"/>
          </a:solidFill>
          <a:ln w="15875">
            <a:solidFill>
              <a:srgbClr val="F5D4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번호 2"/>
          <p:cNvSpPr/>
          <p:nvPr/>
        </p:nvSpPr>
        <p:spPr>
          <a:xfrm>
            <a:off x="4536338" y="1783080"/>
            <a:ext cx="457200" cy="457200"/>
          </a:xfrm>
          <a:prstGeom prst="ellipse">
            <a:avLst/>
          </a:prstGeom>
          <a:solidFill>
            <a:srgbClr val="AE4329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90618" y="237744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5B2315"/>
                </a:solidFill>
              </a:rPr>
              <a:t>방명록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90618" y="3063240"/>
            <a:ext cx="3210458" cy="3200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입력하세요</a:t>
            </a:r>
          </a:p>
        </p:txBody>
      </p:sp>
      <p:sp>
        <p:nvSpPr>
          <p:cNvPr id="18" name="카드 3"/>
          <p:cNvSpPr/>
          <p:nvPr/>
        </p:nvSpPr>
        <p:spPr>
          <a:xfrm>
            <a:off x="8066836" y="1600200"/>
            <a:ext cx="3484778" cy="4800600"/>
          </a:xfrm>
          <a:prstGeom prst="roundRect">
            <a:avLst>
              <a:gd name="adj" fmla="val 8000"/>
            </a:avLst>
          </a:prstGeom>
          <a:solidFill>
            <a:srgbClr val="FBF1EE"/>
          </a:solidFill>
          <a:ln w="15875">
            <a:solidFill>
              <a:srgbClr val="F5D4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번호 3"/>
          <p:cNvSpPr/>
          <p:nvPr/>
        </p:nvSpPr>
        <p:spPr>
          <a:xfrm>
            <a:off x="8249716" y="1783080"/>
            <a:ext cx="457200" cy="457200"/>
          </a:xfrm>
          <a:prstGeom prst="ellipse">
            <a:avLst/>
          </a:prstGeom>
          <a:solidFill>
            <a:srgbClr val="AE4329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03996" y="237744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5B2315"/>
                </a:solidFill>
              </a:rPr>
              <a:t>사진 · 영상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03996" y="3063240"/>
            <a:ext cx="3210458" cy="3200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입력하세요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1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 rot="10800000">
            <a:off x="10637215" y="0"/>
            <a:ext cx="914400" cy="15544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5D4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 rot="19556238">
            <a:off x="10753421" y="594322"/>
            <a:ext cx="124358" cy="425828"/>
          </a:xfrm>
          <a:prstGeom prst="ellipse">
            <a:avLst/>
          </a:prstGeom>
          <a:solidFill>
            <a:srgbClr val="AE432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21249702">
            <a:off x="10760899" y="517307"/>
            <a:ext cx="124358" cy="434097"/>
          </a:xfrm>
          <a:prstGeom prst="ellipse">
            <a:avLst/>
          </a:prstGeom>
          <a:solidFill>
            <a:srgbClr val="F5D4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18881322">
            <a:off x="10917618" y="683146"/>
            <a:ext cx="124358" cy="389046"/>
          </a:xfrm>
          <a:prstGeom prst="ellipse">
            <a:avLst/>
          </a:prstGeom>
          <a:solidFill>
            <a:srgbClr val="3B917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18823128">
            <a:off x="11036103" y="406936"/>
            <a:ext cx="124358" cy="310471"/>
          </a:xfrm>
          <a:prstGeom prst="ellipse">
            <a:avLst/>
          </a:prstGeom>
          <a:solidFill>
            <a:srgbClr val="AE432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20551995">
            <a:off x="11359000" y="429157"/>
            <a:ext cx="124358" cy="398994"/>
          </a:xfrm>
          <a:prstGeom prst="ellipse">
            <a:avLst/>
          </a:prstGeom>
          <a:solidFill>
            <a:srgbClr val="F5D4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17758521">
            <a:off x="11063781" y="693038"/>
            <a:ext cx="124358" cy="354278"/>
          </a:xfrm>
          <a:prstGeom prst="ellipse">
            <a:avLst/>
          </a:prstGeom>
          <a:solidFill>
            <a:srgbClr val="3B917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5B2315"/>
                </a:solidFill>
              </a:rPr>
              <a:t>웨딩 사진</a:t>
            </a:r>
          </a:p>
        </p:txBody>
      </p:sp>
      <p:sp>
        <p:nvSpPr>
          <p:cNvPr id="10" name="사진 자리"/>
          <p:cNvSpPr/>
          <p:nvPr/>
        </p:nvSpPr>
        <p:spPr>
          <a:xfrm>
            <a:off x="640080" y="1600200"/>
            <a:ext cx="3515258" cy="2308860"/>
          </a:xfrm>
          <a:prstGeom prst="roundRect">
            <a:avLst>
              <a:gd name="adj" fmla="val 6000"/>
            </a:avLst>
          </a:prstGeom>
          <a:solidFill>
            <a:srgbClr val="F5D4CC"/>
          </a:solidFill>
          <a:ln w="19050">
            <a:solidFill>
              <a:srgbClr val="AE4329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5B2315"/>
                </a:solidFill>
              </a:rPr>
              <a:t>사진 1</a:t>
            </a:r>
          </a:p>
        </p:txBody>
      </p:sp>
      <p:sp>
        <p:nvSpPr>
          <p:cNvPr id="11" name="사진 자리"/>
          <p:cNvSpPr/>
          <p:nvPr/>
        </p:nvSpPr>
        <p:spPr>
          <a:xfrm>
            <a:off x="4338218" y="1600200"/>
            <a:ext cx="3515258" cy="2308860"/>
          </a:xfrm>
          <a:prstGeom prst="roundRect">
            <a:avLst>
              <a:gd name="adj" fmla="val 6000"/>
            </a:avLst>
          </a:prstGeom>
          <a:solidFill>
            <a:srgbClr val="F5D4CC"/>
          </a:solidFill>
          <a:ln w="19050">
            <a:solidFill>
              <a:srgbClr val="AE4329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5B2315"/>
                </a:solidFill>
              </a:rPr>
              <a:t>사진 2</a:t>
            </a:r>
          </a:p>
        </p:txBody>
      </p:sp>
      <p:sp>
        <p:nvSpPr>
          <p:cNvPr id="12" name="사진 자리"/>
          <p:cNvSpPr/>
          <p:nvPr/>
        </p:nvSpPr>
        <p:spPr>
          <a:xfrm>
            <a:off x="8036356" y="1600200"/>
            <a:ext cx="3515258" cy="2308860"/>
          </a:xfrm>
          <a:prstGeom prst="roundRect">
            <a:avLst>
              <a:gd name="adj" fmla="val 6000"/>
            </a:avLst>
          </a:prstGeom>
          <a:solidFill>
            <a:srgbClr val="F5D4CC"/>
          </a:solidFill>
          <a:ln w="19050">
            <a:solidFill>
              <a:srgbClr val="AE4329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5B2315"/>
                </a:solidFill>
              </a:rPr>
              <a:t>사진 3</a:t>
            </a:r>
          </a:p>
        </p:txBody>
      </p:sp>
      <p:sp>
        <p:nvSpPr>
          <p:cNvPr id="13" name="사진 자리"/>
          <p:cNvSpPr/>
          <p:nvPr/>
        </p:nvSpPr>
        <p:spPr>
          <a:xfrm>
            <a:off x="640080" y="4091939"/>
            <a:ext cx="3515258" cy="2308860"/>
          </a:xfrm>
          <a:prstGeom prst="roundRect">
            <a:avLst>
              <a:gd name="adj" fmla="val 6000"/>
            </a:avLst>
          </a:prstGeom>
          <a:solidFill>
            <a:srgbClr val="F5D4CC"/>
          </a:solidFill>
          <a:ln w="19050">
            <a:solidFill>
              <a:srgbClr val="AE4329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5B2315"/>
                </a:solidFill>
              </a:rPr>
              <a:t>사진 4</a:t>
            </a:r>
          </a:p>
        </p:txBody>
      </p:sp>
      <p:sp>
        <p:nvSpPr>
          <p:cNvPr id="14" name="사진 자리"/>
          <p:cNvSpPr/>
          <p:nvPr/>
        </p:nvSpPr>
        <p:spPr>
          <a:xfrm>
            <a:off x="4338218" y="4091939"/>
            <a:ext cx="3515258" cy="2308860"/>
          </a:xfrm>
          <a:prstGeom prst="roundRect">
            <a:avLst>
              <a:gd name="adj" fmla="val 6000"/>
            </a:avLst>
          </a:prstGeom>
          <a:solidFill>
            <a:srgbClr val="F5D4CC"/>
          </a:solidFill>
          <a:ln w="19050">
            <a:solidFill>
              <a:srgbClr val="AE4329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5B2315"/>
                </a:solidFill>
              </a:rPr>
              <a:t>사진 5</a:t>
            </a:r>
          </a:p>
        </p:txBody>
      </p:sp>
      <p:sp>
        <p:nvSpPr>
          <p:cNvPr id="15" name="사진 자리"/>
          <p:cNvSpPr/>
          <p:nvPr/>
        </p:nvSpPr>
        <p:spPr>
          <a:xfrm>
            <a:off x="8036356" y="4091939"/>
            <a:ext cx="3515258" cy="2308860"/>
          </a:xfrm>
          <a:prstGeom prst="roundRect">
            <a:avLst>
              <a:gd name="adj" fmla="val 6000"/>
            </a:avLst>
          </a:prstGeom>
          <a:solidFill>
            <a:srgbClr val="F5D4CC"/>
          </a:solidFill>
          <a:ln w="19050">
            <a:solidFill>
              <a:srgbClr val="AE4329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5B2315"/>
                </a:solidFill>
              </a:rPr>
              <a:t>사진 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1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7315017" y="960120"/>
            <a:ext cx="3657508" cy="58978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5D4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7924601" y="1783080"/>
            <a:ext cx="2438339" cy="507492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AE432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19556238">
            <a:off x="8291309" y="3108876"/>
            <a:ext cx="310888" cy="106454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21249702">
            <a:off x="8310003" y="2916346"/>
            <a:ext cx="310888" cy="1085216"/>
          </a:xfrm>
          <a:prstGeom prst="ellipse">
            <a:avLst/>
          </a:prstGeom>
          <a:solidFill>
            <a:srgbClr val="F5D4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18881322">
            <a:off x="8701790" y="3330933"/>
            <a:ext cx="310888" cy="972592"/>
          </a:xfrm>
          <a:prstGeom prst="ellipse">
            <a:avLst/>
          </a:prstGeom>
          <a:solidFill>
            <a:srgbClr val="3B917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18823128">
            <a:off x="8997996" y="2640425"/>
            <a:ext cx="310888" cy="77615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20551995">
            <a:off x="9805218" y="2695976"/>
            <a:ext cx="310888" cy="997462"/>
          </a:xfrm>
          <a:prstGeom prst="ellipse">
            <a:avLst/>
          </a:prstGeom>
          <a:solidFill>
            <a:srgbClr val="F5D4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 rot="17758521">
            <a:off x="9067188" y="3355660"/>
            <a:ext cx="310888" cy="885672"/>
          </a:xfrm>
          <a:prstGeom prst="ellipse">
            <a:avLst/>
          </a:prstGeom>
          <a:solidFill>
            <a:srgbClr val="3B917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3418" y="2057400"/>
            <a:ext cx="6095847" cy="15544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400" b="1" i="0">
                <a:solidFill>
                  <a:srgbClr val="5B2315"/>
                </a:solidFill>
              </a:rPr>
              <a:t>함께해 주셔서 감사합니다</a:t>
            </a:r>
          </a:p>
        </p:txBody>
      </p:sp>
      <p:sp>
        <p:nvSpPr>
          <p:cNvPr id="11" name="한 줄 문구"/>
          <p:cNvSpPr txBox="1"/>
          <p:nvPr/>
        </p:nvSpPr>
        <p:spPr>
          <a:xfrm>
            <a:off x="853418" y="3703320"/>
            <a:ext cx="5852013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5B2315"/>
                </a:solidFill>
              </a:rPr>
              <a:t>오늘의 축복을 오래도록 간직하겠습니다</a:t>
            </a:r>
          </a:p>
        </p:txBody>
      </p:sp>
      <p:sp>
        <p:nvSpPr>
          <p:cNvPr id="12" name="안내 문구"/>
          <p:cNvSpPr txBox="1"/>
          <p:nvPr/>
        </p:nvSpPr>
        <p:spPr>
          <a:xfrm>
            <a:off x="853418" y="4572000"/>
            <a:ext cx="5852013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신랑 이름 ♥ 신부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결혼식 슬라이드(감사·답례 중심)">
  <a:themeElements>
    <a:clrScheme name="Office">
      <a:dk1>
        <a:sysClr val="windowText" lastClr="000000"/>
      </a:dk1>
      <a:lt1>
        <a:sysClr val="window" lastClr="FFFFFF"/>
      </a:lt1>
      <a:dk2>
        <a:srgbClr val="5B2315"/>
      </a:dk2>
      <a:lt2>
        <a:srgbClr val="FBF1EE"/>
      </a:lt2>
      <a:accent1>
        <a:srgbClr val="AE4329"/>
      </a:accent1>
      <a:accent2>
        <a:srgbClr val="3B9177"/>
      </a:accent2>
      <a:accent3>
        <a:srgbClr val="5B2315"/>
      </a:accent3>
      <a:accent4>
        <a:srgbClr val="F5D4CC"/>
      </a:accent4>
      <a:accent5>
        <a:srgbClr val="746A50"/>
      </a:accent5>
      <a:accent6>
        <a:srgbClr val="9D7B73"/>
      </a:accent6>
      <a:hlink>
        <a:srgbClr val="AE4329"/>
      </a:hlink>
      <a:folHlink>
        <a:srgbClr val="5B2315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결혼식 슬라이드(감사·답례 중심)</dc:title>
  <dc:subject/>
  <dc:creator>우체국보험 상담 안내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