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48094" y="665468"/>
            <a:ext cx="439711" cy="439711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870174" y="2648211"/>
            <a:ext cx="325546" cy="325546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456902" y="844189"/>
            <a:ext cx="428847" cy="428847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327883" y="2558810"/>
            <a:ext cx="383917" cy="383917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985224" y="371263"/>
            <a:ext cx="271256" cy="271256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054636" y="427995"/>
            <a:ext cx="294091" cy="294091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539235" y="2844566"/>
            <a:ext cx="506986" cy="50698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9714677" y="793042"/>
            <a:ext cx="486841" cy="4868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093804" y="730731"/>
            <a:ext cx="496258" cy="49625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263488" y="21126"/>
            <a:ext cx="405194" cy="405194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53950" y="2861152"/>
            <a:ext cx="241523" cy="241523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73371"/>
                </a:solidFill>
              </a:rPr>
              <a:t>두 사람이 하나 되는 날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73371"/>
                </a:solidFill>
              </a:rPr>
              <a:t>라일락 향기처럼 은은한 사랑을 하겠습니다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02130" y="434860"/>
            <a:ext cx="153549" cy="153549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363808" y="1127246"/>
            <a:ext cx="113682" cy="113682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68698" y="497270"/>
            <a:ext cx="149756" cy="14975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523643" y="1096027"/>
            <a:ext cx="134066" cy="13406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54778" y="332121"/>
            <a:ext cx="94724" cy="94724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8224" y="351933"/>
            <a:ext cx="102698" cy="10269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97449" y="1195815"/>
            <a:ext cx="177042" cy="177042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09508" y="479409"/>
            <a:ext cx="170008" cy="170008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092695" y="457650"/>
            <a:ext cx="173296" cy="17329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02743" y="209851"/>
            <a:ext cx="141496" cy="14149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602587" y="1201606"/>
            <a:ext cx="84341" cy="843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신랑 · 신부 소개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73371"/>
                </a:solidFill>
              </a:rPr>
              <a:t>신랑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73371"/>
                </a:solidFill>
              </a:rPr>
              <a:t>신부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02130" y="434860"/>
            <a:ext cx="153549" cy="153549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363808" y="1127246"/>
            <a:ext cx="113682" cy="113682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68698" y="497270"/>
            <a:ext cx="149756" cy="14975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523643" y="1096027"/>
            <a:ext cx="134066" cy="13406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54778" y="332121"/>
            <a:ext cx="94724" cy="94724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8224" y="351933"/>
            <a:ext cx="102698" cy="10269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97449" y="1195815"/>
            <a:ext cx="177042" cy="177042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09508" y="479409"/>
            <a:ext cx="170008" cy="170008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092695" y="457650"/>
            <a:ext cx="173296" cy="17329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02743" y="209851"/>
            <a:ext cx="141496" cy="14149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602587" y="1201606"/>
            <a:ext cx="84341" cy="843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우리 두 사람</a:t>
            </a:r>
          </a:p>
        </p:txBody>
      </p:sp>
      <p:sp>
        <p:nvSpPr>
          <p:cNvPr id="16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5F1F9"/>
          </a:solidFill>
          <a:ln w="12700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닮은 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3D3EE"/>
          </a:solidFill>
          <a:ln w="12700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733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02130" y="434860"/>
            <a:ext cx="153549" cy="153549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363808" y="1127246"/>
            <a:ext cx="113682" cy="113682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68698" y="497270"/>
            <a:ext cx="149756" cy="14975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523643" y="1096027"/>
            <a:ext cx="134066" cy="13406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54778" y="332121"/>
            <a:ext cx="94724" cy="94724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8224" y="351933"/>
            <a:ext cx="102698" cy="10269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97449" y="1195815"/>
            <a:ext cx="177042" cy="177042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09508" y="479409"/>
            <a:ext cx="170008" cy="170008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092695" y="457650"/>
            <a:ext cx="173296" cy="17329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02743" y="209851"/>
            <a:ext cx="141496" cy="14149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602587" y="1201606"/>
            <a:ext cx="84341" cy="843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서로에게 하고 싶은 말</a:t>
            </a:r>
          </a:p>
        </p:txBody>
      </p:sp>
      <p:sp>
        <p:nvSpPr>
          <p:cNvPr id="16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5F1F9"/>
          </a:solidFill>
          <a:ln w="12700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신랑이 신부에게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  <p:sp>
        <p:nvSpPr>
          <p:cNvPr id="20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3D3EE"/>
          </a:solidFill>
          <a:ln w="12700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733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02130" y="434860"/>
            <a:ext cx="153549" cy="153549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363808" y="1127246"/>
            <a:ext cx="113682" cy="113682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68698" y="497270"/>
            <a:ext cx="149756" cy="14975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523643" y="1096027"/>
            <a:ext cx="134066" cy="13406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54778" y="332121"/>
            <a:ext cx="94724" cy="94724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8224" y="351933"/>
            <a:ext cx="102698" cy="10269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97449" y="1195815"/>
            <a:ext cx="177042" cy="177042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09508" y="479409"/>
            <a:ext cx="170008" cy="170008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092695" y="457650"/>
            <a:ext cx="173296" cy="17329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02743" y="209851"/>
            <a:ext cx="141496" cy="14149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602587" y="1201606"/>
            <a:ext cx="84341" cy="843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웨딩 사진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48094" y="665468"/>
            <a:ext cx="439711" cy="439711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870174" y="2648211"/>
            <a:ext cx="325546" cy="325546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456902" y="844189"/>
            <a:ext cx="428847" cy="428847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327883" y="2558810"/>
            <a:ext cx="383917" cy="383917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985224" y="371263"/>
            <a:ext cx="271256" cy="271256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054636" y="427995"/>
            <a:ext cx="294091" cy="294091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539235" y="2844566"/>
            <a:ext cx="506986" cy="50698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9714677" y="793042"/>
            <a:ext cx="486841" cy="4868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093804" y="730731"/>
            <a:ext cx="496258" cy="49625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263488" y="21126"/>
            <a:ext cx="405194" cy="405194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53950" y="2861152"/>
            <a:ext cx="241523" cy="241523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73371"/>
                </a:solidFill>
              </a:rPr>
              <a:t>함께해 주셔서 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73371"/>
                </a:solidFill>
              </a:rPr>
              <a:t>오늘의 축복을 오래도록 간직하겠습니다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573371"/>
      </a:dk2>
      <a:lt2>
        <a:srgbClr val="F5F1F9"/>
      </a:lt2>
      <a:accent1>
        <a:srgbClr val="8C56B3"/>
      </a:accent1>
      <a:accent2>
        <a:srgbClr val="868D3F"/>
      </a:accent2>
      <a:accent3>
        <a:srgbClr val="573371"/>
      </a:accent3>
      <a:accent4>
        <a:srgbClr val="E3D3EE"/>
      </a:accent4>
      <a:accent5>
        <a:srgbClr val="897279"/>
      </a:accent5>
      <a:accent6>
        <a:srgbClr val="9A85AA"/>
      </a:accent6>
      <a:hlink>
        <a:srgbClr val="8C56B3"/>
      </a:hlink>
      <a:folHlink>
        <a:srgbClr val="57337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