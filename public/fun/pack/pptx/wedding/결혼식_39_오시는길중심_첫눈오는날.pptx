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두 사람이 하나 되는 날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첫눈이 내리던 날, 사랑을 고백했습니다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오시는 길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6035040" cy="46177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A5E88"/>
                </a:solidFill>
              </a:rPr>
              <a:t>약도 · 지도를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7132320" y="1600200"/>
          <a:ext cx="432785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교통 안내</a:t>
            </a:r>
          </a:p>
        </p:txBody>
      </p:sp>
      <p:sp>
        <p:nvSpPr>
          <p:cNvPr id="10" name="카드 1"/>
          <p:cNvSpPr/>
          <p:nvPr/>
        </p:nvSpPr>
        <p:spPr>
          <a:xfrm>
            <a:off x="731520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지하철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83938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버스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36356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자가용 · 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3A5E88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오늘의 축복을 오래도록 간직하겠습니다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