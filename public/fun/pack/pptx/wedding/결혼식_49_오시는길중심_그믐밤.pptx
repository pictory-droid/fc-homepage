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AD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안내 전화번호를 적어 두었습니다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042083" y="1783080"/>
            <a:ext cx="2194560" cy="2194560"/>
          </a:xfrm>
          <a:prstGeom prst="ellipse">
            <a:avLst/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749"/>
                </a:solidFill>
              </a:rPr>
              <a:t>신랑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55051" y="1783080"/>
            <a:ext cx="2194560" cy="2194560"/>
          </a:xfrm>
          <a:prstGeom prst="ellipse">
            <a:avLst/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2749"/>
                </a:solidFill>
              </a:rPr>
              <a:t>신부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오시는 길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6035040" cy="4389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약도 · 지도를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040880" y="178308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ECEC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2749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D5D5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D5F6"/>
                      </a:solidFill>
                      <a:prstDash val="solid"/>
                    </a:lnL>
                    <a:lnR w="9525" cap="flat" cmpd="sng" algn="ctr">
                      <a:solidFill>
                        <a:srgbClr val="D5D5F6"/>
                      </a:solidFill>
                      <a:prstDash val="solid"/>
                    </a:lnR>
                    <a:lnT w="9525" cap="flat" cmpd="sng" algn="ctr">
                      <a:solidFill>
                        <a:srgbClr val="D5D5F6"/>
                      </a:solidFill>
                      <a:prstDash val="solid"/>
                    </a:lnT>
                    <a:lnB w="9525" cap="flat" cmpd="sng" algn="ctr">
                      <a:solidFill>
                        <a:srgbClr val="D5D5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교통 안내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98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 txBox="1"/>
          <p:nvPr/>
        </p:nvSpPr>
        <p:spPr>
          <a:xfrm>
            <a:off x="731519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898E1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지하철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98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 txBox="1"/>
          <p:nvPr/>
        </p:nvSpPr>
        <p:spPr>
          <a:xfrm>
            <a:off x="4444898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898E1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버스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783080"/>
            <a:ext cx="3484778" cy="4389120"/>
          </a:xfrm>
          <a:prstGeom prst="roundRect">
            <a:avLst>
              <a:gd name="adj" fmla="val 7000"/>
            </a:avLst>
          </a:prstGeom>
          <a:noFill/>
          <a:ln w="15875">
            <a:solidFill>
              <a:srgbClr val="9898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 txBox="1"/>
          <p:nvPr/>
        </p:nvSpPr>
        <p:spPr>
          <a:xfrm>
            <a:off x="8158276" y="19202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898E1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2749"/>
                </a:solidFill>
              </a:rPr>
              <a:t>자가용 · 주차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AD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포인트"/>
          <p:cNvSpPr/>
          <p:nvPr/>
        </p:nvSpPr>
        <p:spPr>
          <a:xfrm>
            <a:off x="5958687" y="246888"/>
            <a:ext cx="274320" cy="274320"/>
          </a:xfrm>
          <a:prstGeom prst="star4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9898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D5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D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07118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ADAD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7558851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272749"/>
      </a:dk2>
      <a:lt2>
        <a:srgbClr val="ECECFB"/>
      </a:lt2>
      <a:accent1>
        <a:srgbClr val="9898E1"/>
      </a:accent1>
      <a:accent2>
        <a:srgbClr val="CFB8EA"/>
      </a:accent2>
      <a:accent3>
        <a:srgbClr val="272749"/>
      </a:accent3>
      <a:accent4>
        <a:srgbClr val="D5D5F6"/>
      </a:accent4>
      <a:accent5>
        <a:srgbClr val="B4A8E6"/>
      </a:accent5>
      <a:accent6>
        <a:srgbClr val="7D7D92"/>
      </a:accent6>
      <a:hlink>
        <a:srgbClr val="9898E1"/>
      </a:hlink>
      <a:folHlink>
        <a:srgbClr val="27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