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F38AC53-C371-44BB-9F61-C95BDCDE469D}">
          <p14:sldIdLst>
            <p14:sldId id="256"/>
          </p14:sldIdLst>
        </p14:section>
        <p14:section name="본문" id="{9EB9C68F-4025-44B8-822B-505AD5077B8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7211D02-4836-4498-BA4E-29C51EFBE4D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828800" y="228600"/>
            <a:ext cx="3200400" cy="320040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40280" y="640080"/>
            <a:ext cx="2377440" cy="237744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1005840"/>
            <a:ext cx="1645920" cy="16459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행성"/>
          <p:cNvSpPr/>
          <p:nvPr/>
        </p:nvSpPr>
        <p:spPr>
          <a:xfrm>
            <a:off x="3116275" y="1516075"/>
            <a:ext cx="625449" cy="6254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위성 1"/>
          <p:cNvSpPr/>
          <p:nvPr/>
        </p:nvSpPr>
        <p:spPr>
          <a:xfrm>
            <a:off x="4366148" y="511535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2"/>
          <p:cNvSpPr/>
          <p:nvPr/>
        </p:nvSpPr>
        <p:spPr>
          <a:xfrm>
            <a:off x="2247960" y="1358225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3"/>
          <p:cNvSpPr/>
          <p:nvPr/>
        </p:nvSpPr>
        <p:spPr>
          <a:xfrm>
            <a:off x="3609884" y="2501545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588770" y="948689"/>
            <a:ext cx="3680459" cy="17602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339E293-CBBF-4FD7-B39D-A012F51949A9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828800" y="228600"/>
            <a:ext cx="3200400" cy="320040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40280" y="640080"/>
            <a:ext cx="2377440" cy="237744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1005840"/>
            <a:ext cx="1645920" cy="16459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행성"/>
          <p:cNvSpPr/>
          <p:nvPr/>
        </p:nvSpPr>
        <p:spPr>
          <a:xfrm>
            <a:off x="3116275" y="1516075"/>
            <a:ext cx="625449" cy="6254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위성 1"/>
          <p:cNvSpPr/>
          <p:nvPr/>
        </p:nvSpPr>
        <p:spPr>
          <a:xfrm>
            <a:off x="4366148" y="511535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2"/>
          <p:cNvSpPr/>
          <p:nvPr/>
        </p:nvSpPr>
        <p:spPr>
          <a:xfrm>
            <a:off x="2247960" y="1358225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3"/>
          <p:cNvSpPr/>
          <p:nvPr/>
        </p:nvSpPr>
        <p:spPr>
          <a:xfrm>
            <a:off x="3609884" y="2501545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588770" y="948689"/>
            <a:ext cx="3680459" cy="17602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DF38461-D5AA-457D-84BC-F1113636D14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73152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361C5E8-14BE-4D0B-89C0-9FC42037ECF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더위 먹지 않게 챙길 것 다섯 가지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D63A1-C8C4-467E-873C-08D31F605BF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40DD5E-DEB2-4264-BF2A-B0A8AE1D78F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98D29-E584-46E6-9ABD-868C1458CF5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A61A5-125D-47EC-8A42-CBF839246FF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F42293-282F-4911-8950-A196F77BE8B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F4FEFC"/>
      </a:dk1>
      <a:lt1>
        <a:srgbClr val="0F1C31"/>
      </a:lt1>
      <a:dk2>
        <a:srgbClr val="D6FBF6"/>
      </a:dk2>
      <a:lt2>
        <a:srgbClr val="0A1220"/>
      </a:lt2>
      <a:accent1>
        <a:srgbClr val="34E1D0"/>
      </a:accent1>
      <a:accent2>
        <a:srgbClr val="7A6CFF"/>
      </a:accent2>
      <a:accent3>
        <a:srgbClr val="060B14"/>
      </a:accent3>
      <a:accent4>
        <a:srgbClr val="162847"/>
      </a:accent4>
      <a:accent5>
        <a:srgbClr val="8FEFE6"/>
      </a:accent5>
      <a:accent6>
        <a:srgbClr val="5851BC"/>
      </a:accent6>
      <a:hlink>
        <a:srgbClr val="D6FBF6"/>
      </a:hlink>
      <a:folHlink>
        <a:srgbClr val="060B14"/>
      </a:folHlink>
    </a:clrScheme>
    <a:fontScheme name="카드뉴스(건강·안심 습관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