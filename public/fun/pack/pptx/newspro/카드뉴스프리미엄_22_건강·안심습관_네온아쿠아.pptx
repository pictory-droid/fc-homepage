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D58AB3B-9ADF-4FAE-8281-8406C0274E13}">
          <p14:sldIdLst>
            <p14:sldId id="256"/>
          </p14:sldIdLst>
        </p14:section>
        <p14:section name="본문" id="{9EE07489-5414-4838-BDC2-652CC20185D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4777709-AE75-4BC7-897E-BF84BC9B014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828800" y="228600"/>
            <a:ext cx="3200400" cy="32004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40280" y="640080"/>
            <a:ext cx="2377440" cy="237744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005840"/>
            <a:ext cx="1645920" cy="16459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행성"/>
          <p:cNvSpPr/>
          <p:nvPr/>
        </p:nvSpPr>
        <p:spPr>
          <a:xfrm>
            <a:off x="3116275" y="1516075"/>
            <a:ext cx="625449" cy="6254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위성 1"/>
          <p:cNvSpPr/>
          <p:nvPr/>
        </p:nvSpPr>
        <p:spPr>
          <a:xfrm>
            <a:off x="4366148" y="511535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2"/>
          <p:cNvSpPr/>
          <p:nvPr/>
        </p:nvSpPr>
        <p:spPr>
          <a:xfrm>
            <a:off x="2247960" y="1358225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3"/>
          <p:cNvSpPr/>
          <p:nvPr/>
        </p:nvSpPr>
        <p:spPr>
          <a:xfrm>
            <a:off x="3609884" y="2501545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588770" y="948689"/>
            <a:ext cx="3680459" cy="17602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E4F60BF4-990D-4C1E-971D-6DA3DF160127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828800" y="228600"/>
            <a:ext cx="3200400" cy="32004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40280" y="640080"/>
            <a:ext cx="2377440" cy="237744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005840"/>
            <a:ext cx="1645920" cy="16459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행성"/>
          <p:cNvSpPr/>
          <p:nvPr/>
        </p:nvSpPr>
        <p:spPr>
          <a:xfrm>
            <a:off x="3116275" y="1516075"/>
            <a:ext cx="625449" cy="6254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위성 1"/>
          <p:cNvSpPr/>
          <p:nvPr/>
        </p:nvSpPr>
        <p:spPr>
          <a:xfrm>
            <a:off x="4366148" y="511535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2"/>
          <p:cNvSpPr/>
          <p:nvPr/>
        </p:nvSpPr>
        <p:spPr>
          <a:xfrm>
            <a:off x="2247960" y="1358225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3"/>
          <p:cNvSpPr/>
          <p:nvPr/>
        </p:nvSpPr>
        <p:spPr>
          <a:xfrm>
            <a:off x="3609884" y="2501545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588770" y="948689"/>
            <a:ext cx="3680459" cy="17602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548640" y="320040"/>
            <a:ext cx="43891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37759" y="502920"/>
            <a:ext cx="1371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1D8906E9-6635-4838-BD89-F7909C37A88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73152"/>
            <a:ext cx="57607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55A3A710-3307-42DA-B1E6-8E438221C67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57200"/>
            <a:ext cx="6858000" cy="0"/>
          </a:xfrm>
          <a:prstGeom prst="line">
            <a:avLst/>
          </a:prstGeom>
          <a:ln w="190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지치지 않게 챙길 것 다섯 가지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690E1C-18AE-4F96-8F1F-12221FEBBAB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E61A68-EA5A-484F-8894-7D1BB21D8F2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C1259-DD84-4890-873D-01530DEE621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73D7A-1CC3-488F-87C7-B476BAB4966D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182B0C-186C-4703-824A-C00FD045C80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F4FEFC"/>
      </a:dk1>
      <a:lt1>
        <a:srgbClr val="0F1C31"/>
      </a:lt1>
      <a:dk2>
        <a:srgbClr val="D6FBF6"/>
      </a:dk2>
      <a:lt2>
        <a:srgbClr val="0A1220"/>
      </a:lt2>
      <a:accent1>
        <a:srgbClr val="34E1D0"/>
      </a:accent1>
      <a:accent2>
        <a:srgbClr val="7A6CFF"/>
      </a:accent2>
      <a:accent3>
        <a:srgbClr val="060B14"/>
      </a:accent3>
      <a:accent4>
        <a:srgbClr val="162847"/>
      </a:accent4>
      <a:accent5>
        <a:srgbClr val="8FEFE6"/>
      </a:accent5>
      <a:accent6>
        <a:srgbClr val="5851BC"/>
      </a:accent6>
      <a:hlink>
        <a:srgbClr val="D6FBF6"/>
      </a:hlink>
      <a:folHlink>
        <a:srgbClr val="060B14"/>
      </a:folHlink>
    </a:clrScheme>
    <a:fontScheme name="카드뉴스(건강·안심 습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