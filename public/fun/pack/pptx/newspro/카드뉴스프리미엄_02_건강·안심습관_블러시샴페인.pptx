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165AF55-AC78-44A7-8F2C-35B1974A2267}">
          <p14:sldIdLst>
            <p14:sldId id="256"/>
          </p14:sldIdLst>
        </p14:section>
        <p14:section name="본문" id="{C8A8E086-2C9D-48E6-8569-7C61CE09373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BA90FB9-97FA-4A87-A160-7D36C49D747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B7431F5-39BC-48A8-BC94-7CF590BAE7D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73CDEC7F-73C2-4795-AAC0-0AF13055EC1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C012FD8B-DFB2-4C93-956F-66AC567A413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봄 알레르기 시즌 생활 습관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5CC4-2D5B-4B75-B68D-D43F34D303F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AE0FC-BDA6-41F4-896B-1B4ED7B4F8D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95690-F6E2-46F4-B4EB-0FC8F188A2E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850A-9E34-47D1-8013-33E0F859EDF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3DEFD-D5C2-4CE8-BDD9-00141E7D72E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