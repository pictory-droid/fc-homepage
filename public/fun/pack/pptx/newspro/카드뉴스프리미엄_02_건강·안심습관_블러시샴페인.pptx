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53D4C94-5027-4564-A533-5F968670C078}">
          <p14:sldIdLst>
            <p14:sldId id="256"/>
          </p14:sldIdLst>
        </p14:section>
        <p14:section name="본문" id="{87868F85-1651-4D0B-A414-8FD1766C235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1FC8933-0C67-4731-900E-35E06E68E89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3258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1709928"/>
            <a:ext cx="54864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246120"/>
            <a:ext cx="54864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38404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6583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29107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8640" y="6199632"/>
            <a:ext cx="5760720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Diamond 5"/>
          <p:cNvSpPr/>
          <p:nvPr/>
        </p:nvSpPr>
        <p:spPr>
          <a:xfrm>
            <a:off x="3337560" y="5394960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317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033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79547FCB-597F-4B0C-A585-E1B4EB55E573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3258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1709928"/>
            <a:ext cx="54864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246120"/>
            <a:ext cx="54864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6D2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38404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1A9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6583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29107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8640" y="6199632"/>
            <a:ext cx="5760720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Diamond 5"/>
          <p:cNvSpPr/>
          <p:nvPr/>
        </p:nvSpPr>
        <p:spPr>
          <a:xfrm>
            <a:off x="3337560" y="5394960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317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033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F30E6EBB-227E-40D6-9675-BD43F30D3E92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575778A4-0403-4786-B317-6430ACF26356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알레르기 있는 날 생활 습관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A8EAE-FF48-4B2C-B533-DBE94F29806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BD68A-84A7-416F-A892-5CE283E5DE5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D7CD3-DB2F-42E6-9747-C009021F9BB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602A7-707E-480C-B90C-39FBF26FA3F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6E855-48D9-4198-B097-4BFFD484942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433534"/>
      </a:dk1>
      <a:lt1>
        <a:srgbClr val="FEFCFB"/>
      </a:lt1>
      <a:dk2>
        <a:srgbClr val="5A3B38"/>
      </a:dk2>
      <a:lt2>
        <a:srgbClr val="FBF4F1"/>
      </a:lt2>
      <a:accent1>
        <a:srgbClr val="D4A39B"/>
      </a:accent1>
      <a:accent2>
        <a:srgbClr val="B48866"/>
      </a:accent2>
      <a:accent3>
        <a:srgbClr val="463331"/>
      </a:accent3>
      <a:accent4>
        <a:srgbClr val="F3E4E0"/>
      </a:accent4>
      <a:accent5>
        <a:srgbClr val="C9AA7C"/>
      </a:accent5>
      <a:accent6>
        <a:srgbClr val="D4B9A5"/>
      </a:accent6>
      <a:hlink>
        <a:srgbClr val="5A3B38"/>
      </a:hlink>
      <a:folHlink>
        <a:srgbClr val="463331"/>
      </a:folHlink>
    </a:clrScheme>
    <a:fontScheme name="카드뉴스(건강·안심 습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