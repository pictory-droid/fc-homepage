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814B801-86F5-4021-9D12-6A619DF94204}">
          <p14:sldIdLst>
            <p14:sldId id="256"/>
          </p14:sldIdLst>
        </p14:section>
        <p14:section name="본문" id="{18FCC7C5-2C5C-4E0D-A444-1756D13139C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B333A4C-563E-43B3-B737-8CA15F6BD4E5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58000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41559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5549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60579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글 면"/>
          <p:cNvSpPr/>
          <p:nvPr/>
        </p:nvSpPr>
        <p:spPr>
          <a:xfrm>
            <a:off x="0" y="3429000"/>
            <a:ext cx="6858000" cy="3429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0965CFC-4347-484E-AA54-4F524C7C1769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2880360" y="1481328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3264408" y="1420977"/>
            <a:ext cx="329184" cy="120700"/>
            <a:chOff x="3264408" y="1420977"/>
            <a:chExt cx="329184" cy="120700"/>
          </a:xfrm>
        </p:grpSpPr>
        <p:sp>
          <p:nvSpPr>
            <p:cNvPr id="4" name="Wave 3"/>
            <p:cNvSpPr/>
            <p:nvPr/>
          </p:nvSpPr>
          <p:spPr>
            <a:xfrm>
              <a:off x="3264408" y="1420977"/>
              <a:ext cx="329184" cy="120700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58000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41559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5549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60579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글 면"/>
          <p:cNvSpPr/>
          <p:nvPr/>
        </p:nvSpPr>
        <p:spPr>
          <a:xfrm>
            <a:off x="0" y="3429000"/>
            <a:ext cx="6858000" cy="3429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686A3D2-F12E-4376-B978-6EE9E187898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2880360" y="1481328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3264408" y="1420977"/>
            <a:ext cx="329184" cy="120700"/>
            <a:chOff x="3264408" y="1420977"/>
            <a:chExt cx="329184" cy="120700"/>
          </a:xfrm>
        </p:grpSpPr>
        <p:sp>
          <p:nvSpPr>
            <p:cNvPr id="4" name="Wave 3"/>
            <p:cNvSpPr/>
            <p:nvPr/>
          </p:nvSpPr>
          <p:spPr>
            <a:xfrm>
              <a:off x="3264408" y="1420977"/>
              <a:ext cx="329184" cy="120700"/>
            </a:xfrm>
            <a:prstGeom prst="wav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D9589A7-E94C-42F9-BF45-2EAA3189400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099816" y="5365699"/>
            <a:ext cx="658368" cy="241401"/>
            <a:chOff x="3099816" y="5365699"/>
            <a:chExt cx="658368" cy="241401"/>
          </a:xfrm>
        </p:grpSpPr>
        <p:sp>
          <p:nvSpPr>
            <p:cNvPr id="6" name="Wave 5"/>
            <p:cNvSpPr/>
            <p:nvPr/>
          </p:nvSpPr>
          <p:spPr>
            <a:xfrm>
              <a:off x="3099816" y="5365699"/>
              <a:ext cx="658368" cy="241401"/>
            </a:xfrm>
            <a:prstGeom prst="wav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미뤄 둔 일 하나만 끝내기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F0FB-DB49-4E26-BB87-24272D5F67A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0BFED-C6BD-4145-91E7-9B54A5291A4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D898C-0094-4127-B3EE-250A8EB664B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28097-6377-4273-ADEA-7D315AB7410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A8566-436A-4A78-B1C5-179FAC36CDA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2B2724"/>
      </a:dk1>
      <a:lt1>
        <a:srgbClr val="FFFFFF"/>
      </a:lt1>
      <a:dk2>
        <a:srgbClr val="4A643A"/>
      </a:dk2>
      <a:lt2>
        <a:srgbClr val="F5ECE2"/>
      </a:lt2>
      <a:accent1>
        <a:srgbClr val="CFA67C"/>
      </a:accent1>
      <a:accent2>
        <a:srgbClr val="838DBE"/>
      </a:accent2>
      <a:accent3>
        <a:srgbClr val="4E3D2C"/>
      </a:accent3>
      <a:accent4>
        <a:srgbClr val="F0DECB"/>
      </a:accent4>
      <a:accent5>
        <a:srgbClr val="C0E0A3"/>
      </a:accent5>
      <a:accent6>
        <a:srgbClr val="E6BCCC"/>
      </a:accent6>
      <a:hlink>
        <a:srgbClr val="4A643A"/>
      </a:hlink>
      <a:folHlink>
        <a:srgbClr val="4E3D2C"/>
      </a:folHlink>
    </a:clrScheme>
    <a:fontScheme name="카드뉴스(오늘의 한마디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