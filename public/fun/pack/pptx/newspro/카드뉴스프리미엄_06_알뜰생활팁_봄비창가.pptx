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5190A2F-04E4-496A-BE0F-2E4FE55183EA}">
          <p14:sldIdLst>
            <p14:sldId id="256"/>
          </p14:sldIdLst>
        </p14:section>
        <p14:section name="본문" id="{92DFDF30-B560-4B57-878A-83E16C9EAED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BA1876A-FDB8-4FC8-90FA-9198337DBF3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676656" y="539496"/>
            <a:ext cx="2121408" cy="224028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3282696" y="813816"/>
            <a:ext cx="2029967" cy="2148839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548640" y="411479"/>
            <a:ext cx="237744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676656" y="539496"/>
            <a:ext cx="2121408" cy="2240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폴라로이드"/>
          <p:cNvSpPr/>
          <p:nvPr/>
        </p:nvSpPr>
        <p:spPr>
          <a:xfrm rot="300000">
            <a:off x="3154680" y="685800"/>
            <a:ext cx="2286000" cy="2651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사진 바탕"/>
          <p:cNvSpPr/>
          <p:nvPr/>
        </p:nvSpPr>
        <p:spPr>
          <a:xfrm rot="300000">
            <a:off x="3282696" y="813816"/>
            <a:ext cx="2029967" cy="2148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D3233A4-A7DD-4553-9312-BC98FC5E205F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68299" y="6333591"/>
            <a:ext cx="300197" cy="134416"/>
            <a:chOff x="568299" y="6333591"/>
            <a:chExt cx="300197" cy="134416"/>
          </a:xfrm>
        </p:grpSpPr>
        <p:sp>
          <p:nvSpPr>
            <p:cNvPr id="4" name="Oval 3"/>
            <p:cNvSpPr/>
            <p:nvPr/>
          </p:nvSpPr>
          <p:spPr>
            <a:xfrm>
              <a:off x="568299" y="6333591"/>
              <a:ext cx="134416" cy="1344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98235" y="6351513"/>
              <a:ext cx="98572" cy="985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805769" y="6369436"/>
              <a:ext cx="62727" cy="62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5963259" y="6333591"/>
            <a:ext cx="300197" cy="134416"/>
            <a:chOff x="5963259" y="6333591"/>
            <a:chExt cx="300197" cy="134416"/>
          </a:xfrm>
        </p:grpSpPr>
        <p:sp>
          <p:nvSpPr>
            <p:cNvPr id="8" name="Oval 7"/>
            <p:cNvSpPr/>
            <p:nvPr/>
          </p:nvSpPr>
          <p:spPr>
            <a:xfrm>
              <a:off x="5963259" y="6333591"/>
              <a:ext cx="134416" cy="1344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93195" y="6351513"/>
              <a:ext cx="98572" cy="985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200729" y="6369436"/>
              <a:ext cx="62727" cy="62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676656" y="539496"/>
            <a:ext cx="2121408" cy="224028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3282696" y="813816"/>
            <a:ext cx="2029967" cy="2148839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548640" y="411479"/>
            <a:ext cx="237744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676656" y="539496"/>
            <a:ext cx="2121408" cy="2240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폴라로이드"/>
          <p:cNvSpPr/>
          <p:nvPr/>
        </p:nvSpPr>
        <p:spPr>
          <a:xfrm rot="300000">
            <a:off x="3154680" y="685800"/>
            <a:ext cx="2286000" cy="2651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사진 바탕"/>
          <p:cNvSpPr/>
          <p:nvPr/>
        </p:nvSpPr>
        <p:spPr>
          <a:xfrm rot="300000">
            <a:off x="3282696" y="813816"/>
            <a:ext cx="2029967" cy="2148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A5C7DEC-656F-49C5-B3CE-553362CB774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68299" y="6333591"/>
            <a:ext cx="300197" cy="134416"/>
            <a:chOff x="568299" y="6333591"/>
            <a:chExt cx="300197" cy="134416"/>
          </a:xfrm>
        </p:grpSpPr>
        <p:sp>
          <p:nvSpPr>
            <p:cNvPr id="4" name="Oval 3"/>
            <p:cNvSpPr/>
            <p:nvPr/>
          </p:nvSpPr>
          <p:spPr>
            <a:xfrm>
              <a:off x="568299" y="6333591"/>
              <a:ext cx="134416" cy="1344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98235" y="6351513"/>
              <a:ext cx="98572" cy="985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805769" y="6369436"/>
              <a:ext cx="62727" cy="62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5963259" y="6333591"/>
            <a:ext cx="300197" cy="134416"/>
            <a:chOff x="5963259" y="6333591"/>
            <a:chExt cx="300197" cy="134416"/>
          </a:xfrm>
        </p:grpSpPr>
        <p:sp>
          <p:nvSpPr>
            <p:cNvPr id="8" name="Oval 7"/>
            <p:cNvSpPr/>
            <p:nvPr/>
          </p:nvSpPr>
          <p:spPr>
            <a:xfrm>
              <a:off x="5963259" y="6333591"/>
              <a:ext cx="134416" cy="1344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93195" y="6351513"/>
              <a:ext cx="98572" cy="985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200729" y="6369436"/>
              <a:ext cx="62727" cy="62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40BAF9A-F086-4DE5-9DC5-FAA975911A4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49193" y="5371185"/>
            <a:ext cx="514624" cy="230428"/>
            <a:chOff x="3149193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3149193" y="5371185"/>
              <a:ext cx="230428" cy="230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371941" y="5401909"/>
              <a:ext cx="168981" cy="168981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556284" y="5432633"/>
              <a:ext cx="107533" cy="10753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이번 달 고정지출, 한 번 적어 보세요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F726E-C85B-4A50-AD2A-4346F1F53C7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7B0A8-150D-419C-AD3D-68652AD9910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0E192-722B-4AE3-8308-34D336E923F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C509-7702-4262-9BFC-49BEA1BCF18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0CCBD-7444-47EC-B68C-02A05FA681E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453A64"/>
      </a:dk2>
      <a:lt2>
        <a:srgbClr val="E4F0F9"/>
      </a:lt2>
      <a:accent1>
        <a:srgbClr val="73AED8"/>
      </a:accent1>
      <a:accent2>
        <a:srgbClr val="C57C82"/>
      </a:accent2>
      <a:accent3>
        <a:srgbClr val="2C404E"/>
      </a:accent3>
      <a:accent4>
        <a:srgbClr val="C7E2F4"/>
      </a:accent4>
      <a:accent5>
        <a:srgbClr val="BFA3E0"/>
      </a:accent5>
      <a:accent6>
        <a:srgbClr val="BCE6D3"/>
      </a:accent6>
      <a:hlink>
        <a:srgbClr val="453A64"/>
      </a:hlink>
      <a:folHlink>
        <a:srgbClr val="2C404E"/>
      </a:folHlink>
    </a:clrScheme>
    <a:fontScheme name="카드뉴스(알뜰 생활 팁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