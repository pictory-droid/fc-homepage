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A0FB0DD-B61E-44F2-A504-7334B0E2B356}">
          <p14:sldIdLst>
            <p14:sldId id="256"/>
          </p14:sldIdLst>
        </p14:section>
        <p14:section name="본문" id="{17ECE38B-65B5-408B-8828-7B74B8F0CA0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2F91523-521A-4D8A-A250-A23CE9EC3FA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Oval 4"/>
            <p:cNvSpPr/>
            <p:nvPr/>
          </p:nvSpPr>
          <p:spPr>
            <a:xfrm>
              <a:off x="3273552" y="1764792"/>
              <a:ext cx="310896" cy="3108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385474" y="1876714"/>
              <a:ext cx="87050" cy="87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533C9E2-45C5-47E3-8C95-45FEAFF900C1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Oval 4"/>
            <p:cNvSpPr/>
            <p:nvPr/>
          </p:nvSpPr>
          <p:spPr>
            <a:xfrm>
              <a:off x="3273552" y="1764792"/>
              <a:ext cx="310896" cy="3108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385474" y="1876714"/>
              <a:ext cx="87050" cy="87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C11970F-0B02-49DA-92B7-CFC7E57B4F3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2C4BD29-AF07-4BF4-A466-7642EF01BE4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꽃샘추위에 챙길 겉옷 한 벌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6C845-11A5-4036-865C-A0A5E9D7DE8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9D2C5-D31F-442C-8B9F-563AEB6BB05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2967-404A-4101-B2C7-5F0CF5B2767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A5990-424E-4AE1-BE19-F1A1AB82190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40F6B-1AD2-44CA-9412-576A2AFE1F7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카드뉴스(계절 안부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