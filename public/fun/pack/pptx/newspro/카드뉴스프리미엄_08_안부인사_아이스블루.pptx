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40C243F-BFE6-49DE-A9DD-4D61F558717C}">
          <p14:sldIdLst>
            <p14:sldId id="256"/>
          </p14:sldIdLst>
        </p14:section>
        <p14:section name="본문" id="{0BF0A979-3DE5-42C4-B5FC-56FE2B5F65D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83AFBA9-4EF8-4BEF-A99F-CD4EC96E36B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BDE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ABF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2240280" y="594359"/>
            <a:ext cx="2377440" cy="237744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2418588" y="772668"/>
            <a:ext cx="2020824" cy="2020824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2596896" y="950976"/>
            <a:ext cx="1664207" cy="1664207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2775204" y="1129284"/>
            <a:ext cx="1307592" cy="130759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953512" y="1307592"/>
            <a:ext cx="950976" cy="95097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3131820" y="1485900"/>
            <a:ext cx="594360" cy="59436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57676" y="1711756"/>
            <a:ext cx="142646" cy="14264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C1D9E7A-94F8-4B60-8373-21343955424B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2240280" y="594359"/>
            <a:ext cx="2377440" cy="237744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2418588" y="772668"/>
            <a:ext cx="2020824" cy="2020824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2596896" y="950976"/>
            <a:ext cx="1664207" cy="1664207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2775204" y="1129284"/>
            <a:ext cx="1307592" cy="1307592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953512" y="1307592"/>
            <a:ext cx="950976" cy="950976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3131820" y="1485900"/>
            <a:ext cx="594360" cy="59436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57676" y="1711756"/>
            <a:ext cx="142646" cy="1426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6059976-2C4D-45F0-B014-3463FB22EC9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414F8F0-83B9-495C-9311-59C0416055D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우산 챙기셨나요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AF9B-5587-4FE8-A4C6-9699AC5E9D2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BCDD-4167-4FD0-A6F8-50DA72ECA89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93F8F-3E77-4930-B8AA-7FB7722A664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17221-6475-48DE-8485-EC061300567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018A1-B9F0-4022-BE1A-8569701FBEB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373F48"/>
      </a:dk1>
      <a:lt1>
        <a:srgbClr val="FBFCFE"/>
      </a:lt1>
      <a:dk2>
        <a:srgbClr val="21354F"/>
      </a:dk2>
      <a:lt2>
        <a:srgbClr val="F2F6FA"/>
      </a:lt2>
      <a:accent1>
        <a:srgbClr val="6C8EB6"/>
      </a:accent1>
      <a:accent2>
        <a:srgbClr val="AABDD2"/>
      </a:accent2>
      <a:accent3>
        <a:srgbClr val="5A6777"/>
      </a:accent3>
      <a:accent4>
        <a:srgbClr val="D7E1EC"/>
      </a:accent4>
      <a:accent5>
        <a:srgbClr val="C2CBD6"/>
      </a:accent5>
      <a:accent6>
        <a:srgbClr val="CAD7E4"/>
      </a:accent6>
      <a:hlink>
        <a:srgbClr val="21354F"/>
      </a:hlink>
      <a:folHlink>
        <a:srgbClr val="5A6777"/>
      </a:folHlink>
    </a:clrScheme>
    <a:fontScheme name="카드뉴스(안부 인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