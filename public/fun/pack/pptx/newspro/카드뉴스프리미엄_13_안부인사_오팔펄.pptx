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0C6AFF3-5496-44C4-869C-F04633B400B3}">
          <p14:sldIdLst>
            <p14:sldId id="256"/>
          </p14:sldIdLst>
        </p14:section>
        <p14:section name="본문" id="{11A5DD9A-5CCB-421F-B8FF-A2CBE5E2F6E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118943D-FAAD-4779-A875-D56E42D0ED6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194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2578608"/>
            <a:ext cx="5486400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02336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45720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685800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0" y="731520"/>
            <a:ext cx="685800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0" y="1143000"/>
            <a:ext cx="6858000" cy="22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0" y="1371600"/>
            <a:ext cx="6858000" cy="1280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0" y="1499616"/>
            <a:ext cx="6858000" cy="731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C8B44773-E543-4D85-BCE8-BED23DBA226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194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2578608"/>
            <a:ext cx="5486400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02336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1D1D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45720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A6A7A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6858000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0" y="731520"/>
            <a:ext cx="685800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0" y="1143000"/>
            <a:ext cx="6858000" cy="22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0" y="1371600"/>
            <a:ext cx="6858000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0" y="1499616"/>
            <a:ext cx="6858000" cy="731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944ABA68-44D9-4ADC-B612-8AE3E9DE4C5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86C1D594-B4AA-4D22-9F23-7774391A09D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공기 나쁜 날 이렇게 지내세요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안부 인사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D602-8EBA-4481-A7C1-E7F26B2A3B6B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옷차림이 애매한 날에는 얇은 겉옷이 든든해요.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안부 인사 한 줄 보내기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40235-411A-4E29-BF7F-375E64D0BBC5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맛있는 음식으로 기운 채우기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28E4C-986B-4701-8476-4B97301BF5C0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좋아하는 음식을 가족과 나눠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44D3F-FCA6-46F9-8E75-C3B5194C47D0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347E5-D09F-4188-955B-B2091FBA876E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가끔 사진을 찍어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안부 인사)">
  <a:themeElements>
    <a:clrScheme name="카드뉴스(안부 인사)">
      <a:dk1>
        <a:srgbClr val="2F303D"/>
      </a:dk1>
      <a:lt1>
        <a:srgbClr val="FDFDFC"/>
      </a:lt1>
      <a:dk2>
        <a:srgbClr val="3C3F5C"/>
      </a:dk2>
      <a:lt2>
        <a:srgbClr val="F8F7F5"/>
      </a:lt2>
      <a:accent1>
        <a:srgbClr val="9A9DBA"/>
      </a:accent1>
      <a:accent2>
        <a:srgbClr val="D6B7A8"/>
      </a:accent2>
      <a:accent3>
        <a:srgbClr val="2C2E40"/>
      </a:accent3>
      <a:accent4>
        <a:srgbClr val="E5E5E9"/>
      </a:accent4>
      <a:accent5>
        <a:srgbClr val="C6B9AF"/>
      </a:accent5>
      <a:accent6>
        <a:srgbClr val="E5D4CB"/>
      </a:accent6>
      <a:hlink>
        <a:srgbClr val="3C3F5C"/>
      </a:hlink>
      <a:folHlink>
        <a:srgbClr val="2C2E40"/>
      </a:folHlink>
    </a:clrScheme>
    <a:fontScheme name="카드뉴스(안부 인사)">
      <a:majorFont>
        <a:latin typeface="Constant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>카드뉴스 · 안부 인사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