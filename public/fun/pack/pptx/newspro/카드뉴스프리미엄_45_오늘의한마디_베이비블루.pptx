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224D7289-6585-4C56-91EC-1DE8A4CB976F}">
          <p14:sldIdLst>
            <p14:sldId id="256"/>
          </p14:sldIdLst>
        </p14:section>
        <p14:section name="본문" id="{017D7477-9FF4-4A37-BA5D-B8872F3D8EE0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4CA5C07A-6C91-4CB6-8AE7-80168FC62F3F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29184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85800" y="3675888"/>
            <a:ext cx="5486400" cy="1188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2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4937759"/>
            <a:ext cx="548640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44068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색 덩어리"/>
          <p:cNvGrpSpPr/>
          <p:nvPr/>
        </p:nvGrpSpPr>
        <p:grpSpPr>
          <a:xfrm>
            <a:off x="1783080" y="411480"/>
            <a:ext cx="2834640" cy="2514600"/>
            <a:chOff x="1783080" y="411480"/>
            <a:chExt cx="2834640" cy="2514600"/>
          </a:xfrm>
        </p:grpSpPr>
        <p:sp>
          <p:nvSpPr>
            <p:cNvPr id="3" name="알약 1"/>
            <p:cNvSpPr/>
            <p:nvPr/>
          </p:nvSpPr>
          <p:spPr>
            <a:xfrm>
              <a:off x="1783080" y="411480"/>
              <a:ext cx="2743200" cy="100584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알약 2"/>
            <p:cNvSpPr/>
            <p:nvPr/>
          </p:nvSpPr>
          <p:spPr>
            <a:xfrm>
              <a:off x="2423160" y="1325880"/>
              <a:ext cx="2194560" cy="914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원 1"/>
            <p:cNvSpPr/>
            <p:nvPr/>
          </p:nvSpPr>
          <p:spPr>
            <a:xfrm>
              <a:off x="1783080" y="1600200"/>
              <a:ext cx="731520" cy="73152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고리"/>
            <p:cNvSpPr/>
            <p:nvPr/>
          </p:nvSpPr>
          <p:spPr>
            <a:xfrm>
              <a:off x="3794760" y="2240280"/>
              <a:ext cx="685800" cy="685800"/>
            </a:xfrm>
            <a:prstGeom prst="ellipse">
              <a:avLst/>
            </a:prstGeom>
            <a:noFill/>
            <a:ln w="2540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7" name="장식"/>
            <p:cNvGrpSpPr/>
            <p:nvPr/>
          </p:nvGrpSpPr>
          <p:grpSpPr>
            <a:xfrm>
              <a:off x="3817620" y="754380"/>
              <a:ext cx="320040" cy="320040"/>
              <a:chOff x="3817620" y="754380"/>
              <a:chExt cx="320040" cy="320040"/>
            </a:xfrm>
          </p:grpSpPr>
          <p:sp>
            <p:nvSpPr>
              <p:cNvPr id="8" name="4-Point Star 7"/>
              <p:cNvSpPr/>
              <p:nvPr/>
            </p:nvSpPr>
            <p:spPr>
              <a:xfrm>
                <a:off x="3817620" y="754380"/>
                <a:ext cx="320040" cy="320040"/>
              </a:xfrm>
              <a:prstGeom prst="star4">
                <a:avLst>
                  <a:gd name="adj" fmla="val 14000"/>
                </a:avLst>
              </a:prstGeom>
              <a:solidFill>
                <a:srgbClr val="1A1613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234439" y="594360"/>
            <a:ext cx="438912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2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3154680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rgbClr val="1A1613"/>
                </a:solidFill>
              </a:defRPr>
            </a:lvl1pPr>
          </a:lstStyle>
          <a:p>
            <a:fld id="{B01BC050-3F78-479F-8B41-3D88258B1C4E}" type="slidenum">
              <a:rPr lang="en-US"/>
              <a:t>‹#›</a:t>
            </a:fld>
          </a:p>
        </p:txBody>
      </p:sp>
      <p:sp>
        <p:nvSpPr>
          <p:cNvPr id="2" name="제목 알약"/>
          <p:cNvSpPr/>
          <p:nvPr/>
        </p:nvSpPr>
        <p:spPr>
          <a:xfrm>
            <a:off x="960119" y="594360"/>
            <a:ext cx="493776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점"/>
          <p:cNvSpPr/>
          <p:nvPr/>
        </p:nvSpPr>
        <p:spPr>
          <a:xfrm>
            <a:off x="649224" y="941832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점"/>
          <p:cNvSpPr/>
          <p:nvPr/>
        </p:nvSpPr>
        <p:spPr>
          <a:xfrm>
            <a:off x="1014983" y="941832"/>
            <a:ext cx="164592" cy="1645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점"/>
          <p:cNvSpPr/>
          <p:nvPr/>
        </p:nvSpPr>
        <p:spPr>
          <a:xfrm>
            <a:off x="5678424" y="941832"/>
            <a:ext cx="164592" cy="1645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점"/>
          <p:cNvSpPr/>
          <p:nvPr/>
        </p:nvSpPr>
        <p:spPr>
          <a:xfrm>
            <a:off x="6044184" y="941832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쪽 번호 원"/>
          <p:cNvSpPr/>
          <p:nvPr/>
        </p:nvSpPr>
        <p:spPr>
          <a:xfrm>
            <a:off x="3154680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accent3"/>
            </a:gs>
            <a:gs pos="100000">
              <a:schemeClr val="tx2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29184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85800" y="3675888"/>
            <a:ext cx="5486400" cy="1188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2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4937759"/>
            <a:ext cx="548640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rgbClr val="DADDE2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44068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rgbClr val="B8BEC7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색 덩어리"/>
          <p:cNvGrpSpPr/>
          <p:nvPr/>
        </p:nvGrpSpPr>
        <p:grpSpPr>
          <a:xfrm>
            <a:off x="1783080" y="411480"/>
            <a:ext cx="2834640" cy="2514600"/>
            <a:chOff x="1783080" y="411480"/>
            <a:chExt cx="2834640" cy="2514600"/>
          </a:xfrm>
        </p:grpSpPr>
        <p:sp>
          <p:nvSpPr>
            <p:cNvPr id="3" name="알약 1"/>
            <p:cNvSpPr/>
            <p:nvPr/>
          </p:nvSpPr>
          <p:spPr>
            <a:xfrm>
              <a:off x="1783080" y="411480"/>
              <a:ext cx="2743200" cy="100584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알약 2"/>
            <p:cNvSpPr/>
            <p:nvPr/>
          </p:nvSpPr>
          <p:spPr>
            <a:xfrm>
              <a:off x="2423160" y="1325880"/>
              <a:ext cx="2194560" cy="914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원 1"/>
            <p:cNvSpPr/>
            <p:nvPr/>
          </p:nvSpPr>
          <p:spPr>
            <a:xfrm>
              <a:off x="1783080" y="1600200"/>
              <a:ext cx="731520" cy="73152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고리"/>
            <p:cNvSpPr/>
            <p:nvPr/>
          </p:nvSpPr>
          <p:spPr>
            <a:xfrm>
              <a:off x="3794760" y="2240280"/>
              <a:ext cx="685800" cy="685800"/>
            </a:xfrm>
            <a:prstGeom prst="ellipse">
              <a:avLst/>
            </a:prstGeom>
            <a:noFill/>
            <a:ln w="2540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7" name="장식"/>
            <p:cNvGrpSpPr/>
            <p:nvPr/>
          </p:nvGrpSpPr>
          <p:grpSpPr>
            <a:xfrm>
              <a:off x="3817620" y="754380"/>
              <a:ext cx="320040" cy="320040"/>
              <a:chOff x="3817620" y="754380"/>
              <a:chExt cx="320040" cy="320040"/>
            </a:xfrm>
          </p:grpSpPr>
          <p:sp>
            <p:nvSpPr>
              <p:cNvPr id="8" name="4-Point Star 7"/>
              <p:cNvSpPr/>
              <p:nvPr/>
            </p:nvSpPr>
            <p:spPr>
              <a:xfrm>
                <a:off x="3817620" y="754380"/>
                <a:ext cx="320040" cy="320040"/>
              </a:xfrm>
              <a:prstGeom prst="star4">
                <a:avLst>
                  <a:gd name="adj" fmla="val 14000"/>
                </a:avLst>
              </a:prstGeom>
              <a:solidFill>
                <a:srgbClr val="1A1613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234439" y="594360"/>
            <a:ext cx="438912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2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3154680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rgbClr val="1A1613"/>
                </a:solidFill>
              </a:defRPr>
            </a:lvl1pPr>
          </a:lstStyle>
          <a:p>
            <a:fld id="{C56A4A6D-CC53-4900-B81D-040FF19A4D8F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알약"/>
          <p:cNvSpPr/>
          <p:nvPr/>
        </p:nvSpPr>
        <p:spPr>
          <a:xfrm>
            <a:off x="960119" y="594360"/>
            <a:ext cx="493776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점"/>
          <p:cNvSpPr/>
          <p:nvPr/>
        </p:nvSpPr>
        <p:spPr>
          <a:xfrm>
            <a:off x="649224" y="941832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점"/>
          <p:cNvSpPr/>
          <p:nvPr/>
        </p:nvSpPr>
        <p:spPr>
          <a:xfrm>
            <a:off x="1014983" y="941832"/>
            <a:ext cx="164592" cy="1645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점"/>
          <p:cNvSpPr/>
          <p:nvPr/>
        </p:nvSpPr>
        <p:spPr>
          <a:xfrm>
            <a:off x="5678424" y="941832"/>
            <a:ext cx="164592" cy="1645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점"/>
          <p:cNvSpPr/>
          <p:nvPr/>
        </p:nvSpPr>
        <p:spPr>
          <a:xfrm>
            <a:off x="6044184" y="941832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쪽 번호 원"/>
          <p:cNvSpPr/>
          <p:nvPr/>
        </p:nvSpPr>
        <p:spPr>
          <a:xfrm>
            <a:off x="3154680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3154680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rgbClr val="1A1613"/>
                </a:solidFill>
              </a:defRPr>
            </a:lvl1pPr>
          </a:lstStyle>
          <a:p>
            <a:fld id="{AF0A51A0-0880-4CFD-A902-95B50F1593A2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점"/>
          <p:cNvSpPr/>
          <p:nvPr/>
        </p:nvSpPr>
        <p:spPr>
          <a:xfrm>
            <a:off x="649224" y="941832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점"/>
          <p:cNvSpPr/>
          <p:nvPr/>
        </p:nvSpPr>
        <p:spPr>
          <a:xfrm>
            <a:off x="1014983" y="941832"/>
            <a:ext cx="164592" cy="1645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점"/>
          <p:cNvSpPr/>
          <p:nvPr/>
        </p:nvSpPr>
        <p:spPr>
          <a:xfrm>
            <a:off x="5678424" y="941832"/>
            <a:ext cx="164592" cy="1645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점"/>
          <p:cNvSpPr/>
          <p:nvPr/>
        </p:nvSpPr>
        <p:spPr>
          <a:xfrm>
            <a:off x="6044184" y="941832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쪽 번호 원"/>
          <p:cNvSpPr/>
          <p:nvPr/>
        </p:nvSpPr>
        <p:spPr>
          <a:xfrm>
            <a:off x="3154680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7" name="따옴표 장식"/>
          <p:cNvGrpSpPr/>
          <p:nvPr/>
        </p:nvGrpSpPr>
        <p:grpSpPr>
          <a:xfrm>
            <a:off x="2926080" y="1520189"/>
            <a:ext cx="1005840" cy="251460"/>
            <a:chOff x="2926080" y="1520189"/>
            <a:chExt cx="1005840" cy="251460"/>
          </a:xfrm>
        </p:grpSpPr>
        <p:sp>
          <p:nvSpPr>
            <p:cNvPr id="8" name="Diamond 7"/>
            <p:cNvSpPr/>
            <p:nvPr/>
          </p:nvSpPr>
          <p:spPr>
            <a:xfrm>
              <a:off x="3303270" y="1520189"/>
              <a:ext cx="251460" cy="25146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9" name="Connector 8"/>
            <p:cNvCxnSpPr/>
            <p:nvPr/>
          </p:nvCxnSpPr>
          <p:spPr>
            <a:xfrm>
              <a:off x="2926080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  <p:cxnSp>
          <p:nvCxnSpPr>
            <p:cNvPr id="10" name="Connector 9"/>
            <p:cNvCxnSpPr/>
            <p:nvPr/>
          </p:nvCxnSpPr>
          <p:spPr>
            <a:xfrm>
              <a:off x="3634740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</p:grpSp>
      <p:cxnSp>
        <p:nvCxnSpPr>
          <p:cNvPr id="11" name="Connector 10"/>
          <p:cNvCxnSpPr/>
          <p:nvPr/>
        </p:nvCxnSpPr>
        <p:spPr>
          <a:xfrm>
            <a:off x="2880360" y="5349240"/>
            <a:ext cx="1097279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12" name="Diamond 11"/>
          <p:cNvSpPr/>
          <p:nvPr/>
        </p:nvSpPr>
        <p:spPr>
          <a:xfrm>
            <a:off x="3369564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쉬는 것도 일정에 넣으세요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오늘의 한마디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점심은 거르지 마세요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19AE3-F8D9-4499-AB9F-8A6103AC46EE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바빠도 한 끼는 앉아서 먹어요. 오후가 달라져요.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전화 한 통 걸어 보세요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0C035-3173-4AFE-BCAE-DE495FD62CBE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문자보다 목소리가 먼저 떠오르는 사람이 있다면 지금 걸어 보세요.</a:t>
            </a:r>
          </a:p>
        </p:txBody>
      </p:sp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메모 한 장 남기기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E6395-5F44-4792-99FE-D00AD0C1886B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생각났을 때 적어 두면 다음 주의 내가 고마워해요.</a:t>
            </a:r>
          </a:p>
        </p:txBody>
      </p:sp>
    </p:spTree>
  </p:cSld>
  <p:clrMapOvr>
    <a:masterClrMapping/>
  </p:clrMapOvr>
  <p:transition spd="med">
    <p:push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퇴근길 한 정거장 걷기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5AF83-C615-474F-A22D-C90B1C1CFD94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한 정거장 먼저 내려 걸으면 머리가 정리돼요.</a:t>
            </a:r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오늘은 일찍 자기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57FE1-6FD1-4E54-8028-466A4E7D65F2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미룬 일은 내일 해도 돼요. 오늘은 불을 일찍 끄세요.</a:t>
            </a:r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오늘의 한마디)">
  <a:themeElements>
    <a:clrScheme name="카드뉴스(오늘의 한마디)">
      <a:dk1>
        <a:srgbClr val="373E48"/>
      </a:dk1>
      <a:lt1>
        <a:srgbClr val="FEFDFB"/>
      </a:lt1>
      <a:dk2>
        <a:srgbClr val="2C4468"/>
      </a:dk2>
      <a:lt2>
        <a:srgbClr val="FBF9F2"/>
      </a:lt2>
      <a:accent1>
        <a:srgbClr val="8DB6E0"/>
      </a:accent1>
      <a:accent2>
        <a:srgbClr val="F0C7A9"/>
      </a:accent2>
      <a:accent3>
        <a:srgbClr val="55647A"/>
      </a:accent3>
      <a:accent4>
        <a:srgbClr val="E5ECEE"/>
      </a:accent4>
      <a:accent5>
        <a:srgbClr val="C9BFA6"/>
      </a:accent5>
      <a:accent6>
        <a:srgbClr val="F5DECA"/>
      </a:accent6>
      <a:hlink>
        <a:srgbClr val="2C4468"/>
      </a:hlink>
      <a:folHlink>
        <a:srgbClr val="55647A"/>
      </a:folHlink>
    </a:clrScheme>
    <a:fontScheme name="카드뉴스(오늘의 한마디)">
      <a:majorFont>
        <a:latin typeface="Constantia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카드뉴스(오늘의 한마디)</dc:title>
  <dc:subject>카드뉴스 · 오늘의 한마디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