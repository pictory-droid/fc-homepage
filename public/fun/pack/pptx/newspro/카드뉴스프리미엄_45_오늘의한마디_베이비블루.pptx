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</p:sldIdLst>
  <p:sldSz cx="6858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시작" id="{B72AD1E2-F772-4BCE-8539-111AB63395F1}">
          <p14:sldIdLst>
            <p14:sldId id="256"/>
          </p14:sldIdLst>
        </p14:section>
        <p14:section name="본문" id="{9189CFEF-73A6-4ED1-93ED-B9D1CBA9ACD0}">
          <p14:sldIdLst>
            <p14:sldId id="257"/>
            <p14:sldId id="258"/>
            <p14:sldId id="259"/>
            <p14:sldId id="260"/>
            <p14:sldId id="261"/>
          </p14:sldIdLst>
        </p14:section>
        <p14:section name="마무리" id="{FD38C176-118D-49BA-B4FB-16F66C6576C7}">
          <p14:sldIdLst>
            <p14:sldId id="262"/>
          </p14:sldIdLst>
        </p14:section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표지입니다. 제목·글은 눌러서 바로 고치세요. 사진 자리는 가운데 아이콘을 누르면 사진을 넣을 수 있고, 모양에 맞춰 자동으로 잘려요. 색·글꼴은 [디자인 &gt; 변형]에서 한 번에 바꿀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번호와 글을 눌러 고치세요.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번호와 글을 눌러 고치세요.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번호와 글을 눌러 고치세요.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번호와 글을 눌러 고치세요.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번호와 글을 눌러 고치세요.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글은 눌러서 바로 고치세요. 사진 자리는 가운데 아이콘을 누르면 사진을 넣을 수 있어요. 색·글꼴은 [디자인 &gt; 변형]에서 한 번에 바꿀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685800" y="3291840"/>
            <a:ext cx="5486400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ctrTitle"/>
          </p:nvPr>
        </p:nvSpPr>
        <p:spPr>
          <a:xfrm>
            <a:off x="685800" y="3675888"/>
            <a:ext cx="5486400" cy="118872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02000"/>
              </a:lnSpc>
              <a:spcBef>
                <a:spcPts val="0"/>
              </a:spcBef>
              <a:buNone/>
              <a:defRPr sz="3200" b="1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3" name="한 줄 문구"/>
          <p:cNvSpPr>
            <a:spLocks noGrp="1"/>
          </p:cNvSpPr>
          <p:nvPr>
            <p:ph type="subTitle" idx="1"/>
          </p:nvPr>
        </p:nvSpPr>
        <p:spPr>
          <a:xfrm>
            <a:off x="685800" y="4937759"/>
            <a:ext cx="5486400" cy="45720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400" b="0" spc="0">
                <a:solidFill>
                  <a:schemeClr val="tx1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4" name="안내 문구"/>
          <p:cNvSpPr>
            <a:spLocks noGrp="1"/>
          </p:cNvSpPr>
          <p:nvPr>
            <p:ph type="body" sz="quarter" idx="11"/>
          </p:nvPr>
        </p:nvSpPr>
        <p:spPr>
          <a:xfrm>
            <a:off x="685800" y="5440680"/>
            <a:ext cx="5486400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grpSp>
        <p:nvGrpSpPr>
          <p:cNvPr id="2" name="색 덩어리"/>
          <p:cNvGrpSpPr/>
          <p:nvPr/>
        </p:nvGrpSpPr>
        <p:grpSpPr>
          <a:xfrm>
            <a:off x="1783080" y="411480"/>
            <a:ext cx="2834640" cy="2514600"/>
            <a:chOff x="1783080" y="411480"/>
            <a:chExt cx="2834640" cy="2514600"/>
          </a:xfrm>
        </p:grpSpPr>
        <p:sp>
          <p:nvSpPr>
            <p:cNvPr id="3" name="알약 1"/>
            <p:cNvSpPr/>
            <p:nvPr/>
          </p:nvSpPr>
          <p:spPr>
            <a:xfrm>
              <a:off x="1783080" y="411480"/>
              <a:ext cx="2743200" cy="1005840"/>
            </a:xfrm>
            <a:prstGeom prst="roundRect">
              <a:avLst>
                <a:gd name="adj" fmla="val 5000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" name="알약 2"/>
            <p:cNvSpPr/>
            <p:nvPr/>
          </p:nvSpPr>
          <p:spPr>
            <a:xfrm>
              <a:off x="2423160" y="1325880"/>
              <a:ext cx="2194560" cy="914400"/>
            </a:xfrm>
            <a:prstGeom prst="roundRect">
              <a:avLst>
                <a:gd name="adj" fmla="val 50000"/>
              </a:avLst>
            </a:prstGeom>
            <a:solidFill>
              <a:schemeClr val="accent2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" name="원 1"/>
            <p:cNvSpPr/>
            <p:nvPr/>
          </p:nvSpPr>
          <p:spPr>
            <a:xfrm>
              <a:off x="1783080" y="1600200"/>
              <a:ext cx="731520" cy="731520"/>
            </a:xfrm>
            <a:prstGeom prst="ellipse">
              <a:avLst/>
            </a:prstGeom>
            <a:solidFill>
              <a:schemeClr val="accent5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" name="고리"/>
            <p:cNvSpPr/>
            <p:nvPr/>
          </p:nvSpPr>
          <p:spPr>
            <a:xfrm>
              <a:off x="3794760" y="2240280"/>
              <a:ext cx="685800" cy="685800"/>
            </a:xfrm>
            <a:prstGeom prst="ellipse">
              <a:avLst/>
            </a:prstGeom>
            <a:noFill/>
            <a:ln w="25400">
              <a:solidFill>
                <a:schemeClr val="accent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grpSp>
          <p:nvGrpSpPr>
            <p:cNvPr id="7" name="장식"/>
            <p:cNvGrpSpPr/>
            <p:nvPr/>
          </p:nvGrpSpPr>
          <p:grpSpPr>
            <a:xfrm>
              <a:off x="3817620" y="754380"/>
              <a:ext cx="320040" cy="320040"/>
              <a:chOff x="3817620" y="754380"/>
              <a:chExt cx="320040" cy="320040"/>
            </a:xfrm>
          </p:grpSpPr>
          <p:sp>
            <p:nvSpPr>
              <p:cNvPr id="8" name="4-Point Star 7"/>
              <p:cNvSpPr/>
              <p:nvPr/>
            </p:nvSpPr>
            <p:spPr>
              <a:xfrm>
                <a:off x="3817620" y="754380"/>
                <a:ext cx="320040" cy="320040"/>
              </a:xfrm>
              <a:prstGeom prst="star4">
                <a:avLst>
                  <a:gd name="adj" fmla="val 14000"/>
                </a:avLst>
              </a:prstGeom>
              <a:solidFill>
                <a:srgbClr val="1A1613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457200" y="274320"/>
            <a:ext cx="5943600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1234439" y="594360"/>
            <a:ext cx="4389120" cy="86868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2200" b="1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3" name="쪽 번호"/>
          <p:cNvSpPr>
            <a:spLocks noGrp="1"/>
          </p:cNvSpPr>
          <p:nvPr>
            <p:ph type="sldNum" sz="quarter" idx="12"/>
          </p:nvPr>
        </p:nvSpPr>
        <p:spPr>
          <a:xfrm>
            <a:off x="3154680" y="6172200"/>
            <a:ext cx="548640" cy="5486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1" spc="0">
                <a:solidFill>
                  <a:srgbClr val="1A1613"/>
                </a:solidFill>
              </a:defRPr>
            </a:lvl1pPr>
          </a:lstStyle>
          <a:p>
            <a:fld id="{2A37D9EE-FAB4-4B15-A8FC-24549D038E45}" type="slidenum">
              <a:rPr lang="en-US"/>
              <a:t>‹#›</a:t>
            </a:fld>
          </a:p>
        </p:txBody>
      </p:sp>
      <p:sp>
        <p:nvSpPr>
          <p:cNvPr id="2" name="제목 알약"/>
          <p:cNvSpPr/>
          <p:nvPr/>
        </p:nvSpPr>
        <p:spPr>
          <a:xfrm>
            <a:off x="960119" y="594360"/>
            <a:ext cx="4937760" cy="868680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 w="15875">
            <a:solidFill>
              <a:schemeClr val="accent1"/>
            </a:solidFill>
          </a:ln>
          <a:effectLst>
            <a:outerShdw blurRad="177800" dist="38100" dir="5400000" algn="t" rotWithShape="0">
              <a:schemeClr val="tx2">
                <a:alpha val="9000"/>
              </a:scheme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3" name="점"/>
          <p:cNvSpPr/>
          <p:nvPr/>
        </p:nvSpPr>
        <p:spPr>
          <a:xfrm>
            <a:off x="649224" y="941832"/>
            <a:ext cx="164592" cy="164592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점"/>
          <p:cNvSpPr/>
          <p:nvPr/>
        </p:nvSpPr>
        <p:spPr>
          <a:xfrm>
            <a:off x="1014983" y="941832"/>
            <a:ext cx="164592" cy="164592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점"/>
          <p:cNvSpPr/>
          <p:nvPr/>
        </p:nvSpPr>
        <p:spPr>
          <a:xfrm>
            <a:off x="5678424" y="941832"/>
            <a:ext cx="164592" cy="164592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점"/>
          <p:cNvSpPr/>
          <p:nvPr/>
        </p:nvSpPr>
        <p:spPr>
          <a:xfrm>
            <a:off x="6044184" y="941832"/>
            <a:ext cx="164592" cy="164592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쪽 번호 원"/>
          <p:cNvSpPr/>
          <p:nvPr/>
        </p:nvSpPr>
        <p:spPr>
          <a:xfrm>
            <a:off x="3154680" y="6172200"/>
            <a:ext cx="548640" cy="54864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마무리">
    <p:bg>
      <p:bgPr>
        <a:gradFill rotWithShape="1">
          <a:gsLst>
            <a:gs pos="0">
              <a:schemeClr val="accent3"/>
            </a:gs>
            <a:gs pos="100000">
              <a:schemeClr val="tx2"/>
            </a:gs>
          </a:gsLst>
          <a:lin ang="81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685800" y="3291840"/>
            <a:ext cx="5486400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accent5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685800" y="3675888"/>
            <a:ext cx="5486400" cy="118872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02000"/>
              </a:lnSpc>
              <a:spcBef>
                <a:spcPts val="0"/>
              </a:spcBef>
              <a:buNone/>
              <a:defRPr sz="3200" b="1" spc="0">
                <a:solidFill>
                  <a:srgbClr val="FFFFFF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3" name="한 줄 문구"/>
          <p:cNvSpPr>
            <a:spLocks noGrp="1"/>
          </p:cNvSpPr>
          <p:nvPr>
            <p:ph type="subTitle" idx="1"/>
          </p:nvPr>
        </p:nvSpPr>
        <p:spPr>
          <a:xfrm>
            <a:off x="685800" y="4937759"/>
            <a:ext cx="5486400" cy="45720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400" b="0" spc="0">
                <a:solidFill>
                  <a:srgbClr val="DADDE2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4" name="안내 문구"/>
          <p:cNvSpPr>
            <a:spLocks noGrp="1"/>
          </p:cNvSpPr>
          <p:nvPr>
            <p:ph type="body" sz="quarter" idx="11"/>
          </p:nvPr>
        </p:nvSpPr>
        <p:spPr>
          <a:xfrm>
            <a:off x="685800" y="5440680"/>
            <a:ext cx="5486400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0">
                <a:solidFill>
                  <a:srgbClr val="B8BEC7"/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grpSp>
        <p:nvGrpSpPr>
          <p:cNvPr id="2" name="색 덩어리"/>
          <p:cNvGrpSpPr/>
          <p:nvPr/>
        </p:nvGrpSpPr>
        <p:grpSpPr>
          <a:xfrm>
            <a:off x="1783080" y="411480"/>
            <a:ext cx="2834640" cy="2514600"/>
            <a:chOff x="1783080" y="411480"/>
            <a:chExt cx="2834640" cy="2514600"/>
          </a:xfrm>
        </p:grpSpPr>
        <p:sp>
          <p:nvSpPr>
            <p:cNvPr id="3" name="알약 1"/>
            <p:cNvSpPr/>
            <p:nvPr/>
          </p:nvSpPr>
          <p:spPr>
            <a:xfrm>
              <a:off x="1783080" y="411480"/>
              <a:ext cx="2743200" cy="1005840"/>
            </a:xfrm>
            <a:prstGeom prst="roundRect">
              <a:avLst>
                <a:gd name="adj" fmla="val 5000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" name="알약 2"/>
            <p:cNvSpPr/>
            <p:nvPr/>
          </p:nvSpPr>
          <p:spPr>
            <a:xfrm>
              <a:off x="2423160" y="1325880"/>
              <a:ext cx="2194560" cy="914400"/>
            </a:xfrm>
            <a:prstGeom prst="roundRect">
              <a:avLst>
                <a:gd name="adj" fmla="val 50000"/>
              </a:avLst>
            </a:prstGeom>
            <a:solidFill>
              <a:schemeClr val="accent2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" name="원 1"/>
            <p:cNvSpPr/>
            <p:nvPr/>
          </p:nvSpPr>
          <p:spPr>
            <a:xfrm>
              <a:off x="1783080" y="1600200"/>
              <a:ext cx="731520" cy="731520"/>
            </a:xfrm>
            <a:prstGeom prst="ellipse">
              <a:avLst/>
            </a:prstGeom>
            <a:solidFill>
              <a:schemeClr val="accent5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" name="고리"/>
            <p:cNvSpPr/>
            <p:nvPr/>
          </p:nvSpPr>
          <p:spPr>
            <a:xfrm>
              <a:off x="3794760" y="2240280"/>
              <a:ext cx="685800" cy="685800"/>
            </a:xfrm>
            <a:prstGeom prst="ellipse">
              <a:avLst/>
            </a:prstGeom>
            <a:noFill/>
            <a:ln w="2540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grpSp>
          <p:nvGrpSpPr>
            <p:cNvPr id="7" name="장식"/>
            <p:cNvGrpSpPr/>
            <p:nvPr/>
          </p:nvGrpSpPr>
          <p:grpSpPr>
            <a:xfrm>
              <a:off x="3817620" y="754380"/>
              <a:ext cx="320040" cy="320040"/>
              <a:chOff x="3817620" y="754380"/>
              <a:chExt cx="320040" cy="320040"/>
            </a:xfrm>
          </p:grpSpPr>
          <p:sp>
            <p:nvSpPr>
              <p:cNvPr id="8" name="4-Point Star 7"/>
              <p:cNvSpPr/>
              <p:nvPr/>
            </p:nvSpPr>
            <p:spPr>
              <a:xfrm>
                <a:off x="3817620" y="754380"/>
                <a:ext cx="320040" cy="320040"/>
              </a:xfrm>
              <a:prstGeom prst="star4">
                <a:avLst>
                  <a:gd name="adj" fmla="val 14000"/>
                </a:avLst>
              </a:prstGeom>
              <a:solidFill>
                <a:srgbClr val="1A1613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 + 사진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457200" y="274320"/>
            <a:ext cx="5943600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1234439" y="594360"/>
            <a:ext cx="4389120" cy="86868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2200" b="1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3" name="쪽 번호"/>
          <p:cNvSpPr>
            <a:spLocks noGrp="1"/>
          </p:cNvSpPr>
          <p:nvPr>
            <p:ph type="sldNum" sz="quarter" idx="12"/>
          </p:nvPr>
        </p:nvSpPr>
        <p:spPr>
          <a:xfrm>
            <a:off x="3154680" y="6172200"/>
            <a:ext cx="548640" cy="5486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1" spc="0">
                <a:solidFill>
                  <a:srgbClr val="1A1613"/>
                </a:solidFill>
              </a:defRPr>
            </a:lvl1pPr>
          </a:lstStyle>
          <a:p>
            <a:fld id="{9E1C1558-D0D0-4988-A3FB-3A73C5D1D974}" type="slidenum">
              <a:rPr lang="en-US"/>
              <a:t>‹#›</a:t>
            </a:fld>
          </a:p>
        </p:txBody>
      </p:sp>
      <p:sp>
        <p:nvSpPr>
          <p:cNvPr id="104" name="사진 1"/>
          <p:cNvSpPr>
            <a:spLocks noGrp="1"/>
          </p:cNvSpPr>
          <p:nvPr>
            <p:ph type="pic" sz="quarter" idx="13"/>
          </p:nvPr>
        </p:nvSpPr>
        <p:spPr>
          <a:xfrm>
            <a:off x="54864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5" name="사진 2"/>
          <p:cNvSpPr>
            <a:spLocks noGrp="1"/>
          </p:cNvSpPr>
          <p:nvPr>
            <p:ph type="pic" sz="quarter" idx="14"/>
          </p:nvPr>
        </p:nvSpPr>
        <p:spPr>
          <a:xfrm>
            <a:off x="192024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6" name="사진 3"/>
          <p:cNvSpPr>
            <a:spLocks noGrp="1"/>
          </p:cNvSpPr>
          <p:nvPr>
            <p:ph type="pic" sz="quarter" idx="15"/>
          </p:nvPr>
        </p:nvSpPr>
        <p:spPr>
          <a:xfrm>
            <a:off x="329184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7" name="사진 4"/>
          <p:cNvSpPr>
            <a:spLocks noGrp="1"/>
          </p:cNvSpPr>
          <p:nvPr>
            <p:ph type="pic" sz="quarter" idx="16"/>
          </p:nvPr>
        </p:nvSpPr>
        <p:spPr>
          <a:xfrm>
            <a:off x="466344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8" name="사진 5"/>
          <p:cNvSpPr>
            <a:spLocks noGrp="1"/>
          </p:cNvSpPr>
          <p:nvPr>
            <p:ph type="pic" sz="quarter" idx="17"/>
          </p:nvPr>
        </p:nvSpPr>
        <p:spPr>
          <a:xfrm>
            <a:off x="54864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9" name="사진 6"/>
          <p:cNvSpPr>
            <a:spLocks noGrp="1"/>
          </p:cNvSpPr>
          <p:nvPr>
            <p:ph type="pic" sz="quarter" idx="18"/>
          </p:nvPr>
        </p:nvSpPr>
        <p:spPr>
          <a:xfrm>
            <a:off x="192024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0" name="사진 7"/>
          <p:cNvSpPr>
            <a:spLocks noGrp="1"/>
          </p:cNvSpPr>
          <p:nvPr>
            <p:ph type="pic" sz="quarter" idx="19"/>
          </p:nvPr>
        </p:nvSpPr>
        <p:spPr>
          <a:xfrm>
            <a:off x="329184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1" name="사진 8"/>
          <p:cNvSpPr>
            <a:spLocks noGrp="1"/>
          </p:cNvSpPr>
          <p:nvPr>
            <p:ph type="pic" sz="quarter" idx="20"/>
          </p:nvPr>
        </p:nvSpPr>
        <p:spPr>
          <a:xfrm>
            <a:off x="466344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2" name="제목 알약"/>
          <p:cNvSpPr/>
          <p:nvPr/>
        </p:nvSpPr>
        <p:spPr>
          <a:xfrm>
            <a:off x="960119" y="594360"/>
            <a:ext cx="4937760" cy="868680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 w="15875">
            <a:solidFill>
              <a:schemeClr val="accent1"/>
            </a:solidFill>
          </a:ln>
          <a:effectLst>
            <a:outerShdw blurRad="177800" dist="38100" dir="5400000" algn="t" rotWithShape="0">
              <a:schemeClr val="tx2">
                <a:alpha val="9000"/>
              </a:scheme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3" name="점"/>
          <p:cNvSpPr/>
          <p:nvPr/>
        </p:nvSpPr>
        <p:spPr>
          <a:xfrm>
            <a:off x="649224" y="941832"/>
            <a:ext cx="164592" cy="164592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점"/>
          <p:cNvSpPr/>
          <p:nvPr/>
        </p:nvSpPr>
        <p:spPr>
          <a:xfrm>
            <a:off x="1014983" y="941832"/>
            <a:ext cx="164592" cy="164592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점"/>
          <p:cNvSpPr/>
          <p:nvPr/>
        </p:nvSpPr>
        <p:spPr>
          <a:xfrm>
            <a:off x="5678424" y="941832"/>
            <a:ext cx="164592" cy="164592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점"/>
          <p:cNvSpPr/>
          <p:nvPr/>
        </p:nvSpPr>
        <p:spPr>
          <a:xfrm>
            <a:off x="6044184" y="941832"/>
            <a:ext cx="164592" cy="164592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쪽 번호 원"/>
          <p:cNvSpPr/>
          <p:nvPr/>
        </p:nvSpPr>
        <p:spPr>
          <a:xfrm>
            <a:off x="3154680" y="6172200"/>
            <a:ext cx="548640" cy="54864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한 문장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457200" y="274320"/>
            <a:ext cx="5943600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쪽 번호"/>
          <p:cNvSpPr>
            <a:spLocks noGrp="1"/>
          </p:cNvSpPr>
          <p:nvPr>
            <p:ph type="sldNum" sz="quarter" idx="12"/>
          </p:nvPr>
        </p:nvSpPr>
        <p:spPr>
          <a:xfrm>
            <a:off x="3154680" y="6172200"/>
            <a:ext cx="548640" cy="5486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1" spc="0">
                <a:solidFill>
                  <a:srgbClr val="1A1613"/>
                </a:solidFill>
              </a:defRPr>
            </a:lvl1pPr>
          </a:lstStyle>
          <a:p>
            <a:fld id="{D553AAAD-E1C1-44F2-A86F-16196A24FDC5}" type="slidenum">
              <a:rPr lang="en-US"/>
              <a:t>‹#›</a:t>
            </a:fld>
          </a:p>
        </p:txBody>
      </p:sp>
      <p:sp>
        <p:nvSpPr>
          <p:cNvPr id="103" name="한 문장"/>
          <p:cNvSpPr>
            <a:spLocks noGrp="1"/>
          </p:cNvSpPr>
          <p:nvPr>
            <p:ph type="title"/>
          </p:nvPr>
        </p:nvSpPr>
        <p:spPr>
          <a:xfrm>
            <a:off x="822959" y="2331720"/>
            <a:ext cx="5212080" cy="233172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30000"/>
              </a:lnSpc>
              <a:spcBef>
                <a:spcPts val="0"/>
              </a:spcBef>
              <a:buNone/>
              <a:defRPr sz="2600" b="1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한 문장으로 말하면</a:t>
            </a:r>
          </a:p>
        </p:txBody>
      </p:sp>
      <p:sp>
        <p:nvSpPr>
          <p:cNvPr id="2" name="점"/>
          <p:cNvSpPr/>
          <p:nvPr/>
        </p:nvSpPr>
        <p:spPr>
          <a:xfrm>
            <a:off x="649224" y="941832"/>
            <a:ext cx="164592" cy="164592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점"/>
          <p:cNvSpPr/>
          <p:nvPr/>
        </p:nvSpPr>
        <p:spPr>
          <a:xfrm>
            <a:off x="1014983" y="941832"/>
            <a:ext cx="164592" cy="164592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점"/>
          <p:cNvSpPr/>
          <p:nvPr/>
        </p:nvSpPr>
        <p:spPr>
          <a:xfrm>
            <a:off x="5678424" y="941832"/>
            <a:ext cx="164592" cy="164592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점"/>
          <p:cNvSpPr/>
          <p:nvPr/>
        </p:nvSpPr>
        <p:spPr>
          <a:xfrm>
            <a:off x="6044184" y="941832"/>
            <a:ext cx="164592" cy="164592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쪽 번호 원"/>
          <p:cNvSpPr/>
          <p:nvPr/>
        </p:nvSpPr>
        <p:spPr>
          <a:xfrm>
            <a:off x="3154680" y="6172200"/>
            <a:ext cx="548640" cy="54864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grpSp>
        <p:nvGrpSpPr>
          <p:cNvPr id="7" name="따옴표 장식"/>
          <p:cNvGrpSpPr/>
          <p:nvPr/>
        </p:nvGrpSpPr>
        <p:grpSpPr>
          <a:xfrm>
            <a:off x="2926080" y="1520189"/>
            <a:ext cx="1005840" cy="251460"/>
            <a:chOff x="2926080" y="1520189"/>
            <a:chExt cx="1005840" cy="251460"/>
          </a:xfrm>
        </p:grpSpPr>
        <p:sp>
          <p:nvSpPr>
            <p:cNvPr id="8" name="Diamond 7"/>
            <p:cNvSpPr/>
            <p:nvPr/>
          </p:nvSpPr>
          <p:spPr>
            <a:xfrm>
              <a:off x="3303270" y="1520189"/>
              <a:ext cx="251460" cy="251460"/>
            </a:xfrm>
            <a:prstGeom prst="diamond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9" name="Connector 8"/>
            <p:cNvCxnSpPr/>
            <p:nvPr/>
          </p:nvCxnSpPr>
          <p:spPr>
            <a:xfrm>
              <a:off x="2926080" y="1645919"/>
              <a:ext cx="297180" cy="0"/>
            </a:xfrm>
            <a:prstGeom prst="line">
              <a:avLst/>
            </a:prstGeom>
            <a:ln w="9525" cap="rnd">
              <a:solidFill>
                <a:schemeClr val="accent1"/>
              </a:solidFill>
            </a:ln>
          </p:spPr>
        </p:cxnSp>
        <p:cxnSp>
          <p:nvCxnSpPr>
            <p:cNvPr id="10" name="Connector 9"/>
            <p:cNvCxnSpPr/>
            <p:nvPr/>
          </p:nvCxnSpPr>
          <p:spPr>
            <a:xfrm>
              <a:off x="3634740" y="1645919"/>
              <a:ext cx="297180" cy="0"/>
            </a:xfrm>
            <a:prstGeom prst="line">
              <a:avLst/>
            </a:prstGeom>
            <a:ln w="9525" cap="rnd">
              <a:solidFill>
                <a:schemeClr val="accent1"/>
              </a:solidFill>
            </a:ln>
          </p:spPr>
        </p:cxnSp>
      </p:grpSp>
      <p:cxnSp>
        <p:nvCxnSpPr>
          <p:cNvPr id="11" name="Connector 10"/>
          <p:cNvCxnSpPr/>
          <p:nvPr/>
        </p:nvCxnSpPr>
        <p:spPr>
          <a:xfrm>
            <a:off x="2880360" y="5349240"/>
            <a:ext cx="1097279" cy="0"/>
          </a:xfrm>
          <a:prstGeom prst="line">
            <a:avLst/>
          </a:prstGeom>
          <a:ln w="9525" cap="rnd">
            <a:solidFill>
              <a:schemeClr val="accent1"/>
            </a:solidFill>
          </a:ln>
        </p:spPr>
      </p:cxnSp>
      <p:sp>
        <p:nvSpPr>
          <p:cNvPr id="12" name="Diamond 11"/>
          <p:cNvSpPr/>
          <p:nvPr/>
        </p:nvSpPr>
        <p:spPr>
          <a:xfrm>
            <a:off x="3369564" y="5289804"/>
            <a:ext cx="118872" cy="118872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42900" y="274638"/>
            <a:ext cx="61722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42900" y="1600200"/>
            <a:ext cx="61722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42900" y="6356350"/>
            <a:ext cx="1600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343150" y="6356350"/>
            <a:ext cx="21717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914900" y="6356350"/>
            <a:ext cx="1600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4" r:id="rId6"/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BABY  ·  CARD NEWS</a:t>
            </a:r>
          </a:p>
        </p:txBody>
      </p:sp>
      <p:sp>
        <p:nvSpPr>
          <p:cNvPr id="3" name="Title 2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/>
              <a:t>쉬는 것도 일정에 넣으세요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옆으로 넘겨 보세요 →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오늘의 한마디 · 카드뉴스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01 / 05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점심은 거르지 마세요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7C1214-7347-493F-BA26-A222172F870F}" type="slidenum">
              <a:rPr lang="en-US"/>
              <a:t>‹#›</a:t>
            </a:fld>
            <a:endParaRPr lang="en-US"/>
          </a:p>
        </p:txBody>
      </p:sp>
      <p:sp>
        <p:nvSpPr>
          <p:cNvPr id="5" name="번호"/>
          <p:cNvSpPr txBox="1"/>
          <p:nvPr/>
        </p:nvSpPr>
        <p:spPr>
          <a:xfrm>
            <a:off x="548640" y="1737360"/>
            <a:ext cx="2377440" cy="1280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6600" b="1" i="0" lang="ko-KR">
                <a:solidFill>
                  <a:schemeClr val="accent1"/>
                </a:solidFill>
                <a:latin typeface="+mj-lt"/>
                <a:ea typeface="+mj-ea"/>
              </a:rPr>
              <a:t>01</a:t>
            </a:r>
          </a:p>
        </p:txBody>
      </p:sp>
      <p:sp>
        <p:nvSpPr>
          <p:cNvPr id="6" name="본문"/>
          <p:cNvSpPr txBox="1"/>
          <p:nvPr/>
        </p:nvSpPr>
        <p:spPr>
          <a:xfrm>
            <a:off x="548640" y="3291840"/>
            <a:ext cx="5760720" cy="2651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2600" b="0" i="0" lang="ko-KR">
                <a:solidFill>
                  <a:schemeClr val="tx1"/>
                </a:solidFill>
              </a:rPr>
              <a:t>바빠도 한 끼는 앉아서 먹어요. 오후가 달라져요.</a:t>
            </a:r>
          </a:p>
        </p:txBody>
      </p:sp>
    </p:spTree>
  </p:cSld>
  <p:clrMapOvr>
    <a:masterClrMapping/>
  </p:clrMapOvr>
  <p:transition spd="med">
    <p:push dir="l"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02 / 05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전화 한 통 걸어 보세요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E84D61-82F8-4D63-A78D-8DF9A6AC91A9}" type="slidenum">
              <a:rPr lang="en-US"/>
              <a:t>‹#›</a:t>
            </a:fld>
            <a:endParaRPr lang="en-US"/>
          </a:p>
        </p:txBody>
      </p:sp>
      <p:sp>
        <p:nvSpPr>
          <p:cNvPr id="5" name="번호"/>
          <p:cNvSpPr txBox="1"/>
          <p:nvPr/>
        </p:nvSpPr>
        <p:spPr>
          <a:xfrm>
            <a:off x="548640" y="1737360"/>
            <a:ext cx="2377440" cy="1280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6600" b="1" i="0" lang="ko-KR">
                <a:solidFill>
                  <a:schemeClr val="accent1"/>
                </a:solidFill>
                <a:latin typeface="+mj-lt"/>
                <a:ea typeface="+mj-ea"/>
              </a:rPr>
              <a:t>02</a:t>
            </a:r>
          </a:p>
        </p:txBody>
      </p:sp>
      <p:sp>
        <p:nvSpPr>
          <p:cNvPr id="6" name="본문"/>
          <p:cNvSpPr txBox="1"/>
          <p:nvPr/>
        </p:nvSpPr>
        <p:spPr>
          <a:xfrm>
            <a:off x="548640" y="3291840"/>
            <a:ext cx="5760720" cy="2651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2600" b="0" i="0" lang="ko-KR">
                <a:solidFill>
                  <a:schemeClr val="tx1"/>
                </a:solidFill>
              </a:rPr>
              <a:t>문자보다 목소리가 먼저 떠오르는 사람이 있다면 지금 걸어 보세요.</a:t>
            </a:r>
          </a:p>
        </p:txBody>
      </p:sp>
    </p:spTree>
  </p:cSld>
  <p:clrMapOvr>
    <a:masterClrMapping/>
  </p:clrMapOvr>
  <p:transition spd="med">
    <p:push dir="l"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03 / 05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메모 한 장 남기기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F5BFA6-79D6-4000-A67B-20A1F45DB853}" type="slidenum">
              <a:rPr lang="en-US"/>
              <a:t>‹#›</a:t>
            </a:fld>
            <a:endParaRPr lang="en-US"/>
          </a:p>
        </p:txBody>
      </p:sp>
      <p:sp>
        <p:nvSpPr>
          <p:cNvPr id="5" name="번호"/>
          <p:cNvSpPr txBox="1"/>
          <p:nvPr/>
        </p:nvSpPr>
        <p:spPr>
          <a:xfrm>
            <a:off x="548640" y="1737360"/>
            <a:ext cx="2377440" cy="1280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6600" b="1" i="0" lang="ko-KR">
                <a:solidFill>
                  <a:schemeClr val="accent1"/>
                </a:solidFill>
                <a:latin typeface="+mj-lt"/>
                <a:ea typeface="+mj-ea"/>
              </a:rPr>
              <a:t>03</a:t>
            </a:r>
          </a:p>
        </p:txBody>
      </p:sp>
      <p:sp>
        <p:nvSpPr>
          <p:cNvPr id="6" name="본문"/>
          <p:cNvSpPr txBox="1"/>
          <p:nvPr/>
        </p:nvSpPr>
        <p:spPr>
          <a:xfrm>
            <a:off x="548640" y="3291840"/>
            <a:ext cx="5760720" cy="2651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2600" b="0" i="0" lang="ko-KR">
                <a:solidFill>
                  <a:schemeClr val="tx1"/>
                </a:solidFill>
              </a:rPr>
              <a:t>생각났을 때 적어 두면 다음 주의 내가 고마워해요.</a:t>
            </a:r>
          </a:p>
        </p:txBody>
      </p:sp>
    </p:spTree>
  </p:cSld>
  <p:clrMapOvr>
    <a:masterClrMapping/>
  </p:clrMapOvr>
  <p:transition spd="med">
    <p:push dir="l"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04 / 05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퇴근길 한 정거장 걷기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AB47EC-7694-4497-912C-A93A1CC7BD52}" type="slidenum">
              <a:rPr lang="en-US"/>
              <a:t>‹#›</a:t>
            </a:fld>
            <a:endParaRPr lang="en-US"/>
          </a:p>
        </p:txBody>
      </p:sp>
      <p:sp>
        <p:nvSpPr>
          <p:cNvPr id="5" name="번호"/>
          <p:cNvSpPr txBox="1"/>
          <p:nvPr/>
        </p:nvSpPr>
        <p:spPr>
          <a:xfrm>
            <a:off x="548640" y="1737360"/>
            <a:ext cx="2377440" cy="1280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6600" b="1" i="0" lang="ko-KR">
                <a:solidFill>
                  <a:schemeClr val="accent1"/>
                </a:solidFill>
                <a:latin typeface="+mj-lt"/>
                <a:ea typeface="+mj-ea"/>
              </a:rPr>
              <a:t>04</a:t>
            </a:r>
          </a:p>
        </p:txBody>
      </p:sp>
      <p:sp>
        <p:nvSpPr>
          <p:cNvPr id="6" name="본문"/>
          <p:cNvSpPr txBox="1"/>
          <p:nvPr/>
        </p:nvSpPr>
        <p:spPr>
          <a:xfrm>
            <a:off x="548640" y="3291840"/>
            <a:ext cx="5760720" cy="2651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2600" b="0" i="0" lang="ko-KR">
                <a:solidFill>
                  <a:schemeClr val="tx1"/>
                </a:solidFill>
              </a:rPr>
              <a:t>한 정거장 먼저 내려 걸으면 머리가 정리돼요.</a:t>
            </a:r>
          </a:p>
        </p:txBody>
      </p:sp>
    </p:spTree>
  </p:cSld>
  <p:clrMapOvr>
    <a:masterClrMapping/>
  </p:clrMapOvr>
  <p:transition spd="med">
    <p:push dir="l"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05 / 05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오늘은 일찍 자기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F38FF8-905E-4ACE-87BE-F3EFF0F84E24}" type="slidenum">
              <a:rPr lang="en-US"/>
              <a:t>‹#›</a:t>
            </a:fld>
            <a:endParaRPr lang="en-US"/>
          </a:p>
        </p:txBody>
      </p:sp>
      <p:sp>
        <p:nvSpPr>
          <p:cNvPr id="5" name="번호"/>
          <p:cNvSpPr txBox="1"/>
          <p:nvPr/>
        </p:nvSpPr>
        <p:spPr>
          <a:xfrm>
            <a:off x="548640" y="1737360"/>
            <a:ext cx="2377440" cy="1280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6600" b="1" i="0" lang="ko-KR">
                <a:solidFill>
                  <a:schemeClr val="accent1"/>
                </a:solidFill>
                <a:latin typeface="+mj-lt"/>
                <a:ea typeface="+mj-ea"/>
              </a:rPr>
              <a:t>05</a:t>
            </a:r>
          </a:p>
        </p:txBody>
      </p:sp>
      <p:sp>
        <p:nvSpPr>
          <p:cNvPr id="6" name="본문"/>
          <p:cNvSpPr txBox="1"/>
          <p:nvPr/>
        </p:nvSpPr>
        <p:spPr>
          <a:xfrm>
            <a:off x="548640" y="3291840"/>
            <a:ext cx="5760720" cy="2651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2600" b="0" i="0" lang="ko-KR">
                <a:solidFill>
                  <a:schemeClr val="tx1"/>
                </a:solidFill>
              </a:rPr>
              <a:t>미룬 일은 내일 해도 돼요. 오늘은 불을 일찍 끄세요.</a:t>
            </a:r>
          </a:p>
        </p:txBody>
      </p:sp>
    </p:spTree>
  </p:cSld>
  <p:clrMapOvr>
    <a:masterClrMapping/>
  </p:clrMapOvr>
  <p:transition spd="med">
    <p:push dir="l"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BABY  ·  CARD NEWS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저장해 두고 필요할 때 꺼내 보세요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마음에 들면 공유해 주세요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이름 · 연락처를 입력하세요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카드뉴스(오늘의 한마디)">
  <a:themeElements>
    <a:clrScheme name="카드뉴스(오늘의 한마디)">
      <a:dk1>
        <a:srgbClr val="373E48"/>
      </a:dk1>
      <a:lt1>
        <a:srgbClr val="FEFDFB"/>
      </a:lt1>
      <a:dk2>
        <a:srgbClr val="2C4468"/>
      </a:dk2>
      <a:lt2>
        <a:srgbClr val="FBF9F2"/>
      </a:lt2>
      <a:accent1>
        <a:srgbClr val="8DB6E0"/>
      </a:accent1>
      <a:accent2>
        <a:srgbClr val="F0C7A9"/>
      </a:accent2>
      <a:accent3>
        <a:srgbClr val="55647A"/>
      </a:accent3>
      <a:accent4>
        <a:srgbClr val="E5ECEE"/>
      </a:accent4>
      <a:accent5>
        <a:srgbClr val="C9BFA6"/>
      </a:accent5>
      <a:accent6>
        <a:srgbClr val="F5DECA"/>
      </a:accent6>
      <a:hlink>
        <a:srgbClr val="2C4468"/>
      </a:hlink>
      <a:folHlink>
        <a:srgbClr val="55647A"/>
      </a:folHlink>
    </a:clrScheme>
    <a:fontScheme name="카드뉴스(오늘의 한마디)">
      <a:majorFont>
        <a:latin typeface="Constantia"/>
        <a:ea typeface="바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카드뉴스(오늘의 한마디)</dc:title>
  <dc:subject>카드뉴스 · 오늘의 한마디</dc:subject>
  <dc:creator>반딧불이의 곳간</dc:creator>
  <cp:keywords>카드뉴스,PPT</cp:keywords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>템플릿</cp:category>
  <dc:language>ko-KR</dc:language>
</cp:coreProperties>
</file>