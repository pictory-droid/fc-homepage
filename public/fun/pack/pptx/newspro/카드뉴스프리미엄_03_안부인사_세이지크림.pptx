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E233166-AF68-439C-9500-44E5111A6CB5}">
          <p14:sldIdLst>
            <p14:sldId id="256"/>
          </p14:sldIdLst>
        </p14:section>
        <p14:section name="본문" id="{FCBB27D0-56F0-44D7-89C1-0082F64674F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A9E5E01-F4D6-4DBC-91C4-C43CBB294F5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508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1920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81528" y="1572768"/>
            <a:ext cx="694944" cy="694944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3273552" y="1764792"/>
            <a:ext cx="310896" cy="310896"/>
            <a:chOff x="3273552" y="1764792"/>
            <a:chExt cx="310896" cy="310896"/>
          </a:xfrm>
        </p:grpSpPr>
        <p:sp>
          <p:nvSpPr>
            <p:cNvPr id="5" name="Oval 4"/>
            <p:cNvSpPr/>
            <p:nvPr/>
          </p:nvSpPr>
          <p:spPr>
            <a:xfrm>
              <a:off x="3273552" y="1764792"/>
              <a:ext cx="310896" cy="310896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385474" y="1876714"/>
              <a:ext cx="87050" cy="870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54E5653-F5E7-4ADE-B4D2-38EF80C1F110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21208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536192"/>
            <a:ext cx="4663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508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0D3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A6AB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19202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81528" y="1572768"/>
            <a:ext cx="694944" cy="694944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3273552" y="1764792"/>
            <a:ext cx="310896" cy="310896"/>
            <a:chOff x="3273552" y="1764792"/>
            <a:chExt cx="310896" cy="310896"/>
          </a:xfrm>
        </p:grpSpPr>
        <p:sp>
          <p:nvSpPr>
            <p:cNvPr id="5" name="Oval 4"/>
            <p:cNvSpPr/>
            <p:nvPr/>
          </p:nvSpPr>
          <p:spPr>
            <a:xfrm>
              <a:off x="3273552" y="1764792"/>
              <a:ext cx="310896" cy="310896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385474" y="1876714"/>
              <a:ext cx="87050" cy="870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466344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A6E184A-7693-4582-A218-ADB55CE2594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21208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536192"/>
            <a:ext cx="4663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47472"/>
            <a:ext cx="429767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4864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ED3D371-4A20-4F37-AE6D-5C285710981E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6620256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54864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SAGE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쌀쌀한 날 챙길 겉옷 한 벌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안부 인사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2369-7E42-40E6-9528-B8790BFD23E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옷차림이 애매한 날에는 얇은 겉옷이 든든해요.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안부 인사 한 줄 보내기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4531C-A94C-41EE-92A7-7156E45971A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맛있는 음식으로 기운 채우기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25C56-6EDF-4F26-9FA7-9F11763E4F6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좋아하는 음식을 가족과 나눠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C3F6C-655B-4547-BE8B-625E0C75067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0D836-951D-4E9E-9817-B3D941D2E97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가끔 사진을 찍어 보세요.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SAGE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안부 인사)">
  <a:themeElements>
    <a:clrScheme name="카드뉴스(안부 인사)">
      <a:dk1>
        <a:srgbClr val="2B3830"/>
      </a:dk1>
      <a:lt1>
        <a:srgbClr val="FCFCF9"/>
      </a:lt1>
      <a:dk2>
        <a:srgbClr val="2E4437"/>
      </a:dk2>
      <a:lt2>
        <a:srgbClr val="F6F4EA"/>
      </a:lt2>
      <a:accent1>
        <a:srgbClr val="7D9481"/>
      </a:accent1>
      <a:accent2>
        <a:srgbClr val="B5A173"/>
      </a:accent2>
      <a:accent3>
        <a:srgbClr val="2A3830"/>
      </a:accent3>
      <a:accent4>
        <a:srgbClr val="DEE1D5"/>
      </a:accent4>
      <a:accent5>
        <a:srgbClr val="B99C5C"/>
      </a:accent5>
      <a:accent6>
        <a:srgbClr val="D2C6A9"/>
      </a:accent6>
      <a:hlink>
        <a:srgbClr val="2E4437"/>
      </a:hlink>
      <a:folHlink>
        <a:srgbClr val="2A3830"/>
      </a:folHlink>
    </a:clrScheme>
    <a:fontScheme name="카드뉴스(안부 인사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>카드뉴스 · 안부 인사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