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68C977B3-8742-482D-85DD-8781B4555EA9}">
          <p14:sldIdLst>
            <p14:sldId id="256"/>
          </p14:sldIdLst>
        </p14:section>
        <p14:section name="본문" id="{E408A985-39EE-49FC-8039-562E7BE0CA7A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9AFAADBB-9DB2-4E95-B510-DC5F89DD58C4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2217420" y="502919"/>
            <a:ext cx="2423160" cy="2697479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5661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85800" y="395020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53492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8978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1805940" y="685800"/>
            <a:ext cx="2606040" cy="288036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2125980" y="411479"/>
            <a:ext cx="2606040" cy="288036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2217420" y="502919"/>
            <a:ext cx="2423160" cy="269747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53949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5394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85216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CEB40097-9FF4-4CA9-A3F0-1859207D81B4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585216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2217420" y="502919"/>
            <a:ext cx="2423160" cy="2697479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5661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85800" y="395020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53492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8978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1805940" y="685800"/>
            <a:ext cx="2606040" cy="288036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2125980" y="411479"/>
            <a:ext cx="2606040" cy="288036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2217420" y="502919"/>
            <a:ext cx="2423160" cy="269747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53949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5394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85216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61848C03-EDF8-406E-8FC8-776AC300E031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585216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E7E6555-21FD-4E0E-925A-A992E50AAD66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3044952" y="5239512"/>
            <a:ext cx="768096" cy="493776"/>
            <a:chOff x="3044952" y="5239512"/>
            <a:chExt cx="768096" cy="493776"/>
          </a:xfrm>
        </p:grpSpPr>
        <p:sp>
          <p:nvSpPr>
            <p:cNvPr id="6" name="Cloud 5"/>
            <p:cNvSpPr/>
            <p:nvPr/>
          </p:nvSpPr>
          <p:spPr>
            <a:xfrm>
              <a:off x="3044952" y="5239512"/>
              <a:ext cx="768096" cy="493776"/>
            </a:xfrm>
            <a:prstGeom prst="cloud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새해 첫 인사는 고마움으로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감사·칭찬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고맙다는 말 먼저 건네기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DDFBD-9706-42DF-926A-7FBCA0EBCD8F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작은 일에도 ‘고마워요’를 먼저 말해 보세요.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칭찬 한 줄 적어 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90EFD-06DD-4DF4-B9B1-0C31CE81C938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메모지에 칭찬 한 줄을 적어 가족 책상에 붙여 보세요.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퇴근한 사람에게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0CE3-95FE-4468-9FB5-1B1BF4BFDE7E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‘오늘도 고생했어’ 한마디면 충분해요.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 일기 세 줄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74BBE-F45F-4F70-831E-EC08AAE49B69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오늘 고마웠던 일 세 가지를 적어 보세요.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엽서 한 장 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45EC-1BDE-426D-8B5C-9F17B37D9F07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짧아도 좋아요. 우체통에 넣는 순간 설레요.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감사·칭찬)">
  <a:themeElements>
    <a:clrScheme name="카드뉴스(감사·칭찬)">
      <a:dk1>
        <a:srgbClr val="2B2724"/>
      </a:dk1>
      <a:lt1>
        <a:srgbClr val="FFFFFF"/>
      </a:lt1>
      <a:dk2>
        <a:srgbClr val="643A5F"/>
      </a:dk2>
      <a:lt2>
        <a:srgbClr val="EBEBF7"/>
      </a:lt2>
      <a:accent1>
        <a:srgbClr val="8989CC"/>
      </a:accent1>
      <a:accent2>
        <a:srgbClr val="ADBD8F"/>
      </a:accent2>
      <a:accent3>
        <a:srgbClr val="2C2C4E"/>
      </a:accent3>
      <a:accent4>
        <a:srgbClr val="CECEEE"/>
      </a:accent4>
      <a:accent5>
        <a:srgbClr val="E0A3DE"/>
      </a:accent5>
      <a:accent6>
        <a:srgbClr val="BCE0E6"/>
      </a:accent6>
      <a:hlink>
        <a:srgbClr val="643A5F"/>
      </a:hlink>
      <a:folHlink>
        <a:srgbClr val="2C2C4E"/>
      </a:folHlink>
    </a:clrScheme>
    <a:fontScheme name="카드뉴스(감사·칭찬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>카드뉴스 · 감사·칭찬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