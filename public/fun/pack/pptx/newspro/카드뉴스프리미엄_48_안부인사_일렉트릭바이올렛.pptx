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035F363-1442-4751-8FD0-9BD32056D03D}">
          <p14:sldIdLst>
            <p14:sldId id="256"/>
          </p14:sldIdLst>
        </p14:section>
        <p14:section name="본문" id="{CB2DCA74-17E9-49A3-8415-FDB0532040A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C8DB992F-0D10-4305-82C3-C28CEEB9A82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6B4C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380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1828800" y="228600"/>
            <a:ext cx="3200400" cy="320040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40280" y="640080"/>
            <a:ext cx="2377440" cy="237744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06040" y="1005840"/>
            <a:ext cx="1645920" cy="164592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행성"/>
          <p:cNvSpPr/>
          <p:nvPr/>
        </p:nvSpPr>
        <p:spPr>
          <a:xfrm>
            <a:off x="3116275" y="1516075"/>
            <a:ext cx="625449" cy="62544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위성 1"/>
          <p:cNvSpPr/>
          <p:nvPr/>
        </p:nvSpPr>
        <p:spPr>
          <a:xfrm>
            <a:off x="4366148" y="511535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2"/>
          <p:cNvSpPr/>
          <p:nvPr/>
        </p:nvSpPr>
        <p:spPr>
          <a:xfrm>
            <a:off x="2247960" y="1358225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3"/>
          <p:cNvSpPr/>
          <p:nvPr/>
        </p:nvSpPr>
        <p:spPr>
          <a:xfrm>
            <a:off x="3609884" y="2501545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588770" y="948689"/>
            <a:ext cx="3680459" cy="17602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1AAC8C32-0935-47AB-8E69-3F302A3C1AC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188719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188719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87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468879" y="1572768"/>
            <a:ext cx="37490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6B4C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380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1828800" y="228600"/>
            <a:ext cx="3200400" cy="320040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40280" y="640080"/>
            <a:ext cx="2377440" cy="237744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06040" y="1005840"/>
            <a:ext cx="1645920" cy="164592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행성"/>
          <p:cNvSpPr/>
          <p:nvPr/>
        </p:nvSpPr>
        <p:spPr>
          <a:xfrm>
            <a:off x="3116275" y="1516075"/>
            <a:ext cx="625449" cy="62544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위성 1"/>
          <p:cNvSpPr/>
          <p:nvPr/>
        </p:nvSpPr>
        <p:spPr>
          <a:xfrm>
            <a:off x="4366148" y="511535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2"/>
          <p:cNvSpPr/>
          <p:nvPr/>
        </p:nvSpPr>
        <p:spPr>
          <a:xfrm>
            <a:off x="2247960" y="1358225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3"/>
          <p:cNvSpPr/>
          <p:nvPr/>
        </p:nvSpPr>
        <p:spPr>
          <a:xfrm>
            <a:off x="3609884" y="2501545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588770" y="948689"/>
            <a:ext cx="3680459" cy="17602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C237D61D-6E32-4A42-A36C-ABA63CE8B72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188719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188719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1887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560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931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303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1887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560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931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303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87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468879" y="1572768"/>
            <a:ext cx="37490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97B6AEB2-196F-4497-BE56-28AE3E5FCED0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188719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VIOLET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이웃에게 안부 묻기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안부 인사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VIOLET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30C00-D743-431A-A8F4-F495B3BA4F3A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1188719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1188719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옷차림이 애매한 날에는 얇은 겉옷이 든든해요.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VIOLET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안부 인사 한 줄 보내기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955CC-54B9-4BB5-8296-43052EC688CF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1188719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1188719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VIOLET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맛있는 음식으로 기운 채우기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D758B-E453-4759-AE3E-8D6F708F564B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1188719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1188719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좋아하는 음식을 가족과 나눠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VIOLET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21D00-FB20-4462-A70E-8EBAF24D3C14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1188719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1188719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VIOLET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한 장 남기기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DCA-EA9A-459B-80D8-DCBD0B797C63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1188719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1188719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가끔 사진을 찍어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VIOLET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안부 인사)">
  <a:themeElements>
    <a:clrScheme name="카드뉴스(안부 인사)">
      <a:dk1>
        <a:srgbClr val="F8F6FF"/>
      </a:dk1>
      <a:lt1>
        <a:srgbClr val="16102F"/>
      </a:lt1>
      <a:dk2>
        <a:srgbClr val="E6DEFF"/>
      </a:dk2>
      <a:lt2>
        <a:srgbClr val="0E0A1E"/>
      </a:lt2>
      <a:accent1>
        <a:srgbClr val="8F6BFF"/>
      </a:accent1>
      <a:accent2>
        <a:srgbClr val="2EE6C9"/>
      </a:accent2>
      <a:accent3>
        <a:srgbClr val="090613"/>
      </a:accent3>
      <a:accent4>
        <a:srgbClr val="201744"/>
      </a:accent4>
      <a:accent5>
        <a:srgbClr val="B7A3FF"/>
      </a:accent5>
      <a:accent6>
        <a:srgbClr val="24A496"/>
      </a:accent6>
      <a:hlink>
        <a:srgbClr val="E6DEFF"/>
      </a:hlink>
      <a:folHlink>
        <a:srgbClr val="090613"/>
      </a:folHlink>
    </a:clrScheme>
    <a:fontScheme name="카드뉴스(안부 인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>카드뉴스 · 안부 인사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