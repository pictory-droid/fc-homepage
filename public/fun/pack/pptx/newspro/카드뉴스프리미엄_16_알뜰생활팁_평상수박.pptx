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8C5539C-BB49-43D3-93A7-14802464CCF7}">
          <p14:sldIdLst>
            <p14:sldId id="256"/>
          </p14:sldIdLst>
        </p14:section>
        <p14:section name="본문" id="{BA3819B5-3FB8-466E-AEA4-E14B5CD037F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EA87B92-A254-4D4D-9380-CB64E6D662F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319272" y="1188720"/>
            <a:ext cx="219456" cy="365760"/>
            <a:chOff x="3319272" y="1188720"/>
            <a:chExt cx="219456" cy="365760"/>
          </a:xfrm>
        </p:grpSpPr>
        <p:sp>
          <p:nvSpPr>
            <p:cNvPr id="11" name="Moon 10"/>
            <p:cNvSpPr/>
            <p:nvPr/>
          </p:nvSpPr>
          <p:spPr>
            <a:xfrm>
              <a:off x="3319272" y="1188720"/>
              <a:ext cx="219456" cy="36576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3A7A8FB1-504D-4D87-A0AA-AE3298DF7F9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319272" y="1188720"/>
            <a:ext cx="219456" cy="365760"/>
            <a:chOff x="3319272" y="1188720"/>
            <a:chExt cx="219456" cy="365760"/>
          </a:xfrm>
        </p:grpSpPr>
        <p:sp>
          <p:nvSpPr>
            <p:cNvPr id="11" name="Moon 10"/>
            <p:cNvSpPr/>
            <p:nvPr/>
          </p:nvSpPr>
          <p:spPr>
            <a:xfrm>
              <a:off x="3319272" y="1188720"/>
              <a:ext cx="219456" cy="36576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16B3955-2900-4358-9E78-C6A10EC352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7D2A988-1F75-4F25-81CF-29BC694093D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평상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한 달 용돈, 어디로 갔을까요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18FD7-A571-4C85-A316-82F01094444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80341-902A-421C-829D-38B37E5C45B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ADD88-BD8F-4E38-8E86-D77E39C5D62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234F6-20C4-4145-B4B3-9E4A680C093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1A434-3A33-4C68-9FAD-C07DB4AD663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평상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카드뉴스(알뜰 생활 팁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