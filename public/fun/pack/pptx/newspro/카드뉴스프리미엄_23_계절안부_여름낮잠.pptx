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62332BA-2C3C-4BE2-8FA8-598D631C1516}">
          <p14:sldIdLst>
            <p14:sldId id="256"/>
          </p14:sldIdLst>
        </p14:section>
        <p14:section name="본문" id="{74C50F09-175E-40EB-BA36-EC3A2E40B11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F685452-C417-409A-892E-55E0311CD49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58000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글 면"/>
          <p:cNvSpPr/>
          <p:nvPr/>
        </p:nvSpPr>
        <p:spPr>
          <a:xfrm>
            <a:off x="0" y="3429000"/>
            <a:ext cx="6858000" cy="3429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92D5C53-267A-458C-84D1-F28A921EEB69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5-Point Star 3"/>
            <p:cNvSpPr/>
            <p:nvPr/>
          </p:nvSpPr>
          <p:spPr>
            <a:xfrm>
              <a:off x="571500" y="6240780"/>
              <a:ext cx="320040" cy="32004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66460" y="6240780"/>
            <a:ext cx="320040" cy="320040"/>
            <a:chOff x="5966460" y="6240780"/>
            <a:chExt cx="320040" cy="320040"/>
          </a:xfrm>
        </p:grpSpPr>
        <p:sp>
          <p:nvSpPr>
            <p:cNvPr id="6" name="5-Point Star 5"/>
            <p:cNvSpPr/>
            <p:nvPr/>
          </p:nvSpPr>
          <p:spPr>
            <a:xfrm>
              <a:off x="5966460" y="6240780"/>
              <a:ext cx="320040" cy="32004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58000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글 면"/>
          <p:cNvSpPr/>
          <p:nvPr/>
        </p:nvSpPr>
        <p:spPr>
          <a:xfrm>
            <a:off x="0" y="3429000"/>
            <a:ext cx="6858000" cy="3429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02391EF-AE43-41CE-A98B-0769E6FAC08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5-Point Star 3"/>
            <p:cNvSpPr/>
            <p:nvPr/>
          </p:nvSpPr>
          <p:spPr>
            <a:xfrm>
              <a:off x="571500" y="6240780"/>
              <a:ext cx="320040" cy="32004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66460" y="6240780"/>
            <a:ext cx="320040" cy="320040"/>
            <a:chOff x="5966460" y="6240780"/>
            <a:chExt cx="320040" cy="320040"/>
          </a:xfrm>
        </p:grpSpPr>
        <p:sp>
          <p:nvSpPr>
            <p:cNvPr id="6" name="5-Point Star 5"/>
            <p:cNvSpPr/>
            <p:nvPr/>
          </p:nvSpPr>
          <p:spPr>
            <a:xfrm>
              <a:off x="5966460" y="6240780"/>
              <a:ext cx="320040" cy="32004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D367526-4398-420E-B067-2C9C57D58D6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6" name="5-Point Star 5"/>
            <p:cNvSpPr/>
            <p:nvPr/>
          </p:nvSpPr>
          <p:spPr>
            <a:xfrm>
              <a:off x="3154680" y="5212080"/>
              <a:ext cx="548640" cy="548640"/>
            </a:xfrm>
            <a:prstGeom prst="star5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열대야에 잠 잘 자는 방법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D8183-512C-4C5E-B014-62A6D888BC7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5AC2B-5A92-4337-AA4A-5816C100524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CF7C-6226-4B3E-A55D-AF74E8C92E7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01FB7-7DEE-4DE9-86A4-FB5D98909AB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99AB7-4F6C-4380-9BBE-769BAB552D5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B2724"/>
      </a:dk1>
      <a:lt1>
        <a:srgbClr val="FFFFFF"/>
      </a:lt1>
      <a:dk2>
        <a:srgbClr val="3A6456"/>
      </a:dk2>
      <a:lt2>
        <a:srgbClr val="E7F9DE"/>
      </a:lt2>
      <a:accent1>
        <a:srgbClr val="9FE27E"/>
      </a:accent1>
      <a:accent2>
        <a:srgbClr val="B786CF"/>
      </a:accent2>
      <a:accent3>
        <a:srgbClr val="374E2C"/>
      </a:accent3>
      <a:accent4>
        <a:srgbClr val="D5F7C5"/>
      </a:accent4>
      <a:accent5>
        <a:srgbClr val="A3E0CE"/>
      </a:accent5>
      <a:accent6>
        <a:srgbClr val="E6DDBC"/>
      </a:accent6>
      <a:hlink>
        <a:srgbClr val="3A6456"/>
      </a:hlink>
      <a:folHlink>
        <a:srgbClr val="374E2C"/>
      </a:folHlink>
    </a:clrScheme>
    <a:fontScheme name="카드뉴스(계절 안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