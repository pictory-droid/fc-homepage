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4700000-2784-4B99-8C6E-D55480D39668}">
          <p14:sldIdLst>
            <p14:sldId id="256"/>
          </p14:sldIdLst>
        </p14:section>
        <p14:section name="본문" id="{A3193081-177A-462D-978B-EA96EE87750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DE1F5C6-58E1-4FFE-8595-28AFCEA3091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886968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14400" y="1271016"/>
            <a:ext cx="50292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14400" y="2532888"/>
            <a:ext cx="50292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48640" y="4526280"/>
            <a:ext cx="57607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5486400" y="4251960"/>
            <a:ext cx="1920240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274320" y="137160"/>
            <a:ext cx="178308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548640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5989320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1133855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5669280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3310128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548640" y="685800"/>
            <a:ext cx="5760720" cy="342900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9048A9A6-E663-443D-A68F-8FEC46CCB59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886968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14400" y="1271016"/>
            <a:ext cx="50292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14400" y="2532888"/>
            <a:ext cx="50292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48640" y="4526280"/>
            <a:ext cx="57607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5486400" y="4251960"/>
            <a:ext cx="1920240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274320" y="137160"/>
            <a:ext cx="178308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548640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5989320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1133855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5669280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3310128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548640" y="685800"/>
            <a:ext cx="5760720" cy="342900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B9897E7D-BB3C-4AF8-924E-110D9D74A15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C6315DE4-35BC-4939-B424-34FE793DD8E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044952" y="5239512"/>
            <a:ext cx="768096" cy="493776"/>
            <a:chOff x="3044952" y="5239512"/>
            <a:chExt cx="768096" cy="493776"/>
          </a:xfrm>
        </p:grpSpPr>
        <p:sp>
          <p:nvSpPr>
            <p:cNvPr id="7" name="Cloud 6"/>
            <p:cNvSpPr/>
            <p:nvPr/>
          </p:nvSpPr>
          <p:spPr>
            <a:xfrm>
              <a:off x="3044952" y="5239512"/>
              <a:ext cx="768096" cy="493776"/>
            </a:xfrm>
            <a:prstGeom prst="cloud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가족에게 칭찬 한 줄 써 주기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D569-7357-4136-BD08-9DDDA2F35BE0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02989-FC63-4330-B63C-924057E09ABE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D9331-FDC0-46BC-88E7-A3F23C5D2007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C3A89-1E51-422D-9ADB-6FAB57807DAF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E9A87-0BCF-4C65-9BD1-4D3A456B42F2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2B2724"/>
      </a:dk1>
      <a:lt1>
        <a:srgbClr val="FFFFFF"/>
      </a:lt1>
      <a:dk2>
        <a:srgbClr val="3A645D"/>
      </a:dk2>
      <a:lt2>
        <a:srgbClr val="E4F9E4"/>
      </a:lt2>
      <a:accent1>
        <a:srgbClr val="73D873"/>
      </a:accent1>
      <a:accent2>
        <a:srgbClr val="A17CC5"/>
      </a:accent2>
      <a:accent3>
        <a:srgbClr val="2C4E2C"/>
      </a:accent3>
      <a:accent4>
        <a:srgbClr val="C7F4C7"/>
      </a:accent4>
      <a:accent5>
        <a:srgbClr val="A3DEE0"/>
      </a:accent5>
      <a:accent6>
        <a:srgbClr val="E0E6BC"/>
      </a:accent6>
      <a:hlink>
        <a:srgbClr val="3A645D"/>
      </a:hlink>
      <a:folHlink>
        <a:srgbClr val="2C4E2C"/>
      </a:folHlink>
    </a:clrScheme>
    <a:fontScheme name="카드뉴스(감사·칭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