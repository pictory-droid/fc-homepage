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4FDC7DB-4B51-4319-9026-9AF232ED7319}">
          <p14:sldIdLst>
            <p14:sldId id="256"/>
          </p14:sldIdLst>
        </p14:section>
        <p14:section name="본문" id="{D36066D1-8C99-4607-A994-2D4FDF4B39C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F596FFF-2954-48B5-B89D-00D6EE390C9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461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3016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7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014423" y="296492"/>
            <a:ext cx="2989173" cy="2450046"/>
            <a:chOff x="2014423" y="296492"/>
            <a:chExt cx="2989173" cy="2450046"/>
          </a:xfrm>
        </p:grpSpPr>
        <p:sp>
          <p:nvSpPr>
            <p:cNvPr id="3" name="Hexagon 2"/>
            <p:cNvSpPr/>
            <p:nvPr/>
          </p:nvSpPr>
          <p:spPr>
            <a:xfrm>
              <a:off x="2014423" y="296492"/>
              <a:ext cx="588873" cy="50996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014423" y="850801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01442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01442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49448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49448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49448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49448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297454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2974543" y="850801"/>
              <a:ext cx="588873" cy="509964"/>
            </a:xfrm>
            <a:prstGeom prst="hexagon">
              <a:avLst/>
            </a:prstGeom>
            <a:solidFill>
              <a:schemeClr val="accent1">
                <a:alpha val="58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297454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2974543" y="1959420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345460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345460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3454603" y="1682265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345460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393466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3934663" y="850801"/>
              <a:ext cx="588873" cy="509964"/>
            </a:xfrm>
            <a:prstGeom prst="hexagon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3934663" y="1405110"/>
              <a:ext cx="588873" cy="509964"/>
            </a:xfrm>
            <a:prstGeom prst="hexagon">
              <a:avLst/>
            </a:prstGeom>
            <a:solidFill>
              <a:schemeClr val="accent1">
                <a:alpha val="36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393466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4414723" y="573647"/>
              <a:ext cx="588873" cy="50996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441472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441472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441472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4ABEE477-2384-4F72-A244-2390004471F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461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3016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CFD0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7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3A5A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014423" y="296492"/>
            <a:ext cx="2989173" cy="2450046"/>
            <a:chOff x="2014423" y="296492"/>
            <a:chExt cx="2989173" cy="2450046"/>
          </a:xfrm>
        </p:grpSpPr>
        <p:sp>
          <p:nvSpPr>
            <p:cNvPr id="3" name="Hexagon 2"/>
            <p:cNvSpPr/>
            <p:nvPr/>
          </p:nvSpPr>
          <p:spPr>
            <a:xfrm>
              <a:off x="2014423" y="296492"/>
              <a:ext cx="588873" cy="50996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014423" y="850801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01442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01442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49448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49448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49448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49448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297454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2974543" y="850801"/>
              <a:ext cx="588873" cy="509964"/>
            </a:xfrm>
            <a:prstGeom prst="hexagon">
              <a:avLst/>
            </a:prstGeom>
            <a:solidFill>
              <a:schemeClr val="tx2">
                <a:alpha val="5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297454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2974543" y="1959420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345460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345460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3454603" y="1682265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345460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393466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3934663" y="850801"/>
              <a:ext cx="588873" cy="509964"/>
            </a:xfrm>
            <a:prstGeom prst="hexagon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3934663" y="1405110"/>
              <a:ext cx="588873" cy="509964"/>
            </a:xfrm>
            <a:prstGeom prst="hexagon">
              <a:avLst/>
            </a:prstGeom>
            <a:solidFill>
              <a:schemeClr val="tx2">
                <a:alpha val="3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393466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4414723" y="573647"/>
              <a:ext cx="588873" cy="50996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441472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441472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441472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A4BBAAD3-0035-44AF-B19D-17D11426DAA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5FBE0D0D-A566-4737-8FBD-CD247633E44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첫서리 오기 전에 할 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74FF-0181-4986-8AF4-B85BB9F897B0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E2CA-AC7B-482B-954C-01269B679B9B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2F98C-F1A1-4AEA-B34F-2486B4815BC4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E75AE-CED1-4808-A833-D17B3A668102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ADBFE-7331-4727-9D9A-34BC5BCCC00C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4292E"/>
      </a:dk1>
      <a:lt1>
        <a:srgbClr val="FCFCFB"/>
      </a:lt1>
      <a:dk2>
        <a:srgbClr val="272E36"/>
      </a:dk2>
      <a:lt2>
        <a:srgbClr val="F3F3F2"/>
      </a:lt2>
      <a:accent1>
        <a:srgbClr val="6F7A86"/>
      </a:accent1>
      <a:accent2>
        <a:srgbClr val="A9B2BC"/>
      </a:accent2>
      <a:accent3>
        <a:srgbClr val="24292E"/>
      </a:accent3>
      <a:accent4>
        <a:srgbClr val="D9DBDC"/>
      </a:accent4>
      <a:accent5>
        <a:srgbClr val="B5BCC4"/>
      </a:accent5>
      <a:accent6>
        <a:srgbClr val="CACFD4"/>
      </a:accent6>
      <a:hlink>
        <a:srgbClr val="272E36"/>
      </a:hlink>
      <a:folHlink>
        <a:srgbClr val="24292E"/>
      </a:folHlink>
    </a:clrScheme>
    <a:fontScheme name="카드뉴스(계절 안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