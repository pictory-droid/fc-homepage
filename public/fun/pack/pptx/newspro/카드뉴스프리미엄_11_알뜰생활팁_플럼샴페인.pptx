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254DC95-AAC5-48FA-A673-C6290BBF5820}">
          <p14:sldIdLst>
            <p14:sldId id="256"/>
          </p14:sldIdLst>
        </p14:section>
        <p14:section name="본문" id="{FEC808FB-03A9-4D24-8895-784CA5482EA0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A8451D01-CD50-4872-A12E-4F922E67BBA4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028700" y="2377440"/>
            <a:ext cx="4800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028700" y="2761488"/>
            <a:ext cx="4800600" cy="10515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BB6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028700" y="4434840"/>
            <a:ext cx="48006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B84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176305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1839378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1963996" y="1165860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2133128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2341634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583179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2850425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135249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3428999" y="320040"/>
            <a:ext cx="1" cy="118872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3516331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01008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3680460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3752270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3814259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3864541" y="1165859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3901590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92427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2926080" y="1508760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2498598" y="1081278"/>
            <a:ext cx="1860804" cy="186080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2075687" y="658368"/>
            <a:ext cx="2706624" cy="270662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1737360" y="320040"/>
            <a:ext cx="3383280" cy="338328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188719" y="2011680"/>
            <a:ext cx="44805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3337560" y="1920240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6272784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6400800" y="914400"/>
            <a:ext cx="3657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6309360" y="6172200"/>
            <a:ext cx="5486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60285DF7-AEA5-4F34-8742-45A176637DA1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50292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502920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6309360" y="0"/>
            <a:ext cx="5486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37490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028700" y="2377440"/>
            <a:ext cx="4800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028700" y="2761488"/>
            <a:ext cx="4800600" cy="10515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BB6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028700" y="4434840"/>
            <a:ext cx="48006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B84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176305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1839378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1963996" y="1165860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2133128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2341634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583179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2850425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135249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3428999" y="320040"/>
            <a:ext cx="1" cy="118872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3516331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01008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3680460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3752270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3814259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3864541" y="1165859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3901590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92427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2926080" y="1508760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2498598" y="1081278"/>
            <a:ext cx="1860804" cy="186080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2075687" y="658368"/>
            <a:ext cx="2706624" cy="270662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1737360" y="320040"/>
            <a:ext cx="3383280" cy="338328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188719" y="2011680"/>
            <a:ext cx="44805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3337560" y="1920240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6272784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6400800" y="914400"/>
            <a:ext cx="3657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6309360" y="6172200"/>
            <a:ext cx="5486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EBA7ABBC-68FB-4C5C-BEA7-E3F1F6421F7E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50292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502920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6309360" y="0"/>
            <a:ext cx="5486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37490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6400800" y="914400"/>
            <a:ext cx="3657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6309360" y="6172200"/>
            <a:ext cx="5486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D4978B23-5A11-4E6B-8A08-6C46839C754C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50292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6309360" y="0"/>
            <a:ext cx="5486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PLUM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장보기 전에 냉장고부터 열어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알뜰 생활 팁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이번 달 고정지출부터 적어요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587FB-E1AF-40D9-AFCA-3A02EAED81E0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월세·통신비·구독료처럼 매달 나가는 돈부터 한곳에 적어 보면 새는 곳이 보여요.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카드 대신 현금 한 주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33185-4FF1-4A90-BF98-E73382477D7F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일주일만 현금으로 써 보면 충동구매가 눈에 띄게 줄어요.</a:t>
            </a:r>
          </a:p>
        </p:txBody>
      </p:sp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장보기 전 냉장고 사진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22B9E-C54A-4FA9-BC2C-58EDA368C6BB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있는 재료를 확인하고 가면 같은 식재료를 또 사는 일이 줄어요.</a:t>
            </a:r>
          </a:p>
        </p:txBody>
      </p:sp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작은 목표 통장 만들기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C9CD6-7C77-490C-8AC4-0EA504DEEB97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여행·선물·비상금처럼 이름을 붙이면 모으는 재미가 커져요.</a:t>
            </a:r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주말 5분 가계부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F4DDB-4971-45AB-99E2-B2051717F0A4}" type="slidenum">
              <a:rPr lang="en-US"/>
              <a:t>‹#›</a:t>
            </a:fld>
            <a:endParaRPr lang="en-US"/>
          </a:p>
        </p:txBody>
      </p:sp>
      <p:sp>
        <p:nvSpPr>
          <p:cNvPr id="6" name="번호"/>
          <p:cNvSpPr txBox="1"/>
          <p:nvPr/>
        </p:nvSpPr>
        <p:spPr>
          <a:xfrm>
            <a:off x="64008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29184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영수증을 모아 두었다가 주말에 5분만 적어 보세요.</a:t>
            </a:r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PLUM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알뜰 생활 팁)">
  <a:themeElements>
    <a:clrScheme name="카드뉴스(알뜰 생활 팁)">
      <a:dk1>
        <a:srgbClr val="F9F4E8"/>
      </a:dk1>
      <a:lt1>
        <a:srgbClr val="2A1E2E"/>
      </a:lt1>
      <a:dk2>
        <a:srgbClr val="EAD6AE"/>
      </a:dk2>
      <a:lt2>
        <a:srgbClr val="1D1520"/>
      </a:lt2>
      <a:accent1>
        <a:srgbClr val="D2B27E"/>
      </a:accent1>
      <a:accent2>
        <a:srgbClr val="B67C9A"/>
      </a:accent2>
      <a:accent3>
        <a:srgbClr val="120D14"/>
      </a:accent3>
      <a:accent4>
        <a:srgbClr val="39293F"/>
      </a:accent4>
      <a:accent5>
        <a:srgbClr val="DDC08C"/>
      </a:accent5>
      <a:accent6>
        <a:srgbClr val="885D75"/>
      </a:accent6>
      <a:hlink>
        <a:srgbClr val="EAD6AE"/>
      </a:hlink>
      <a:folHlink>
        <a:srgbClr val="120D14"/>
      </a:folHlink>
    </a:clrScheme>
    <a:fontScheme name="카드뉴스(알뜰 생활 팁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>카드뉴스 · 알뜰 생활 팁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