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EB9F412-2CE8-4112-A93C-8B82086C8E5A}">
          <p14:sldIdLst>
            <p14:sldId id="256"/>
          </p14:sldIdLst>
        </p14:section>
        <p14:section name="본문" id="{9A1A8A9A-96B0-4BF2-A29C-A9A7DD4A9F1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D299774-66E0-467E-A482-86F4A9D10A2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028700" y="23774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028700" y="2761488"/>
            <a:ext cx="4800600" cy="10515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44348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176305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1839378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1963996" y="1165860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2133128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2341634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583179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2850425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3135249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3428999" y="320040"/>
            <a:ext cx="1" cy="118872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3516331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01008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3680460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3752270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3814259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3864541" y="1165859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3901590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92427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2926080" y="1508760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2498598" y="1081278"/>
            <a:ext cx="1860804" cy="186080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2075687" y="658368"/>
            <a:ext cx="2706624" cy="270662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737360" y="320040"/>
            <a:ext cx="3383280" cy="338328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188719" y="2011680"/>
            <a:ext cx="44805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3337560" y="1920240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6272784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A0530929-336B-4199-9649-5A6FAC68E61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028700" y="23774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028700" y="2761488"/>
            <a:ext cx="4800600" cy="10515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44348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176305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1839378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1963996" y="1165860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2133128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2341634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583179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2850425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3135249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3428999" y="320040"/>
            <a:ext cx="1" cy="118872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3516331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01008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3680460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3752270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3814259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3864541" y="1165859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3901590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92427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2926080" y="1508760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2498598" y="1081278"/>
            <a:ext cx="1860804" cy="186080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2075687" y="658368"/>
            <a:ext cx="2706624" cy="270662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737360" y="320040"/>
            <a:ext cx="3383280" cy="338328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188719" y="2011680"/>
            <a:ext cx="44805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3337560" y="1920240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6272784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5239C610-5126-4EC0-8CD1-CD45A03765C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A13081E6-C1DE-4CF6-B301-73F3A45C7AB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PLUM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장보기 전에 냉장고부터 열어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4FA3-81B1-4E06-8DF2-5EDEC2E25B96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CF82-A716-4385-9D4E-94E30FD01519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5B58-B28B-42CC-B4F2-0130AF20D378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BC3-5A7F-488E-8E3D-57BEEF56AE42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31514-B9EC-4417-BD35-F624B7F361A1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PLUM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F9F4E8"/>
      </a:dk1>
      <a:lt1>
        <a:srgbClr val="2A1E2E"/>
      </a:lt1>
      <a:dk2>
        <a:srgbClr val="EAD6AE"/>
      </a:dk2>
      <a:lt2>
        <a:srgbClr val="1D1520"/>
      </a:lt2>
      <a:accent1>
        <a:srgbClr val="D2B27E"/>
      </a:accent1>
      <a:accent2>
        <a:srgbClr val="B67C9A"/>
      </a:accent2>
      <a:accent3>
        <a:srgbClr val="120D14"/>
      </a:accent3>
      <a:accent4>
        <a:srgbClr val="39293F"/>
      </a:accent4>
      <a:accent5>
        <a:srgbClr val="DDC08C"/>
      </a:accent5>
      <a:accent6>
        <a:srgbClr val="885D75"/>
      </a:accent6>
      <a:hlink>
        <a:srgbClr val="EAD6AE"/>
      </a:hlink>
      <a:folHlink>
        <a:srgbClr val="120D14"/>
      </a:folHlink>
    </a:clrScheme>
    <a:fontScheme name="카드뉴스(알뜰 생활 팁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