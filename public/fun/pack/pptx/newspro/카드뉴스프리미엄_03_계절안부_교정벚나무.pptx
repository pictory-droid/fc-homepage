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3397BD3-8EB1-4767-AC2A-922DDE7910F8}">
          <p14:sldIdLst>
            <p14:sldId id="256"/>
          </p14:sldIdLst>
        </p14:section>
        <p14:section name="본문" id="{DCEE209B-762D-4943-8A98-90535E9B7615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A5CD9AA1-ECAC-476E-8AEB-F333D710EB46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0861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34701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86918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1782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342900" y="-2057400"/>
            <a:ext cx="6172200" cy="6172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1371600" y="-1028700"/>
            <a:ext cx="4114800" cy="411480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2880360" y="896112"/>
            <a:ext cx="1097280" cy="402336"/>
            <a:chOff x="2880360" y="896112"/>
            <a:chExt cx="1097280" cy="402336"/>
          </a:xfrm>
        </p:grpSpPr>
        <p:sp>
          <p:nvSpPr>
            <p:cNvPr id="5" name="Wave 4"/>
            <p:cNvSpPr/>
            <p:nvPr/>
          </p:nvSpPr>
          <p:spPr>
            <a:xfrm>
              <a:off x="2880360" y="896112"/>
              <a:ext cx="1097280" cy="402336"/>
            </a:xfrm>
            <a:prstGeom prst="wav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3657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4D8006A8-2BEC-4DC0-AE0F-7CDD7FBFD56D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188719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188719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87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0861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34701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86918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1782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342900" y="-2057400"/>
            <a:ext cx="6172200" cy="61722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1371600" y="-1028700"/>
            <a:ext cx="4114800" cy="411480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2880360" y="896112"/>
            <a:ext cx="1097280" cy="402336"/>
            <a:chOff x="2880360" y="896112"/>
            <a:chExt cx="1097280" cy="402336"/>
          </a:xfrm>
        </p:grpSpPr>
        <p:sp>
          <p:nvSpPr>
            <p:cNvPr id="5" name="Wave 4"/>
            <p:cNvSpPr/>
            <p:nvPr/>
          </p:nvSpPr>
          <p:spPr>
            <a:xfrm>
              <a:off x="2880360" y="896112"/>
              <a:ext cx="1097280" cy="402336"/>
            </a:xfrm>
            <a:prstGeom prst="wav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3657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EAA7A924-BBAE-4A16-9B14-D69B03F801B8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188719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188719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1887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560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931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303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1887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560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931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303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87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3657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3ECAF3AC-5FA8-4EFD-8965-F63DD35050E5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3099816" y="5365699"/>
            <a:ext cx="658368" cy="241401"/>
            <a:chOff x="3099816" y="5365699"/>
            <a:chExt cx="658368" cy="241401"/>
          </a:xfrm>
        </p:grpSpPr>
        <p:sp>
          <p:nvSpPr>
            <p:cNvPr id="7" name="Wave 6"/>
            <p:cNvSpPr/>
            <p:nvPr/>
          </p:nvSpPr>
          <p:spPr>
            <a:xfrm>
              <a:off x="3099816" y="5365699"/>
              <a:ext cx="658368" cy="241401"/>
            </a:xfrm>
            <a:prstGeom prst="wav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꽃샘추위에 챙길 겉옷 한 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계절 안부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겉옷 한 벌 챙기세요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6781-98FF-45DB-9475-751ACFD6E504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아침저녁 기온 차가 큰 때에는 얇은 겉옷이 든든해요.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인사 한 줄 보내기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9ACFD-DA91-4E49-A84D-D320388D05DA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안부를 묻는 짧은 메시지가 하루를 따뜻하게 해요.</a:t>
            </a:r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제철 음식으로 기운 채우기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F3AB4-83E3-4CEA-A887-C4059F367D69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지금 가장 맛있는 제철 음식을 가족과 나눠 보세요.</a:t>
            </a:r>
          </a:p>
        </p:txBody>
      </p:sp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창문 열고 환기하기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AC58F-8F03-41B8-8AA5-8928FDDCF4D4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하루 두 번 십 분씩 환기하면 집 안 공기가 달라져요.</a:t>
            </a:r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벚꽃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사진 한 장 남기기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3B7D8-20C6-4B89-8799-8A64BAC17C44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같은 자리에서 계절마다 사진을 찍어 보세요.</a:t>
            </a:r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계절 안부)">
  <a:themeElements>
    <a:clrScheme name="카드뉴스(계절 안부)">
      <a:dk1>
        <a:srgbClr val="2B2724"/>
      </a:dk1>
      <a:lt1>
        <a:srgbClr val="FFFFFF"/>
      </a:lt1>
      <a:dk2>
        <a:srgbClr val="64603A"/>
      </a:dk2>
      <a:lt2>
        <a:srgbClr val="F9E4E9"/>
      </a:lt2>
      <a:accent1>
        <a:srgbClr val="D8738C"/>
      </a:accent1>
      <a:accent2>
        <a:srgbClr val="7CB3C5"/>
      </a:accent2>
      <a:accent3>
        <a:srgbClr val="4E2C35"/>
      </a:accent3>
      <a:accent4>
        <a:srgbClr val="F4C7D3"/>
      </a:accent4>
      <a:accent5>
        <a:srgbClr val="E0D3A3"/>
      </a:accent5>
      <a:accent6>
        <a:srgbClr val="E1BCE6"/>
      </a:accent6>
      <a:hlink>
        <a:srgbClr val="64603A"/>
      </a:hlink>
      <a:folHlink>
        <a:srgbClr val="4E2C35"/>
      </a:folHlink>
    </a:clrScheme>
    <a:fontScheme name="카드뉴스(계절 안부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>카드뉴스 · 계절 안부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