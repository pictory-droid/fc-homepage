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34B1487-A3A4-4852-A7A8-AAAA0848AE1B}">
          <p14:sldIdLst>
            <p14:sldId id="256"/>
          </p14:sldIdLst>
        </p14:section>
        <p14:section name="본문" id="{79FD56F4-5810-4BBA-A166-487A9653632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17652A1-C07E-45C0-B274-198EA9D6C5B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4173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1801368"/>
            <a:ext cx="5486400" cy="12801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154679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7033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28600" y="6172200"/>
            <a:ext cx="8001000" cy="685800"/>
            <a:chOff x="-228600" y="6172200"/>
            <a:chExt cx="8001000" cy="685800"/>
          </a:xfrm>
        </p:grpSpPr>
        <p:sp>
          <p:nvSpPr>
            <p:cNvPr id="3" name="Diamond 2"/>
            <p:cNvSpPr/>
            <p:nvPr/>
          </p:nvSpPr>
          <p:spPr>
            <a:xfrm>
              <a:off x="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4572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9144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3716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18288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2860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27432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2004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36576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41148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45720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50292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54864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59436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64008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68580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73152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-2286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2286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6858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430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6002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20574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25146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9718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34290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38862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43434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48006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52578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57150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61722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66294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70866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37" name="Connector 36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38" name="Diamond 37"/>
          <p:cNvSpPr/>
          <p:nvPr/>
        </p:nvSpPr>
        <p:spPr>
          <a:xfrm>
            <a:off x="3337560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4E14731-39E0-420A-BB92-64CFC5B648A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4173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1801368"/>
            <a:ext cx="5486400" cy="12801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154679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0E5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7033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4CD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28600" y="6172200"/>
            <a:ext cx="8001000" cy="685800"/>
            <a:chOff x="-228600" y="6172200"/>
            <a:chExt cx="8001000" cy="685800"/>
          </a:xfrm>
        </p:grpSpPr>
        <p:sp>
          <p:nvSpPr>
            <p:cNvPr id="3" name="Diamond 2"/>
            <p:cNvSpPr/>
            <p:nvPr/>
          </p:nvSpPr>
          <p:spPr>
            <a:xfrm>
              <a:off x="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4572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9144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3716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1828800" y="61722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2860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27432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2004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3657600" y="61722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41148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45720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50292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54864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59436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64008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68580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7315200" y="61722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-2286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2286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6858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430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6002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20574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2514600" y="64008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9718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34290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38862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4343400" y="64008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48006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52578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57150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61722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66294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70866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37" name="Connector 36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8" name="Diamond 37"/>
          <p:cNvSpPr/>
          <p:nvPr/>
        </p:nvSpPr>
        <p:spPr>
          <a:xfrm>
            <a:off x="3337560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50F1F55-4254-4CCF-8836-8F501C32C37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E613288-813C-4294-86B1-1375B08FF7C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장마철 빨래 잘 말리는 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E807-DF36-4FF7-A925-068180338E0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8B4E-FA28-4C16-898D-3B1C3D64882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36DC-D341-4C87-8737-916990FCCC4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1C44-C867-4AA3-B897-F1D3E08EE58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F078-C671-436C-BBC1-9BEC69E3D1E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374648"/>
      </a:dk1>
      <a:lt1>
        <a:srgbClr val="FBFDFD"/>
      </a:lt1>
      <a:dk2>
        <a:srgbClr val="123D44"/>
      </a:dk2>
      <a:lt2>
        <a:srgbClr val="F0F7F7"/>
      </a:lt2>
      <a:accent1>
        <a:srgbClr val="2F8F9A"/>
      </a:accent1>
      <a:accent2>
        <a:srgbClr val="8FB5BD"/>
      </a:accent2>
      <a:accent3>
        <a:srgbClr val="72898D"/>
      </a:accent3>
      <a:accent4>
        <a:srgbClr val="C9E2E4"/>
      </a:accent4>
      <a:accent5>
        <a:srgbClr val="B2C4C8"/>
      </a:accent5>
      <a:accent6>
        <a:srgbClr val="BBD3D7"/>
      </a:accent6>
      <a:hlink>
        <a:srgbClr val="123D44"/>
      </a:hlink>
      <a:folHlink>
        <a:srgbClr val="72898D"/>
      </a:folHlink>
    </a:clrScheme>
    <a:fontScheme name="카드뉴스(계절 안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