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D95FCD3-734E-4612-BCE5-D6C27FE9C0A7}">
          <p14:sldIdLst>
            <p14:sldId id="256"/>
          </p14:sldIdLst>
        </p14:section>
        <p14:section name="본문" id="{C7E06F17-91C4-44B3-B7EC-1DB9781E6F6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3E24431-576B-4567-91A7-CA119CD1DD1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2510" y="351586"/>
            <a:ext cx="471739" cy="211226"/>
            <a:chOff x="3172510" y="351586"/>
            <a:chExt cx="471739" cy="211226"/>
          </a:xfrm>
        </p:grpSpPr>
        <p:sp>
          <p:nvSpPr>
            <p:cNvPr id="9" name="Oval 8"/>
            <p:cNvSpPr/>
            <p:nvPr/>
          </p:nvSpPr>
          <p:spPr>
            <a:xfrm>
              <a:off x="3172510" y="351586"/>
              <a:ext cx="211226" cy="2112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376696" y="379750"/>
              <a:ext cx="154899" cy="1548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45677" y="407913"/>
              <a:ext cx="98572" cy="9857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DF6490BB-D028-4986-8A7E-0846B1CBB67A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50876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892807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3291839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84048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6217920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5943600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6428232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6428232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3172510" y="351586"/>
            <a:ext cx="471739" cy="211226"/>
            <a:chOff x="3172510" y="351586"/>
            <a:chExt cx="471739" cy="211226"/>
          </a:xfrm>
        </p:grpSpPr>
        <p:sp>
          <p:nvSpPr>
            <p:cNvPr id="9" name="Oval 8"/>
            <p:cNvSpPr/>
            <p:nvPr/>
          </p:nvSpPr>
          <p:spPr>
            <a:xfrm>
              <a:off x="3172510" y="351586"/>
              <a:ext cx="211226" cy="21122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376696" y="379750"/>
              <a:ext cx="154899" cy="1548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545677" y="407913"/>
              <a:ext cx="98572" cy="9857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33955364-B9B4-43F9-8351-E2BF60DEAE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84982EA-17B6-47FA-BDFB-50290CBB0CC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더위 먹지 않게 챙길 것 다섯 가지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7031D-D689-4AEE-830C-DF0BF8A87B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9A7C4-5AA3-449E-B41B-B8CF52AA853A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17F8-4CD8-4B20-93AF-7F98F5F34C2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2607-488F-4DDF-9D5B-81E590A8731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9A917-44DF-4E44-AA27-E02B68F660A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