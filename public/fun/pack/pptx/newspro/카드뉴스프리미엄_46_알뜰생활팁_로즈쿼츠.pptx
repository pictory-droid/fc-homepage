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E7E1B1B-EBB7-4082-87F8-F98064EE16F3}">
          <p14:sldIdLst>
            <p14:sldId id="256"/>
          </p14:sldIdLst>
        </p14:section>
        <p14:section name="본문" id="{1CFF5E65-B285-4AAA-A70D-B89D73EC935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8730EE0-7681-456F-AA9D-A844FB5673D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508760" y="14630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508760" y="1847088"/>
            <a:ext cx="48006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508760" y="338328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9D4D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508760" y="39776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7ACB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82295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740664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758951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758951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C54B7FB-BC87-4846-B185-D43D2A683DDC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1536192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645919" y="1536192"/>
            <a:ext cx="46634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508760" y="14630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508760" y="1847088"/>
            <a:ext cx="48006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508760" y="338328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508760" y="39776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82295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740664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758951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758951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D01E9F8B-AEDD-449A-AEEA-702B337E1CA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1536192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645919" y="1536192"/>
            <a:ext cx="46634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571E0FA-4C39-480B-9CB3-AC3047F3858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548640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새해 가계부 쓰기 시작하는 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D2A2-3063-42D1-A804-1AD52BE6952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B976-C975-4E54-84ED-500C4FFFFFD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3171-E54D-4D37-9CC1-8E414A51A22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802F0-F349-45AD-96B9-B9E716AF41D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B7DA-A014-4D3A-9A25-F7BFB6A58BC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48373D"/>
      </a:dk1>
      <a:lt1>
        <a:srgbClr val="FEFCFC"/>
      </a:lt1>
      <a:dk2>
        <a:srgbClr val="5A3341"/>
      </a:dk2>
      <a:lt2>
        <a:srgbClr val="FBF3F4"/>
      </a:lt2>
      <a:accent1>
        <a:srgbClr val="D59AA9"/>
      </a:accent1>
      <a:accent2>
        <a:srgbClr val="A9A3C4"/>
      </a:accent2>
      <a:accent3>
        <a:srgbClr val="533A43"/>
      </a:accent3>
      <a:accent4>
        <a:srgbClr val="F3E1E5"/>
      </a:accent4>
      <a:accent5>
        <a:srgbClr val="C9B2A8"/>
      </a:accent5>
      <a:accent6>
        <a:srgbClr val="CEC7DA"/>
      </a:accent6>
      <a:hlink>
        <a:srgbClr val="5A3341"/>
      </a:hlink>
      <a:folHlink>
        <a:srgbClr val="533A43"/>
      </a:folHlink>
    </a:clrScheme>
    <a:fontScheme name="카드뉴스(알뜰 생활 팁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