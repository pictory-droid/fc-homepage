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770AFB1-9426-4DCF-B80E-26271A5A044D}">
          <p14:sldIdLst>
            <p14:sldId id="256"/>
          </p14:sldIdLst>
        </p14:section>
        <p14:section name="본문" id="{7F29CBC8-C2C0-4CAC-A2B3-CE3AD52AFDF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7F1AB11-E89C-4351-A988-CDF6CC033CC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508760" y="14630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508760" y="1847088"/>
            <a:ext cx="48006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508760" y="338328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508760" y="39776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82295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740664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758951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758951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A272838-092F-42B1-A781-037F46852E4A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508760" y="14630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508760" y="1847088"/>
            <a:ext cx="48006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508760" y="3383280"/>
            <a:ext cx="48006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508760" y="39776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82295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740664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758951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758951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8536573-26B5-4215-A8DB-CC23DAAEE50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9F279F1-7D3D-46C1-8F5F-2CE07EED1CA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가계부 쓰기 시작하는 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739D3-7F17-47C0-80DC-5EDA880F6CF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FFF0B-7410-47A0-B74D-AAD6DA75FCB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37241-31C0-4561-AE41-B5FB1BD434D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FDF0-0C86-405E-ACAB-54EE3A96E92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E009D-F3BE-4EC1-BD3D-012AE07D718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카드뉴스(알뜰 생활 팁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