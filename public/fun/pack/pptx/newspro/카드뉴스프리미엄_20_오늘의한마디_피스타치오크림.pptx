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1F5B1EB-51C4-4CB6-9BA5-3F2149D42FC7}">
          <p14:sldIdLst>
            <p14:sldId id="256"/>
          </p14:sldIdLst>
        </p14:section>
        <p14:section name="본문" id="{CDBD2D01-8E9A-47C3-BC09-B467F246E37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B424F4C-E877-4C23-ABA9-B3A9209F1F8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6E4A1A5-5227-416D-8A86-CB07BDE83A2C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C2A73BF-43E9-4DE9-9EE0-85CAC9D4D84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CF734ED-41A5-4753-9112-1F70C8356E2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2519-1A99-4EA1-A2CC-E0A43EB3BC1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A0B0-63C3-4B27-A03E-CDB0C84C2CC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2C8B-6E52-46C2-AF5A-7839F0C6E4E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BEF-FDFA-438F-8F77-B8845100089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680C-15EF-4F85-B73D-8514568B3D5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카드뉴스(오늘의 한마디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