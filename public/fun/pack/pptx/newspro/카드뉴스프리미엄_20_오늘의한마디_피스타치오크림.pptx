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0F9ACF0-E82B-41C4-82C9-2CFFF33641D1}">
          <p14:sldIdLst>
            <p14:sldId id="256"/>
          </p14:sldIdLst>
        </p14:section>
        <p14:section name="본문" id="{096FF689-E8A7-4D18-92FE-2710990BBEA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8B530C11-EA87-49C9-8087-2E6C4D87EF67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141732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1801368"/>
            <a:ext cx="5486400" cy="12801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3154679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028700" y="3703320"/>
            <a:ext cx="48006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28600" y="6172200"/>
            <a:ext cx="8001000" cy="685800"/>
            <a:chOff x="-228600" y="6172200"/>
            <a:chExt cx="8001000" cy="685800"/>
          </a:xfrm>
        </p:grpSpPr>
        <p:sp>
          <p:nvSpPr>
            <p:cNvPr id="3" name="Diamond 2"/>
            <p:cNvSpPr/>
            <p:nvPr/>
          </p:nvSpPr>
          <p:spPr>
            <a:xfrm>
              <a:off x="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457200" y="61722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914400" y="61722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37160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1828800" y="6172200"/>
              <a:ext cx="457200" cy="457200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286000" y="61722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274320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200400" y="6172200"/>
              <a:ext cx="457200" cy="457200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3657600" y="6172200"/>
              <a:ext cx="457200" cy="457200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411480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4572000" y="61722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5029200" y="6172200"/>
              <a:ext cx="457200" cy="457200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548640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5943600" y="61722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6400800" y="61722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685800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7315200" y="6172200"/>
              <a:ext cx="457200" cy="457200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-228600" y="64008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228600" y="6400800"/>
              <a:ext cx="457200" cy="457200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685800" y="64008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43000" y="64008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600200" y="64008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2057400" y="64008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2514600" y="6400800"/>
              <a:ext cx="457200" cy="457200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971800" y="64008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3429000" y="64008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3886200" y="6400800"/>
              <a:ext cx="457200" cy="457200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4343400" y="6400800"/>
              <a:ext cx="457200" cy="457200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4800600" y="64008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5257800" y="64008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5715000" y="6400800"/>
              <a:ext cx="457200" cy="457200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6172200" y="64008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6629400" y="64008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7086600" y="64008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37" name="Connector 36"/>
          <p:cNvCxnSpPr/>
          <p:nvPr/>
        </p:nvCxnSpPr>
        <p:spPr>
          <a:xfrm>
            <a:off x="548640" y="566928"/>
            <a:ext cx="576072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8" name="Diamond 37"/>
          <p:cNvSpPr/>
          <p:nvPr/>
        </p:nvSpPr>
        <p:spPr>
          <a:xfrm>
            <a:off x="3337560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F214700-4F11-481F-A966-67E008BB82DD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21208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536192"/>
            <a:ext cx="4663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141732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1801368"/>
            <a:ext cx="5486400" cy="12801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3154679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EE0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028700" y="3703320"/>
            <a:ext cx="48006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C0C5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28600" y="6172200"/>
            <a:ext cx="8001000" cy="685800"/>
            <a:chOff x="-228600" y="6172200"/>
            <a:chExt cx="8001000" cy="685800"/>
          </a:xfrm>
        </p:grpSpPr>
        <p:sp>
          <p:nvSpPr>
            <p:cNvPr id="3" name="Diamond 2"/>
            <p:cNvSpPr/>
            <p:nvPr/>
          </p:nvSpPr>
          <p:spPr>
            <a:xfrm>
              <a:off x="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457200" y="61722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914400" y="61722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37160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1828800" y="6172200"/>
              <a:ext cx="457200" cy="457200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286000" y="61722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274320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200400" y="6172200"/>
              <a:ext cx="457200" cy="457200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3657600" y="6172200"/>
              <a:ext cx="457200" cy="457200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411480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4572000" y="61722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5029200" y="6172200"/>
              <a:ext cx="457200" cy="457200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548640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5943600" y="61722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6400800" y="61722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6858000" y="61722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7315200" y="6172200"/>
              <a:ext cx="457200" cy="457200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-228600" y="64008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228600" y="6400800"/>
              <a:ext cx="457200" cy="457200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685800" y="64008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43000" y="64008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600200" y="64008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2057400" y="64008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2514600" y="6400800"/>
              <a:ext cx="457200" cy="457200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971800" y="64008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3429000" y="64008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3886200" y="6400800"/>
              <a:ext cx="457200" cy="457200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4343400" y="6400800"/>
              <a:ext cx="457200" cy="457200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4800600" y="64008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5257800" y="64008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5715000" y="6400800"/>
              <a:ext cx="457200" cy="457200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6172200" y="6400800"/>
              <a:ext cx="457200" cy="457200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6629400" y="6400800"/>
              <a:ext cx="457200" cy="457200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7086600" y="6400800"/>
              <a:ext cx="457200" cy="457200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37" name="Connector 36"/>
          <p:cNvCxnSpPr/>
          <p:nvPr/>
        </p:nvCxnSpPr>
        <p:spPr>
          <a:xfrm>
            <a:off x="548640" y="566928"/>
            <a:ext cx="576072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8" name="Diamond 37"/>
          <p:cNvSpPr/>
          <p:nvPr/>
        </p:nvSpPr>
        <p:spPr>
          <a:xfrm>
            <a:off x="3337560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24CD87D3-4AEE-44C1-94EE-2F51ACEEE30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21208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536192"/>
            <a:ext cx="4663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B09CD1CB-78D6-46C7-86FC-E205FBA652D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PISTACHIO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퇴근길 한 정거장 걷기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오늘의 한마디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점심은 거르지 마세요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D8D6-4853-4E61-BC5E-13CB5EF0D8D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바빠도 한 끼는 앉아서 먹어요. 오후가 달라져요.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전화 한 통 걸어 보세요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8DE40-5096-4FD1-A0D6-7CDD54AA395F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문자보다 목소리가 먼저 떠오르는 사람이 있다면 지금 걸어 보세요.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메모 한 장 남기기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EE402-379F-4D5A-9DC6-3B972D639061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생각났을 때 적어 두면 다음 주의 내가 고마워해요.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퇴근길 한 정거장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63DB1-85B8-4CD2-9069-C53C0B0296FD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한 정거장 먼저 내려 걸으면 머리가 정리돼요.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오늘은 일찍 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79994-0444-4575-BD31-F3613F8C3CB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미룬 일은 내일 해도 돼요. 오늘은 불을 일찍 끄세요.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PISTACHIO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오늘의 한마디)">
  <a:themeElements>
    <a:clrScheme name="카드뉴스(오늘의 한마디)">
      <a:dk1>
        <a:srgbClr val="404837"/>
      </a:dk1>
      <a:lt1>
        <a:srgbClr val="FDFEFA"/>
      </a:lt1>
      <a:dk2>
        <a:srgbClr val="34471E"/>
      </a:dk2>
      <a:lt2>
        <a:srgbClr val="F7FAEC"/>
      </a:lt2>
      <a:accent1>
        <a:srgbClr val="8DAE5B"/>
      </a:accent1>
      <a:accent2>
        <a:srgbClr val="D6A58A"/>
      </a:accent2>
      <a:accent3>
        <a:srgbClr val="68745B"/>
      </a:accent3>
      <a:accent4>
        <a:srgbClr val="E2EBCF"/>
      </a:accent4>
      <a:accent5>
        <a:srgbClr val="B7B06C"/>
      </a:accent5>
      <a:accent6>
        <a:srgbClr val="E5CBB6"/>
      </a:accent6>
      <a:hlink>
        <a:srgbClr val="34471E"/>
      </a:hlink>
      <a:folHlink>
        <a:srgbClr val="68745B"/>
      </a:folHlink>
    </a:clrScheme>
    <a:fontScheme name="카드뉴스(오늘의 한마디)">
      <a:majorFont>
        <a:latin typeface="Trebuchet MS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>카드뉴스 · 오늘의 한마디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