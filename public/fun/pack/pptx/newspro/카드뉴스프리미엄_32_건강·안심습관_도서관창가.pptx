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FBBB4BC-A52F-4922-B1B0-D278A8C00157}">
          <p14:sldIdLst>
            <p14:sldId id="256"/>
          </p14:sldIdLst>
        </p14:section>
        <p14:section name="본문" id="{AD6D17F9-44C5-4577-AF67-AA38FA4CCC1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1AFF9BD-A4F2-4F90-AABB-E9E676A21C8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BB6CBF8-04D0-4F21-BF3C-613BBC28FFC8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939027" y="754380"/>
            <a:ext cx="192024" cy="320040"/>
            <a:chOff x="5939027" y="754380"/>
            <a:chExt cx="192024" cy="320040"/>
          </a:xfrm>
        </p:grpSpPr>
        <p:sp>
          <p:nvSpPr>
            <p:cNvPr id="5" name="Moon 4"/>
            <p:cNvSpPr/>
            <p:nvPr/>
          </p:nvSpPr>
          <p:spPr>
            <a:xfrm>
              <a:off x="5939027" y="754380"/>
              <a:ext cx="192024" cy="320040"/>
            </a:xfrm>
            <a:prstGeom prst="mo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C392452-0620-4E86-9C1D-FFD2B104E29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939027" y="754380"/>
            <a:ext cx="192024" cy="320040"/>
            <a:chOff x="5939027" y="754380"/>
            <a:chExt cx="192024" cy="320040"/>
          </a:xfrm>
        </p:grpSpPr>
        <p:sp>
          <p:nvSpPr>
            <p:cNvPr id="5" name="Moon 4"/>
            <p:cNvSpPr/>
            <p:nvPr/>
          </p:nvSpPr>
          <p:spPr>
            <a:xfrm>
              <a:off x="5939027" y="754380"/>
              <a:ext cx="192024" cy="320040"/>
            </a:xfrm>
            <a:prstGeom prst="mo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7F7C394-D803-4B5A-AEFB-7CD290FFB47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264408" y="5212080"/>
            <a:ext cx="329184" cy="548640"/>
            <a:chOff x="3264408" y="5212080"/>
            <a:chExt cx="329184" cy="548640"/>
          </a:xfrm>
        </p:grpSpPr>
        <p:sp>
          <p:nvSpPr>
            <p:cNvPr id="7" name="Moon 6"/>
            <p:cNvSpPr/>
            <p:nvPr/>
          </p:nvSpPr>
          <p:spPr>
            <a:xfrm>
              <a:off x="3264408" y="5212080"/>
              <a:ext cx="329184" cy="548640"/>
            </a:xfrm>
            <a:prstGeom prst="mo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잠들기 전 삼십 분, 화면 끄기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29F8D-F4A4-4D11-BB80-F8ABCB75810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7B48-3BB1-438C-A58C-37DA41E8A9F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933D8-CF0A-42DD-9986-D2817BE093A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8E4F6-E366-4E53-BE0B-C7181FF435E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3F00-CA91-45FA-81C6-4741E0AB2BE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4F643A"/>
      </a:dk2>
      <a:lt2>
        <a:srgbClr val="F5EAE2"/>
      </a:lt2>
      <a:accent1>
        <a:srgbClr val="CF9D7C"/>
      </a:accent1>
      <a:accent2>
        <a:srgbClr val="8393BE"/>
      </a:accent2>
      <a:accent3>
        <a:srgbClr val="4E3A2C"/>
      </a:accent3>
      <a:accent4>
        <a:srgbClr val="F0DACB"/>
      </a:accent4>
      <a:accent5>
        <a:srgbClr val="C6E0A3"/>
      </a:accent5>
      <a:accent6>
        <a:srgbClr val="E6BCD0"/>
      </a:accent6>
      <a:hlink>
        <a:srgbClr val="4F643A"/>
      </a:hlink>
      <a:folHlink>
        <a:srgbClr val="4E3A2C"/>
      </a:folHlink>
    </a:clrScheme>
    <a:fontScheme name="카드뉴스(건강·안심 습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