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0126CF0-0A98-414F-8857-233301E1C381}">
          <p14:sldIdLst>
            <p14:sldId id="256"/>
          </p14:sldIdLst>
        </p14:section>
        <p14:section name="본문" id="{1798DA55-C105-4EC4-AB05-A5A2BB661E7E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E2CBD52-367F-428E-A7DD-65AC549D34DF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60120" y="1965960"/>
            <a:ext cx="493775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60120" y="2350008"/>
            <a:ext cx="4937759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60120" y="3611880"/>
            <a:ext cx="4937759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60120" y="4114800"/>
            <a:ext cx="4937759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6217920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5907024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428232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428232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81528" y="111556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3333902" y="1367942"/>
            <a:ext cx="190195" cy="190195"/>
            <a:chOff x="3333902" y="136794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3333902" y="136794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205740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93192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9599B57-9AC7-4446-8917-09E2D0D433EF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60120" y="1965960"/>
            <a:ext cx="493775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60120" y="2350008"/>
            <a:ext cx="4937759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60120" y="3611880"/>
            <a:ext cx="4937759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60120" y="4114800"/>
            <a:ext cx="4937759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CFC4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6217920" cy="6217920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5907024" cy="5907024"/>
          </a:xfrm>
          <a:prstGeom prst="rect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428232" y="210311"/>
            <a:ext cx="219456" cy="21945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428232" y="6428232"/>
            <a:ext cx="219456" cy="21945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81528" y="1115568"/>
            <a:ext cx="694944" cy="694944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3333902" y="1367942"/>
            <a:ext cx="190195" cy="190195"/>
            <a:chOff x="3333902" y="136794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3333902" y="1367942"/>
              <a:ext cx="190195" cy="190195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2057400" y="1463040"/>
            <a:ext cx="86868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931920" y="1463040"/>
            <a:ext cx="86868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3C7C2BB-C842-4B2F-B949-CB49D0BD2E3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4BF9B296-54CE-47C8-A864-EDA815339B6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추석 전에 미리 적어 두는 지출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4BBFB-4D2F-40C8-B636-F9E10A5F2F3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C2B449-2E2D-48F9-BB76-BE3D51654371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F5ECF-214D-4D60-BE13-130C6787DC3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ACDBD-E47B-44FF-8EAA-32A2CF6369BA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ACEBF-5475-4E18-9CF0-F9F65031260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48373D"/>
      </a:dk1>
      <a:lt1>
        <a:srgbClr val="FDFBFA"/>
      </a:lt1>
      <a:dk2>
        <a:srgbClr val="3E1220"/>
      </a:dk2>
      <a:lt2>
        <a:srgbClr val="F8F2EC"/>
      </a:lt2>
      <a:accent1>
        <a:srgbClr val="6E1F33"/>
      </a:accent1>
      <a:accent2>
        <a:srgbClr val="B08D57"/>
      </a:accent2>
      <a:accent3>
        <a:srgbClr val="8C737B"/>
      </a:accent3>
      <a:accent4>
        <a:srgbClr val="DCC8C7"/>
      </a:accent4>
      <a:accent5>
        <a:srgbClr val="C0A064"/>
      </a:accent5>
      <a:accent6>
        <a:srgbClr val="D0BA9A"/>
      </a:accent6>
      <a:hlink>
        <a:srgbClr val="3E1220"/>
      </a:hlink>
      <a:folHlink>
        <a:srgbClr val="8C737B"/>
      </a:folHlink>
    </a:clrScheme>
    <a:fontScheme name="카드뉴스(알뜰 생활 팁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