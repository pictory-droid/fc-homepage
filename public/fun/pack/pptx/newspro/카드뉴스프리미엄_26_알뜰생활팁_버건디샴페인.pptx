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ECDB1B7-8D21-4999-8EB6-E4F8C463E400}">
          <p14:sldIdLst>
            <p14:sldId id="256"/>
          </p14:sldIdLst>
        </p14:section>
        <p14:section name="본문" id="{A8A427FE-D1B8-47CF-9A87-57DA943DA1B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B3BAFFE-984A-4F05-A4C9-269B7710D4F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60120" y="1965960"/>
            <a:ext cx="493775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60120" y="2350008"/>
            <a:ext cx="4937759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60120" y="3611880"/>
            <a:ext cx="4937759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60120" y="4114800"/>
            <a:ext cx="493775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6217920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5907024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428232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428232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81528" y="111556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3333902" y="1367942"/>
            <a:ext cx="190195" cy="190195"/>
            <a:chOff x="3333902" y="136794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3333902" y="136794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2057400" y="1463040"/>
            <a:ext cx="86868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3931920" y="1463040"/>
            <a:ext cx="86868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C2CBB7E-5C8E-4B1B-B2F4-4546B1108999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240280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240280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3364992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60120" y="1965960"/>
            <a:ext cx="493775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60120" y="2350008"/>
            <a:ext cx="4937759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60120" y="3611880"/>
            <a:ext cx="4937759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6E0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60120" y="4114800"/>
            <a:ext cx="493775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FC4C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6217920" cy="621792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5907024" cy="5907024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428232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428232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81528" y="1115568"/>
            <a:ext cx="694944" cy="694944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3333902" y="1367942"/>
            <a:ext cx="190195" cy="190195"/>
            <a:chOff x="3333902" y="136794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3333902" y="1367942"/>
              <a:ext cx="190195" cy="190195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2057400" y="1463040"/>
            <a:ext cx="86868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3931920" y="1463040"/>
            <a:ext cx="86868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D80BA1A-4905-435A-9CA5-18187123F9F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240280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240280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3364992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CE0475C-8E54-4A9F-A3E9-1AF0B2E44CB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BURGUNDY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추석 전에 미리 적어 두는 지출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81B4-3C8D-42A6-81D6-2476033B743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D22D7-0B5E-4E1E-B3D3-616C27C3EC7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E3BAF-3687-4E03-B899-1F4496CF9D2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DA9D9-747F-4A6B-A45B-0ABFF6C89C0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812F-085C-4A34-A090-D805F63130A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BURGUNDY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48373D"/>
      </a:dk1>
      <a:lt1>
        <a:srgbClr val="FDFBFA"/>
      </a:lt1>
      <a:dk2>
        <a:srgbClr val="3E1220"/>
      </a:dk2>
      <a:lt2>
        <a:srgbClr val="F8F2EC"/>
      </a:lt2>
      <a:accent1>
        <a:srgbClr val="6E1F33"/>
      </a:accent1>
      <a:accent2>
        <a:srgbClr val="B08D57"/>
      </a:accent2>
      <a:accent3>
        <a:srgbClr val="8C737B"/>
      </a:accent3>
      <a:accent4>
        <a:srgbClr val="DCC8C7"/>
      </a:accent4>
      <a:accent5>
        <a:srgbClr val="C0A064"/>
      </a:accent5>
      <a:accent6>
        <a:srgbClr val="D0BA9A"/>
      </a:accent6>
      <a:hlink>
        <a:srgbClr val="3E1220"/>
      </a:hlink>
      <a:folHlink>
        <a:srgbClr val="8C737B"/>
      </a:folHlink>
    </a:clrScheme>
    <a:fontScheme name="카드뉴스(알뜰 생활 팁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