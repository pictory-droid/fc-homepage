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F52EB2C-1161-43FA-B537-956E0AFE9145}">
          <p14:sldIdLst>
            <p14:sldId id="256"/>
          </p14:sldIdLst>
        </p14:section>
        <p14:section name="본문" id="{D30156A4-8EAE-4113-BA67-733D0FE3A2C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25AD5C6-ADFB-4067-BADF-A1CAAA4C1A98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832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767328"/>
            <a:ext cx="548640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6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FD9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2B7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1965960" y="274319"/>
            <a:ext cx="2926080" cy="292608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6000" y="594359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06040" y="914399"/>
            <a:ext cx="1645920" cy="164592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17520" y="1325880"/>
            <a:ext cx="822960" cy="82296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장식"/>
          <p:cNvGrpSpPr/>
          <p:nvPr/>
        </p:nvGrpSpPr>
        <p:grpSpPr>
          <a:xfrm>
            <a:off x="3246120" y="1554480"/>
            <a:ext cx="365760" cy="365760"/>
            <a:chOff x="3246120" y="1554480"/>
            <a:chExt cx="365760" cy="365760"/>
          </a:xfrm>
        </p:grpSpPr>
        <p:sp>
          <p:nvSpPr>
            <p:cNvPr id="7" name="4-Point Star 6"/>
            <p:cNvSpPr/>
            <p:nvPr/>
          </p:nvSpPr>
          <p:spPr>
            <a:xfrm>
              <a:off x="3246120" y="1554480"/>
              <a:ext cx="365760" cy="36576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4D0DCAA-D0C3-4BE5-860C-A71D6842A421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832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767328"/>
            <a:ext cx="548640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6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1965960" y="274319"/>
            <a:ext cx="2926080" cy="292608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6000" y="594359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06040" y="914399"/>
            <a:ext cx="1645920" cy="164592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17520" y="132588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장식"/>
          <p:cNvGrpSpPr/>
          <p:nvPr/>
        </p:nvGrpSpPr>
        <p:grpSpPr>
          <a:xfrm>
            <a:off x="3246120" y="1554480"/>
            <a:ext cx="365760" cy="365760"/>
            <a:chOff x="3246120" y="1554480"/>
            <a:chExt cx="365760" cy="365760"/>
          </a:xfrm>
        </p:grpSpPr>
        <p:sp>
          <p:nvSpPr>
            <p:cNvPr id="7" name="4-Point Star 6"/>
            <p:cNvSpPr/>
            <p:nvPr/>
          </p:nvSpPr>
          <p:spPr>
            <a:xfrm>
              <a:off x="3246120" y="1554480"/>
              <a:ext cx="365760" cy="36576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6EFBC5F-12A2-4268-882F-E9C554E8140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4FB6041-A55E-43A7-B754-DA63AEC62E1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가족에게 칭찬 한 줄 써 주기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48A94-9677-448C-8EAC-724381D1B55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29DB-AC5D-4D45-84E9-CB71943D4F2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AA5D6-04E7-488C-AEC6-AD23AA376A2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A1A8E-CBF8-4401-9B5F-0883942CCE3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AA3011-CE18-4DF8-949C-8D04D0AEB74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48373D"/>
      </a:dk1>
      <a:lt1>
        <a:srgbClr val="FEFCFB"/>
      </a:lt1>
      <a:dk2>
        <a:srgbClr val="4C2230"/>
      </a:dk2>
      <a:lt2>
        <a:srgbClr val="FBF4F2"/>
      </a:lt2>
      <a:accent1>
        <a:srgbClr val="B3626E"/>
      </a:accent1>
      <a:accent2>
        <a:srgbClr val="9A7A5E"/>
      </a:accent2>
      <a:accent3>
        <a:srgbClr val="6E545D"/>
      </a:accent3>
      <a:accent4>
        <a:srgbClr val="EDD7D8"/>
      </a:accent4>
      <a:accent5>
        <a:srgbClr val="B88A60"/>
      </a:accent5>
      <a:accent6>
        <a:srgbClr val="C6B1A1"/>
      </a:accent6>
      <a:hlink>
        <a:srgbClr val="4C2230"/>
      </a:hlink>
      <a:folHlink>
        <a:srgbClr val="6E545D"/>
      </a:folHlink>
    </a:clrScheme>
    <a:fontScheme name="카드뉴스(감사·칭찬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