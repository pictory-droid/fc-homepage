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782C336-7AD4-4275-86FE-291EFDB423D8}">
          <p14:sldIdLst>
            <p14:sldId id="256"/>
          </p14:sldIdLst>
        </p14:section>
        <p14:section name="본문" id="{BA8E42A1-6890-491D-89E1-4348E36F258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8805F8C-7629-4961-A317-EC2FFED24FA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676656" y="539496"/>
            <a:ext cx="2121408" cy="224028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3282696" y="813816"/>
            <a:ext cx="2029967" cy="2148839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548640" y="411479"/>
            <a:ext cx="237744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676656" y="539496"/>
            <a:ext cx="2121408" cy="2240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폴라로이드"/>
          <p:cNvSpPr/>
          <p:nvPr/>
        </p:nvSpPr>
        <p:spPr>
          <a:xfrm rot="300000">
            <a:off x="3154680" y="685800"/>
            <a:ext cx="2286000" cy="2651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사진 바탕"/>
          <p:cNvSpPr/>
          <p:nvPr/>
        </p:nvSpPr>
        <p:spPr>
          <a:xfrm rot="300000">
            <a:off x="3282696" y="813816"/>
            <a:ext cx="2029967" cy="2148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1409675-02E4-4695-B308-1B8009D0F299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516636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939942" y="6278270"/>
            <a:ext cx="343082" cy="153619"/>
            <a:chOff x="5939942" y="6278270"/>
            <a:chExt cx="343082" cy="153619"/>
          </a:xfrm>
        </p:grpSpPr>
        <p:sp>
          <p:nvSpPr>
            <p:cNvPr id="5" name="Oval 4"/>
            <p:cNvSpPr/>
            <p:nvPr/>
          </p:nvSpPr>
          <p:spPr>
            <a:xfrm>
              <a:off x="5939942" y="6278270"/>
              <a:ext cx="153619" cy="1536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088440" y="6298752"/>
              <a:ext cx="112654" cy="112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211336" y="6319235"/>
              <a:ext cx="71688" cy="7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676656" y="539496"/>
            <a:ext cx="2121408" cy="224028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3282696" y="813816"/>
            <a:ext cx="2029967" cy="2148839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548640" y="411479"/>
            <a:ext cx="237744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676656" y="539496"/>
            <a:ext cx="2121408" cy="2240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폴라로이드"/>
          <p:cNvSpPr/>
          <p:nvPr/>
        </p:nvSpPr>
        <p:spPr>
          <a:xfrm rot="300000">
            <a:off x="3154680" y="685800"/>
            <a:ext cx="2286000" cy="2651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사진 바탕"/>
          <p:cNvSpPr/>
          <p:nvPr/>
        </p:nvSpPr>
        <p:spPr>
          <a:xfrm rot="300000">
            <a:off x="3282696" y="813816"/>
            <a:ext cx="2029967" cy="2148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134B225-DB81-4A09-B809-E6C243CCFFC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516636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939942" y="6278270"/>
            <a:ext cx="343082" cy="153619"/>
            <a:chOff x="5939942" y="6278270"/>
            <a:chExt cx="343082" cy="153619"/>
          </a:xfrm>
        </p:grpSpPr>
        <p:sp>
          <p:nvSpPr>
            <p:cNvPr id="5" name="Oval 4"/>
            <p:cNvSpPr/>
            <p:nvPr/>
          </p:nvSpPr>
          <p:spPr>
            <a:xfrm>
              <a:off x="5939942" y="6278270"/>
              <a:ext cx="153619" cy="1536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088440" y="6298752"/>
              <a:ext cx="112654" cy="112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211336" y="6319235"/>
              <a:ext cx="71688" cy="7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E8B733C-A9FA-4D42-94B4-2F52E619FBE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49193" y="5371185"/>
            <a:ext cx="514624" cy="230428"/>
            <a:chOff x="3149193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3149193" y="5371185"/>
              <a:ext cx="230428" cy="230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371941" y="5401909"/>
              <a:ext cx="168981" cy="168981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556284" y="5432633"/>
              <a:ext cx="107533" cy="10753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전화 한 통이면 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CE4F0-6013-42E0-A91D-0162CFD158F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31F7-1922-4327-8FDC-0B98094136D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9AB1-9CCB-4DD2-89D8-375334E0E3F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B6195-E4CF-4B0A-8FAB-4D455A49C22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15F7-CD47-440A-B296-0AAB28BEF40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643A3B"/>
      </a:dk2>
      <a:lt2>
        <a:srgbClr val="F5E6E2"/>
      </a:lt2>
      <a:accent1>
        <a:srgbClr val="CF8D7C"/>
      </a:accent1>
      <a:accent2>
        <a:srgbClr val="BE839F"/>
      </a:accent2>
      <a:accent3>
        <a:srgbClr val="4E332C"/>
      </a:accent3>
      <a:accent4>
        <a:srgbClr val="F0D3CB"/>
      </a:accent4>
      <a:accent5>
        <a:srgbClr val="D2E0A3"/>
      </a:accent5>
      <a:accent6>
        <a:srgbClr val="E6BCD8"/>
      </a:accent6>
      <a:hlink>
        <a:srgbClr val="643A3B"/>
      </a:hlink>
      <a:folHlink>
        <a:srgbClr val="4E332C"/>
      </a:folHlink>
    </a:clrScheme>
    <a:fontScheme name="카드뉴스(오늘의 한마디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