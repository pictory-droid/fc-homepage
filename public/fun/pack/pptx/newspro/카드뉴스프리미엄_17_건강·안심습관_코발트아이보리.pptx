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C93331-2633-4AF6-9590-9AD677B8922B}">
          <p14:sldIdLst>
            <p14:sldId id="256"/>
          </p14:sldIdLst>
        </p14:section>
        <p14:section name="본문" id="{72907A20-F0D3-4A2D-9C76-593FFF9C7D9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3DE9B5C-BCA0-4DFA-B4E2-0F10C3FFC88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2E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3C7D0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3BA539A-465D-4172-8414-54DC18CC9BCE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2862F1C-1381-41AF-82F9-9506BF72DC0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AA7D88B-4B84-4959-8D73-48F165A8A4F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하루 십 분 걷기 시작하기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62D-5022-4EF9-AD8A-2E3CD308478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03D2C-A30A-4857-B4B0-46CCD282E61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91BA-B188-49B6-8204-9B0C834EAB1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5E8F-154C-4B1B-B79A-B3DAB8E405A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C57FB-CD0F-4C00-B167-14E44683D62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COBALT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373D48"/>
      </a:dk1>
      <a:lt1>
        <a:srgbClr val="FDFDFB"/>
      </a:lt1>
      <a:dk2>
        <a:srgbClr val="14264F"/>
      </a:dk2>
      <a:lt2>
        <a:srgbClr val="F9F7F0"/>
      </a:lt2>
      <a:accent1>
        <a:srgbClr val="2848A8"/>
      </a:accent1>
      <a:accent2>
        <a:srgbClr val="D9A441"/>
      </a:accent2>
      <a:accent3>
        <a:srgbClr val="707A8F"/>
      </a:accent3>
      <a:accent4>
        <a:srgbClr val="CFD4E2"/>
      </a:accent4>
      <a:accent5>
        <a:srgbClr val="CDAA5D"/>
      </a:accent5>
      <a:accent6>
        <a:srgbClr val="E7C990"/>
      </a:accent6>
      <a:hlink>
        <a:srgbClr val="14264F"/>
      </a:hlink>
      <a:folHlink>
        <a:srgbClr val="707A8F"/>
      </a:folHlink>
    </a:clrScheme>
    <a:fontScheme name="카드뉴스(건강·안심 습관)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