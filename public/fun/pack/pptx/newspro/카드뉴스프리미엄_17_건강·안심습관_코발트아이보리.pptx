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77905CB1-0DE8-4C2F-A34B-5A0C381E6658}">
          <p14:sldIdLst>
            <p14:sldId id="256"/>
          </p14:sldIdLst>
        </p14:section>
        <p14:section name="본문" id="{CC7E260A-C4AE-447F-8509-C8D15F49D77F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0F024A89-71A0-4C3B-A3E1-E51C2814624E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219456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85800" y="2578608"/>
            <a:ext cx="5486400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4023360"/>
            <a:ext cx="5486400" cy="5029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E0E2E6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457200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C3C7D0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0" y="0"/>
            <a:ext cx="6858000" cy="73152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0" y="731520"/>
            <a:ext cx="6858000" cy="4114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0" y="1143000"/>
            <a:ext cx="6858000" cy="2286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0" y="1371600"/>
            <a:ext cx="6858000" cy="1280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0" y="1499616"/>
            <a:ext cx="6858000" cy="731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548640" y="320040"/>
            <a:ext cx="43891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4937759" y="502920"/>
            <a:ext cx="1371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212080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E1DF51C9-E23C-442E-87AB-18365D2658FA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6858000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6858000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219456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85800" y="2578608"/>
            <a:ext cx="5486400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4023360"/>
            <a:ext cx="5486400" cy="5029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457200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0" y="0"/>
            <a:ext cx="6858000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0" y="731520"/>
            <a:ext cx="6858000" cy="4114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0" y="1143000"/>
            <a:ext cx="6858000" cy="2286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0" y="1371600"/>
            <a:ext cx="6858000" cy="1280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0" y="1499616"/>
            <a:ext cx="6858000" cy="731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548640" y="320040"/>
            <a:ext cx="43891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4937759" y="502920"/>
            <a:ext cx="1371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212080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1754538F-367C-45E5-A052-CAEB0B055C3D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5486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19202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2918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6634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5486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19202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2918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6634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6858000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6858000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73152"/>
            <a:ext cx="57607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212080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04B25EEF-553E-44A8-B140-132DE5452861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6858000" cy="4572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6858000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COBALT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하루 십 분 걷기 시작하기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건강·안심 습관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아침 물 한 잔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E253B-8142-4860-B46E-9394845FBC1B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일어나자마자 미지근한 물 한 잔으로 하루를 시작해 보세요.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하루 십 분 걷기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6E06EE-2E35-448B-80B9-53CF1BF16B41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점심 식사 후 십 분만 걸어도 몸이 한결 가벼워져요.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검진 날짜 적어 두기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E905E-852B-45C1-A937-FA4A5E47B7DD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달력에 검진 예정일을 적어 두면 미루지 않게 돼요.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잠들기 전 스마트폰 내려놓기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9C8173-8545-4724-9167-D84C3B3CB258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잠자리에 들기 삼십 분 전에는 화면을 꺼 보세요.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건강 이야기 나누기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BF8C5-5DFA-467E-9A61-9B3F5F0890CE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일주일에 한 번, 서로의 안부와 컨디션을 물어보세요.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COBALT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건강·안심 습관)">
  <a:themeElements>
    <a:clrScheme name="카드뉴스(건강·안심 습관)">
      <a:dk1>
        <a:srgbClr val="373D48"/>
      </a:dk1>
      <a:lt1>
        <a:srgbClr val="FDFDFB"/>
      </a:lt1>
      <a:dk2>
        <a:srgbClr val="14264F"/>
      </a:dk2>
      <a:lt2>
        <a:srgbClr val="F9F7F0"/>
      </a:lt2>
      <a:accent1>
        <a:srgbClr val="2848A8"/>
      </a:accent1>
      <a:accent2>
        <a:srgbClr val="D9A441"/>
      </a:accent2>
      <a:accent3>
        <a:srgbClr val="707A8F"/>
      </a:accent3>
      <a:accent4>
        <a:srgbClr val="CFD4E2"/>
      </a:accent4>
      <a:accent5>
        <a:srgbClr val="CDAA5D"/>
      </a:accent5>
      <a:accent6>
        <a:srgbClr val="E7C990"/>
      </a:accent6>
      <a:hlink>
        <a:srgbClr val="14264F"/>
      </a:hlink>
      <a:folHlink>
        <a:srgbClr val="707A8F"/>
      </a:folHlink>
    </a:clrScheme>
    <a:fontScheme name="카드뉴스(건강·안심 습관)">
      <a:majorFont>
        <a:latin typeface="Georgi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카드뉴스(건강·안심 습관)</dc:title>
  <dc:subject>카드뉴스 · 건강·안심 습관</dc:subject>
  <dc:creator>우체국보험 상담 안내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