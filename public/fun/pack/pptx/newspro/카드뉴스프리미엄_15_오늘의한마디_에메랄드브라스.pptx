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0BD4205E-F0B2-41C5-A0A7-12DFCD98C061}">
          <p14:sldIdLst>
            <p14:sldId id="256"/>
          </p14:sldIdLst>
        </p14:section>
        <p14:section name="본문" id="{70E43DF5-068C-4DDB-A64A-0DFC9128FC64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35177F43-9C5F-44D6-A3CB-0683E5F64E36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22959" y="1097280"/>
            <a:ext cx="521208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822959" y="1481328"/>
            <a:ext cx="521208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822959" y="2697480"/>
            <a:ext cx="521208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6BCB3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822959" y="3200400"/>
            <a:ext cx="521208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2908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1371600"/>
            <a:ext cx="6858000" cy="12984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435608"/>
            <a:ext cx="6858000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2606040"/>
            <a:ext cx="6858000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1929384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6217920" y="1929384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EECF695-5DCE-45B4-A18C-6370DFE9D7AF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240280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240280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3364992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22959" y="1097280"/>
            <a:ext cx="521208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822959" y="1481328"/>
            <a:ext cx="521208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822959" y="2697480"/>
            <a:ext cx="521208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6BCB3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822959" y="3200400"/>
            <a:ext cx="521208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2908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1371600"/>
            <a:ext cx="6858000" cy="12984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435608"/>
            <a:ext cx="6858000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2606040"/>
            <a:ext cx="6858000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1929384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6217920" y="1929384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FE7B6BEF-7267-4938-B16B-ACE8EBB2FB78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240280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240280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3364992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527EB419-2E0F-4DDF-8CAC-D48ED7A1E006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EMERALD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생각났을 때 바로 메모하세요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오늘의 한마디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점심은 거르지 마세요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B572F8-9DAC-4B7A-A8F4-418922B043CC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바빠도 한 끼는 앉아서 먹어요. 오후가 달라져요.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전화 한 통 걸어 보세요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7227F-627B-4E62-AF0B-3BEBB24734C7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문자보다 목소리가 먼저 떠오르는 사람이 있다면 지금 걸어 보세요.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메모 한 장 남기기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BB8BED-D87F-4F64-BA57-263EF3767A42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생각났을 때 적어 두면 다음 주의 내가 고마워해요.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퇴근길 한 정거장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C648-11CC-402F-8A86-8406B09EFDB9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한 정거장 먼저 내려 걸으면 머리가 정리돼요.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오늘은 일찍 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0D9D3-D96C-4502-BED6-9D65B9B30D52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미룬 일은 내일 해도 돼요. 오늘은 불을 일찍 끄세요.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EMERALD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오늘의 한마디)">
  <a:themeElements>
    <a:clrScheme name="카드뉴스(오늘의 한마디)">
      <a:dk1>
        <a:srgbClr val="F8F5EB"/>
      </a:dk1>
      <a:lt1>
        <a:srgbClr val="113C33"/>
      </a:lt1>
      <a:dk2>
        <a:srgbClr val="E6DCB8"/>
      </a:dk2>
      <a:lt2>
        <a:srgbClr val="0C2A24"/>
      </a:lt2>
      <a:accent1>
        <a:srgbClr val="C0A15A"/>
      </a:accent1>
      <a:accent2>
        <a:srgbClr val="4FA58C"/>
      </a:accent2>
      <a:accent3>
        <a:srgbClr val="071A16"/>
      </a:accent3>
      <a:accent4>
        <a:srgbClr val="175246"/>
      </a:accent4>
      <a:accent5>
        <a:srgbClr val="CDB06C"/>
      </a:accent5>
      <a:accent6>
        <a:srgbClr val="3B806D"/>
      </a:accent6>
      <a:hlink>
        <a:srgbClr val="E6DCB8"/>
      </a:hlink>
      <a:folHlink>
        <a:srgbClr val="071A16"/>
      </a:folHlink>
    </a:clrScheme>
    <a:fontScheme name="카드뉴스(오늘의 한마디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>카드뉴스 · 오늘의 한마디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