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D07C264-7DE1-465C-8914-0E57B972A789}">
          <p14:sldIdLst>
            <p14:sldId id="256"/>
          </p14:sldIdLst>
        </p14:section>
        <p14:section name="본문" id="{547212A0-7781-4FD0-A243-25F8AB77B0A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BC29A5C-7932-4FC9-905D-D2B94D9D723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0B68AB4-F109-4446-B451-502A123B97F1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109728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822959" y="1481328"/>
            <a:ext cx="5212080" cy="11430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822959" y="2697480"/>
            <a:ext cx="521208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320040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1371600"/>
            <a:ext cx="6858000" cy="12984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435608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2606040"/>
            <a:ext cx="6858000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6217920" y="1929384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85151ED-F37D-4F5E-9E60-842C131C5FF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240280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240280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3364992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D3E3C7A-E84B-4C89-BC10-D86F758EAD1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794760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생각났을 때 바로 메모하세요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80CAF-E73F-4258-8641-7FF9782BDCF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F69C1-1B7B-4572-A580-9EC9D7EAC3C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7A1A6-C190-4F5F-BC4B-D200E13EDE6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41759-E6AB-4560-8886-1D287539FAB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36CC-6815-48F5-A8F4-B9AC541A1ED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카드뉴스(오늘의 한마디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