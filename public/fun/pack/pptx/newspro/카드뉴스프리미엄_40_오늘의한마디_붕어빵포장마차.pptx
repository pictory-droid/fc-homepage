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C0DE040-7B05-4760-8D64-223E48EE26B9}">
          <p14:sldIdLst>
            <p14:sldId id="256"/>
          </p14:sldIdLst>
        </p14:section>
        <p14:section name="본문" id="{A38E70B5-D308-4FBA-A1F5-BCF9C88DCA2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258E38F-274D-4CB6-8960-8BCE819DA9B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319272" y="1188720"/>
            <a:ext cx="219456" cy="365760"/>
            <a:chOff x="3319272" y="1188720"/>
            <a:chExt cx="219456" cy="365760"/>
          </a:xfrm>
        </p:grpSpPr>
        <p:sp>
          <p:nvSpPr>
            <p:cNvPr id="11" name="Moon 10"/>
            <p:cNvSpPr/>
            <p:nvPr/>
          </p:nvSpPr>
          <p:spPr>
            <a:xfrm>
              <a:off x="3319272" y="1188720"/>
              <a:ext cx="219456" cy="36576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1532B73-6130-4D20-9FF9-D8CC8EBDAAD6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346704" y="1344168"/>
            <a:ext cx="164592" cy="274320"/>
            <a:chOff x="3346704" y="1344168"/>
            <a:chExt cx="164592" cy="274320"/>
          </a:xfrm>
        </p:grpSpPr>
        <p:sp>
          <p:nvSpPr>
            <p:cNvPr id="4" name="Moon 3"/>
            <p:cNvSpPr/>
            <p:nvPr/>
          </p:nvSpPr>
          <p:spPr>
            <a:xfrm>
              <a:off x="3346704" y="1344168"/>
              <a:ext cx="164592" cy="27432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319272" y="1188720"/>
            <a:ext cx="219456" cy="365760"/>
            <a:chOff x="3319272" y="1188720"/>
            <a:chExt cx="219456" cy="365760"/>
          </a:xfrm>
        </p:grpSpPr>
        <p:sp>
          <p:nvSpPr>
            <p:cNvPr id="11" name="Moon 10"/>
            <p:cNvSpPr/>
            <p:nvPr/>
          </p:nvSpPr>
          <p:spPr>
            <a:xfrm>
              <a:off x="3319272" y="1188720"/>
              <a:ext cx="219456" cy="36576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81BF6B6-DC46-45D4-A748-6B469EC1511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346704" y="1344168"/>
            <a:ext cx="164592" cy="274320"/>
            <a:chOff x="3346704" y="1344168"/>
            <a:chExt cx="164592" cy="274320"/>
          </a:xfrm>
        </p:grpSpPr>
        <p:sp>
          <p:nvSpPr>
            <p:cNvPr id="4" name="Moon 3"/>
            <p:cNvSpPr/>
            <p:nvPr/>
          </p:nvSpPr>
          <p:spPr>
            <a:xfrm>
              <a:off x="3346704" y="1344168"/>
              <a:ext cx="164592" cy="27432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4DB2B4E-97A3-4F1F-8B64-8A0EDBC02BA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264408" y="5212080"/>
            <a:ext cx="329184" cy="548640"/>
            <a:chOff x="3264408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3264408" y="5212080"/>
              <a:ext cx="329184" cy="548640"/>
            </a:xfrm>
            <a:prstGeom prst="mo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붕어빵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서두르지 않아도 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2F3E-BAA4-450B-AC4F-3D6CF1437EF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936A-BF7F-4E7B-8EFB-B2589FDE21A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66C8F-7F65-420D-9DD1-ADC58AB40BB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63CDC-D620-4F81-BC33-557D471059F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FFD5-D5B9-4AF6-9250-1960AD2380F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붕어빵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644B3A"/>
      </a:dk2>
      <a:lt2>
        <a:srgbClr val="F7F2EB"/>
      </a:lt2>
      <a:accent1>
        <a:srgbClr val="CCAF89"/>
      </a:accent1>
      <a:accent2>
        <a:srgbClr val="BD928F"/>
      </a:accent2>
      <a:accent3>
        <a:srgbClr val="4E3F2C"/>
      </a:accent3>
      <a:accent4>
        <a:srgbClr val="EEE0CE"/>
      </a:accent4>
      <a:accent5>
        <a:srgbClr val="BCE0A3"/>
      </a:accent5>
      <a:accent6>
        <a:srgbClr val="E6BCC9"/>
      </a:accent6>
      <a:hlink>
        <a:srgbClr val="644B3A"/>
      </a:hlink>
      <a:folHlink>
        <a:srgbClr val="4E3F2C"/>
      </a:folHlink>
    </a:clrScheme>
    <a:fontScheme name="카드뉴스(오늘의 한마디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