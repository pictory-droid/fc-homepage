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2D5C8E9-6141-42FE-82F4-79462EF13EC1}">
          <p14:sldIdLst>
            <p14:sldId id="256"/>
          </p14:sldIdLst>
        </p14:section>
        <p14:section name="본문" id="{11BE0E21-F978-416B-81D9-2D142F6BBD5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CAE29A0-DCBE-4F07-87C1-B222308C1FC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C07F937-A148-4673-B7AA-308A7792500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851750B-44F8-48BC-9D27-6C24C775609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2335952-99BF-4177-938F-039132C4FFB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눈 오는 날 안부 전화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D09E-92A6-45AA-9A41-C58EFE1E2CD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EB42-970F-4507-87BF-ACDA8446BB6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9479-B8DE-4DDA-8D7A-1A8D1CE8CF7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BA5D7-1A15-452D-9726-70DE16F5338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EDF4-CD39-480D-8B67-8C293EDEF75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