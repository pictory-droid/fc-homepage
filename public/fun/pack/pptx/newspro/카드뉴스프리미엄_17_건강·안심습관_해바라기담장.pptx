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A4307AE-A8B8-474C-B9D1-823091684432}">
          <p14:sldIdLst>
            <p14:sldId id="256"/>
          </p14:sldIdLst>
        </p14:section>
        <p14:section name="본문" id="{2C38A96A-1652-4E7A-BAFC-3D8CB0585B0D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CD89E305-BF49-4384-A0A3-2CACE987854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822959" y="704088"/>
            <a:ext cx="5212080" cy="1234439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14400" y="274320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14400" y="3127248"/>
            <a:ext cx="50292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14400" y="4526280"/>
            <a:ext cx="50292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14400" y="5074920"/>
            <a:ext cx="50292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548640" y="685800"/>
            <a:ext cx="5760720" cy="5486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윗면"/>
          <p:cNvSpPr/>
          <p:nvPr/>
        </p:nvSpPr>
        <p:spPr>
          <a:xfrm>
            <a:off x="548640" y="685800"/>
            <a:ext cx="5760720" cy="1508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2194560"/>
            <a:ext cx="5394959" cy="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5943600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34439" y="594360"/>
            <a:ext cx="43891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ECC3792-2BAF-4E43-A891-39387AE8C7D8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960119" y="594360"/>
            <a:ext cx="49377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07492" y="6256782"/>
            <a:ext cx="448055" cy="288036"/>
            <a:chOff x="507492" y="6256782"/>
            <a:chExt cx="448055" cy="288036"/>
          </a:xfrm>
        </p:grpSpPr>
        <p:sp>
          <p:nvSpPr>
            <p:cNvPr id="4" name="Cloud 3"/>
            <p:cNvSpPr/>
            <p:nvPr/>
          </p:nvSpPr>
          <p:spPr>
            <a:xfrm>
              <a:off x="507492" y="6256782"/>
              <a:ext cx="448055" cy="288036"/>
            </a:xfrm>
            <a:prstGeom prst="cloud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902452" y="6256782"/>
            <a:ext cx="448055" cy="288036"/>
            <a:chOff x="5902452" y="6256782"/>
            <a:chExt cx="448055" cy="288036"/>
          </a:xfrm>
        </p:grpSpPr>
        <p:sp>
          <p:nvSpPr>
            <p:cNvPr id="6" name="Cloud 5"/>
            <p:cNvSpPr/>
            <p:nvPr/>
          </p:nvSpPr>
          <p:spPr>
            <a:xfrm>
              <a:off x="5902452" y="6256782"/>
              <a:ext cx="448055" cy="288036"/>
            </a:xfrm>
            <a:prstGeom prst="cloud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822959" y="704088"/>
            <a:ext cx="5212080" cy="1234439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14400" y="274320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14400" y="3127248"/>
            <a:ext cx="50292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14400" y="4526280"/>
            <a:ext cx="50292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14400" y="5074920"/>
            <a:ext cx="50292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548640" y="685800"/>
            <a:ext cx="5760720" cy="5486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윗면"/>
          <p:cNvSpPr/>
          <p:nvPr/>
        </p:nvSpPr>
        <p:spPr>
          <a:xfrm>
            <a:off x="548640" y="685800"/>
            <a:ext cx="5760720" cy="1508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2194560"/>
            <a:ext cx="5394959" cy="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5943600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34439" y="594360"/>
            <a:ext cx="43891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17AFE95-EDFD-4822-BC7A-BF7B7C9DA8B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960119" y="594360"/>
            <a:ext cx="49377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07492" y="6256782"/>
            <a:ext cx="448055" cy="288036"/>
            <a:chOff x="507492" y="6256782"/>
            <a:chExt cx="448055" cy="288036"/>
          </a:xfrm>
        </p:grpSpPr>
        <p:sp>
          <p:nvSpPr>
            <p:cNvPr id="4" name="Cloud 3"/>
            <p:cNvSpPr/>
            <p:nvPr/>
          </p:nvSpPr>
          <p:spPr>
            <a:xfrm>
              <a:off x="507492" y="6256782"/>
              <a:ext cx="448055" cy="288036"/>
            </a:xfrm>
            <a:prstGeom prst="cloud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902452" y="6256782"/>
            <a:ext cx="448055" cy="288036"/>
            <a:chOff x="5902452" y="6256782"/>
            <a:chExt cx="448055" cy="288036"/>
          </a:xfrm>
        </p:grpSpPr>
        <p:sp>
          <p:nvSpPr>
            <p:cNvPr id="6" name="Cloud 5"/>
            <p:cNvSpPr/>
            <p:nvPr/>
          </p:nvSpPr>
          <p:spPr>
            <a:xfrm>
              <a:off x="5902452" y="6256782"/>
              <a:ext cx="448055" cy="288036"/>
            </a:xfrm>
            <a:prstGeom prst="cloud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761F752-6BFA-4E21-9A6C-946B514141B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044952" y="5239512"/>
            <a:ext cx="768096" cy="493776"/>
            <a:chOff x="3044952" y="5239512"/>
            <a:chExt cx="768096" cy="493776"/>
          </a:xfrm>
        </p:grpSpPr>
        <p:sp>
          <p:nvSpPr>
            <p:cNvPr id="6" name="Cloud 5"/>
            <p:cNvSpPr/>
            <p:nvPr/>
          </p:nvSpPr>
          <p:spPr>
            <a:xfrm>
              <a:off x="3044952" y="5239512"/>
              <a:ext cx="768096" cy="493776"/>
            </a:xfrm>
            <a:prstGeom prst="cloud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해바라기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하루 십 분 걷기 시작하기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건강·안심 습관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아침 물 한 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8B5FC-0CF9-4717-956A-7F355CA1948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일어나자마자 미지근한 물 한 잔으로 하루를 시작해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하루 십 분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06A44-E258-4C1C-AC86-F7DDF0EFAECD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점심 식사 후 십 분만 걸어도 몸이 한결 가벼워져요.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검진 날짜 적어 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507CE-58F4-4448-AC00-2C34CEE253A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달력에 검진 예정일을 적어 두면 미루지 않게 돼요.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잠들기 전 스마트폰 내려놓기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A72C3-F139-41C9-A9CF-0238074A5F2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잠자리에 들기 삼십 분 전에는 화면을 꺼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건강 이야기 나누기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AA1A1-DE77-4022-879A-5083790CFB2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일주일에 한 번, 서로의 안부와 컨디션을 물어보세요.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해바라기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건강·안심 습관)">
  <a:themeElements>
    <a:clrScheme name="카드뉴스(건강·안심 습관)">
      <a:dk1>
        <a:srgbClr val="2B2724"/>
      </a:dk1>
      <a:lt1>
        <a:srgbClr val="FFFFFF"/>
      </a:lt1>
      <a:dk2>
        <a:srgbClr val="3D643A"/>
      </a:dk2>
      <a:lt2>
        <a:srgbClr val="F9F3DE"/>
      </a:lt2>
      <a:accent1>
        <a:srgbClr val="E2CB7E"/>
      </a:accent1>
      <a:accent2>
        <a:srgbClr val="9A86CF"/>
      </a:accent2>
      <a:accent3>
        <a:srgbClr val="4E462C"/>
      </a:accent3>
      <a:accent4>
        <a:srgbClr val="F7EBC5"/>
      </a:accent4>
      <a:accent5>
        <a:srgbClr val="AFE0A3"/>
      </a:accent5>
      <a:accent6>
        <a:srgbClr val="E6BCC1"/>
      </a:accent6>
      <a:hlink>
        <a:srgbClr val="3D643A"/>
      </a:hlink>
      <a:folHlink>
        <a:srgbClr val="4E462C"/>
      </a:folHlink>
    </a:clrScheme>
    <a:fontScheme name="카드뉴스(건강·안심 습관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>카드뉴스 · 건강·안심 습관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