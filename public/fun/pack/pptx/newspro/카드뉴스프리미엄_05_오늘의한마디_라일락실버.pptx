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3F5CAEA-4838-4BA7-AE6B-BB04084D5E9D}">
          <p14:sldIdLst>
            <p14:sldId id="256"/>
          </p14:sldIdLst>
        </p14:section>
        <p14:section name="본문" id="{AD47C400-C163-4DD9-ADC8-E57EC2C5DF0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F8E9FD4-DCA5-4C20-BB94-67D49E07B18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1645920" y="868680"/>
            <a:ext cx="2286000" cy="23774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2286000" y="594359"/>
            <a:ext cx="2286000" cy="23774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2743200" y="274319"/>
            <a:ext cx="2286000" cy="23774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2057400" y="365759"/>
            <a:ext cx="2743200" cy="28346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730752" y="685800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DEC69698-F1E9-4BFB-AE91-9A1D881E746A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5D4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AFAD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1645920" y="868680"/>
            <a:ext cx="2286000" cy="23774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2286000" y="594359"/>
            <a:ext cx="2286000" cy="23774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2743200" y="274319"/>
            <a:ext cx="2286000" cy="23774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2057400" y="365759"/>
            <a:ext cx="2743200" cy="28346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730752" y="685800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DE34DD7A-D5CA-41B7-BE14-4FD6F85AB2D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F86C88B7-4D8F-410D-88ED-77618274BC8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오늘 하루 이것만 하면 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37636-798D-47EE-9BC0-8CA3D80888F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3C0B4-199B-4F04-9AF5-6C07C1F35C9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73168-CEDA-4E2B-AC9A-166013FC9BF0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CCCE34-7051-4BBB-A4A1-995B22B3DC20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80D81-A5E9-40BB-812A-5BEAFBDEF8DA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3A3748"/>
      </a:dk1>
      <a:lt1>
        <a:srgbClr val="FCFCFD"/>
      </a:lt1>
      <a:dk2>
        <a:srgbClr val="38325A"/>
      </a:dk2>
      <a:lt2>
        <a:srgbClr val="F5F3F9"/>
      </a:lt2>
      <a:accent1>
        <a:srgbClr val="8C82B0"/>
      </a:accent1>
      <a:accent2>
        <a:srgbClr val="A7AEBB"/>
      </a:accent2>
      <a:accent3>
        <a:srgbClr val="403C55"/>
      </a:accent3>
      <a:accent4>
        <a:srgbClr val="E0DCEA"/>
      </a:accent4>
      <a:accent5>
        <a:srgbClr val="B9B3CB"/>
      </a:accent5>
      <a:accent6>
        <a:srgbClr val="CACDD7"/>
      </a:accent6>
      <a:hlink>
        <a:srgbClr val="38325A"/>
      </a:hlink>
      <a:folHlink>
        <a:srgbClr val="403C55"/>
      </a:folHlink>
    </a:clrScheme>
    <a:fontScheme name="카드뉴스(오늘의 한마디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