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5B88ED8-38DE-45AB-A7FC-CE3552A7B9D8}">
          <p14:sldIdLst>
            <p14:sldId id="256"/>
          </p14:sldIdLst>
        </p14:section>
        <p14:section name="본문" id="{59F35A0B-FE4C-4FB3-BA45-83C6AC9C052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B7E2EE3-F090-4850-B4CA-03A8C8008E4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F6E766DD-5A7E-4AB6-97DA-00FC67C7E40F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5D4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FAD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3E35F8B7-2EC4-422F-BCAD-5613AD9E654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89CD0158-DAEC-4587-9919-F97C540AB71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오늘 하루 이것만 하면 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869C0-11F0-4F89-8D95-6B76F51BC06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1BCE-00DA-4D5E-9D60-30616A5C5FC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4A2E-E708-4A6A-BD8B-147D5D28E41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A8477-054F-4F4B-8A39-7811BEBD312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62A5-6777-4937-9195-953C4F05EFF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3A3748"/>
      </a:dk1>
      <a:lt1>
        <a:srgbClr val="FCFCFD"/>
      </a:lt1>
      <a:dk2>
        <a:srgbClr val="38325A"/>
      </a:dk2>
      <a:lt2>
        <a:srgbClr val="F5F3F9"/>
      </a:lt2>
      <a:accent1>
        <a:srgbClr val="8C82B0"/>
      </a:accent1>
      <a:accent2>
        <a:srgbClr val="A7AEBB"/>
      </a:accent2>
      <a:accent3>
        <a:srgbClr val="403C55"/>
      </a:accent3>
      <a:accent4>
        <a:srgbClr val="E0DCEA"/>
      </a:accent4>
      <a:accent5>
        <a:srgbClr val="B9B3CB"/>
      </a:accent5>
      <a:accent6>
        <a:srgbClr val="CACDD7"/>
      </a:accent6>
      <a:hlink>
        <a:srgbClr val="38325A"/>
      </a:hlink>
      <a:folHlink>
        <a:srgbClr val="403C55"/>
      </a:folHlink>
    </a:clrScheme>
    <a:fontScheme name="카드뉴스(오늘의 한마디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