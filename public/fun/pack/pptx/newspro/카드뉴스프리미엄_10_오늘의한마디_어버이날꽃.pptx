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53805CF-0E9E-4BFB-A327-D03D79F1101C}">
          <p14:sldIdLst>
            <p14:sldId id="256"/>
          </p14:sldIdLst>
        </p14:section>
        <p14:section name="본문" id="{B4A746F8-A6B1-4234-8331-CFDF3731CD6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7916E9C-09CF-43CA-9985-4DAC487F240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7540" y="205739"/>
            <a:ext cx="502920" cy="502920"/>
            <a:chOff x="3177540" y="205739"/>
            <a:chExt cx="502920" cy="502920"/>
          </a:xfrm>
        </p:grpSpPr>
        <p:sp>
          <p:nvSpPr>
            <p:cNvPr id="9" name="Sun 8"/>
            <p:cNvSpPr/>
            <p:nvPr/>
          </p:nvSpPr>
          <p:spPr>
            <a:xfrm>
              <a:off x="3177540" y="205739"/>
              <a:ext cx="502920" cy="50292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FE309B7-D9BF-478F-89CD-78E862E97279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5875020" y="7543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7540" y="205739"/>
            <a:ext cx="502920" cy="502920"/>
            <a:chOff x="3177540" y="205739"/>
            <a:chExt cx="502920" cy="502920"/>
          </a:xfrm>
        </p:grpSpPr>
        <p:sp>
          <p:nvSpPr>
            <p:cNvPr id="9" name="Sun 8"/>
            <p:cNvSpPr/>
            <p:nvPr/>
          </p:nvSpPr>
          <p:spPr>
            <a:xfrm>
              <a:off x="3177540" y="205739"/>
              <a:ext cx="502920" cy="50292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79FCBEE-8E9A-4250-8534-24BF9968C11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5875020" y="7543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8072CAB-4483-4F9A-B823-15EDD6D2566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7" name="Sun 6"/>
            <p:cNvSpPr/>
            <p:nvPr/>
          </p:nvSpPr>
          <p:spPr>
            <a:xfrm>
              <a:off x="3154680" y="5212080"/>
              <a:ext cx="548640" cy="548640"/>
            </a:xfrm>
            <a:prstGeom prst="su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바빠도 점심은 챙겨 드세요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C6B50-6F54-449C-91E4-418B057B90C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F5EA7-5AAE-4D9C-AC90-C11EE673E8B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0E92-A3F9-4157-BC2A-0927E8ABBDB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38473-030D-49BB-A708-1782439D7E0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0C993-F17F-4D34-9922-1FD03DABC6A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64613A"/>
      </a:dk2>
      <a:lt2>
        <a:srgbClr val="F9E4E8"/>
      </a:lt2>
      <a:accent1>
        <a:srgbClr val="D87384"/>
      </a:accent1>
      <a:accent2>
        <a:srgbClr val="7CB9C5"/>
      </a:accent2>
      <a:accent3>
        <a:srgbClr val="4E2C32"/>
      </a:accent3>
      <a:accent4>
        <a:srgbClr val="F4C7CF"/>
      </a:accent4>
      <a:accent5>
        <a:srgbClr val="E0D8A3"/>
      </a:accent5>
      <a:accent6>
        <a:srgbClr val="E4BCE6"/>
      </a:accent6>
      <a:hlink>
        <a:srgbClr val="64613A"/>
      </a:hlink>
      <a:folHlink>
        <a:srgbClr val="4E2C32"/>
      </a:folHlink>
    </a:clrScheme>
    <a:fontScheme name="카드뉴스(오늘의 한마디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