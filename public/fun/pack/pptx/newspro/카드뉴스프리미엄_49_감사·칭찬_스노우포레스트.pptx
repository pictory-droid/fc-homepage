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4449C85D-3673-4C17-AA10-03FAD4B46256}">
          <p14:sldIdLst>
            <p14:sldId id="256"/>
          </p14:sldIdLst>
        </p14:section>
        <p14:section name="본문" id="{AB4DB276-5762-46B8-8172-12AFF7FAAF83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06E8AEB7-EE1B-484F-9074-D540CB3534E4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219456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85800" y="2578608"/>
            <a:ext cx="5486400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02336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457200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0" y="0"/>
            <a:ext cx="685800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0" y="731520"/>
            <a:ext cx="6858000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0" y="1143000"/>
            <a:ext cx="6858000" cy="228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0" y="1371600"/>
            <a:ext cx="6858000" cy="1280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0" y="1499616"/>
            <a:ext cx="6858000" cy="7315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347472"/>
            <a:ext cx="429767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58368"/>
            <a:ext cx="466344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48640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2A81E64E-681A-400C-8017-3F33084307C0}" type="slidenum">
              <a:rPr lang="en-US"/>
              <a:t>‹#›</a:t>
            </a:fld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48640" y="1536192"/>
            <a:ext cx="1097279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645919" y="1536192"/>
            <a:ext cx="4663441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548640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219456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85800" y="2578608"/>
            <a:ext cx="5486400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02336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DBDFDD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457200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BAC1B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0" y="0"/>
            <a:ext cx="6858000" cy="7315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0" y="731520"/>
            <a:ext cx="6858000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0" y="1143000"/>
            <a:ext cx="6858000" cy="228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0" y="1371600"/>
            <a:ext cx="6858000" cy="128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0" y="1499616"/>
            <a:ext cx="6858000" cy="7315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347472"/>
            <a:ext cx="429767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58368"/>
            <a:ext cx="466344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48640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EC26B62A-4913-481D-9311-3C31C9F8C62A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48640" y="1536192"/>
            <a:ext cx="1097279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645919" y="1536192"/>
            <a:ext cx="4663441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548640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347472"/>
            <a:ext cx="429767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48640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E791D4A9-8047-4F1F-A67D-0403CC64DDBE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알약"/>
          <p:cNvSpPr/>
          <p:nvPr/>
        </p:nvSpPr>
        <p:spPr>
          <a:xfrm>
            <a:off x="548640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SNOW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새해 첫 인사는 고마움으로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감사·칭찬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고맙다는 말 먼저 건네기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EDA4B-A756-4101-8187-4C954334B1E4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작은 일에도 ‘고마워요’를 먼저 말해 보세요.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칭찬 한 줄 적어 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AD6BA-2F2B-4B71-B73B-AEC87D933C46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메모지에 칭찬 한 줄을 적어 가족 책상에 붙여 보세요.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퇴근한 사람에게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76C70-95B2-486D-9DEF-EF25F06AEB37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‘오늘도 고생했어’ 한마디면 충분해요.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 일기 세 줄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44C82-806B-4AF7-BD75-25A75B9CDFB1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오늘 고마웠던 일 세 가지를 적어 보세요.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엽서 한 장 쓰기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90B5C-BD65-4094-9D52-14E86B037EC6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짧아도 좋아요. 우체통에 넣는 순간 설레요.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SNOW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감사·칭찬)">
  <a:themeElements>
    <a:clrScheme name="카드뉴스(감사·칭찬)">
      <a:dk1>
        <a:srgbClr val="374842"/>
      </a:dk1>
      <a:lt1>
        <a:srgbClr val="FCFDFC"/>
      </a:lt1>
      <a:dk2>
        <a:srgbClr val="17342A"/>
      </a:dk2>
      <a:lt2>
        <a:srgbClr val="F4F7F5"/>
      </a:lt2>
      <a:accent1>
        <a:srgbClr val="2F5D4A"/>
      </a:accent1>
      <a:accent2>
        <a:srgbClr val="A9BFB4"/>
      </a:accent2>
      <a:accent3>
        <a:srgbClr val="5A6C65"/>
      </a:accent3>
      <a:accent4>
        <a:srgbClr val="CDD8D3"/>
      </a:accent4>
      <a:accent5>
        <a:srgbClr val="B3B9A8"/>
      </a:accent5>
      <a:accent6>
        <a:srgbClr val="CBD8D1"/>
      </a:accent6>
      <a:hlink>
        <a:srgbClr val="17342A"/>
      </a:hlink>
      <a:folHlink>
        <a:srgbClr val="5A6C65"/>
      </a:folHlink>
    </a:clrScheme>
    <a:fontScheme name="카드뉴스(감사·칭찬)">
      <a:majorFont>
        <a:latin typeface="Gill Sans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카드뉴스(감사·칭찬)</dc:title>
  <dc:subject>카드뉴스 · 감사·칭찬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