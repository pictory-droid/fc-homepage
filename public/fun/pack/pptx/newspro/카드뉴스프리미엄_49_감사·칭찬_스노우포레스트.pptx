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0942AC6-6756-4478-801D-34FE64E39404}">
          <p14:sldIdLst>
            <p14:sldId id="256"/>
          </p14:sldIdLst>
        </p14:section>
        <p14:section name="본문" id="{1C4421F9-673E-43B1-99F0-1B2456308648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F149B423-E1C6-4C25-AA4D-1E62BCDCCCF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2E54D7B5-5736-462A-B38B-A3A2224CBD9B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BDF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AC1B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0AA1C99-3C8C-410D-A59C-28403222F9D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60044B6-6EEE-49D9-8809-C6617919CC7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인사는 고마움으로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C71C2-7986-421B-ACCD-92F64FD403E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0AFC0A-FACB-4FE5-BD4C-A6E7423D365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75339-43D4-4CED-9710-761A57894DB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2D7EFA-FC30-40F8-A590-43E9F6449AD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54FD8-D2D5-4853-AAA2-C0B6D951C35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SNOW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374842"/>
      </a:dk1>
      <a:lt1>
        <a:srgbClr val="FCFDFC"/>
      </a:lt1>
      <a:dk2>
        <a:srgbClr val="17342A"/>
      </a:dk2>
      <a:lt2>
        <a:srgbClr val="F4F7F5"/>
      </a:lt2>
      <a:accent1>
        <a:srgbClr val="2F5D4A"/>
      </a:accent1>
      <a:accent2>
        <a:srgbClr val="A9BFB4"/>
      </a:accent2>
      <a:accent3>
        <a:srgbClr val="5A6C65"/>
      </a:accent3>
      <a:accent4>
        <a:srgbClr val="CDD8D3"/>
      </a:accent4>
      <a:accent5>
        <a:srgbClr val="B3B9A8"/>
      </a:accent5>
      <a:accent6>
        <a:srgbClr val="CBD8D1"/>
      </a:accent6>
      <a:hlink>
        <a:srgbClr val="17342A"/>
      </a:hlink>
      <a:folHlink>
        <a:srgbClr val="5A6C65"/>
      </a:folHlink>
    </a:clrScheme>
    <a:fontScheme name="카드뉴스(감사·칭찬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