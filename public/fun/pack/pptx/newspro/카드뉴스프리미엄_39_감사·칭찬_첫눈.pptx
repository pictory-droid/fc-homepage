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7E21D1C-3812-449F-A736-56466B0091A9}">
          <p14:sldIdLst>
            <p14:sldId id="256"/>
          </p14:sldIdLst>
        </p14:section>
        <p14:section name="본문" id="{59F4569D-72D8-41EC-95C5-CD004A9263C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2C3A5CC-2B19-470D-84CA-FED1D9FCFCE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0861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4701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6918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178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342900" y="-2057400"/>
            <a:ext cx="6172200" cy="6172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1371600" y="-1028700"/>
            <a:ext cx="4114800" cy="4114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2971800" y="640080"/>
            <a:ext cx="914400" cy="914400"/>
            <a:chOff x="2971800" y="640080"/>
            <a:chExt cx="914400" cy="914400"/>
          </a:xfrm>
        </p:grpSpPr>
        <p:sp>
          <p:nvSpPr>
            <p:cNvPr id="5" name="5-Point Star 4"/>
            <p:cNvSpPr/>
            <p:nvPr/>
          </p:nvSpPr>
          <p:spPr>
            <a:xfrm>
              <a:off x="2971800" y="640080"/>
              <a:ext cx="914400" cy="91440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B6E2D11-5840-4C44-8A8F-7054C9BAF8EA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5-Point Star 3"/>
            <p:cNvSpPr/>
            <p:nvPr/>
          </p:nvSpPr>
          <p:spPr>
            <a:xfrm>
              <a:off x="571500" y="6240780"/>
              <a:ext cx="320040" cy="32004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5-Point Star 5"/>
            <p:cNvSpPr/>
            <p:nvPr/>
          </p:nvSpPr>
          <p:spPr>
            <a:xfrm>
              <a:off x="5966460" y="6240780"/>
              <a:ext cx="320040" cy="32004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0861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4701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6918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178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342900" y="-2057400"/>
            <a:ext cx="6172200" cy="61722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1371600" y="-1028700"/>
            <a:ext cx="4114800" cy="4114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2971800" y="640080"/>
            <a:ext cx="914400" cy="914400"/>
            <a:chOff x="2971800" y="640080"/>
            <a:chExt cx="914400" cy="914400"/>
          </a:xfrm>
        </p:grpSpPr>
        <p:sp>
          <p:nvSpPr>
            <p:cNvPr id="5" name="5-Point Star 4"/>
            <p:cNvSpPr/>
            <p:nvPr/>
          </p:nvSpPr>
          <p:spPr>
            <a:xfrm>
              <a:off x="2971800" y="640080"/>
              <a:ext cx="914400" cy="91440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E90C167-ADCB-4DF2-9DDA-10037D5E9DD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5-Point Star 3"/>
            <p:cNvSpPr/>
            <p:nvPr/>
          </p:nvSpPr>
          <p:spPr>
            <a:xfrm>
              <a:off x="571500" y="6240780"/>
              <a:ext cx="320040" cy="32004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5-Point Star 5"/>
            <p:cNvSpPr/>
            <p:nvPr/>
          </p:nvSpPr>
          <p:spPr>
            <a:xfrm>
              <a:off x="5966460" y="6240780"/>
              <a:ext cx="320040" cy="32004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D3E36D4-8497-4459-8E33-D7EFF6D0CF4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3154680" y="5212080"/>
              <a:ext cx="548640" cy="548640"/>
            </a:xfrm>
            <a:prstGeom prst="star5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고마운 분께 손편지 쓰기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426A-AA88-4F37-916F-D02B9A9AE2B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0B6E-4A2B-42E1-A6F5-6653460E355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6C1CA-C25C-4C7B-A802-2A2292B0FCE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83AC-8001-42F7-BF4D-778B7E80D9D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F06-13CE-44ED-92E4-1F10E645986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573A64"/>
      </a:dk2>
      <a:lt2>
        <a:srgbClr val="EBF1F7"/>
      </a:lt2>
      <a:accent1>
        <a:srgbClr val="89A9CC"/>
      </a:accent1>
      <a:accent2>
        <a:srgbClr val="BBBD8F"/>
      </a:accent2>
      <a:accent3>
        <a:srgbClr val="2C3C4E"/>
      </a:accent3>
      <a:accent4>
        <a:srgbClr val="CEDDEE"/>
      </a:accent4>
      <a:accent5>
        <a:srgbClr val="C6A3E0"/>
      </a:accent5>
      <a:accent6>
        <a:srgbClr val="BCE6D8"/>
      </a:accent6>
      <a:hlink>
        <a:srgbClr val="573A64"/>
      </a:hlink>
      <a:folHlink>
        <a:srgbClr val="2C3C4E"/>
      </a:folHlink>
    </a:clrScheme>
    <a:fontScheme name="카드뉴스(감사·칭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