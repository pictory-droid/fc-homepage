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F62FE36-E557-460C-8CC6-66EC1D04F940}">
          <p14:sldIdLst>
            <p14:sldId id="256"/>
          </p14:sldIdLst>
        </p14:section>
        <p14:section name="본문" id="{C78B1C2F-78EC-45F9-A4AD-C80596207CC2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D093A510-BAA0-41D0-918C-3C678A6B5D0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246120" y="1188720"/>
            <a:ext cx="365760" cy="365760"/>
            <a:chOff x="3246120" y="1188720"/>
            <a:chExt cx="365760" cy="365760"/>
          </a:xfrm>
        </p:grpSpPr>
        <p:sp>
          <p:nvSpPr>
            <p:cNvPr id="11" name="Teardrop 10"/>
            <p:cNvSpPr/>
            <p:nvPr/>
          </p:nvSpPr>
          <p:spPr>
            <a:xfrm rot="18900000">
              <a:off x="3246120" y="1188720"/>
              <a:ext cx="365760" cy="36576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5D609CA-0F9A-480C-A26D-C78128C87D11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Teardrop 3"/>
            <p:cNvSpPr/>
            <p:nvPr/>
          </p:nvSpPr>
          <p:spPr>
            <a:xfrm rot="18900000">
              <a:off x="571500" y="6240780"/>
              <a:ext cx="320040" cy="32004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Teardrop 5"/>
            <p:cNvSpPr/>
            <p:nvPr/>
          </p:nvSpPr>
          <p:spPr>
            <a:xfrm rot="18900000">
              <a:off x="5966460" y="6240780"/>
              <a:ext cx="320040" cy="32004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5897880" y="2057400"/>
            <a:ext cx="548640" cy="27432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2959" y="2057400"/>
            <a:ext cx="521208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822959" y="2441448"/>
            <a:ext cx="521208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822959" y="3840480"/>
            <a:ext cx="521208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822959" y="4389120"/>
            <a:ext cx="521208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5650992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473952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5650992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6473952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3246120" y="1188720"/>
            <a:ext cx="365760" cy="365760"/>
            <a:chOff x="3246120" y="1188720"/>
            <a:chExt cx="365760" cy="365760"/>
          </a:xfrm>
        </p:grpSpPr>
        <p:sp>
          <p:nvSpPr>
            <p:cNvPr id="11" name="Teardrop 10"/>
            <p:cNvSpPr/>
            <p:nvPr/>
          </p:nvSpPr>
          <p:spPr>
            <a:xfrm rot="18900000">
              <a:off x="3246120" y="1188720"/>
              <a:ext cx="365760" cy="36576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260604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840480" y="1371600"/>
            <a:ext cx="41148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5943600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234439" y="594360"/>
            <a:ext cx="438912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439C866-76E6-4960-A100-D066C085EC0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960119" y="594360"/>
            <a:ext cx="493776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Teardrop 3"/>
            <p:cNvSpPr/>
            <p:nvPr/>
          </p:nvSpPr>
          <p:spPr>
            <a:xfrm rot="18900000">
              <a:off x="571500" y="6240780"/>
              <a:ext cx="320040" cy="32004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66460" y="6240780"/>
            <a:ext cx="320040" cy="320040"/>
            <a:chOff x="5966460" y="6240780"/>
            <a:chExt cx="320040" cy="320040"/>
          </a:xfrm>
        </p:grpSpPr>
        <p:sp>
          <p:nvSpPr>
            <p:cNvPr id="6" name="Teardrop 5"/>
            <p:cNvSpPr/>
            <p:nvPr/>
          </p:nvSpPr>
          <p:spPr>
            <a:xfrm rot="18900000">
              <a:off x="5966460" y="6240780"/>
              <a:ext cx="320040" cy="320040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3AF13F8-6CE2-4711-BB29-419E3C5D72B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Teardrop 5"/>
            <p:cNvSpPr/>
            <p:nvPr/>
          </p:nvSpPr>
          <p:spPr>
            <a:xfrm rot="18900000">
              <a:off x="3154680" y="5212080"/>
              <a:ext cx="548640" cy="548640"/>
            </a:xfrm>
            <a:prstGeom prst="teardrop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감나무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추석 인사 한 줄 보내기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77CC-1711-49D2-808F-C85296E32E0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A7751-98D5-461C-8348-074D55B6E71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C8CA4-B237-4BF1-99AC-A1FBF3CFE2B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0BF3B9-8131-4B0B-949E-9BAA7B83A3C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3F97A-6337-416E-BAC0-A1FA15A58DB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감나무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4A643A"/>
      </a:dk2>
      <a:lt2>
        <a:srgbClr val="F5EBE2"/>
      </a:lt2>
      <a:accent1>
        <a:srgbClr val="CFA37C"/>
      </a:accent1>
      <a:accent2>
        <a:srgbClr val="8385BE"/>
      </a:accent2>
      <a:accent3>
        <a:srgbClr val="4E3C2C"/>
      </a:accent3>
      <a:accent4>
        <a:srgbClr val="F0DDCB"/>
      </a:accent4>
      <a:accent5>
        <a:srgbClr val="C2E0A3"/>
      </a:accent5>
      <a:accent6>
        <a:srgbClr val="E6BCCD"/>
      </a:accent6>
      <a:hlink>
        <a:srgbClr val="4A643A"/>
      </a:hlink>
      <a:folHlink>
        <a:srgbClr val="4E3C2C"/>
      </a:folHlink>
    </a:clrScheme>
    <a:fontScheme name="카드뉴스(계절 안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