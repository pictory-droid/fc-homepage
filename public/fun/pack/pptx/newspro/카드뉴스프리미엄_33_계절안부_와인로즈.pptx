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D7B03E1-13BF-4A46-9CDE-FEFB0952C919}">
          <p14:sldIdLst>
            <p14:sldId id="256"/>
          </p14:sldIdLst>
        </p14:section>
        <p14:section name="본문" id="{9E8E393C-7C4C-4E07-82F0-6D708D80425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2DC76CE-C89F-418E-80AB-4396AFF7554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C4E2F2AA-0C6C-43E2-AD12-458E982A3E9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6E0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FC4C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유리판 1"/>
          <p:cNvSpPr/>
          <p:nvPr/>
        </p:nvSpPr>
        <p:spPr>
          <a:xfrm rot="21000000">
            <a:off x="1645920" y="868680"/>
            <a:ext cx="2286000" cy="2377440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유리판 2"/>
          <p:cNvSpPr/>
          <p:nvPr/>
        </p:nvSpPr>
        <p:spPr>
          <a:xfrm rot="360000">
            <a:off x="2286000" y="594359"/>
            <a:ext cx="2286000" cy="2377440"/>
          </a:xfrm>
          <a:prstGeom prst="rect">
            <a:avLst/>
          </a:prstGeom>
          <a:solidFill>
            <a:schemeClr val="accent2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유리판 3"/>
          <p:cNvSpPr/>
          <p:nvPr/>
        </p:nvSpPr>
        <p:spPr>
          <a:xfrm rot="21420000">
            <a:off x="2743200" y="274319"/>
            <a:ext cx="2286000" cy="23774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바깥 선"/>
          <p:cNvSpPr/>
          <p:nvPr/>
        </p:nvSpPr>
        <p:spPr>
          <a:xfrm rot="21420000">
            <a:off x="2057400" y="365759"/>
            <a:ext cx="2743200" cy="28346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포인트 고리"/>
          <p:cNvSpPr/>
          <p:nvPr/>
        </p:nvSpPr>
        <p:spPr>
          <a:xfrm>
            <a:off x="3730752" y="685800"/>
            <a:ext cx="768096" cy="768096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227C056B-8AB6-4F3F-95E3-FEEC14B3A91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0002E4E7-DAF4-41DB-9797-B18816AB910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일교차 큰 날 옷차림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F2F44-4351-4744-AF36-3BD0D726BC4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872DE-4F1D-43BB-AA68-B781D32855E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B8F2A-30D5-46C9-96C7-9ECE5CBF4D5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AF1D4-8ED7-4572-AB6E-2EBAE8630ED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35E71-ACDD-4266-A3AF-1297794452F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48373D"/>
      </a:dk1>
      <a:lt1>
        <a:srgbClr val="FDFBFB"/>
      </a:lt1>
      <a:dk2>
        <a:srgbClr val="451524"/>
      </a:dk2>
      <a:lt2>
        <a:srgbClr val="F9F1F0"/>
      </a:lt2>
      <a:accent1>
        <a:srgbClr val="8A2D45"/>
      </a:accent1>
      <a:accent2>
        <a:srgbClr val="D69AA3"/>
      </a:accent2>
      <a:accent3>
        <a:srgbClr val="8D727A"/>
      </a:accent3>
      <a:accent4>
        <a:srgbClr val="E3CACE"/>
      </a:accent4>
      <a:accent5>
        <a:srgbClr val="C79A82"/>
      </a:accent5>
      <a:accent6>
        <a:srgbClr val="E6C1C6"/>
      </a:accent6>
      <a:hlink>
        <a:srgbClr val="451524"/>
      </a:hlink>
      <a:folHlink>
        <a:srgbClr val="8D727A"/>
      </a:folHlink>
    </a:clrScheme>
    <a:fontScheme name="카드뉴스(계절 안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