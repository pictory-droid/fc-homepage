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C83C81E-E2D9-4C10-952A-236AD942A768}">
          <p14:sldIdLst>
            <p14:sldId id="256"/>
          </p14:sldIdLst>
        </p14:section>
        <p14:section name="본문" id="{E112F3CC-CA3E-4518-925B-974C18702B7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271378D-2362-4967-9B77-E478CC2080D3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번호와 글을 눌러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194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85800" y="2578608"/>
            <a:ext cx="5486400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02336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45720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685800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0" y="731520"/>
            <a:ext cx="6858000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0" y="1143000"/>
            <a:ext cx="6858000" cy="228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0" y="1371600"/>
            <a:ext cx="6858000" cy="128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0" y="1499616"/>
            <a:ext cx="6858000" cy="731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39319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45CDCCD-0809-4526-8EAC-0849A7A2B042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196596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1188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3369564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85800" y="2194560"/>
            <a:ext cx="5486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85800" y="2578608"/>
            <a:ext cx="5486400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3400" b="0" spc="0">
                <a:solidFill>
                  <a:srgbClr val="FCF7EA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85800" y="4023360"/>
            <a:ext cx="5486400" cy="5029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400" b="0" spc="0">
                <a:solidFill>
                  <a:srgbClr val="BEB5A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85800" y="4572000"/>
            <a:ext cx="548640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rgbClr val="8D817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685800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0" y="731520"/>
            <a:ext cx="6858000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0" y="1143000"/>
            <a:ext cx="6858000" cy="2286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0" y="1371600"/>
            <a:ext cx="6858000" cy="1280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0" y="1499616"/>
            <a:ext cx="6858000" cy="731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3931920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4747AB3B-3E95-4FF3-A679-BED4F67C1CE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5486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19202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2918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66344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5486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19202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2918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66344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196596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11880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3369564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39319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3063240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725C99B-DB15-4B5A-81FD-B6BE0D12F02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822959" y="2331720"/>
            <a:ext cx="5212080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6126480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5760720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5394960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5413019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555421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5819585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6177113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2926080" y="1520189"/>
            <a:ext cx="1005840" cy="251460"/>
            <a:chOff x="2926080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3303270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292608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3634740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2880360" y="5349240"/>
            <a:ext cx="1097279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3369564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올해의 마지막 한 주 보내는 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옆으로 넘겨 보세요 →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오늘의 한마디 · 카드뉴스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01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점심은 거르지 마세요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8ABAB3-C3B8-4879-B3E2-A4299803C28F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바빠도 한 끼는 앉아서 먹어요. 오후가 달라져요.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02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전화 한 통 걸어 보세요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5D8CAD-45F5-40A3-BF18-8A16B7A5AE9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문자보다 목소리가 먼저 떠오르는 사람이 있다면 지금 걸어 보세요.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03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메모 한 장 남기기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0FF4B-C672-4D71-8831-16F2F385D3A3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생각났을 때 적어 두면 다음 주의 내가 고마워해요.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04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퇴근길 한 정거장 걷기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3862D5-6496-47FF-B76E-DF0CF52B75A4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한 정거장 먼저 내려 걸으면 머리가 정리돼요.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05 / 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오늘은 일찍 자기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96D092-BA35-44BA-99F5-B1B4D82E4E3B}" type="slidenum">
              <a:rPr lang="en-US"/>
              <a:t>‹#›</a:t>
            </a:fld>
            <a:endParaRPr lang="en-US"/>
          </a:p>
        </p:txBody>
      </p:sp>
      <p:sp>
        <p:nvSpPr>
          <p:cNvPr id="5" name="번호"/>
          <p:cNvSpPr txBox="1"/>
          <p:nvPr/>
        </p:nvSpPr>
        <p:spPr>
          <a:xfrm>
            <a:off x="548640" y="1737360"/>
            <a:ext cx="237744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6600" b="1" i="0" lang="ko-KR">
                <a:solidFill>
                  <a:schemeClr val="accent1"/>
                </a:solidFill>
                <a:latin typeface="+mj-lt"/>
                <a:ea typeface="+mj-ea"/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548640" y="3291840"/>
            <a:ext cx="576072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5000"/>
              </a:lnSpc>
            </a:pPr>
            <a:r>
              <a:rPr sz="2600" b="0" i="0" lang="ko-KR">
                <a:solidFill>
                  <a:schemeClr val="tx1"/>
                </a:solidFill>
              </a:rPr>
              <a:t>미룬 일은 내일 해도 돼요. 오늘은 불을 일찍 끄세요.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LUCKY  ·  CARD NEWS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저장해 두고 필요할 때 꺼내 보세요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마음에 들면 공유해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이름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카드뉴스(오늘의 한마디)">
  <a:themeElements>
    <a:clrScheme name="카드뉴스(오늘의 한마디)">
      <a:dk1>
        <a:srgbClr val="FCF7EA"/>
      </a:dk1>
      <a:lt1>
        <a:srgbClr val="2F1119"/>
      </a:lt1>
      <a:dk2>
        <a:srgbClr val="F6E3B4"/>
      </a:dk2>
      <a:lt2>
        <a:srgbClr val="1E0B10"/>
      </a:lt2>
      <a:accent1>
        <a:srgbClr val="E2B659"/>
      </a:accent1>
      <a:accent2>
        <a:srgbClr val="C0283C"/>
      </a:accent2>
      <a:accent3>
        <a:srgbClr val="13070A"/>
      </a:accent3>
      <a:accent4>
        <a:srgbClr val="431924"/>
      </a:accent4>
      <a:accent5>
        <a:srgbClr val="EAC871"/>
      </a:accent5>
      <a:accent6>
        <a:srgbClr val="8F1F2F"/>
      </a:accent6>
      <a:hlink>
        <a:srgbClr val="F6E3B4"/>
      </a:hlink>
      <a:folHlink>
        <a:srgbClr val="13070A"/>
      </a:folHlink>
    </a:clrScheme>
    <a:fontScheme name="카드뉴스(오늘의 한마디)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>카드뉴스 · 오늘의 한마디</dc:subject>
  <dc:creator>우체국보험 상담 안내</dc:creator>
  <cp:keywords>카드뉴스,PPT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