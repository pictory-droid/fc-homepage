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B0947EE-B2B6-4244-8984-5A03351B3326}">
          <p14:sldIdLst>
            <p14:sldId id="256"/>
          </p14:sldIdLst>
        </p14:section>
        <p14:section name="본문" id="{FEF26F85-5290-4635-984E-07542F96912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B9196D7-279C-4137-941C-EAEE6587D6D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3CEE053-1E5E-43B3-B446-C1697540F78D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BB89AF9C-04EE-416F-B393-30CB662FB33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7CF4A73-3FCF-4CC5-837D-C6BB6DC2E11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마무리 한 주 보내는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2BEA-7332-4B42-858C-BCC5B2C2B25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6417-0DF6-464D-9188-8281787CF7E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9E627-1047-4D9D-B47E-7DA0B1C4660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7750-4AC1-4D8D-BFA7-15E30A5CEAD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E548-F645-4034-AB8A-E59F8FE8EDE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카드뉴스(오늘의 한마디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