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00C07176-B24D-4A4D-98DE-A25D49428952}">
          <p14:sldIdLst>
            <p14:sldId id="256"/>
          </p14:sldIdLst>
        </p14:section>
        <p14:section name="본문" id="{B3BD433E-ED61-4A79-A805-783DE39BD677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D75984C2-3A5C-4CB2-9ACA-31CCACB85DCF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685800" y="205739"/>
            <a:ext cx="5486400" cy="1508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28803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85800" y="3264408"/>
            <a:ext cx="5486400" cy="13258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4663440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DB6B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2120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B858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6858000" cy="1920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81528" y="1572768"/>
            <a:ext cx="694944" cy="694944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4" name="테마 장식"/>
          <p:cNvGrpSpPr/>
          <p:nvPr/>
        </p:nvGrpSpPr>
        <p:grpSpPr>
          <a:xfrm>
            <a:off x="3273552" y="1764792"/>
            <a:ext cx="310896" cy="310896"/>
            <a:chOff x="3273552" y="1764792"/>
            <a:chExt cx="310896" cy="310896"/>
          </a:xfrm>
        </p:grpSpPr>
        <p:sp>
          <p:nvSpPr>
            <p:cNvPr id="5" name="Plus 4"/>
            <p:cNvSpPr/>
            <p:nvPr/>
          </p:nvSpPr>
          <p:spPr>
            <a:xfrm>
              <a:off x="3273552" y="1764792"/>
              <a:ext cx="310896" cy="310896"/>
            </a:xfrm>
            <a:prstGeom prst="mathPlus">
              <a:avLst>
                <a:gd name="adj1" fmla="val 12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548640" y="320040"/>
            <a:ext cx="43891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4937759" y="502920"/>
            <a:ext cx="1371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212080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ACAA0F0E-7CDD-448E-8B91-5C867D404209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6858000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6858000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685800" y="205739"/>
            <a:ext cx="5486400" cy="1508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28803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85800" y="3264408"/>
            <a:ext cx="5486400" cy="13258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4663440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DB6B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2120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B858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6858000" cy="1920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81528" y="1572768"/>
            <a:ext cx="694944" cy="694944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4" name="테마 장식"/>
          <p:cNvGrpSpPr/>
          <p:nvPr/>
        </p:nvGrpSpPr>
        <p:grpSpPr>
          <a:xfrm>
            <a:off x="3273552" y="1764792"/>
            <a:ext cx="310896" cy="310896"/>
            <a:chOff x="3273552" y="1764792"/>
            <a:chExt cx="310896" cy="310896"/>
          </a:xfrm>
        </p:grpSpPr>
        <p:sp>
          <p:nvSpPr>
            <p:cNvPr id="5" name="Plus 4"/>
            <p:cNvSpPr/>
            <p:nvPr/>
          </p:nvSpPr>
          <p:spPr>
            <a:xfrm>
              <a:off x="3273552" y="1764792"/>
              <a:ext cx="310896" cy="310896"/>
            </a:xfrm>
            <a:prstGeom prst="mathPlus">
              <a:avLst>
                <a:gd name="adj1" fmla="val 12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548640" y="320040"/>
            <a:ext cx="43891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4937759" y="502920"/>
            <a:ext cx="1371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212080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E9C23FC3-15ED-41E9-A358-34B2E28B38D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6858000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6858000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73152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212080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DF99F574-3DF9-48DF-AEC9-133BD1B234D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6858000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6858000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ROSEGOLD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ROSEGOLD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건강 습관 하나만 정해 보세요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건강·안심 습관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아침 물 한 잔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4BBC7-EFEA-4361-9C2B-C8968214349D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일어나자마자 미지근한 물 한 잔으로 하루를 시작해 보세요.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하루 십 분 걷기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5FD15-196F-4BBF-BC2E-1F0F5AF9D787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점심 식사 후 십 분만 걸어도 몸이 한결 가벼워져요.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검진 날짜 적어 두기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B83A2E-839D-4DC4-B985-185EDB6AD151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달력에 검진 예정일을 적어 두면 미루지 않게 돼요.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잠들기 전 스마트폰 내려놓기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D9D17-DECF-4D24-8B03-4768AE39D70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잠자리에 들기 삼십 분 전에는 화면을 꺼 보세요.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건강 이야기 나누기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9900-73E2-4B9E-8881-90A5820F86A7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일주일에 한 번, 서로의 안부와 컨디션을 물어보세요.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ROSEGOLD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ROSEGOLD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건강·안심 습관)">
  <a:themeElements>
    <a:clrScheme name="카드뉴스(건강·안심 습관)">
      <a:dk1>
        <a:srgbClr val="FBF5F4"/>
      </a:dk1>
      <a:lt1>
        <a:srgbClr val="291F22"/>
      </a:lt1>
      <a:dk2>
        <a:srgbClr val="F1DDD6"/>
      </a:dk2>
      <a:lt2>
        <a:srgbClr val="1C1517"/>
      </a:lt2>
      <a:accent1>
        <a:srgbClr val="D49A8A"/>
      </a:accent1>
      <a:accent2>
        <a:srgbClr val="9E7B84"/>
      </a:accent2>
      <a:accent3>
        <a:srgbClr val="110D0E"/>
      </a:accent3>
      <a:accent4>
        <a:srgbClr val="392B2F"/>
      </a:accent4>
      <a:accent5>
        <a:srgbClr val="E0AB9B"/>
      </a:accent5>
      <a:accent6>
        <a:srgbClr val="775C63"/>
      </a:accent6>
      <a:hlink>
        <a:srgbClr val="F1DDD6"/>
      </a:hlink>
      <a:folHlink>
        <a:srgbClr val="110D0E"/>
      </a:folHlink>
    </a:clrScheme>
    <a:fontScheme name="카드뉴스(건강·안심 습관)">
      <a:majorFont>
        <a:latin typeface="Franklin Gothic Medium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>카드뉴스 · 건강·안심 습관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