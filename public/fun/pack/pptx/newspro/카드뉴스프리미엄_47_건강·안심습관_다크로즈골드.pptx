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FADAE3E-AE9C-4033-AC03-F1AEAED80464}">
          <p14:sldIdLst>
            <p14:sldId id="256"/>
          </p14:sldIdLst>
        </p14:section>
        <p14:section name="본문" id="{EC5650DF-8DCF-44E1-A80F-0854C3CA8CD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56597BF-46C8-45D8-B2E0-70E06070835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Plus 4"/>
            <p:cNvSpPr/>
            <p:nvPr/>
          </p:nvSpPr>
          <p:spPr>
            <a:xfrm>
              <a:off x="3273552" y="1764792"/>
              <a:ext cx="310896" cy="310896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8D6336F-2770-4B11-BB54-B248B55B7FD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Plus 4"/>
            <p:cNvSpPr/>
            <p:nvPr/>
          </p:nvSpPr>
          <p:spPr>
            <a:xfrm>
              <a:off x="3273552" y="1764792"/>
              <a:ext cx="310896" cy="310896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B03A528-0262-4024-8CFA-1FAD6D70D1A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3A0F8C8F-6BDB-4067-9118-23E1011422A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ROSEGOLD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건강 습관 하나만 정해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C212D-48F6-42D0-85F3-D29620BCD58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930B9-F3E4-494C-A426-11E4BE33624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92F5B-950E-44E5-977A-0562090512C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AB6D-B846-4D94-9D7C-09103F5A66C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74B5-8BAB-4577-884D-530847AE4F9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ROSEGOLD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카드뉴스(건강·안심 습관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