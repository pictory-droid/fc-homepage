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EB7EB58-AC9B-4C70-B5F1-4FE17124C8E1}">
          <p14:sldIdLst>
            <p14:sldId id="256"/>
          </p14:sldIdLst>
        </p14:section>
        <p14:section name="본문" id="{5DED2828-EA9C-4678-8F7E-497D0ED7B3AD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73BE4820-35F0-4DFD-A4BD-5C0BA31ADB4B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211580" y="891539"/>
            <a:ext cx="443484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211580" y="1275587"/>
            <a:ext cx="443484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211580" y="2446020"/>
            <a:ext cx="443484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234440" y="5554980"/>
            <a:ext cx="438912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891540" y="617219"/>
            <a:ext cx="5074920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685800" y="3291839"/>
            <a:ext cx="5486400" cy="3291840"/>
          </a:xfrm>
          <a:custGeom>
            <a:avLst/>
            <a:gdLst/>
            <a:ahLst/>
            <a:cxnLst/>
            <a:rect l="l" t="t" r="r" b="b"/>
            <a:pathLst>
              <a:path w="5486400" h="3291840">
                <a:moveTo>
                  <a:pt x="0" y="0"/>
                </a:moveTo>
                <a:lnTo>
                  <a:pt x="2743200" y="1508761"/>
                </a:lnTo>
                <a:lnTo>
                  <a:pt x="5486400" y="0"/>
                </a:lnTo>
                <a:lnTo>
                  <a:pt x="5486400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85800" y="3291839"/>
            <a:ext cx="2743200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3429000" y="3291839"/>
            <a:ext cx="2743200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3017520" y="4389120"/>
            <a:ext cx="822959" cy="822959"/>
          </a:xfrm>
          <a:prstGeom prst="star12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3278124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8ED9410-7345-4A26-A629-9D4051578DBC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2880360" y="1481328"/>
            <a:ext cx="1097279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3346704" y="1344168"/>
            <a:ext cx="164592" cy="274320"/>
            <a:chOff x="3346704" y="1344168"/>
            <a:chExt cx="164592" cy="274320"/>
          </a:xfrm>
        </p:grpSpPr>
        <p:sp>
          <p:nvSpPr>
            <p:cNvPr id="4" name="Moon 3"/>
            <p:cNvSpPr/>
            <p:nvPr/>
          </p:nvSpPr>
          <p:spPr>
            <a:xfrm>
              <a:off x="3346704" y="1344168"/>
              <a:ext cx="164592" cy="274320"/>
            </a:xfrm>
            <a:prstGeom prst="moo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211580" y="891539"/>
            <a:ext cx="443484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11580" y="1275587"/>
            <a:ext cx="443484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211580" y="2446020"/>
            <a:ext cx="443484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234440" y="5554980"/>
            <a:ext cx="438912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891540" y="617219"/>
            <a:ext cx="5074920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685800" y="3291839"/>
            <a:ext cx="5486400" cy="3291840"/>
          </a:xfrm>
          <a:custGeom>
            <a:avLst/>
            <a:gdLst/>
            <a:ahLst/>
            <a:cxnLst/>
            <a:rect l="l" t="t" r="r" b="b"/>
            <a:pathLst>
              <a:path w="5486400" h="3291840">
                <a:moveTo>
                  <a:pt x="0" y="0"/>
                </a:moveTo>
                <a:lnTo>
                  <a:pt x="2743200" y="1508761"/>
                </a:lnTo>
                <a:lnTo>
                  <a:pt x="5486400" y="0"/>
                </a:lnTo>
                <a:lnTo>
                  <a:pt x="5486400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85800" y="3291839"/>
            <a:ext cx="2743200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3429000" y="3291839"/>
            <a:ext cx="2743200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3017520" y="4389120"/>
            <a:ext cx="822959" cy="822959"/>
          </a:xfrm>
          <a:prstGeom prst="star12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3278124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BA29B66-2964-41CF-9398-D974EDE8B4A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2880360" y="1481328"/>
            <a:ext cx="1097279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3346704" y="1344168"/>
            <a:ext cx="164592" cy="274320"/>
            <a:chOff x="3346704" y="1344168"/>
            <a:chExt cx="164592" cy="274320"/>
          </a:xfrm>
        </p:grpSpPr>
        <p:sp>
          <p:nvSpPr>
            <p:cNvPr id="4" name="Moon 3"/>
            <p:cNvSpPr/>
            <p:nvPr/>
          </p:nvSpPr>
          <p:spPr>
            <a:xfrm>
              <a:off x="3346704" y="1344168"/>
              <a:ext cx="164592" cy="274320"/>
            </a:xfrm>
            <a:prstGeom prst="moo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52849CB-A0CF-499B-8158-3B830A82619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264408" y="5212080"/>
            <a:ext cx="329184" cy="548640"/>
            <a:chOff x="3264408" y="5212080"/>
            <a:chExt cx="329184" cy="548640"/>
          </a:xfrm>
        </p:grpSpPr>
        <p:sp>
          <p:nvSpPr>
            <p:cNvPr id="6" name="Moon 5"/>
            <p:cNvSpPr/>
            <p:nvPr/>
          </p:nvSpPr>
          <p:spPr>
            <a:xfrm>
              <a:off x="3264408" y="5212080"/>
              <a:ext cx="329184" cy="548640"/>
            </a:xfrm>
            <a:prstGeom prst="moon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수고했다는 말, 퇴근하는 사람에게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감사·칭찬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고맙다는 말 먼저 건네기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A2D4B-85DB-41A4-B073-12FD0211302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작은 일에도 ‘고마워요’를 먼저 말해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칭찬 한 줄 적어 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CF83-9763-4035-B314-22E9AA40EC5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메모지에 칭찬 한 줄을 적어 가족 책상에 붙여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퇴근한 사람에게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69F7-D0C8-4F89-AD80-9614A810847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‘오늘도 고생했어’ 한마디면 충분해요.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 일기 세 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B3C53-6EF1-42E7-A1B4-AAC875F86D5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오늘 고마웠던 일 세 가지를 적어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엽서 한 장 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09BAD-515C-4A68-821F-6E9B5674FE0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짧아도 좋아요. 우체통에 넣는 순간 설레요.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감사·칭찬)">
  <a:themeElements>
    <a:clrScheme name="카드뉴스(감사·칭찬)">
      <a:dk1>
        <a:srgbClr val="2B2724"/>
      </a:dk1>
      <a:lt1>
        <a:srgbClr val="FFFFFF"/>
      </a:lt1>
      <a:dk2>
        <a:srgbClr val="3A4564"/>
      </a:dk2>
      <a:lt2>
        <a:srgbClr val="DEF7F9"/>
      </a:lt2>
      <a:accent1>
        <a:srgbClr val="7EDAE2"/>
      </a:accent1>
      <a:accent2>
        <a:srgbClr val="CF86C9"/>
      </a:accent2>
      <a:accent3>
        <a:srgbClr val="2C4B4E"/>
      </a:accent3>
      <a:accent4>
        <a:srgbClr val="C5F3F7"/>
      </a:accent4>
      <a:accent5>
        <a:srgbClr val="AAA3E0"/>
      </a:accent5>
      <a:accent6>
        <a:srgbClr val="BCE6C5"/>
      </a:accent6>
      <a:hlink>
        <a:srgbClr val="3A4564"/>
      </a:hlink>
      <a:folHlink>
        <a:srgbClr val="2C4B4E"/>
      </a:folHlink>
    </a:clrScheme>
    <a:fontScheme name="카드뉴스(감사·칭찬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>카드뉴스 · 감사·칭찬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