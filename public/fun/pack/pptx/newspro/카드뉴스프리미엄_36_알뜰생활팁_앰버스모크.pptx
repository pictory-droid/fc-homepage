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89FA93A-4637-4283-9AE8-B8896FFA5CDE}">
          <p14:sldIdLst>
            <p14:sldId id="256"/>
          </p14:sldIdLst>
        </p14:section>
        <p14:section name="본문" id="{1F63E467-30AB-4FEA-A7FE-24B3C89A015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5CE568F-7477-424E-B3BE-549EFA1CBF9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30DFFED-2291-450A-8ED3-1A474E18B05A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22959" y="1097280"/>
            <a:ext cx="521208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822959" y="1481328"/>
            <a:ext cx="521208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822959" y="2697480"/>
            <a:ext cx="521208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822959" y="3200400"/>
            <a:ext cx="521208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1371600"/>
            <a:ext cx="6858000" cy="12984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435608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2606040"/>
            <a:ext cx="6858000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6217920" y="1929384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0E5521A-062D-432A-811C-F5A9B01BDDD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73152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4EAE981-B393-48FE-BBAB-05EF7F8B0A0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통장 쪼개기, 이렇게 시작하세요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C79CC-150F-4D26-8318-1CA1A473E0E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03E93-91B1-4E5A-85A0-C97E21FE0E6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271E7-42E7-454B-97AE-93AC53FB603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AD784E-23E5-4A89-BEF9-E0BB36DAC45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44B9E-179E-436E-AFF1-7318ACB99BA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카드뉴스(알뜰 생활 팁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