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311E412-7CF1-46D9-A1CA-0AE3FF4261D4}">
          <p14:sldIdLst>
            <p14:sldId id="256"/>
          </p14:sldIdLst>
        </p14:section>
        <p14:section name="본문" id="{3A302FDF-B475-43F8-A0D5-38F85A72F99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51F073E-8845-4AC5-BBFA-13BD52575D6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2A65613-1323-47BD-BF85-8D0CB6E4A868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9A995BC-30C5-446F-89F3-13BC8398198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C28E186-D021-4B56-8155-101C94A83D2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통장 쪼개기, 이렇게 시작하세요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43B3-5198-4E49-8313-28FB0851914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4D5E-89B6-46C5-AF5E-79F4F9A2814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995D-CB0C-46C4-BF16-84907EF5D92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11459-1015-409D-BBDE-7055174C032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BBE57-D0C6-4558-985A-A82B25BAB0B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FBF6EE"/>
      </a:dk1>
      <a:lt1>
        <a:srgbClr val="281F19"/>
      </a:lt1>
      <a:dk2>
        <a:srgbClr val="F2DFC3"/>
      </a:dk2>
      <a:lt2>
        <a:srgbClr val="1A1410"/>
      </a:lt2>
      <a:accent1>
        <a:srgbClr val="E0963A"/>
      </a:accent1>
      <a:accent2>
        <a:srgbClr val="A8715A"/>
      </a:accent2>
      <a:accent3>
        <a:srgbClr val="100C0A"/>
      </a:accent3>
      <a:accent4>
        <a:srgbClr val="3A2C23"/>
      </a:accent4>
      <a:accent5>
        <a:srgbClr val="E8A94E"/>
      </a:accent5>
      <a:accent6>
        <a:srgbClr val="7D5544"/>
      </a:accent6>
      <a:hlink>
        <a:srgbClr val="F2DFC3"/>
      </a:hlink>
      <a:folHlink>
        <a:srgbClr val="100C0A"/>
      </a:folHlink>
    </a:clrScheme>
    <a:fontScheme name="카드뉴스(알뜰 생활 팁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