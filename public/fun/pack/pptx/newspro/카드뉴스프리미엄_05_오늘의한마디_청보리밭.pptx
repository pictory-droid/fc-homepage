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462D140-8B59-45AD-95AC-0881F78AB5AA}">
          <p14:sldIdLst>
            <p14:sldId id="256"/>
          </p14:sldIdLst>
        </p14:section>
        <p14:section name="본문" id="{0DB5F1F8-3133-4D18-8243-5E28E9D7E8C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293E695-EC38-4C58-AA59-470ABB26860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822959" y="704088"/>
            <a:ext cx="5212080" cy="1234439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14400" y="274320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14400" y="3127248"/>
            <a:ext cx="50292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14400" y="4526280"/>
            <a:ext cx="50292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14400" y="5074920"/>
            <a:ext cx="50292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548640" y="685800"/>
            <a:ext cx="5760720" cy="5486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윗면"/>
          <p:cNvSpPr/>
          <p:nvPr/>
        </p:nvSpPr>
        <p:spPr>
          <a:xfrm>
            <a:off x="548640" y="685800"/>
            <a:ext cx="5760720" cy="1508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2194560"/>
            <a:ext cx="5394959" cy="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45DBA49B-708B-44FA-A8F0-AB1A6518A0EC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516636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822959" y="704088"/>
            <a:ext cx="5212080" cy="1234439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14400" y="274320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14400" y="3127248"/>
            <a:ext cx="50292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14400" y="4526280"/>
            <a:ext cx="50292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14400" y="5074920"/>
            <a:ext cx="50292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548640" y="685800"/>
            <a:ext cx="5760720" cy="5486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윗면"/>
          <p:cNvSpPr/>
          <p:nvPr/>
        </p:nvSpPr>
        <p:spPr>
          <a:xfrm>
            <a:off x="548640" y="685800"/>
            <a:ext cx="5760720" cy="1508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2194560"/>
            <a:ext cx="5394959" cy="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DF2DA092-FB13-49B3-830F-B2C6FE8E745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516636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31F53ED-7C51-473C-BBCE-532476A6592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54680" y="5248831"/>
            <a:ext cx="548640" cy="475137"/>
            <a:chOff x="3154680" y="5248831"/>
            <a:chExt cx="548640" cy="475137"/>
          </a:xfrm>
        </p:grpSpPr>
        <p:cxnSp>
          <p:nvCxnSpPr>
            <p:cNvPr id="6" name="Connector 5"/>
            <p:cNvCxnSpPr/>
            <p:nvPr/>
          </p:nvCxnSpPr>
          <p:spPr>
            <a:xfrm>
              <a:off x="3154680" y="5486400"/>
              <a:ext cx="548640" cy="0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291840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 flipH="1">
              <a:off x="3291840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9" name="Oval 8"/>
            <p:cNvSpPr/>
            <p:nvPr/>
          </p:nvSpPr>
          <p:spPr>
            <a:xfrm>
              <a:off x="3374136" y="5431536"/>
              <a:ext cx="109728" cy="109728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청보리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오늘 하루 이것만 하면 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BD384-CA23-4162-9E1C-A24D86FAF37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8FB0-8566-47BE-A035-FDCAE9FB764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E901F-7E48-4F13-A9B1-31687B5E6F6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3B8D-1BCA-4DDF-9B41-280CA9A8CCC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D1B0-2E4E-4D25-8F6B-671F8F808DD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청보리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2B2724"/>
      </a:dk1>
      <a:lt1>
        <a:srgbClr val="FFFFFF"/>
      </a:lt1>
      <a:dk2>
        <a:srgbClr val="55643A"/>
      </a:dk2>
      <a:lt2>
        <a:srgbClr val="EDF9E4"/>
      </a:lt2>
      <a:accent1>
        <a:srgbClr val="9DD873"/>
      </a:accent1>
      <a:accent2>
        <a:srgbClr val="C5BF7C"/>
      </a:accent2>
      <a:accent3>
        <a:srgbClr val="3A4E2C"/>
      </a:accent3>
      <a:accent4>
        <a:srgbClr val="DAF4C7"/>
      </a:accent4>
      <a:accent5>
        <a:srgbClr val="A3E0C9"/>
      </a:accent5>
      <a:accent6>
        <a:srgbClr val="E6DABC"/>
      </a:accent6>
      <a:hlink>
        <a:srgbClr val="55643A"/>
      </a:hlink>
      <a:folHlink>
        <a:srgbClr val="3A4E2C"/>
      </a:folHlink>
    </a:clrScheme>
    <a:fontScheme name="카드뉴스(오늘의 한마디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