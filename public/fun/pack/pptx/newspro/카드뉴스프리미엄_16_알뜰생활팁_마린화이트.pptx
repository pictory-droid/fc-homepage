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3EE8055-F6C2-4081-AC07-A277DF9A3256}">
          <p14:sldIdLst>
            <p14:sldId id="256"/>
          </p14:sldIdLst>
        </p14:section>
        <p14:section name="본문" id="{84C4AF74-3D80-4105-8734-950EF413D36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6C6F59A-FC6E-4E65-99E7-C959816AEBF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32588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1709928"/>
            <a:ext cx="548640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3246120"/>
            <a:ext cx="54864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0E3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38404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4CA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548640" y="566928"/>
            <a:ext cx="5760720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6583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29107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199632"/>
            <a:ext cx="5760720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Diamond 5"/>
          <p:cNvSpPr/>
          <p:nvPr/>
        </p:nvSpPr>
        <p:spPr>
          <a:xfrm>
            <a:off x="3337560" y="5394960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331720" y="5486400"/>
            <a:ext cx="82296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703320" y="5486400"/>
            <a:ext cx="82296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D02A527-F6C4-4CC9-B6A9-ABC56F7F2F05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21208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536192"/>
            <a:ext cx="466344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32588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1709928"/>
            <a:ext cx="548640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3246120"/>
            <a:ext cx="54864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38404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548640" y="566928"/>
            <a:ext cx="5760720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658368"/>
            <a:ext cx="576072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291072"/>
            <a:ext cx="576072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199632"/>
            <a:ext cx="5760720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Diamond 5"/>
          <p:cNvSpPr/>
          <p:nvPr/>
        </p:nvSpPr>
        <p:spPr>
          <a:xfrm>
            <a:off x="3337560" y="5394960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331720" y="5486400"/>
            <a:ext cx="82296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703320" y="5486400"/>
            <a:ext cx="82296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B264BC2-21B2-4432-8945-48CBA4DD6AA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21208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536192"/>
            <a:ext cx="466344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ADC65F2-1B2B-4485-848D-F2F9C460961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MARINE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용돈, 어디로 갔을까요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C693-4A00-4728-8F55-E0E4292A958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F8500-56EF-4962-AC85-F44E998371B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E00BC-1FCE-4F6D-8D1B-CFFE393F7FD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7A48B-EAD6-46C0-AEA4-DAB38E23A02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AD72-7C04-4823-8C23-CE40B5646AE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MARINE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374048"/>
      </a:dk1>
      <a:lt1>
        <a:srgbClr val="FCFDFE"/>
      </a:lt1>
      <a:dk2>
        <a:srgbClr val="0F2F4A"/>
      </a:dk2>
      <a:lt2>
        <a:srgbClr val="F4F8FA"/>
      </a:lt2>
      <a:accent1>
        <a:srgbClr val="1F5C86"/>
      </a:accent1>
      <a:accent2>
        <a:srgbClr val="5BA3C4"/>
      </a:accent2>
      <a:accent3>
        <a:srgbClr val="72818D"/>
      </a:accent3>
      <a:accent4>
        <a:srgbClr val="C9D9E3"/>
      </a:accent4>
      <a:accent5>
        <a:srgbClr val="B7C4CE"/>
      </a:accent5>
      <a:accent6>
        <a:srgbClr val="A0C9DC"/>
      </a:accent6>
      <a:hlink>
        <a:srgbClr val="0F2F4A"/>
      </a:hlink>
      <a:folHlink>
        <a:srgbClr val="72818D"/>
      </a:folHlink>
    </a:clrScheme>
    <a:fontScheme name="카드뉴스(알뜰 생활 팁)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