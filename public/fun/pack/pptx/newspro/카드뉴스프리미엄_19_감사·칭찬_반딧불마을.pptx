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E1DAB7B-EE03-4A3C-A5AD-45E57AC76F68}">
          <p14:sldIdLst>
            <p14:sldId id="256"/>
          </p14:sldIdLst>
        </p14:section>
        <p14:section name="본문" id="{53E5002D-2C6C-4E4A-A75A-2C8A96BAE3E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5FBFF48-171B-4915-B54F-DE7E0165EE1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1430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15270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9260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4747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342900" y="5074920"/>
            <a:ext cx="7543800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342900" y="5486400"/>
            <a:ext cx="7543800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342900" y="5897880"/>
            <a:ext cx="7543800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84047" y="936345"/>
            <a:ext cx="877824" cy="321868"/>
            <a:chOff x="384047" y="93634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384047" y="936345"/>
              <a:ext cx="877824" cy="321868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F01893A-35B5-4F27-BFA8-EDFD4F3035E7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12064" y="6274612"/>
            <a:ext cx="438912" cy="160934"/>
            <a:chOff x="512064" y="6274612"/>
            <a:chExt cx="438912" cy="160934"/>
          </a:xfrm>
        </p:grpSpPr>
        <p:sp>
          <p:nvSpPr>
            <p:cNvPr id="5" name="Wave 4"/>
            <p:cNvSpPr/>
            <p:nvPr/>
          </p:nvSpPr>
          <p:spPr>
            <a:xfrm>
              <a:off x="512064" y="6274612"/>
              <a:ext cx="438912" cy="160934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1430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15270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9260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4747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342900" y="5074920"/>
            <a:ext cx="7543800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342900" y="5486400"/>
            <a:ext cx="7543800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342900" y="5897880"/>
            <a:ext cx="7543800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84047" y="936345"/>
            <a:ext cx="877824" cy="321868"/>
            <a:chOff x="384047" y="93634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384047" y="936345"/>
              <a:ext cx="877824" cy="321868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705E010-9B55-454B-8F3E-D86B655FBBD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12064" y="6274612"/>
            <a:ext cx="438912" cy="160934"/>
            <a:chOff x="512064" y="6274612"/>
            <a:chExt cx="438912" cy="160934"/>
          </a:xfrm>
        </p:grpSpPr>
        <p:sp>
          <p:nvSpPr>
            <p:cNvPr id="5" name="Wave 4"/>
            <p:cNvSpPr/>
            <p:nvPr/>
          </p:nvSpPr>
          <p:spPr>
            <a:xfrm>
              <a:off x="512064" y="6274612"/>
              <a:ext cx="438912" cy="160934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E3E9C50-ED3C-4A97-B57C-23961B96805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099816" y="5365699"/>
            <a:ext cx="658368" cy="241401"/>
            <a:chOff x="3099816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3099816" y="5365699"/>
              <a:ext cx="658368" cy="241401"/>
            </a:xfrm>
            <a:prstGeom prst="wav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동료에게 고맙다고 말해 본 적 있나요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421-6504-4EDB-9555-0A5CB585715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546AA-B993-4BA5-A1E8-D4CC852684C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F975-2D80-41EE-9FF6-9EF08DAE453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0DD3B-AD9D-449C-AB7C-1F8CB3AE246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67F8-86A2-4EE0-94EA-D2FC3038F77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2B2724"/>
      </a:dk1>
      <a:lt1>
        <a:srgbClr val="FFFFFF"/>
      </a:lt1>
      <a:dk2>
        <a:srgbClr val="3A644D"/>
      </a:dk2>
      <a:lt2>
        <a:srgbClr val="DEF9F0"/>
      </a:lt2>
      <a:accent1>
        <a:srgbClr val="7EE2C1"/>
      </a:accent1>
      <a:accent2>
        <a:srgbClr val="86CF86"/>
      </a:accent2>
      <a:accent3>
        <a:srgbClr val="2C4E43"/>
      </a:accent3>
      <a:accent4>
        <a:srgbClr val="C5F7E6"/>
      </a:accent4>
      <a:accent5>
        <a:srgbClr val="A3B6E0"/>
      </a:accent5>
      <a:accent6>
        <a:srgbClr val="C5E6BC"/>
      </a:accent6>
      <a:hlink>
        <a:srgbClr val="3A644D"/>
      </a:hlink>
      <a:folHlink>
        <a:srgbClr val="2C4E43"/>
      </a:folHlink>
    </a:clrScheme>
    <a:fontScheme name="카드뉴스(감사·칭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