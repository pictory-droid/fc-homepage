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9AF81EC-E51E-4017-AD10-525FFFE80DA1}">
          <p14:sldIdLst>
            <p14:sldId id="256"/>
          </p14:sldIdLst>
        </p14:section>
        <p14:section name="본문" id="{2079330B-0EF5-4CDF-AC40-5D73CA192FB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CCD35AE9-C03C-4A51-8346-3FD73AEAD60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028700" y="2377440"/>
            <a:ext cx="4800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028700" y="2761488"/>
            <a:ext cx="4800600" cy="10515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BF7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8B5A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4434840"/>
            <a:ext cx="48006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4827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1763059" y="1717929"/>
            <a:ext cx="1170661" cy="20641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1839378" y="1433105"/>
            <a:ext cx="1117031" cy="40656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1963996" y="1165860"/>
            <a:ext cx="1029462" cy="5943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2133128" y="924314"/>
            <a:ext cx="910612" cy="764095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2341634" y="715808"/>
            <a:ext cx="764095" cy="9106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2583179" y="546676"/>
            <a:ext cx="594360" cy="102946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2850425" y="422058"/>
            <a:ext cx="406566" cy="111703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3135249" y="345739"/>
            <a:ext cx="206419" cy="117066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 flipV="1">
            <a:off x="3428999" y="320040"/>
            <a:ext cx="1" cy="118872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3516331" y="345739"/>
            <a:ext cx="206419" cy="117066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3601008" y="422058"/>
            <a:ext cx="406566" cy="111703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3680460" y="546676"/>
            <a:ext cx="594360" cy="102946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3752270" y="715808"/>
            <a:ext cx="764095" cy="9106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3814259" y="924314"/>
            <a:ext cx="910612" cy="764095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3864541" y="1165859"/>
            <a:ext cx="1029462" cy="5943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3901590" y="1433105"/>
            <a:ext cx="1117031" cy="40656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924279" y="1717929"/>
            <a:ext cx="1170661" cy="20641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2926080" y="1508760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2498598" y="1081278"/>
            <a:ext cx="1860804" cy="186080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2075687" y="658368"/>
            <a:ext cx="2706624" cy="270662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1737360" y="320040"/>
            <a:ext cx="3383280" cy="338328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188719" y="2011680"/>
            <a:ext cx="44805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3337560" y="1920240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6272784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B026FFF6-5E90-4FA0-89FA-0A1BB0DD60F3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2240280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240280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3364992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33172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79476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028700" y="2377440"/>
            <a:ext cx="4800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028700" y="2761488"/>
            <a:ext cx="4800600" cy="10515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BF7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8B5A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4434840"/>
            <a:ext cx="48006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4827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1763059" y="1717929"/>
            <a:ext cx="1170661" cy="20641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1839378" y="1433105"/>
            <a:ext cx="1117031" cy="40656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1963996" y="1165860"/>
            <a:ext cx="1029462" cy="5943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2133128" y="924314"/>
            <a:ext cx="910612" cy="764095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2341634" y="715808"/>
            <a:ext cx="764095" cy="9106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2583179" y="546676"/>
            <a:ext cx="594360" cy="102946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2850425" y="422058"/>
            <a:ext cx="406566" cy="111703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3135249" y="345739"/>
            <a:ext cx="206419" cy="117066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 flipV="1">
            <a:off x="3428999" y="320040"/>
            <a:ext cx="1" cy="118872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3516331" y="345739"/>
            <a:ext cx="206419" cy="117066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3601008" y="422058"/>
            <a:ext cx="406566" cy="111703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3680460" y="546676"/>
            <a:ext cx="594360" cy="102946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3752270" y="715808"/>
            <a:ext cx="764095" cy="9106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3814259" y="924314"/>
            <a:ext cx="910612" cy="764095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3864541" y="1165859"/>
            <a:ext cx="1029462" cy="5943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3901590" y="1433105"/>
            <a:ext cx="1117031" cy="40656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924279" y="1717929"/>
            <a:ext cx="1170661" cy="20641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2926080" y="1508760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2498598" y="1081278"/>
            <a:ext cx="1860804" cy="186080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2075687" y="658368"/>
            <a:ext cx="2706624" cy="270662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1737360" y="320040"/>
            <a:ext cx="3383280" cy="338328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188719" y="2011680"/>
            <a:ext cx="44805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3337560" y="1920240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6272784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52B86A41-30A2-4518-BC26-6EAD15A44A3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240280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240280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3364992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33172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79476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9D96363F-DBDE-4528-A42A-1D36D18B592B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79476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ONYX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미뤄 둔 일 하나만 끝내기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FC16D-1B5A-407E-81E6-37923CFD61C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4AE4-239F-47FF-AF07-DAE36739918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89A5D-6361-4943-BB79-39BB1A75231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5A982-ADBF-4889-A468-17388FA8A2B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8AEB-77BE-4E59-9296-DE187828965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ONYX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FBF7ED"/>
      </a:dk1>
      <a:lt1>
        <a:srgbClr val="18181B"/>
      </a:lt1>
      <a:dk2>
        <a:srgbClr val="F0E3BD"/>
      </a:dk2>
      <a:lt2>
        <a:srgbClr val="0D0D0F"/>
      </a:lt2>
      <a:accent1>
        <a:srgbClr val="D4AF5A"/>
      </a:accent1>
      <a:accent2>
        <a:srgbClr val="8C8C92"/>
      </a:accent2>
      <a:accent3>
        <a:srgbClr val="080809"/>
      </a:accent3>
      <a:accent4>
        <a:srgbClr val="25252A"/>
      </a:accent4>
      <a:accent5>
        <a:srgbClr val="E0C070"/>
      </a:accent5>
      <a:accent6>
        <a:srgbClr val="66666B"/>
      </a:accent6>
      <a:hlink>
        <a:srgbClr val="F0E3BD"/>
      </a:hlink>
      <a:folHlink>
        <a:srgbClr val="080809"/>
      </a:folHlink>
    </a:clrScheme>
    <a:fontScheme name="카드뉴스(오늘의 한마디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