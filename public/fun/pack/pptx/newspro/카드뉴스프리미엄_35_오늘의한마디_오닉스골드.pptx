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39BB62B-D369-46F8-A1BD-0B2505EF7536}">
          <p14:sldIdLst>
            <p14:sldId id="256"/>
          </p14:sldIdLst>
        </p14:section>
        <p14:section name="본문" id="{F6F5893F-11E4-445D-A7B1-36FD3252679B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E5DF145C-D716-4220-A4CD-55A068F5894A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028700" y="2377440"/>
            <a:ext cx="4800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028700" y="2761488"/>
            <a:ext cx="4800600" cy="10515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rgbClr val="FBF7ED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8B5A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028700" y="4434840"/>
            <a:ext cx="48006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4827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1763059" y="1717929"/>
            <a:ext cx="1170661" cy="20641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1839378" y="1433105"/>
            <a:ext cx="1117031" cy="40656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1963996" y="1165860"/>
            <a:ext cx="1029462" cy="5943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2133128" y="924314"/>
            <a:ext cx="910612" cy="764095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2341634" y="715808"/>
            <a:ext cx="764095" cy="9106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583179" y="546676"/>
            <a:ext cx="594360" cy="102946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2850425" y="422058"/>
            <a:ext cx="406566" cy="111703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135249" y="345739"/>
            <a:ext cx="206419" cy="117066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3428999" y="320040"/>
            <a:ext cx="1" cy="118872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3516331" y="345739"/>
            <a:ext cx="206419" cy="117066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3601008" y="422058"/>
            <a:ext cx="406566" cy="111703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3680460" y="546676"/>
            <a:ext cx="594360" cy="102946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3752270" y="715808"/>
            <a:ext cx="764095" cy="9106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3814259" y="924314"/>
            <a:ext cx="910612" cy="764095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3864541" y="1165859"/>
            <a:ext cx="1029462" cy="5943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3901590" y="1433105"/>
            <a:ext cx="1117031" cy="40656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924279" y="1717929"/>
            <a:ext cx="1170661" cy="20641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2926080" y="1508760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2498598" y="1081278"/>
            <a:ext cx="1860804" cy="1860804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2075687" y="658368"/>
            <a:ext cx="2706624" cy="2706624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1737360" y="320040"/>
            <a:ext cx="3383280" cy="338328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188719" y="2011680"/>
            <a:ext cx="44805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3337560" y="1920240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6272784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5943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57607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964AB23D-ECC3-4441-8C04-B52A3DD02124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2240280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240280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3364992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33172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379476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028700" y="2377440"/>
            <a:ext cx="4800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028700" y="2761488"/>
            <a:ext cx="4800600" cy="10515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rgbClr val="FBF7ED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8B5A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028700" y="4434840"/>
            <a:ext cx="48006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4827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1763059" y="1717929"/>
            <a:ext cx="1170661" cy="20641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1839378" y="1433105"/>
            <a:ext cx="1117031" cy="40656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1963996" y="1165860"/>
            <a:ext cx="1029462" cy="5943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2133128" y="924314"/>
            <a:ext cx="910612" cy="764095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2341634" y="715808"/>
            <a:ext cx="764095" cy="9106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583179" y="546676"/>
            <a:ext cx="594360" cy="102946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2850425" y="422058"/>
            <a:ext cx="406566" cy="111703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135249" y="345739"/>
            <a:ext cx="206419" cy="117066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3428999" y="320040"/>
            <a:ext cx="1" cy="118872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3516331" y="345739"/>
            <a:ext cx="206419" cy="117066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3601008" y="422058"/>
            <a:ext cx="406566" cy="111703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3680460" y="546676"/>
            <a:ext cx="594360" cy="102946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3752270" y="715808"/>
            <a:ext cx="764095" cy="9106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3814259" y="924314"/>
            <a:ext cx="910612" cy="764095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3864541" y="1165859"/>
            <a:ext cx="1029462" cy="5943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3901590" y="1433105"/>
            <a:ext cx="1117031" cy="40656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924279" y="1717929"/>
            <a:ext cx="1170661" cy="20641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2926080" y="1508760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2498598" y="1081278"/>
            <a:ext cx="1860804" cy="1860804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2075687" y="658368"/>
            <a:ext cx="2706624" cy="2706624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1737360" y="320040"/>
            <a:ext cx="3383280" cy="338328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188719" y="2011680"/>
            <a:ext cx="44805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3337560" y="1920240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6272784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5943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57607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847D0266-707A-4B7D-AFC6-C0E8C6DB0165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240280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240280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3364992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33172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379476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5943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5F3F57B3-8BC7-4C1C-BFEC-46D97733E7FF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379476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ONYX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미뤄 둔 일 하나만 끝내기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오늘의 한마디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점심은 거르지 마세요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63C20-82B2-4247-BBA6-4BD623F49CC3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바빠도 한 끼는 앉아서 먹어요. 오후가 달라져요.</a:t>
            </a:r>
          </a:p>
        </p:txBody>
      </p:sp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전화 한 통 걸어 보세요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FE2F1-9E12-43C1-9B28-6ACAF54D19EE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문자보다 목소리가 먼저 떠오르는 사람이 있다면 지금 걸어 보세요.</a:t>
            </a:r>
          </a:p>
        </p:txBody>
      </p:sp>
    </p:spTree>
  </p:cSld>
  <p:clrMapOvr>
    <a:masterClrMapping/>
  </p:clrMapOvr>
  <p:transition spd="med">
    <p:wedg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메모 한 장 남기기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52F9FD-1062-4301-B803-9BB4D36839B6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생각났을 때 적어 두면 다음 주의 내가 고마워해요.</a:t>
            </a:r>
          </a:p>
        </p:txBody>
      </p:sp>
    </p:spTree>
  </p:cSld>
  <p:clrMapOvr>
    <a:masterClrMapping/>
  </p:clrMapOvr>
  <p:transition spd="med">
    <p:wedg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퇴근길 한 정거장 걷기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CF611-34A0-450C-B59C-69369A155398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한 정거장 먼저 내려 걸으면 머리가 정리돼요.</a:t>
            </a:r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오늘은 일찍 자기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0E342-C0CB-4027-B29E-CA8AD56FCE1B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미룬 일은 내일 해도 돼요. 오늘은 불을 일찍 끄세요.</a:t>
            </a:r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ONYX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오늘의 한마디)">
  <a:themeElements>
    <a:clrScheme name="카드뉴스(오늘의 한마디)">
      <a:dk1>
        <a:srgbClr val="FBF7ED"/>
      </a:dk1>
      <a:lt1>
        <a:srgbClr val="18181B"/>
      </a:lt1>
      <a:dk2>
        <a:srgbClr val="F0E3BD"/>
      </a:dk2>
      <a:lt2>
        <a:srgbClr val="0D0D0F"/>
      </a:lt2>
      <a:accent1>
        <a:srgbClr val="D4AF5A"/>
      </a:accent1>
      <a:accent2>
        <a:srgbClr val="8C8C92"/>
      </a:accent2>
      <a:accent3>
        <a:srgbClr val="080809"/>
      </a:accent3>
      <a:accent4>
        <a:srgbClr val="25252A"/>
      </a:accent4>
      <a:accent5>
        <a:srgbClr val="E0C070"/>
      </a:accent5>
      <a:accent6>
        <a:srgbClr val="66666B"/>
      </a:accent6>
      <a:hlink>
        <a:srgbClr val="F0E3BD"/>
      </a:hlink>
      <a:folHlink>
        <a:srgbClr val="080809"/>
      </a:folHlink>
    </a:clrScheme>
    <a:fontScheme name="카드뉴스(오늘의 한마디)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>카드뉴스 · 오늘의 한마디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