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3936B5D-E221-4E79-9331-AA8613D947D2}">
          <p14:sldIdLst>
            <p14:sldId id="256"/>
          </p14:sldIdLst>
        </p14:section>
        <p14:section name="본문" id="{84BEB413-30A6-4B3C-96CA-C30C261DCCC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EBD95AD-F82D-4F01-AE80-DEF960347A44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5D377A19-B084-4A8E-84DF-7812F970FC3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1945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2578608"/>
            <a:ext cx="5486400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02336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1D1D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457200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6A7A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6858000" cy="73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0" y="731520"/>
            <a:ext cx="6858000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0" y="1143000"/>
            <a:ext cx="6858000" cy="22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0" y="1371600"/>
            <a:ext cx="6858000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0" y="1499616"/>
            <a:ext cx="6858000" cy="7315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1F18B071-2DB6-4310-AFF7-252334631E2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53A039EC-B2D5-4307-86FC-0AA98813889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황사 심한 날 이렇게 지내세요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0F67-6131-494E-9C57-D44C8FB53493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4B7B-4ADF-4475-AF4B-78BB87F8B4A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A8670-8748-481A-94D2-CAC855FE1DF9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9547-54D5-4890-8950-0473EBF4D32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OPAL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71D48-49EB-461F-A634-DC0C5EA13D9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F303D"/>
      </a:dk1>
      <a:lt1>
        <a:srgbClr val="FDFDFC"/>
      </a:lt1>
      <a:dk2>
        <a:srgbClr val="3C3F5C"/>
      </a:dk2>
      <a:lt2>
        <a:srgbClr val="F8F7F5"/>
      </a:lt2>
      <a:accent1>
        <a:srgbClr val="9A9DBA"/>
      </a:accent1>
      <a:accent2>
        <a:srgbClr val="D6B7A8"/>
      </a:accent2>
      <a:accent3>
        <a:srgbClr val="2C2E40"/>
      </a:accent3>
      <a:accent4>
        <a:srgbClr val="E5E5E9"/>
      </a:accent4>
      <a:accent5>
        <a:srgbClr val="C6B9AF"/>
      </a:accent5>
      <a:accent6>
        <a:srgbClr val="E5D4CB"/>
      </a:accent6>
      <a:hlink>
        <a:srgbClr val="3C3F5C"/>
      </a:hlink>
      <a:folHlink>
        <a:srgbClr val="2C2E40"/>
      </a:folHlink>
    </a:clrScheme>
    <a:fontScheme name="카드뉴스(계절 안부)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