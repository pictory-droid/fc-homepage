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51D01CB-D467-43CD-A6F6-20D0987410AB}">
          <p14:sldIdLst>
            <p14:sldId id="256"/>
          </p14:sldIdLst>
        </p14:section>
        <p14:section name="본문" id="{D8613204-4551-4341-AF13-C06AB0DE775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461F42C-3CA0-4A44-B066-EDEA9BC85D5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글 면"/>
          <p:cNvSpPr/>
          <p:nvPr/>
        </p:nvSpPr>
        <p:spPr>
          <a:xfrm>
            <a:off x="0" y="3429000"/>
            <a:ext cx="6858000" cy="3429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BD5411D-2F15-4151-8180-84A20947D11C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5-Point Star 4"/>
            <p:cNvSpPr/>
            <p:nvPr/>
          </p:nvSpPr>
          <p:spPr>
            <a:xfrm>
              <a:off x="548640" y="6172200"/>
              <a:ext cx="365760" cy="36576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858000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7719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41559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55549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60579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글 면"/>
          <p:cNvSpPr/>
          <p:nvPr/>
        </p:nvSpPr>
        <p:spPr>
          <a:xfrm>
            <a:off x="0" y="3429000"/>
            <a:ext cx="6858000" cy="3429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E4A056C-1A0C-43A6-A0A9-5C4C3D22FF4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5-Point Star 4"/>
            <p:cNvSpPr/>
            <p:nvPr/>
          </p:nvSpPr>
          <p:spPr>
            <a:xfrm>
              <a:off x="548640" y="6172200"/>
              <a:ext cx="365760" cy="365760"/>
            </a:xfrm>
            <a:prstGeom prst="star5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876B2BA-F8D6-4FDD-8EA5-CD8F817C7C8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3154680" y="5212080"/>
              <a:ext cx="548640" cy="548640"/>
            </a:xfrm>
            <a:prstGeom prst="star5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새해 건강 습관 하나만 정해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2E265-9092-474C-90DD-FD967D7947D5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088AB-A970-4793-9757-92FC142DAF5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CBBBA-2C11-4DB1-972D-A48FDE0E6E7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9DE9B-9E4E-41AF-9A8D-451D7257BBE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69E3C-A69F-4F6B-BC22-4974DB9FFCC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3A644F"/>
      </a:dk2>
      <a:lt2>
        <a:srgbClr val="EBF7EF"/>
      </a:lt2>
      <a:accent1>
        <a:srgbClr val="89CCA0"/>
      </a:accent1>
      <a:accent2>
        <a:srgbClr val="8FBDB5"/>
      </a:accent2>
      <a:accent3>
        <a:srgbClr val="2C4E37"/>
      </a:accent3>
      <a:accent4>
        <a:srgbClr val="CEEED9"/>
      </a:accent4>
      <a:accent5>
        <a:srgbClr val="A3CAE0"/>
      </a:accent5>
      <a:accent6>
        <a:srgbClr val="D2E6BC"/>
      </a:accent6>
      <a:hlink>
        <a:srgbClr val="3A644F"/>
      </a:hlink>
      <a:folHlink>
        <a:srgbClr val="2C4E37"/>
      </a:folHlink>
    </a:clrScheme>
    <a:fontScheme name="카드뉴스(건강·안심 습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