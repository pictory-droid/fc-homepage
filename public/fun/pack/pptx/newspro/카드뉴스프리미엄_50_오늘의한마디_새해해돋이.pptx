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659D551-ED02-472F-8DF3-0E37333D64B8}">
          <p14:sldIdLst>
            <p14:sldId id="256"/>
          </p14:sldIdLst>
        </p14:section>
        <p14:section name="본문" id="{A941C320-995F-4523-A5A3-7D546A5FA78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528AF3C-61C7-4B0C-B60E-BC8E480482B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17520" y="1645920"/>
            <a:ext cx="822960" cy="822960"/>
            <a:chOff x="3017520" y="1645920"/>
            <a:chExt cx="822960" cy="822960"/>
          </a:xfrm>
        </p:grpSpPr>
        <p:sp>
          <p:nvSpPr>
            <p:cNvPr id="4" name="Sun 3"/>
            <p:cNvSpPr/>
            <p:nvPr/>
          </p:nvSpPr>
          <p:spPr>
            <a:xfrm>
              <a:off x="3017520" y="1645920"/>
              <a:ext cx="822960" cy="82296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1B68950-CB25-42CC-836D-3FD4B160150C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Sun 3"/>
            <p:cNvSpPr/>
            <p:nvPr/>
          </p:nvSpPr>
          <p:spPr>
            <a:xfrm>
              <a:off x="571500" y="6240780"/>
              <a:ext cx="320040" cy="32004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Sun 5"/>
            <p:cNvSpPr/>
            <p:nvPr/>
          </p:nvSpPr>
          <p:spPr>
            <a:xfrm>
              <a:off x="5966460" y="6240780"/>
              <a:ext cx="320040" cy="32004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17520" y="1645920"/>
            <a:ext cx="822960" cy="822960"/>
            <a:chOff x="3017520" y="1645920"/>
            <a:chExt cx="822960" cy="822960"/>
          </a:xfrm>
        </p:grpSpPr>
        <p:sp>
          <p:nvSpPr>
            <p:cNvPr id="4" name="Sun 3"/>
            <p:cNvSpPr/>
            <p:nvPr/>
          </p:nvSpPr>
          <p:spPr>
            <a:xfrm>
              <a:off x="3017520" y="1645920"/>
              <a:ext cx="822960" cy="82296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6883CDF-CB42-4A47-8E8A-CD85AC68DC5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Sun 3"/>
            <p:cNvSpPr/>
            <p:nvPr/>
          </p:nvSpPr>
          <p:spPr>
            <a:xfrm>
              <a:off x="571500" y="6240780"/>
              <a:ext cx="320040" cy="32004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Sun 5"/>
            <p:cNvSpPr/>
            <p:nvPr/>
          </p:nvSpPr>
          <p:spPr>
            <a:xfrm>
              <a:off x="5966460" y="6240780"/>
              <a:ext cx="320040" cy="32004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4656C2B-EBDD-4C39-B5A8-E949F9DDAB2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3154680" y="5212080"/>
              <a:ext cx="548640" cy="548640"/>
            </a:xfrm>
            <a:prstGeom prst="su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올해의 마지막 한 주 보내는 법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9968-9ABC-4190-977B-E4207051714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78571-F8EC-4686-A861-C010C495FC4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F532-2F21-429F-8303-78A582F2D56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761A-9090-4DF8-8984-1FB4681CACA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E2E-1B37-42C7-BA64-38DDCDC85D1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64523A"/>
      </a:dk2>
      <a:lt2>
        <a:srgbClr val="F7F0EB"/>
      </a:lt2>
      <a:accent1>
        <a:srgbClr val="CCA489"/>
      </a:accent1>
      <a:accent2>
        <a:srgbClr val="BDB88F"/>
      </a:accent2>
      <a:accent3>
        <a:srgbClr val="4E3A2C"/>
      </a:accent3>
      <a:accent4>
        <a:srgbClr val="EEDBCE"/>
      </a:accent4>
      <a:accent5>
        <a:srgbClr val="C6E0A3"/>
      </a:accent5>
      <a:accent6>
        <a:srgbClr val="E6BCD0"/>
      </a:accent6>
      <a:hlink>
        <a:srgbClr val="64523A"/>
      </a:hlink>
      <a:folHlink>
        <a:srgbClr val="4E3A2C"/>
      </a:folHlink>
    </a:clrScheme>
    <a:fontScheme name="카드뉴스(오늘의 한마디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