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C0663DB-13FA-4716-9DA3-FC362CF91C4D}">
          <p14:sldIdLst>
            <p14:sldId id="256"/>
          </p14:sldIdLst>
        </p14:section>
        <p14:section name="본문" id="{EAB0F2FF-2567-4156-A863-4FF31522B23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BBD3ED1-7CC2-485D-A9EC-F8BCF509CA5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832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76732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965960" y="274319"/>
            <a:ext cx="2926080" cy="292608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6000" y="594359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914399"/>
            <a:ext cx="1645920" cy="164592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7520" y="132588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장식"/>
          <p:cNvGrpSpPr/>
          <p:nvPr/>
        </p:nvGrpSpPr>
        <p:grpSpPr>
          <a:xfrm>
            <a:off x="3246120" y="1554480"/>
            <a:ext cx="365760" cy="365760"/>
            <a:chOff x="3246120" y="1554480"/>
            <a:chExt cx="365760" cy="365760"/>
          </a:xfrm>
        </p:grpSpPr>
        <p:sp>
          <p:nvSpPr>
            <p:cNvPr id="7" name="4-Point Star 6"/>
            <p:cNvSpPr/>
            <p:nvPr/>
          </p:nvSpPr>
          <p:spPr>
            <a:xfrm>
              <a:off x="3246120" y="1554480"/>
              <a:ext cx="365760" cy="36576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A7DCBFC9-2C19-436B-B438-BD3F3B9E23D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832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76732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7D8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3B6B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965960" y="274319"/>
            <a:ext cx="2926080" cy="292608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6000" y="594359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914399"/>
            <a:ext cx="1645920" cy="164592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7520" y="1325880"/>
            <a:ext cx="822960" cy="82296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장식"/>
          <p:cNvGrpSpPr/>
          <p:nvPr/>
        </p:nvGrpSpPr>
        <p:grpSpPr>
          <a:xfrm>
            <a:off x="3246120" y="1554480"/>
            <a:ext cx="365760" cy="365760"/>
            <a:chOff x="3246120" y="1554480"/>
            <a:chExt cx="365760" cy="365760"/>
          </a:xfrm>
        </p:grpSpPr>
        <p:sp>
          <p:nvSpPr>
            <p:cNvPr id="7" name="4-Point Star 6"/>
            <p:cNvSpPr/>
            <p:nvPr/>
          </p:nvSpPr>
          <p:spPr>
            <a:xfrm>
              <a:off x="3246120" y="1554480"/>
              <a:ext cx="365760" cy="36576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4910647-9D06-446C-A53C-FF0831E6410B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0386A183-8B2C-4074-A026-CF3FF60DEC2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가을 옷 정리하고 알뜰하게 시작하기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55156-B373-4B27-90C9-D7A72DB2F046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287E1C-4ED1-45B3-BE4A-B9EDF9FF6E4B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F2076-BC15-4817-ACF2-BC2432AF9FC3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93623-983A-4A85-8CFB-6C634ED6F9D8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C7C48-34FB-4E69-8866-16CF07B2EFBE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373B48"/>
      </a:dk1>
      <a:lt1>
        <a:srgbClr val="FEFCF8"/>
      </a:lt1>
      <a:dk2>
        <a:srgbClr val="262F4D"/>
      </a:dk2>
      <a:lt2>
        <a:srgbClr val="FBF6E6"/>
      </a:lt2>
      <a:accent1>
        <a:srgbClr val="D0A02A"/>
      </a:accent1>
      <a:accent2>
        <a:srgbClr val="2E3A5C"/>
      </a:accent2>
      <a:accent3>
        <a:srgbClr val="4A5063"/>
      </a:accent3>
      <a:accent4>
        <a:srgbClr val="F2E5C0"/>
      </a:accent4>
      <a:accent5>
        <a:srgbClr val="C8A040"/>
      </a:accent5>
      <a:accent6>
        <a:srgbClr val="8A8F9A"/>
      </a:accent6>
      <a:hlink>
        <a:srgbClr val="262F4D"/>
      </a:hlink>
      <a:folHlink>
        <a:srgbClr val="4A5063"/>
      </a:folHlink>
    </a:clrScheme>
    <a:fontScheme name="카드뉴스(알뜰 생활 팁)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