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9AF5F95-C9B0-4BF6-AE96-E6F4CC5CA8BB}">
          <p14:sldIdLst>
            <p14:sldId id="256"/>
          </p14:sldIdLst>
        </p14:section>
        <p14:section name="본문" id="{E5E1927A-72B8-4819-92C1-3AB7561D04C4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7DB07739-106D-4A71-941C-BB6EA7316058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22959" y="1097280"/>
            <a:ext cx="521208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822959" y="1481328"/>
            <a:ext cx="5212080" cy="11430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822959" y="2697480"/>
            <a:ext cx="521208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BBB8B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822959" y="3200400"/>
            <a:ext cx="521208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888583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1371600"/>
            <a:ext cx="6858000" cy="12984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435608"/>
            <a:ext cx="6858000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2606040"/>
            <a:ext cx="6858000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1929384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6217920" y="1929384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57607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5394960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E1BDF8A8-BA54-47A5-B9D4-99B5EA0E51A7}" type="slidenum">
              <a:rPr lang="en-US"/>
              <a:t>‹#›</a:t>
            </a:fld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6163056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6510528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6510528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22959" y="1097280"/>
            <a:ext cx="521208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822959" y="1481328"/>
            <a:ext cx="5212080" cy="11430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822959" y="2697480"/>
            <a:ext cx="521208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BBB8B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822959" y="3200400"/>
            <a:ext cx="521208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888583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1371600"/>
            <a:ext cx="6858000" cy="12984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435608"/>
            <a:ext cx="6858000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2606040"/>
            <a:ext cx="6858000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1929384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6217920" y="1929384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57607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5394960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37E94C65-9759-4514-9C1A-0E99C68386CE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6163056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6510528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6510528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57607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7B45D3B9-B8C5-4EAC-A3A3-7195C3C28B40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6163056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6510528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6510528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9" name="Diamond 8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12" name="Connector 11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3" name="Diamond 12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NOIR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올해 고마웠던 사람 떠올려 보기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감사·칭찬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고맙다는 말 먼저 건네기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DD187-0BAD-4A08-8E9A-10B52198B416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작은 일에도 ‘고마워요’를 먼저 말해 보세요.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칭찬 한 줄 적어 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A80E0-42E4-4383-9CF5-A3E5BDD8E501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메모지에 칭찬 한 줄을 적어 가족 책상에 붙여 보세요.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퇴근한 사람에게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A6E14-ADC1-450E-AD2A-3FD4B0348D68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‘오늘도 고생했어’ 한마디면 충분해요.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 일기 세 줄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7C07E-C010-4E7C-8A61-BA9465602183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오늘 고마웠던 일 세 가지를 적어 보세요.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엽서 한 장 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9000C-C3D2-4BDB-BFD4-0924E802D6B3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짧아도 좋아요. 우체통에 넣는 순간 설레요.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NOIR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감사·칭찬)">
  <a:themeElements>
    <a:clrScheme name="카드뉴스(감사·칭찬)">
      <a:dk1>
        <a:srgbClr val="FCF9F5"/>
      </a:dk1>
      <a:lt1>
        <a:srgbClr val="1F1D1C"/>
      </a:lt1>
      <a:dk2>
        <a:srgbClr val="F3EBDD"/>
      </a:dk2>
      <a:lt2>
        <a:srgbClr val="131211"/>
      </a:lt2>
      <a:accent1>
        <a:srgbClr val="D9C39A"/>
      </a:accent1>
      <a:accent2>
        <a:srgbClr val="A58D68"/>
      </a:accent2>
      <a:accent3>
        <a:srgbClr val="0C0B0B"/>
      </a:accent3>
      <a:accent4>
        <a:srgbClr val="2E2C29"/>
      </a:accent4>
      <a:accent5>
        <a:srgbClr val="E6D3AB"/>
      </a:accent5>
      <a:accent6>
        <a:srgbClr val="79684E"/>
      </a:accent6>
      <a:hlink>
        <a:srgbClr val="F3EBDD"/>
      </a:hlink>
      <a:folHlink>
        <a:srgbClr val="0C0B0B"/>
      </a:folHlink>
    </a:clrScheme>
    <a:fontScheme name="카드뉴스(감사·칭찬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>카드뉴스 · 감사·칭찬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