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E1C8942-11DD-44A8-9FFA-AE12662D3DB1}">
          <p14:sldIdLst>
            <p14:sldId id="256"/>
          </p14:sldIdLst>
        </p14:section>
        <p14:section name="본문" id="{D0314A38-EC75-443C-9FF9-236F9C25AF2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28C14B3B-1173-4AFF-9454-7A6148E1F26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22959" y="1097280"/>
            <a:ext cx="521208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822959" y="1481328"/>
            <a:ext cx="521208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822959" y="2697480"/>
            <a:ext cx="521208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822959" y="3200400"/>
            <a:ext cx="521208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1371600"/>
            <a:ext cx="6858000" cy="12984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435608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2606040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621792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44AB54A-7F33-4EBD-9C01-702A50A4D4A0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22959" y="1097280"/>
            <a:ext cx="521208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822959" y="1481328"/>
            <a:ext cx="521208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822959" y="2697480"/>
            <a:ext cx="521208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822959" y="3200400"/>
            <a:ext cx="521208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1371600"/>
            <a:ext cx="6858000" cy="12984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435608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2606040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621792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64AB43A-1FD8-4D07-B446-4798F6810EB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E440414-894A-454B-85A6-98ABD120812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고마웠던 사람 떠올려 보기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6D027-3E2B-49F4-8CAF-F7537FC8D32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F4A356-0891-41C5-8895-15681F6EBCF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5C11C-4C8E-45BB-A38F-3382B666040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A742B-8931-4F4D-BD25-64281621F4A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EE5AB-C537-46BD-966B-BE97626A64A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FCF9F5"/>
      </a:dk1>
      <a:lt1>
        <a:srgbClr val="1F1D1C"/>
      </a:lt1>
      <a:dk2>
        <a:srgbClr val="F3EBDD"/>
      </a:dk2>
      <a:lt2>
        <a:srgbClr val="131211"/>
      </a:lt2>
      <a:accent1>
        <a:srgbClr val="D9C39A"/>
      </a:accent1>
      <a:accent2>
        <a:srgbClr val="A58D68"/>
      </a:accent2>
      <a:accent3>
        <a:srgbClr val="0C0B0B"/>
      </a:accent3>
      <a:accent4>
        <a:srgbClr val="2E2C29"/>
      </a:accent4>
      <a:accent5>
        <a:srgbClr val="E6D3AB"/>
      </a:accent5>
      <a:accent6>
        <a:srgbClr val="79684E"/>
      </a:accent6>
      <a:hlink>
        <a:srgbClr val="F3EBDD"/>
      </a:hlink>
      <a:folHlink>
        <a:srgbClr val="0C0B0B"/>
      </a:folHlink>
    </a:clrScheme>
    <a:fontScheme name="카드뉴스(감사·칭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