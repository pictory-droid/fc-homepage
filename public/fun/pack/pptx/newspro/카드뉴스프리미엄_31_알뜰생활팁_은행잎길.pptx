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2775C81-8874-4C48-A009-8A69BA78FE0F}">
          <p14:sldIdLst>
            <p14:sldId id="256"/>
          </p14:sldIdLst>
        </p14:section>
        <p14:section name="본문" id="{C4CD9D82-D383-494A-9E1C-73AC86FAACF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24E6CF9-BA30-49FE-BBF6-327CA5941D8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1430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15270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9260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4747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342900" y="5074920"/>
            <a:ext cx="7543800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342900" y="5486400"/>
            <a:ext cx="7543800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342900" y="5897880"/>
            <a:ext cx="7543800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5669279" y="731519"/>
            <a:ext cx="731520" cy="731520"/>
            <a:chOff x="5669279" y="731519"/>
            <a:chExt cx="731520" cy="731520"/>
          </a:xfrm>
        </p:grpSpPr>
        <p:sp>
          <p:nvSpPr>
            <p:cNvPr id="6" name="5-Point Star 5"/>
            <p:cNvSpPr/>
            <p:nvPr/>
          </p:nvSpPr>
          <p:spPr>
            <a:xfrm>
              <a:off x="5669279" y="731519"/>
              <a:ext cx="731520" cy="7315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F72B3391-DB05-49FC-9F1D-F3E202CFCDD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1430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15270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9260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4747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342900" y="5074920"/>
            <a:ext cx="7543800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342900" y="5486400"/>
            <a:ext cx="7543800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342900" y="5897880"/>
            <a:ext cx="7543800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5669279" y="731519"/>
            <a:ext cx="731520" cy="731520"/>
            <a:chOff x="5669279" y="731519"/>
            <a:chExt cx="731520" cy="731520"/>
          </a:xfrm>
        </p:grpSpPr>
        <p:sp>
          <p:nvSpPr>
            <p:cNvPr id="6" name="5-Point Star 5"/>
            <p:cNvSpPr/>
            <p:nvPr/>
          </p:nvSpPr>
          <p:spPr>
            <a:xfrm>
              <a:off x="5669279" y="731519"/>
              <a:ext cx="731520" cy="7315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7B6F23CC-2191-49E7-A4DA-714AD6C64DD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1887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560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931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303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1887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560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931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303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DA7C1EA-F0A1-4D5D-AD84-29339410D36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7" name="5-Point Star 6"/>
            <p:cNvSpPr/>
            <p:nvPr/>
          </p:nvSpPr>
          <p:spPr>
            <a:xfrm>
              <a:off x="3154680" y="5212080"/>
              <a:ext cx="548640" cy="548640"/>
            </a:xfrm>
            <a:prstGeom prst="star5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가을 옷 정리하고 알뜰하게 시작하기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34B6-B9E6-463E-8F75-FD66BFE05704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09A0-32CF-4B7F-88E9-8B89960FBD2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258E9-40D9-48C0-B667-9A3A6E040031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58AA8-CE6F-4959-9FE0-2AD927A3D4A9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64609-5A7F-47D9-A12B-7323A5315B34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2B2724"/>
      </a:dk1>
      <a:lt1>
        <a:srgbClr val="FFFFFF"/>
      </a:lt1>
      <a:dk2>
        <a:srgbClr val="4A643A"/>
      </a:dk2>
      <a:lt2>
        <a:srgbClr val="F5F2E2"/>
      </a:lt2>
      <a:accent1>
        <a:srgbClr val="CFBF7C"/>
      </a:accent1>
      <a:accent2>
        <a:srgbClr val="83ACBE"/>
      </a:accent2>
      <a:accent3>
        <a:srgbClr val="4E472C"/>
      </a:accent3>
      <a:accent4>
        <a:srgbClr val="F0E9CB"/>
      </a:accent4>
      <a:accent5>
        <a:srgbClr val="ADE0A3"/>
      </a:accent5>
      <a:accent6>
        <a:srgbClr val="E6BCBF"/>
      </a:accent6>
      <a:hlink>
        <a:srgbClr val="4A643A"/>
      </a:hlink>
      <a:folHlink>
        <a:srgbClr val="4E472C"/>
      </a:folHlink>
    </a:clrScheme>
    <a:fontScheme name="카드뉴스(알뜰 생활 팁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