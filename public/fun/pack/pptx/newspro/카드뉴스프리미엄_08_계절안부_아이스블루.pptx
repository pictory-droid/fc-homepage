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975FCAA-4E0E-447E-8805-3B2498A148A1}">
          <p14:sldIdLst>
            <p14:sldId id="256"/>
          </p14:sldIdLst>
        </p14:section>
        <p14:section name="본문" id="{FCD3EDF1-E42C-4A06-8983-9269F5B8881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EF3A800-7FC7-48DB-99FF-C0239CD983D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265724-490A-45BF-8C01-30F40C95A0B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F572D9E-C154-4156-AAA8-2DA79E1F380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15168CC-F4AD-4918-BC3B-643AEF59838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봄비 오는 날 우산 챙기셨나요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69EB-2F42-465E-AB1B-F9ECEB34A56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BBA3-9AAD-43FB-B8B0-C5EA5AEC704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59FC-D085-478C-B26D-BB3544454CD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B0D-D31C-49A8-8682-CA18D5AC51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BFDF-C505-40F9-87EB-CCF9CC4FC44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카드뉴스(계절 안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