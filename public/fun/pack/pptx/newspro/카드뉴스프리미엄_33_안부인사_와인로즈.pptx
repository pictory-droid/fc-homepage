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05EF042-40B5-4AD8-8CD0-16BA90702B34}">
          <p14:sldIdLst>
            <p14:sldId id="256"/>
          </p14:sldIdLst>
        </p14:section>
        <p14:section name="본문" id="{066D82AE-7D38-46A7-B305-7F41A314BDC6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8C5278A0-2C9D-4228-B11E-EFB8A240FE81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918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367588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37759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1645920" y="868680"/>
            <a:ext cx="2286000" cy="23774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2286000" y="594359"/>
            <a:ext cx="2286000" cy="23774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2743200" y="274319"/>
            <a:ext cx="2286000" cy="23774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2057400" y="365759"/>
            <a:ext cx="2743200" cy="28346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3730752" y="685800"/>
            <a:ext cx="768096" cy="768096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0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0B5A08A9-AB76-4584-B2FD-E40B79C32F3C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286000" y="384048"/>
            <a:ext cx="40233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286000" y="676656"/>
            <a:ext cx="40233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14884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548640" y="1572768"/>
            <a:ext cx="5760720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1627632"/>
            <a:ext cx="57607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918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367588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37759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E6E0E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CFC4C7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1645920" y="868680"/>
            <a:ext cx="2286000" cy="23774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2286000" y="594359"/>
            <a:ext cx="2286000" cy="23774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2743200" y="274319"/>
            <a:ext cx="2286000" cy="23774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2057400" y="365759"/>
            <a:ext cx="2743200" cy="28346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3730752" y="685800"/>
            <a:ext cx="768096" cy="768096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0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21131FB2-38FB-4C34-A94F-DCC73642DCCF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286000" y="384048"/>
            <a:ext cx="40233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286000" y="676656"/>
            <a:ext cx="40233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14884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548640" y="1572768"/>
            <a:ext cx="5760720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1627632"/>
            <a:ext cx="57607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22860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0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9E780DF8-B05C-4FD2-A01F-1EEAFC2E2AD0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286000" y="384048"/>
            <a:ext cx="40233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14884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548640" y="1572768"/>
            <a:ext cx="5760720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1627632"/>
            <a:ext cx="57607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5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6" name="Diamond 5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9" name="Connector 8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0" name="Diamond 9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WINE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겹쳐 입기 좋은 옷차림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안부 인사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겉옷 한 벌 챙기세요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B3F39-6E5D-479A-9DF5-D0E65CD1004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옷차림이 애매한 날에는 얇은 겉옷이 든든해요.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안부 인사 한 줄 보내기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D136F-A641-4130-B3A2-53F2415CC2B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안부를 묻는 짧은 메시지가 하루를 따뜻하게 해요.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맛있는 음식으로 기운 채우기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62486-BFFF-406C-A021-90430B300065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좋아하는 음식을 가족과 나눠 보세요.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창문 열고 환기하기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788F-0B1C-4E68-9E01-89E9882F6C7A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하루 두 번 십 분씩 환기하면 집 안 공기가 달라져요.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한 장 남기기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DD381-F2ED-4497-852F-1FD469A527DD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같은 자리에서 가끔 사진을 찍어 보세요.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WINE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안부 인사)">
  <a:themeElements>
    <a:clrScheme name="카드뉴스(안부 인사)">
      <a:dk1>
        <a:srgbClr val="48373D"/>
      </a:dk1>
      <a:lt1>
        <a:srgbClr val="FDFBFB"/>
      </a:lt1>
      <a:dk2>
        <a:srgbClr val="451524"/>
      </a:dk2>
      <a:lt2>
        <a:srgbClr val="F9F1F0"/>
      </a:lt2>
      <a:accent1>
        <a:srgbClr val="8A2D45"/>
      </a:accent1>
      <a:accent2>
        <a:srgbClr val="D69AA3"/>
      </a:accent2>
      <a:accent3>
        <a:srgbClr val="8D727A"/>
      </a:accent3>
      <a:accent4>
        <a:srgbClr val="E3CACE"/>
      </a:accent4>
      <a:accent5>
        <a:srgbClr val="C79A82"/>
      </a:accent5>
      <a:accent6>
        <a:srgbClr val="E6C1C6"/>
      </a:accent6>
      <a:hlink>
        <a:srgbClr val="451524"/>
      </a:hlink>
      <a:folHlink>
        <a:srgbClr val="8D727A"/>
      </a:folHlink>
    </a:clrScheme>
    <a:fontScheme name="카드뉴스(안부 인사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카드뉴스(안부 인사)</dc:title>
  <dc:subject>카드뉴스 · 안부 인사</dc:subject>
  <dc:creator>반딧불이의 곳간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