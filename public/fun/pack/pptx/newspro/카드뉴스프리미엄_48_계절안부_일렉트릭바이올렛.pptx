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B41ACA23-C7FB-4C98-A39E-90C5D6CF6764}">
          <p14:sldIdLst>
            <p14:sldId id="256"/>
          </p14:sldIdLst>
        </p14:section>
        <p14:section name="본문" id="{E8C840BE-EF5F-4BFC-96AB-C90604F8468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1748A1D2-F1D4-48BA-BD64-90323078A4CF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828800" y="228600"/>
            <a:ext cx="3200400" cy="32004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40280" y="640080"/>
            <a:ext cx="2377440" cy="237744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1005840"/>
            <a:ext cx="1645920" cy="16459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행성"/>
          <p:cNvSpPr/>
          <p:nvPr/>
        </p:nvSpPr>
        <p:spPr>
          <a:xfrm>
            <a:off x="3116275" y="1516075"/>
            <a:ext cx="625449" cy="6254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위성 1"/>
          <p:cNvSpPr/>
          <p:nvPr/>
        </p:nvSpPr>
        <p:spPr>
          <a:xfrm>
            <a:off x="4366148" y="511535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2"/>
          <p:cNvSpPr/>
          <p:nvPr/>
        </p:nvSpPr>
        <p:spPr>
          <a:xfrm>
            <a:off x="2247960" y="1358225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3"/>
          <p:cNvSpPr/>
          <p:nvPr/>
        </p:nvSpPr>
        <p:spPr>
          <a:xfrm>
            <a:off x="3609884" y="2501545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588770" y="948689"/>
            <a:ext cx="3680459" cy="17602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2AE2A951-A488-485A-B208-5BAEFD8FA50F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46887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29184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675888"/>
            <a:ext cx="5486400" cy="1188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8F6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59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6B4C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380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828800" y="228600"/>
            <a:ext cx="3200400" cy="320040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40280" y="640080"/>
            <a:ext cx="2377440" cy="2377440"/>
          </a:xfrm>
          <a:prstGeom prst="ellipse">
            <a:avLst/>
          </a:prstGeom>
          <a:noFill/>
          <a:ln w="6350">
            <a:solidFill>
              <a:schemeClr val="accent2"/>
            </a:solidFill>
            <a:prstDash val="sys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1005840"/>
            <a:ext cx="1645920" cy="1645920"/>
          </a:xfrm>
          <a:prstGeom prst="ellipse">
            <a:avLst/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행성"/>
          <p:cNvSpPr/>
          <p:nvPr/>
        </p:nvSpPr>
        <p:spPr>
          <a:xfrm>
            <a:off x="3116275" y="1516075"/>
            <a:ext cx="625449" cy="62544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위성 1"/>
          <p:cNvSpPr/>
          <p:nvPr/>
        </p:nvSpPr>
        <p:spPr>
          <a:xfrm>
            <a:off x="4366148" y="511535"/>
            <a:ext cx="182880" cy="1828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성 2"/>
          <p:cNvSpPr/>
          <p:nvPr/>
        </p:nvSpPr>
        <p:spPr>
          <a:xfrm>
            <a:off x="2247960" y="1358225"/>
            <a:ext cx="128016" cy="12801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성 3"/>
          <p:cNvSpPr/>
          <p:nvPr/>
        </p:nvSpPr>
        <p:spPr>
          <a:xfrm>
            <a:off x="3609884" y="2501545"/>
            <a:ext cx="201168" cy="20116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588770" y="948689"/>
            <a:ext cx="3680459" cy="17602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DE562575-93A5-4B31-B1DA-9EA22196277E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188719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1887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560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931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303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1887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560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931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303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1887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46887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6BC0C1BE-A439-426A-AAB5-D2596F16F218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188719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한파에 어르신 안부 묻기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계절 안부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겉옷 한 벌 챙기세요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4A1DE8-81DD-495C-864E-6FE63868D86E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1188719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1188719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아침저녁 기온 차가 큰 때에는 얇은 겉옷이 든든해요.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인사 한 줄 보내기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CEE24F-1F52-42E0-8C95-7D5A5F2DDB1B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1188719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1188719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안부를 묻는 짧은 메시지가 하루를 따뜻하게 해요.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제철 음식으로 기운 채우기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EEE81-B636-41D3-84D8-BC953E9FEC02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1188719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1188719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지금 가장 맛있는 제철 음식을 가족과 나눠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창문 열고 환기하기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D93-D754-477A-AA99-5F496EE79FE5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1188719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1188719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하루 두 번 십 분씩 환기하면 집 안 공기가 달라져요.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VIOLET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계절 사진 한 장 남기기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07EB-975E-4C03-B7ED-2651D1541731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1188719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1188719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같은 자리에서 계절마다 사진을 찍어 보세요.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VIOLET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계절 안부)">
  <a:themeElements>
    <a:clrScheme name="카드뉴스(계절 안부)">
      <a:dk1>
        <a:srgbClr val="F8F6FF"/>
      </a:dk1>
      <a:lt1>
        <a:srgbClr val="16102F"/>
      </a:lt1>
      <a:dk2>
        <a:srgbClr val="E6DEFF"/>
      </a:dk2>
      <a:lt2>
        <a:srgbClr val="0E0A1E"/>
      </a:lt2>
      <a:accent1>
        <a:srgbClr val="8F6BFF"/>
      </a:accent1>
      <a:accent2>
        <a:srgbClr val="2EE6C9"/>
      </a:accent2>
      <a:accent3>
        <a:srgbClr val="090613"/>
      </a:accent3>
      <a:accent4>
        <a:srgbClr val="201744"/>
      </a:accent4>
      <a:accent5>
        <a:srgbClr val="B7A3FF"/>
      </a:accent5>
      <a:accent6>
        <a:srgbClr val="24A496"/>
      </a:accent6>
      <a:hlink>
        <a:srgbClr val="E6DEFF"/>
      </a:hlink>
      <a:folHlink>
        <a:srgbClr val="090613"/>
      </a:folHlink>
    </a:clrScheme>
    <a:fontScheme name="카드뉴스(계절 안부)">
      <a:majorFont>
        <a:latin typeface="Tw Cen MT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카드뉴스(계절 안부)</dc:title>
  <dc:subject>카드뉴스 · 계절 안부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