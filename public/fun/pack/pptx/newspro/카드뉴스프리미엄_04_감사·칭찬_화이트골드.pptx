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9919CD19-67D0-4797-A188-58D79E376105}">
          <p14:sldIdLst>
            <p14:sldId id="256"/>
          </p14:sldIdLst>
        </p14:section>
        <p14:section name="본문" id="{1244D2B9-114F-4209-83FC-95587E14FC0F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89BAF539-5F38-4476-B5CE-EFFB2B44F7FA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028700" y="2377440"/>
            <a:ext cx="4800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028700" y="2761488"/>
            <a:ext cx="4800600" cy="10515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028700" y="4434840"/>
            <a:ext cx="48006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1763059" y="1717929"/>
            <a:ext cx="1170661" cy="20641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1839378" y="1433105"/>
            <a:ext cx="1117031" cy="40656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1963996" y="1165860"/>
            <a:ext cx="1029462" cy="5943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2133128" y="924314"/>
            <a:ext cx="910612" cy="764095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2341634" y="715808"/>
            <a:ext cx="764095" cy="9106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583179" y="546676"/>
            <a:ext cx="594360" cy="102946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2850425" y="422058"/>
            <a:ext cx="406566" cy="111703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135249" y="345739"/>
            <a:ext cx="206419" cy="117066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3428999" y="320040"/>
            <a:ext cx="1" cy="118872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3516331" y="345739"/>
            <a:ext cx="206419" cy="117066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601008" y="422058"/>
            <a:ext cx="406566" cy="111703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3680460" y="546676"/>
            <a:ext cx="594360" cy="102946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3752270" y="715808"/>
            <a:ext cx="764095" cy="9106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3814259" y="924314"/>
            <a:ext cx="910612" cy="764095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3864541" y="1165859"/>
            <a:ext cx="1029462" cy="5943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3901590" y="1433105"/>
            <a:ext cx="1117031" cy="40656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924279" y="1717929"/>
            <a:ext cx="1170661" cy="20641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2926080" y="1508760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2498598" y="1081278"/>
            <a:ext cx="1860804" cy="1860804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2075687" y="658368"/>
            <a:ext cx="2706624" cy="2706624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1737360" y="320040"/>
            <a:ext cx="3383280" cy="338328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188719" y="2011680"/>
            <a:ext cx="44805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3337560" y="1920240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6272784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39319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39319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05C01608-E106-445C-9118-4DDEE1A40B28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6126480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5760720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5394960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5413019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555421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5819585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6177113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1965960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11880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3369564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028700" y="2377440"/>
            <a:ext cx="48006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028700" y="2761488"/>
            <a:ext cx="4800600" cy="10515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2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D5D4D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028700" y="4434840"/>
            <a:ext cx="48006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AFAEA9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1763059" y="1717929"/>
            <a:ext cx="1170661" cy="20641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1839378" y="1433105"/>
            <a:ext cx="1117031" cy="40656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1963996" y="1165860"/>
            <a:ext cx="1029462" cy="5943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2133128" y="924314"/>
            <a:ext cx="910612" cy="764095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2341634" y="715808"/>
            <a:ext cx="764095" cy="9106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583179" y="546676"/>
            <a:ext cx="594360" cy="102946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2850425" y="422058"/>
            <a:ext cx="406566" cy="111703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135249" y="345739"/>
            <a:ext cx="206419" cy="117066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3428999" y="320040"/>
            <a:ext cx="1" cy="118872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3516331" y="345739"/>
            <a:ext cx="206419" cy="117066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601008" y="422058"/>
            <a:ext cx="406566" cy="111703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3680460" y="546676"/>
            <a:ext cx="594360" cy="102946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3752270" y="715808"/>
            <a:ext cx="764095" cy="9106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3814259" y="924314"/>
            <a:ext cx="910612" cy="764095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3864541" y="1165859"/>
            <a:ext cx="1029462" cy="5943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3901590" y="1433105"/>
            <a:ext cx="1117031" cy="40656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924279" y="1717929"/>
            <a:ext cx="1170661" cy="20641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2926080" y="1508760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2498598" y="1081278"/>
            <a:ext cx="1860804" cy="1860804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2075687" y="658368"/>
            <a:ext cx="2706624" cy="2706624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1737360" y="320040"/>
            <a:ext cx="3383280" cy="338328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1188719" y="2011680"/>
            <a:ext cx="44805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3337560" y="1920240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6272784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39319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39319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8B2413C9-0017-4C10-8834-C0D460B5F921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6126480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5760720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5394960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5413019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555421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5819585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6177113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1965960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11880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3369564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39319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826106EF-4E10-45A4-B5D5-5B0CFBDEE68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6126480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5760720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5394960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5413019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555421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5819585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6177113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GOLD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오늘 고마웠던 일 세 가지 적기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감사·칭찬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고맙다는 말 먼저 건네기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1D91E9-8AE2-4057-B0D8-9055FFF5D1C9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작은 일에도 ‘고마워요’를 먼저 말해 보세요.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칭찬 한 줄 적어 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0FC26-08FA-4CE8-B57C-D4E870DAB365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메모지에 칭찬 한 줄을 적어 가족 책상에 붙여 보세요.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퇴근한 사람에게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7E151-9484-4A93-B2BB-F8485D74C916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‘오늘도 고생했어’ 한마디면 충분해요.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 일기 세 줄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D210F-F68B-4788-9D8E-09271E9E5536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오늘 고마웠던 일 세 가지를 적어 보세요.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엽서 한 장 쓰기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C77E5F-D0C1-4DD0-8859-5DB8DA2A77DA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짧아도 좋아요. 우체통에 넣는 순간 설레요.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GOLD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감사·칭찬)">
  <a:themeElements>
    <a:clrScheme name="카드뉴스(감사·칭찬)">
      <a:dk1>
        <a:srgbClr val="413D32"/>
      </a:dk1>
      <a:lt1>
        <a:srgbClr val="FEFEFC"/>
      </a:lt1>
      <a:dk2>
        <a:srgbClr val="3C3726"/>
      </a:dk2>
      <a:lt2>
        <a:srgbClr val="FCFAF4"/>
      </a:lt2>
      <a:accent1>
        <a:srgbClr val="C7A557"/>
      </a:accent1>
      <a:accent2>
        <a:srgbClr val="8B8572"/>
      </a:accent2>
      <a:accent3>
        <a:srgbClr val="403D32"/>
      </a:accent3>
      <a:accent4>
        <a:srgbClr val="F1E9D5"/>
      </a:accent4>
      <a:accent5>
        <a:srgbClr val="D4B56A"/>
      </a:accent5>
      <a:accent6>
        <a:srgbClr val="BEBAAC"/>
      </a:accent6>
      <a:hlink>
        <a:srgbClr val="3C3726"/>
      </a:hlink>
      <a:folHlink>
        <a:srgbClr val="403D32"/>
      </a:folHlink>
    </a:clrScheme>
    <a:fontScheme name="카드뉴스(감사·칭찬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>카드뉴스 · 감사·칭찬</dc:subject>
  <dc:creator>반딧불이의 곳간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