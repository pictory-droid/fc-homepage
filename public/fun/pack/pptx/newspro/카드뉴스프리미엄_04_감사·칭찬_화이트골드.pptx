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F9663DC-5F2E-49D6-B315-B421B1779210}">
          <p14:sldIdLst>
            <p14:sldId id="256"/>
          </p14:sldIdLst>
        </p14:section>
        <p14:section name="본문" id="{2270AA92-3171-4559-94A2-62AF9DCE7D5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275B57F-88F7-4FD5-8750-4B676C223B6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028700" y="2377440"/>
            <a:ext cx="4800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028700" y="2761488"/>
            <a:ext cx="4800600" cy="10515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4434840"/>
            <a:ext cx="48006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1763059" y="1717929"/>
            <a:ext cx="1170661" cy="20641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1839378" y="1433105"/>
            <a:ext cx="1117031" cy="40656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1963996" y="1165860"/>
            <a:ext cx="1029462" cy="5943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2133128" y="924314"/>
            <a:ext cx="910612" cy="764095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2341634" y="715808"/>
            <a:ext cx="764095" cy="9106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2583179" y="546676"/>
            <a:ext cx="594360" cy="102946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2850425" y="422058"/>
            <a:ext cx="406566" cy="111703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3135249" y="345739"/>
            <a:ext cx="206419" cy="117066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 flipV="1">
            <a:off x="3428999" y="320040"/>
            <a:ext cx="1" cy="118872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3516331" y="345739"/>
            <a:ext cx="206419" cy="117066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3601008" y="422058"/>
            <a:ext cx="406566" cy="111703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3680460" y="546676"/>
            <a:ext cx="594360" cy="102946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3752270" y="715808"/>
            <a:ext cx="764095" cy="9106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3814259" y="924314"/>
            <a:ext cx="910612" cy="764095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3864541" y="1165859"/>
            <a:ext cx="1029462" cy="5943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3901590" y="1433105"/>
            <a:ext cx="1117031" cy="40656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924279" y="1717929"/>
            <a:ext cx="1170661" cy="20641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2926080" y="1508760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2498598" y="1081278"/>
            <a:ext cx="1860804" cy="1860804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2075687" y="658368"/>
            <a:ext cx="2706624" cy="2706624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1737360" y="320040"/>
            <a:ext cx="3383280" cy="338328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188719" y="2011680"/>
            <a:ext cx="44805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3337560" y="1920240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6272784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39319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FAD290E-60B4-42D5-A9EF-235402F82724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196596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1188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3369564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028700" y="2377440"/>
            <a:ext cx="4800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028700" y="2761488"/>
            <a:ext cx="4800600" cy="10515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5D4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4434840"/>
            <a:ext cx="48006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AFAEA9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 flipH="1" flipV="1">
            <a:off x="1763059" y="1717929"/>
            <a:ext cx="1170661" cy="20641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 flipH="1" flipV="1">
            <a:off x="1839378" y="1433105"/>
            <a:ext cx="1117031" cy="40656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 flipV="1">
            <a:off x="1963996" y="1165860"/>
            <a:ext cx="1029462" cy="5943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2133128" y="924314"/>
            <a:ext cx="910612" cy="764095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 flipV="1">
            <a:off x="2341634" y="715808"/>
            <a:ext cx="764095" cy="9106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2583179" y="546676"/>
            <a:ext cx="594360" cy="102946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 flipV="1">
            <a:off x="2850425" y="422058"/>
            <a:ext cx="406566" cy="111703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9" name="Connector 8"/>
          <p:cNvCxnSpPr/>
          <p:nvPr/>
        </p:nvCxnSpPr>
        <p:spPr>
          <a:xfrm flipH="1" flipV="1">
            <a:off x="3135249" y="345739"/>
            <a:ext cx="206419" cy="117066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 flipV="1">
            <a:off x="3428999" y="320040"/>
            <a:ext cx="1" cy="118872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3516331" y="345739"/>
            <a:ext cx="206419" cy="117066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3601008" y="422058"/>
            <a:ext cx="406566" cy="111703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3680460" y="546676"/>
            <a:ext cx="594360" cy="102946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3752270" y="715808"/>
            <a:ext cx="764095" cy="91061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3814259" y="924314"/>
            <a:ext cx="910612" cy="764095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3864541" y="1165859"/>
            <a:ext cx="1029462" cy="59436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3901590" y="1433105"/>
            <a:ext cx="1117031" cy="406566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924279" y="1717929"/>
            <a:ext cx="1170661" cy="206419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9" name="Arc 18"/>
          <p:cNvSpPr/>
          <p:nvPr/>
        </p:nvSpPr>
        <p:spPr>
          <a:xfrm>
            <a:off x="2926080" y="1508760"/>
            <a:ext cx="1005840" cy="1005840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2498598" y="1081278"/>
            <a:ext cx="1860804" cy="1860804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>
            <a:off x="2075687" y="658368"/>
            <a:ext cx="2706624" cy="2706624"/>
          </a:xfrm>
          <a:prstGeom prst="arc">
            <a:avLst>
              <a:gd name="adj1" fmla="val 108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>
            <a:off x="1737360" y="320040"/>
            <a:ext cx="3383280" cy="3383280"/>
          </a:xfrm>
          <a:prstGeom prst="arc">
            <a:avLst>
              <a:gd name="adj1" fmla="val 10800000"/>
              <a:gd name="adj2" fmla="val 0"/>
            </a:avLst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188719" y="2011680"/>
            <a:ext cx="44805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4" name="Diamond 23"/>
          <p:cNvSpPr/>
          <p:nvPr/>
        </p:nvSpPr>
        <p:spPr>
          <a:xfrm>
            <a:off x="3337560" y="1920240"/>
            <a:ext cx="182880" cy="18288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바깥 선"/>
          <p:cNvSpPr/>
          <p:nvPr/>
        </p:nvSpPr>
        <p:spPr>
          <a:xfrm>
            <a:off x="292608" y="292608"/>
            <a:ext cx="6272784" cy="6272784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안쪽 선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39319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5F50C23-38EA-4ACA-99C5-91B7AF2846F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196596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1188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3369564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9A8AB25-2097-4E32-835B-A2B524D58C2F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GOLD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오늘 고마웠던 일 세 가지 적기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D4377-853D-4285-9584-CB88D7E09FC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933B6-C950-400A-9050-A88C1253CD2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B17F9-778B-4A1F-B252-3E2DC1B1CA3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E072-9805-4197-B4EF-D1405A88F4E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E2651-0F42-4E83-9283-79AFB6C5010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GOLD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413D32"/>
      </a:dk1>
      <a:lt1>
        <a:srgbClr val="FEFEFC"/>
      </a:lt1>
      <a:dk2>
        <a:srgbClr val="3C3726"/>
      </a:dk2>
      <a:lt2>
        <a:srgbClr val="FCFAF4"/>
      </a:lt2>
      <a:accent1>
        <a:srgbClr val="C7A557"/>
      </a:accent1>
      <a:accent2>
        <a:srgbClr val="8B8572"/>
      </a:accent2>
      <a:accent3>
        <a:srgbClr val="403D32"/>
      </a:accent3>
      <a:accent4>
        <a:srgbClr val="F1E9D5"/>
      </a:accent4>
      <a:accent5>
        <a:srgbClr val="D4B56A"/>
      </a:accent5>
      <a:accent6>
        <a:srgbClr val="BEBAAC"/>
      </a:accent6>
      <a:hlink>
        <a:srgbClr val="3C3726"/>
      </a:hlink>
      <a:folHlink>
        <a:srgbClr val="403D32"/>
      </a:folHlink>
    </a:clrScheme>
    <a:fontScheme name="카드뉴스(감사·칭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