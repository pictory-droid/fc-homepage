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6F04D77-F002-4670-944E-4BBD4D93AE1F}">
          <p14:sldIdLst>
            <p14:sldId id="256"/>
          </p14:sldIdLst>
        </p14:section>
        <p14:section name="본문" id="{5F0C25A6-62E3-439B-95C5-80AE408092CB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6CC5A1EE-C871-42DE-B20A-E6C9BFE92DCF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22959" y="1508760"/>
            <a:ext cx="521208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822959" y="1892807"/>
            <a:ext cx="521208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822959" y="3291839"/>
            <a:ext cx="521208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822959" y="3840480"/>
            <a:ext cx="521208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6217920" cy="6217920"/>
          </a:xfrm>
          <a:prstGeom prst="rect">
            <a:avLst/>
          </a:prstGeom>
          <a:solidFill>
            <a:schemeClr val="bg1">
              <a:alpha val="55000"/>
            </a:schemeClr>
          </a:solidFill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5943600" cy="594360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6428232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6428232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3177540" y="205739"/>
            <a:ext cx="502920" cy="502920"/>
            <a:chOff x="3177540" y="205739"/>
            <a:chExt cx="502920" cy="502920"/>
          </a:xfrm>
        </p:grpSpPr>
        <p:sp>
          <p:nvSpPr>
            <p:cNvPr id="9" name="Sun 8"/>
            <p:cNvSpPr/>
            <p:nvPr/>
          </p:nvSpPr>
          <p:spPr>
            <a:xfrm>
              <a:off x="3177540" y="205739"/>
              <a:ext cx="502920" cy="502920"/>
            </a:xfrm>
            <a:prstGeom prst="sun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5943600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234439" y="594360"/>
            <a:ext cx="438912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96D2CEA-5A69-4B5D-8997-AE69C4804512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960119" y="594360"/>
            <a:ext cx="493776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Sun 3"/>
            <p:cNvSpPr/>
            <p:nvPr/>
          </p:nvSpPr>
          <p:spPr>
            <a:xfrm>
              <a:off x="571500" y="6240780"/>
              <a:ext cx="320040" cy="320040"/>
            </a:xfrm>
            <a:prstGeom prst="sun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966460" y="6240780"/>
            <a:ext cx="320040" cy="320040"/>
            <a:chOff x="5966460" y="6240780"/>
            <a:chExt cx="320040" cy="320040"/>
          </a:xfrm>
        </p:grpSpPr>
        <p:sp>
          <p:nvSpPr>
            <p:cNvPr id="6" name="Sun 5"/>
            <p:cNvSpPr/>
            <p:nvPr/>
          </p:nvSpPr>
          <p:spPr>
            <a:xfrm>
              <a:off x="5966460" y="6240780"/>
              <a:ext cx="320040" cy="320040"/>
            </a:xfrm>
            <a:prstGeom prst="sun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22959" y="1508760"/>
            <a:ext cx="521208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822959" y="1892807"/>
            <a:ext cx="521208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822959" y="3291839"/>
            <a:ext cx="521208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822959" y="3840480"/>
            <a:ext cx="521208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6217920" cy="6217920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5943600" cy="5943600"/>
          </a:xfrm>
          <a:prstGeom prst="rect">
            <a:avLst/>
          </a:prstGeom>
          <a:noFill/>
          <a:ln w="9525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6428232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6428232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3177540" y="205739"/>
            <a:ext cx="502920" cy="502920"/>
            <a:chOff x="3177540" y="205739"/>
            <a:chExt cx="502920" cy="502920"/>
          </a:xfrm>
        </p:grpSpPr>
        <p:sp>
          <p:nvSpPr>
            <p:cNvPr id="9" name="Sun 8"/>
            <p:cNvSpPr/>
            <p:nvPr/>
          </p:nvSpPr>
          <p:spPr>
            <a:xfrm>
              <a:off x="3177540" y="205739"/>
              <a:ext cx="502920" cy="502920"/>
            </a:xfrm>
            <a:prstGeom prst="sun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5943600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234439" y="594360"/>
            <a:ext cx="438912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E780432-6C6A-43CE-8C3D-03022FE1676D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960119" y="594360"/>
            <a:ext cx="493776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Sun 3"/>
            <p:cNvSpPr/>
            <p:nvPr/>
          </p:nvSpPr>
          <p:spPr>
            <a:xfrm>
              <a:off x="571500" y="6240780"/>
              <a:ext cx="320040" cy="320040"/>
            </a:xfrm>
            <a:prstGeom prst="sun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966460" y="6240780"/>
            <a:ext cx="320040" cy="320040"/>
            <a:chOff x="5966460" y="6240780"/>
            <a:chExt cx="320040" cy="320040"/>
          </a:xfrm>
        </p:grpSpPr>
        <p:sp>
          <p:nvSpPr>
            <p:cNvPr id="6" name="Sun 5"/>
            <p:cNvSpPr/>
            <p:nvPr/>
          </p:nvSpPr>
          <p:spPr>
            <a:xfrm>
              <a:off x="5966460" y="6240780"/>
              <a:ext cx="320040" cy="320040"/>
            </a:xfrm>
            <a:prstGeom prst="sun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1B754CE-758F-459B-8817-310182D06072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3154680" y="5212080"/>
            <a:ext cx="548640" cy="548640"/>
            <a:chOff x="3154680" y="5212080"/>
            <a:chExt cx="548640" cy="548640"/>
          </a:xfrm>
        </p:grpSpPr>
        <p:sp>
          <p:nvSpPr>
            <p:cNvPr id="6" name="Sun 5"/>
            <p:cNvSpPr/>
            <p:nvPr/>
          </p:nvSpPr>
          <p:spPr>
            <a:xfrm>
              <a:off x="3154680" y="5212080"/>
              <a:ext cx="548640" cy="548640"/>
            </a:xfrm>
            <a:prstGeom prst="sun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명절에 어른께 드리는 말씀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감사·칭찬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고맙다는 말 먼저 건네기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61C7D-0D3E-4EF7-B3FD-937B41BFC311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작은 일에도 ‘고마워요’를 먼저 말해 보세요.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칭찬 한 줄 적어 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CC78A-8FDC-4A81-8170-31D1A3E64D63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메모지에 칭찬 한 줄을 적어 가족 책상에 붙여 보세요.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퇴근한 사람에게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EC847-025C-405B-B6FD-D90B9A21ECD6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‘오늘도 고생했어’ 한마디면 충분해요.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 일기 세 줄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970BB-A58E-4951-8999-EADCF763F409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오늘 고마웠던 일 세 가지를 적어 보세요.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엽서 한 장 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B914A-B6D8-4F5A-90D4-71302AF8D239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짧아도 좋아요. 우체통에 넣는 순간 설레요.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감사·칭찬)">
  <a:themeElements>
    <a:clrScheme name="카드뉴스(감사·칭찬)">
      <a:dk1>
        <a:srgbClr val="2B2724"/>
      </a:dk1>
      <a:lt1>
        <a:srgbClr val="FFFFFF"/>
      </a:lt1>
      <a:dk2>
        <a:srgbClr val="64623A"/>
      </a:dk2>
      <a:lt2>
        <a:srgbClr val="F5E5E2"/>
      </a:lt2>
      <a:accent1>
        <a:srgbClr val="CF877C"/>
      </a:accent1>
      <a:accent2>
        <a:srgbClr val="83BEA8"/>
      </a:accent2>
      <a:accent3>
        <a:srgbClr val="4E312C"/>
      </a:accent3>
      <a:accent4>
        <a:srgbClr val="F0D0CB"/>
      </a:accent4>
      <a:accent5>
        <a:srgbClr val="D6E0A3"/>
      </a:accent5>
      <a:accent6>
        <a:srgbClr val="E6BCDB"/>
      </a:accent6>
      <a:hlink>
        <a:srgbClr val="64623A"/>
      </a:hlink>
      <a:folHlink>
        <a:srgbClr val="4E312C"/>
      </a:folHlink>
    </a:clrScheme>
    <a:fontScheme name="카드뉴스(감사·칭찬)">
      <a:majorFont>
        <a:latin typeface="Trebuchet MS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>카드뉴스 · 감사·칭찬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