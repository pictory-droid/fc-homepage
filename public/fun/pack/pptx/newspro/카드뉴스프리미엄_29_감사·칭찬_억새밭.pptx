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9ADDDC8-94AA-4333-BE95-260D47EDFD3D}">
          <p14:sldIdLst>
            <p14:sldId id="256"/>
          </p14:sldIdLst>
        </p14:section>
        <p14:section name="본문" id="{2A56B231-5FD3-4A20-9463-040FCCBAE62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82C1B83-24BD-422F-AB09-99CCD6830B9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D9577DC-F5D7-4029-9325-3AC8514277C7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91840" y="1362543"/>
            <a:ext cx="274320" cy="237569"/>
            <a:chOff x="3291840" y="1362543"/>
            <a:chExt cx="274320" cy="237569"/>
          </a:xfrm>
        </p:grpSpPr>
        <p:cxnSp>
          <p:nvCxnSpPr>
            <p:cNvPr id="4" name="Connector 3"/>
            <p:cNvCxnSpPr/>
            <p:nvPr/>
          </p:nvCxnSpPr>
          <p:spPr>
            <a:xfrm>
              <a:off x="3291840" y="1481328"/>
              <a:ext cx="27432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3360420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3360420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3401568" y="1453896"/>
              <a:ext cx="54864" cy="5486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331B8B1-25B8-4869-93BC-004E2FD3F64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91840" y="1362543"/>
            <a:ext cx="274320" cy="237569"/>
            <a:chOff x="3291840" y="1362543"/>
            <a:chExt cx="274320" cy="237569"/>
          </a:xfrm>
        </p:grpSpPr>
        <p:cxnSp>
          <p:nvCxnSpPr>
            <p:cNvPr id="4" name="Connector 3"/>
            <p:cNvCxnSpPr/>
            <p:nvPr/>
          </p:nvCxnSpPr>
          <p:spPr>
            <a:xfrm>
              <a:off x="3291840" y="1481328"/>
              <a:ext cx="27432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3360420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3360420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3401568" y="1453896"/>
              <a:ext cx="54864" cy="5486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1A3C66D-3AAF-4C16-8D81-8BB15C71DF2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48831"/>
            <a:ext cx="548640" cy="475137"/>
            <a:chOff x="3154680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3154680" y="5486400"/>
              <a:ext cx="54864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3374136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억새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스승의 날 엽서 한 장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366D7-02A3-4B78-8E53-E2CC4E32CB8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B4D2-3B12-4DC7-B465-4E50E6735EE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7AA16-5A96-4AF7-A94E-790D9A1EB06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71EF-713C-4292-ACAE-A02D94DC527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F131F-7571-48B4-8EF5-B25D1F3F28D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억새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644C3A"/>
      </a:dk2>
      <a:lt2>
        <a:srgbClr val="F5EEE2"/>
      </a:lt2>
      <a:accent1>
        <a:srgbClr val="CFAE7C"/>
      </a:accent1>
      <a:accent2>
        <a:srgbClr val="BE8983"/>
      </a:accent2>
      <a:accent3>
        <a:srgbClr val="4E412C"/>
      </a:accent3>
      <a:accent4>
        <a:srgbClr val="F0E2CB"/>
      </a:accent4>
      <a:accent5>
        <a:srgbClr val="BAE0A3"/>
      </a:accent5>
      <a:accent6>
        <a:srgbClr val="E6BCC7"/>
      </a:accent6>
      <a:hlink>
        <a:srgbClr val="644C3A"/>
      </a:hlink>
      <a:folHlink>
        <a:srgbClr val="4E412C"/>
      </a:folHlink>
    </a:clrScheme>
    <a:fontScheme name="카드뉴스(감사·칭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