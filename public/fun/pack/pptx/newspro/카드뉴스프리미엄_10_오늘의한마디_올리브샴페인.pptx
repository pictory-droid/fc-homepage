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6858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B2AAA455-E00D-440F-944C-A9EFD4AEC333}">
          <p14:sldIdLst>
            <p14:sldId id="256"/>
          </p14:sldIdLst>
        </p14:section>
        <p14:section name="본문" id="{7F35634A-1C42-47AD-A91F-FAA763445E27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2C228288-536D-46EB-A3C1-2C7E0621257E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85800" y="2194560"/>
            <a:ext cx="5486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685800" y="2578608"/>
            <a:ext cx="5486400" cy="13716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85800" y="4023360"/>
            <a:ext cx="5486400" cy="5029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85800" y="4572000"/>
            <a:ext cx="548640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막대 1"/>
          <p:cNvSpPr/>
          <p:nvPr/>
        </p:nvSpPr>
        <p:spPr>
          <a:xfrm>
            <a:off x="0" y="0"/>
            <a:ext cx="685800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막대 2"/>
          <p:cNvSpPr/>
          <p:nvPr/>
        </p:nvSpPr>
        <p:spPr>
          <a:xfrm>
            <a:off x="0" y="731520"/>
            <a:ext cx="6858000" cy="4114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막대 3"/>
          <p:cNvSpPr/>
          <p:nvPr/>
        </p:nvSpPr>
        <p:spPr>
          <a:xfrm>
            <a:off x="0" y="1143000"/>
            <a:ext cx="6858000" cy="2286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막대 4"/>
          <p:cNvSpPr/>
          <p:nvPr/>
        </p:nvSpPr>
        <p:spPr>
          <a:xfrm>
            <a:off x="0" y="1371600"/>
            <a:ext cx="6858000" cy="1280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막대 5"/>
          <p:cNvSpPr/>
          <p:nvPr/>
        </p:nvSpPr>
        <p:spPr>
          <a:xfrm>
            <a:off x="0" y="1499616"/>
            <a:ext cx="6858000" cy="7315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6400800" y="914400"/>
            <a:ext cx="365759" cy="466344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90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6309360" y="6172200"/>
            <a:ext cx="5486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rgbClr val="1A1613"/>
                </a:solidFill>
              </a:defRPr>
            </a:lvl1pPr>
          </a:lstStyle>
          <a:p>
            <a:fld id="{CADC435C-C28B-4266-BFCB-2230530628BA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640080" y="365760"/>
            <a:ext cx="50292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640080" y="658368"/>
            <a:ext cx="502920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2" name="옆 띠"/>
          <p:cNvSpPr/>
          <p:nvPr/>
        </p:nvSpPr>
        <p:spPr>
          <a:xfrm>
            <a:off x="6309360" y="0"/>
            <a:ext cx="548640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40080" y="1572768"/>
            <a:ext cx="1280159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1920239" y="1572768"/>
            <a:ext cx="3749041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pattFill prst="dotGrid">
          <a:fgClr>
            <a:schemeClr val="tx2"/>
          </a:fgClr>
          <a:bgClr>
            <a:schemeClr val="accent3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85800" y="2194560"/>
            <a:ext cx="5486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685800" y="2578608"/>
            <a:ext cx="5486400" cy="13716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34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85800" y="4023360"/>
            <a:ext cx="5486400" cy="5029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rgbClr val="DADAD7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85800" y="4572000"/>
            <a:ext cx="548640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rgbClr val="B8B9B2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막대 1"/>
          <p:cNvSpPr/>
          <p:nvPr/>
        </p:nvSpPr>
        <p:spPr>
          <a:xfrm>
            <a:off x="0" y="0"/>
            <a:ext cx="6858000" cy="7315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막대 2"/>
          <p:cNvSpPr/>
          <p:nvPr/>
        </p:nvSpPr>
        <p:spPr>
          <a:xfrm>
            <a:off x="0" y="731520"/>
            <a:ext cx="6858000" cy="4114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막대 3"/>
          <p:cNvSpPr/>
          <p:nvPr/>
        </p:nvSpPr>
        <p:spPr>
          <a:xfrm>
            <a:off x="0" y="1143000"/>
            <a:ext cx="6858000" cy="2286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막대 4"/>
          <p:cNvSpPr/>
          <p:nvPr/>
        </p:nvSpPr>
        <p:spPr>
          <a:xfrm>
            <a:off x="0" y="1371600"/>
            <a:ext cx="6858000" cy="1280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막대 5"/>
          <p:cNvSpPr/>
          <p:nvPr/>
        </p:nvSpPr>
        <p:spPr>
          <a:xfrm>
            <a:off x="0" y="1499616"/>
            <a:ext cx="6858000" cy="7315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6400800" y="914400"/>
            <a:ext cx="365759" cy="466344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90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6309360" y="6172200"/>
            <a:ext cx="5486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rgbClr val="1A1613"/>
                </a:solidFill>
              </a:defRPr>
            </a:lvl1pPr>
          </a:lstStyle>
          <a:p>
            <a:fld id="{DB1078A8-4E0D-4FE3-8A45-A249E9495737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640080" y="365760"/>
            <a:ext cx="50292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640080" y="658368"/>
            <a:ext cx="502920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5" name="사진 1"/>
          <p:cNvSpPr>
            <a:spLocks noGrp="1"/>
          </p:cNvSpPr>
          <p:nvPr>
            <p:ph type="pic" sz="quarter" idx="13"/>
          </p:nvPr>
        </p:nvSpPr>
        <p:spPr>
          <a:xfrm>
            <a:off x="6400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2"/>
          <p:cNvSpPr>
            <a:spLocks noGrp="1"/>
          </p:cNvSpPr>
          <p:nvPr>
            <p:ph type="pic" sz="quarter" idx="14"/>
          </p:nvPr>
        </p:nvSpPr>
        <p:spPr>
          <a:xfrm>
            <a:off x="20116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3"/>
          <p:cNvSpPr>
            <a:spLocks noGrp="1"/>
          </p:cNvSpPr>
          <p:nvPr>
            <p:ph type="pic" sz="quarter" idx="15"/>
          </p:nvPr>
        </p:nvSpPr>
        <p:spPr>
          <a:xfrm>
            <a:off x="33832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4"/>
          <p:cNvSpPr>
            <a:spLocks noGrp="1"/>
          </p:cNvSpPr>
          <p:nvPr>
            <p:ph type="pic" sz="quarter" idx="16"/>
          </p:nvPr>
        </p:nvSpPr>
        <p:spPr>
          <a:xfrm>
            <a:off x="47548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5"/>
          <p:cNvSpPr>
            <a:spLocks noGrp="1"/>
          </p:cNvSpPr>
          <p:nvPr>
            <p:ph type="pic" sz="quarter" idx="17"/>
          </p:nvPr>
        </p:nvSpPr>
        <p:spPr>
          <a:xfrm>
            <a:off x="6400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6"/>
          <p:cNvSpPr>
            <a:spLocks noGrp="1"/>
          </p:cNvSpPr>
          <p:nvPr>
            <p:ph type="pic" sz="quarter" idx="18"/>
          </p:nvPr>
        </p:nvSpPr>
        <p:spPr>
          <a:xfrm>
            <a:off x="20116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7"/>
          <p:cNvSpPr>
            <a:spLocks noGrp="1"/>
          </p:cNvSpPr>
          <p:nvPr>
            <p:ph type="pic" sz="quarter" idx="19"/>
          </p:nvPr>
        </p:nvSpPr>
        <p:spPr>
          <a:xfrm>
            <a:off x="33832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2" name="사진 8"/>
          <p:cNvSpPr>
            <a:spLocks noGrp="1"/>
          </p:cNvSpPr>
          <p:nvPr>
            <p:ph type="pic" sz="quarter" idx="20"/>
          </p:nvPr>
        </p:nvSpPr>
        <p:spPr>
          <a:xfrm>
            <a:off x="47548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옆 띠"/>
          <p:cNvSpPr/>
          <p:nvPr/>
        </p:nvSpPr>
        <p:spPr>
          <a:xfrm>
            <a:off x="6309360" y="0"/>
            <a:ext cx="548640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40080" y="1572768"/>
            <a:ext cx="1280159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1920239" y="1572768"/>
            <a:ext cx="3749041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6400800" y="914400"/>
            <a:ext cx="365759" cy="466344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90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6309360" y="6172200"/>
            <a:ext cx="5486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rgbClr val="1A1613"/>
                </a:solidFill>
              </a:defRPr>
            </a:lvl1pPr>
          </a:lstStyle>
          <a:p>
            <a:fld id="{2BBAF476-54D1-4CC2-BF5B-5222B3ED71E2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640080" y="365760"/>
            <a:ext cx="50292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한 문장"/>
          <p:cNvSpPr>
            <a:spLocks noGrp="1"/>
          </p:cNvSpPr>
          <p:nvPr>
            <p:ph type="title"/>
          </p:nvPr>
        </p:nvSpPr>
        <p:spPr>
          <a:xfrm>
            <a:off x="822959" y="2331720"/>
            <a:ext cx="5212080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옆 띠"/>
          <p:cNvSpPr/>
          <p:nvPr/>
        </p:nvSpPr>
        <p:spPr>
          <a:xfrm>
            <a:off x="6309360" y="0"/>
            <a:ext cx="548640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따옴표 장식"/>
          <p:cNvGrpSpPr/>
          <p:nvPr/>
        </p:nvGrpSpPr>
        <p:grpSpPr>
          <a:xfrm>
            <a:off x="2926080" y="1520189"/>
            <a:ext cx="1005840" cy="251460"/>
            <a:chOff x="2926080" y="1520189"/>
            <a:chExt cx="1005840" cy="251460"/>
          </a:xfrm>
        </p:grpSpPr>
        <p:sp>
          <p:nvSpPr>
            <p:cNvPr id="4" name="Diamond 3"/>
            <p:cNvSpPr/>
            <p:nvPr/>
          </p:nvSpPr>
          <p:spPr>
            <a:xfrm>
              <a:off x="3303270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5" name="Connector 4"/>
            <p:cNvCxnSpPr/>
            <p:nvPr/>
          </p:nvCxnSpPr>
          <p:spPr>
            <a:xfrm>
              <a:off x="2926080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6" name="Connector 5"/>
            <p:cNvCxnSpPr/>
            <p:nvPr/>
          </p:nvCxnSpPr>
          <p:spPr>
            <a:xfrm>
              <a:off x="3634740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7" name="Connector 6"/>
          <p:cNvCxnSpPr/>
          <p:nvPr/>
        </p:nvCxnSpPr>
        <p:spPr>
          <a:xfrm>
            <a:off x="2880360" y="5349240"/>
            <a:ext cx="1097279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8" name="Diamond 7"/>
          <p:cNvSpPr/>
          <p:nvPr/>
        </p:nvSpPr>
        <p:spPr>
          <a:xfrm>
            <a:off x="3369564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OLIVE  ·  CARD NEWS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바빠도 점심은 챙겨 드세요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옆으로 넘겨 보세요 →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오늘의 한마디 · 카드뉴스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OLIVE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01 / 05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점심은 거르지 마세요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15157-1D93-45C3-AF5C-F749EEEF3E6E}" type="slidenum">
              <a:rPr lang="en-US"/>
              <a:t>‹#›</a:t>
            </a:fld>
            <a:endParaRPr lang="en-US"/>
          </a:p>
        </p:txBody>
      </p:sp>
      <p:sp>
        <p:nvSpPr>
          <p:cNvPr id="6" name="번호"/>
          <p:cNvSpPr txBox="1"/>
          <p:nvPr/>
        </p:nvSpPr>
        <p:spPr>
          <a:xfrm>
            <a:off x="64008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01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291840"/>
            <a:ext cx="502920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바빠도 한 끼는 앉아서 먹어요. 오후가 달라져요.</a:t>
            </a:r>
          </a:p>
        </p:txBody>
      </p:sp>
    </p:spTree>
  </p:cSld>
  <p:clrMapOvr>
    <a:masterClrMapping/>
  </p:clrMapOvr>
  <p:transition spd="med">
    <p:push dir="u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OLIVE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02 / 05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전화 한 통 걸어 보세요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CF440-4668-4219-90E3-1424026EDAB5}" type="slidenum">
              <a:rPr lang="en-US"/>
              <a:t>‹#›</a:t>
            </a:fld>
            <a:endParaRPr lang="en-US"/>
          </a:p>
        </p:txBody>
      </p:sp>
      <p:sp>
        <p:nvSpPr>
          <p:cNvPr id="6" name="번호"/>
          <p:cNvSpPr txBox="1"/>
          <p:nvPr/>
        </p:nvSpPr>
        <p:spPr>
          <a:xfrm>
            <a:off x="64008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02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291840"/>
            <a:ext cx="502920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문자보다 목소리가 먼저 떠오르는 사람이 있다면 지금 걸어 보세요.</a:t>
            </a:r>
          </a:p>
        </p:txBody>
      </p:sp>
    </p:spTree>
  </p:cSld>
  <p:clrMapOvr>
    <a:masterClrMapping/>
  </p:clrMapOvr>
  <p:transition spd="med">
    <p:push dir="u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OLIVE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03 / 05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메모 한 장 남기기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8CE33-90AC-4E36-BFFB-C284D9C66C42}" type="slidenum">
              <a:rPr lang="en-US"/>
              <a:t>‹#›</a:t>
            </a:fld>
            <a:endParaRPr lang="en-US"/>
          </a:p>
        </p:txBody>
      </p:sp>
      <p:sp>
        <p:nvSpPr>
          <p:cNvPr id="6" name="번호"/>
          <p:cNvSpPr txBox="1"/>
          <p:nvPr/>
        </p:nvSpPr>
        <p:spPr>
          <a:xfrm>
            <a:off x="64008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03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291840"/>
            <a:ext cx="502920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생각났을 때 적어 두면 다음 주의 내가 고마워해요.</a:t>
            </a:r>
          </a:p>
        </p:txBody>
      </p:sp>
    </p:spTree>
  </p:cSld>
  <p:clrMapOvr>
    <a:masterClrMapping/>
  </p:clrMapOvr>
  <p:transition spd="med">
    <p:push dir="u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OLIVE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04 / 05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퇴근길 한 정거장 걷기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4E297-D256-40F7-AC2B-3082C6283FF5}" type="slidenum">
              <a:rPr lang="en-US"/>
              <a:t>‹#›</a:t>
            </a:fld>
            <a:endParaRPr lang="en-US"/>
          </a:p>
        </p:txBody>
      </p:sp>
      <p:sp>
        <p:nvSpPr>
          <p:cNvPr id="6" name="번호"/>
          <p:cNvSpPr txBox="1"/>
          <p:nvPr/>
        </p:nvSpPr>
        <p:spPr>
          <a:xfrm>
            <a:off x="64008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04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291840"/>
            <a:ext cx="502920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한 정거장 먼저 내려 걸으면 머리가 정리돼요.</a:t>
            </a:r>
          </a:p>
        </p:txBody>
      </p:sp>
    </p:spTree>
  </p:cSld>
  <p:clrMapOvr>
    <a:masterClrMapping/>
  </p:clrMapOvr>
  <p:transition spd="med">
    <p:push dir="u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OLIVE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05 / 05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오늘은 일찍 자기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98ED3-8E49-44C7-BFD6-AF04FA2D2C21}" type="slidenum">
              <a:rPr lang="en-US"/>
              <a:t>‹#›</a:t>
            </a:fld>
            <a:endParaRPr lang="en-US"/>
          </a:p>
        </p:txBody>
      </p:sp>
      <p:sp>
        <p:nvSpPr>
          <p:cNvPr id="6" name="번호"/>
          <p:cNvSpPr txBox="1"/>
          <p:nvPr/>
        </p:nvSpPr>
        <p:spPr>
          <a:xfrm>
            <a:off x="64008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05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291840"/>
            <a:ext cx="502920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미룬 일은 내일 해도 돼요. 오늘은 불을 일찍 끄세요.</a:t>
            </a:r>
          </a:p>
        </p:txBody>
      </p:sp>
    </p:spTree>
  </p:cSld>
  <p:clrMapOvr>
    <a:masterClrMapping/>
  </p:clrMapOvr>
  <p:transition spd="med">
    <p:push dir="u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OLIVE  ·  CARD NEWS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저장해 두고 필요할 때 꺼내 보세요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마음에 들면 공유해 주세요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이름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카드뉴스(오늘의 한마디)">
  <a:themeElements>
    <a:clrScheme name="카드뉴스(오늘의 한마디)">
      <a:dk1>
        <a:srgbClr val="464837"/>
      </a:dk1>
      <a:lt1>
        <a:srgbClr val="FDFCF9"/>
      </a:lt1>
      <a:dk2>
        <a:srgbClr val="3A3D20"/>
      </a:dk2>
      <a:lt2>
        <a:srgbClr val="F7F5EB"/>
      </a:lt2>
      <a:accent1>
        <a:srgbClr val="868C58"/>
      </a:accent1>
      <a:accent2>
        <a:srgbClr val="C1AA6A"/>
      </a:accent2>
      <a:accent3>
        <a:srgbClr val="575947"/>
      </a:accent3>
      <a:accent4>
        <a:srgbClr val="E0E0CE"/>
      </a:accent4>
      <a:accent5>
        <a:srgbClr val="C4AC70"/>
      </a:accent5>
      <a:accent6>
        <a:srgbClr val="D9CCA4"/>
      </a:accent6>
      <a:hlink>
        <a:srgbClr val="3A3D20"/>
      </a:hlink>
      <a:folHlink>
        <a:srgbClr val="575947"/>
      </a:folHlink>
    </a:clrScheme>
    <a:fontScheme name="카드뉴스(오늘의 한마디)">
      <a:majorFont>
        <a:latin typeface="Tw Cen MT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카드뉴스(오늘의 한마디)</dc:title>
  <dc:subject>카드뉴스 · 오늘의 한마디</dc:subject>
  <dc:creator>반딧불이의 곳간</dc:creator>
  <cp:keywords>카드뉴스,PPT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