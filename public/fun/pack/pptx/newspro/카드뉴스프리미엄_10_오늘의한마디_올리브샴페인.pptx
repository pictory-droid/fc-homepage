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EBAC70A-CFD1-4EB8-AD32-997D4382ACFF}">
          <p14:sldIdLst>
            <p14:sldId id="256"/>
          </p14:sldIdLst>
        </p14:section>
        <p14:section name="본문" id="{FB2F18B9-B850-46DC-9FFC-6EE19B84AAD4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39D0FB3F-964C-4DB2-91FF-673D7E191B28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21945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2578608"/>
            <a:ext cx="5486400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023360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457200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685800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0" y="731520"/>
            <a:ext cx="6858000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0" y="1143000"/>
            <a:ext cx="6858000" cy="228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0" y="1371600"/>
            <a:ext cx="6858000" cy="1280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0" y="1499616"/>
            <a:ext cx="6858000" cy="731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6400800" y="914400"/>
            <a:ext cx="3657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6309360" y="6172200"/>
            <a:ext cx="5486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1D7620AE-3CA0-4FD5-B79E-32FF33F5E3C7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50292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502920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6309360" y="0"/>
            <a:ext cx="5486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3749041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21945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2578608"/>
            <a:ext cx="5486400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023360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ADAD7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457200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B8B9B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6858000" cy="7315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0" y="731520"/>
            <a:ext cx="6858000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0" y="1143000"/>
            <a:ext cx="6858000" cy="228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0" y="1371600"/>
            <a:ext cx="6858000" cy="128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0" y="1499616"/>
            <a:ext cx="6858000" cy="731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6400800" y="914400"/>
            <a:ext cx="3657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6309360" y="6172200"/>
            <a:ext cx="5486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0CD48108-2E96-40AE-8BBD-78AF2F350DE2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50292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502920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6309360" y="0"/>
            <a:ext cx="5486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3749041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6400800" y="914400"/>
            <a:ext cx="3657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6309360" y="6172200"/>
            <a:ext cx="5486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C6593441-63C8-455A-9330-A25A684C3943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50292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6309360" y="0"/>
            <a:ext cx="5486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OLIVE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바빠도 점심은 챙겨 드세요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오늘의 한마디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OLIVE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점심은 거르지 마세요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0974-BE5A-43A1-8C72-04D1BD4BC0C4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바빠도 한 끼는 앉아서 먹어요. 오후가 달라져요.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OLIVE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전화 한 통 걸어 보세요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BA5A1-660F-4E1D-A7DF-FD9235139F4A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문자보다 목소리가 먼저 떠오르는 사람이 있다면 지금 걸어 보세요.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OLIVE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메모 한 장 남기기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255D6-5BBB-4389-89D6-3317347BCFA0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생각났을 때 적어 두면 다음 주의 내가 고마워해요.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OLIVE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퇴근길 한 정거장 걷기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B38EEF-EF13-4E44-A08B-2F3FD8BAA426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한 정거장 먼저 내려 걸으면 머리가 정리돼요.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OLIVE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오늘은 일찍 자기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9DA0D8-DC01-42E1-B4A2-AC95E17D1835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미룬 일은 내일 해도 돼요. 오늘은 불을 일찍 끄세요.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OLIVE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오늘의 한마디)">
  <a:themeElements>
    <a:clrScheme name="카드뉴스(오늘의 한마디)">
      <a:dk1>
        <a:srgbClr val="464837"/>
      </a:dk1>
      <a:lt1>
        <a:srgbClr val="FDFCF9"/>
      </a:lt1>
      <a:dk2>
        <a:srgbClr val="3A3D20"/>
      </a:dk2>
      <a:lt2>
        <a:srgbClr val="F7F5EB"/>
      </a:lt2>
      <a:accent1>
        <a:srgbClr val="868C58"/>
      </a:accent1>
      <a:accent2>
        <a:srgbClr val="C1AA6A"/>
      </a:accent2>
      <a:accent3>
        <a:srgbClr val="575947"/>
      </a:accent3>
      <a:accent4>
        <a:srgbClr val="E0E0CE"/>
      </a:accent4>
      <a:accent5>
        <a:srgbClr val="C4AC70"/>
      </a:accent5>
      <a:accent6>
        <a:srgbClr val="D9CCA4"/>
      </a:accent6>
      <a:hlink>
        <a:srgbClr val="3A3D20"/>
      </a:hlink>
      <a:folHlink>
        <a:srgbClr val="575947"/>
      </a:folHlink>
    </a:clrScheme>
    <a:fontScheme name="카드뉴스(오늘의 한마디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>카드뉴스 · 오늘의 한마디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