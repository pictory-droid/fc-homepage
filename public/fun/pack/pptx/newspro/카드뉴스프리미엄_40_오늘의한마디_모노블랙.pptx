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A0BBD39-4C6B-4C4D-BCF5-E844B4D3BEAB}">
          <p14:sldIdLst>
            <p14:sldId id="256"/>
          </p14:sldIdLst>
        </p14:section>
        <p14:section name="본문" id="{60D49CF0-4F18-47BA-9B40-F95A95882E4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54B7999-F0CE-46D8-BDDB-DEF68E6541C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7210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750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2400300" y="7086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D585E2FB-C4B7-4608-B778-EEBAC620A07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7210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C9C9C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750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97979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2400300" y="7086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EF5458D5-707D-4324-9742-EB096AEB803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CDA30907-F4F2-4B92-8EE0-2EBA4749724E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서두르지 않아도 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8B0C-A08E-4076-9C69-A61C3413621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9B03-683C-49EF-911A-5E21F3DE0DF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AB10C-FA42-4427-8CB8-85A4C4E73FB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F650-0FB5-4CB8-8EFE-7643852B898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38FF-358E-411B-B1FE-163999E86BA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08080A"/>
      </a:dk1>
      <a:lt1>
        <a:srgbClr val="FDFDFC"/>
      </a:lt1>
      <a:dk2>
        <a:srgbClr val="1C1C1E"/>
      </a:dk2>
      <a:lt2>
        <a:srgbClr val="F7F7F5"/>
      </a:lt2>
      <a:accent1>
        <a:srgbClr val="1C1C1E"/>
      </a:accent1>
      <a:accent2>
        <a:srgbClr val="8E8E93"/>
      </a:accent2>
      <a:accent3>
        <a:srgbClr val="080809"/>
      </a:accent3>
      <a:accent4>
        <a:srgbClr val="CBCBCA"/>
      </a:accent4>
      <a:accent5>
        <a:srgbClr val="B5B5B5"/>
      </a:accent5>
      <a:accent6>
        <a:srgbClr val="BDBDBF"/>
      </a:accent6>
      <a:hlink>
        <a:srgbClr val="1C1C1E"/>
      </a:hlink>
      <a:folHlink>
        <a:srgbClr val="080809"/>
      </a:folHlink>
    </a:clrScheme>
    <a:fontScheme name="카드뉴스(오늘의 한마디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