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287458B7-7530-4347-8015-4D2E9E8B6D9A}">
          <p14:sldIdLst>
            <p14:sldId id="256"/>
          </p14:sldIdLst>
        </p14:section>
        <p14:section name="본문" id="{37D7C074-69FE-4803-B95B-6A924FA6B2B7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DC60D503-C552-49F6-82E3-F434B1252790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2125980" y="4800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77190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85800" y="4155948"/>
            <a:ext cx="5486400" cy="11430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85800" y="5372100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87502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2400300" y="7086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바탕"/>
          <p:cNvSpPr/>
          <p:nvPr/>
        </p:nvSpPr>
        <p:spPr>
          <a:xfrm>
            <a:off x="2125980" y="4800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0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45720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0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E4EB8632-7E5C-47E7-A82A-E0701A541982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286000" y="384048"/>
            <a:ext cx="402336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286000" y="676656"/>
            <a:ext cx="402336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14884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1627632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2125980" y="4800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77190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85800" y="4155948"/>
            <a:ext cx="5486400" cy="11430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85800" y="5372100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C9C9C9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87502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97979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2400300" y="7086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바탕"/>
          <p:cNvSpPr/>
          <p:nvPr/>
        </p:nvSpPr>
        <p:spPr>
          <a:xfrm>
            <a:off x="2125980" y="4800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0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45720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0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7B589EB0-A602-400C-B34B-B756DEEDF8F9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286000" y="384048"/>
            <a:ext cx="402336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286000" y="676656"/>
            <a:ext cx="402336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14884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1627632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45720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0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28197EFE-530F-40BD-90D0-805456E1CB3D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286000" y="384048"/>
            <a:ext cx="402336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14884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1627632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MONO  ·  CARD NEWS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서두르지 않아도 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오늘의 한마디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점심은 거르지 마세요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86EA6-DAAB-4D7C-B73B-251518FCB7EB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바빠도 한 끼는 앉아서 먹어요. 오후가 달라져요.</a:t>
            </a:r>
          </a:p>
        </p:txBody>
      </p:sp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전화 한 통 걸어 보세요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71358-F8D9-416A-9349-355C240005E4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문자보다 목소리가 먼저 떠오르는 사람이 있다면 지금 걸어 보세요.</a:t>
            </a:r>
          </a:p>
        </p:txBody>
      </p:sp>
    </p:spTree>
  </p:cSld>
  <p:clrMapOvr>
    <a:masterClrMapping/>
  </p:clrMapOvr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메모 한 장 남기기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DBE71-B397-4C7D-A20F-C905D7987367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생각났을 때 적어 두면 다음 주의 내가 고마워해요.</a:t>
            </a:r>
          </a:p>
        </p:txBody>
      </p:sp>
    </p:spTree>
  </p:cSld>
  <p:clrMapOvr>
    <a:masterClrMapping/>
  </p:clrMapOvr>
  <p:transition spd="med">
    <p:pull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퇴근길 한 정거장 걷기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A5B43-7BB2-4BCD-B78E-246F9261730C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한 정거장 먼저 내려 걸으면 머리가 정리돼요.</a:t>
            </a:r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오늘은 일찍 자기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735C4F-99E1-4B3A-A0B3-3C98F67890AD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미룬 일은 내일 해도 돼요. 오늘은 불을 일찍 끄세요.</a:t>
            </a:r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MONO  ·  CARD NEWS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오늘의 한마디)">
  <a:themeElements>
    <a:clrScheme name="카드뉴스(오늘의 한마디)">
      <a:dk1>
        <a:srgbClr val="08080A"/>
      </a:dk1>
      <a:lt1>
        <a:srgbClr val="FDFDFC"/>
      </a:lt1>
      <a:dk2>
        <a:srgbClr val="1C1C1E"/>
      </a:dk2>
      <a:lt2>
        <a:srgbClr val="F7F7F5"/>
      </a:lt2>
      <a:accent1>
        <a:srgbClr val="1C1C1E"/>
      </a:accent1>
      <a:accent2>
        <a:srgbClr val="8E8E93"/>
      </a:accent2>
      <a:accent3>
        <a:srgbClr val="080809"/>
      </a:accent3>
      <a:accent4>
        <a:srgbClr val="CBCBCA"/>
      </a:accent4>
      <a:accent5>
        <a:srgbClr val="B5B5B5"/>
      </a:accent5>
      <a:accent6>
        <a:srgbClr val="BDBDBF"/>
      </a:accent6>
      <a:hlink>
        <a:srgbClr val="1C1C1E"/>
      </a:hlink>
      <a:folHlink>
        <a:srgbClr val="080809"/>
      </a:folHlink>
    </a:clrScheme>
    <a:fontScheme name="카드뉴스(오늘의 한마디)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>카드뉴스 · 오늘의 한마디</dc:subject>
  <dc:creator>우체국보험 상담 안내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