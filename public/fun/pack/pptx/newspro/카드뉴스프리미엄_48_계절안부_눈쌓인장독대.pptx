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685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B028BB55-85C5-4D8E-8F83-8D94AEFE4E3C}">
          <p14:sldIdLst>
            <p14:sldId id="256"/>
          </p14:sldIdLst>
        </p14:section>
        <p14:section name="본문" id="{0BD038F4-4DB6-4BBF-8B55-3B24BB5BD41B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B0E71875-40F0-4F04-81B4-AF1F857A9E3E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211580" y="891539"/>
            <a:ext cx="443484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1211580" y="1275587"/>
            <a:ext cx="4434840" cy="10972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3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211580" y="2446020"/>
            <a:ext cx="4434840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234440" y="5554980"/>
            <a:ext cx="4389120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편지지"/>
          <p:cNvSpPr/>
          <p:nvPr/>
        </p:nvSpPr>
        <p:spPr>
          <a:xfrm>
            <a:off x="891540" y="617219"/>
            <a:ext cx="5074920" cy="493775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봉투 앞면"/>
          <p:cNvSpPr/>
          <p:nvPr/>
        </p:nvSpPr>
        <p:spPr>
          <a:xfrm>
            <a:off x="685800" y="3291839"/>
            <a:ext cx="5486400" cy="3291840"/>
          </a:xfrm>
          <a:custGeom>
            <a:avLst/>
            <a:gdLst/>
            <a:ahLst/>
            <a:cxnLst/>
            <a:rect l="l" t="t" r="r" b="b"/>
            <a:pathLst>
              <a:path w="5486400" h="3291840">
                <a:moveTo>
                  <a:pt x="0" y="0"/>
                </a:moveTo>
                <a:lnTo>
                  <a:pt x="2743200" y="1508761"/>
                </a:lnTo>
                <a:lnTo>
                  <a:pt x="5486400" y="0"/>
                </a:lnTo>
                <a:lnTo>
                  <a:pt x="5486400" y="3291840"/>
                </a:lnTo>
                <a:lnTo>
                  <a:pt x="0" y="329184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685800" y="3291839"/>
            <a:ext cx="2743200" cy="1508761"/>
          </a:xfrm>
          <a:prstGeom prst="line">
            <a:avLst/>
          </a:prstGeom>
          <a:ln w="19050" cap="rnd">
            <a:solidFill>
              <a:schemeClr val="bg1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>
            <a:off x="3429000" y="3291839"/>
            <a:ext cx="2743200" cy="1508761"/>
          </a:xfrm>
          <a:prstGeom prst="line">
            <a:avLst/>
          </a:prstGeom>
          <a:ln w="19050" cap="rnd">
            <a:solidFill>
              <a:schemeClr val="bg1"/>
            </a:solidFill>
          </a:ln>
        </p:spPr>
      </p:cxnSp>
      <p:sp>
        <p:nvSpPr>
          <p:cNvPr id="6" name="봉인"/>
          <p:cNvSpPr/>
          <p:nvPr/>
        </p:nvSpPr>
        <p:spPr>
          <a:xfrm>
            <a:off x="3017520" y="4389120"/>
            <a:ext cx="822959" cy="822959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7" name="봉인 하트"/>
          <p:cNvSpPr/>
          <p:nvPr/>
        </p:nvSpPr>
        <p:spPr>
          <a:xfrm>
            <a:off x="3278124" y="4663440"/>
            <a:ext cx="301751" cy="274320"/>
          </a:xfrm>
          <a:prstGeom prst="hear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3657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8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5486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73168193-A42F-4C12-B32A-976262D32C3E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1188719" y="365760"/>
            <a:ext cx="50292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1188719" y="658368"/>
            <a:ext cx="502920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188719" y="1572768"/>
            <a:ext cx="1280160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211580" y="891539"/>
            <a:ext cx="443484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211580" y="1275587"/>
            <a:ext cx="4434840" cy="10972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3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211580" y="2446020"/>
            <a:ext cx="4434840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234440" y="5554980"/>
            <a:ext cx="4389120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편지지"/>
          <p:cNvSpPr/>
          <p:nvPr/>
        </p:nvSpPr>
        <p:spPr>
          <a:xfrm>
            <a:off x="891540" y="617219"/>
            <a:ext cx="5074920" cy="493775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봉투 앞면"/>
          <p:cNvSpPr/>
          <p:nvPr/>
        </p:nvSpPr>
        <p:spPr>
          <a:xfrm>
            <a:off x="685800" y="3291839"/>
            <a:ext cx="5486400" cy="3291840"/>
          </a:xfrm>
          <a:custGeom>
            <a:avLst/>
            <a:gdLst/>
            <a:ahLst/>
            <a:cxnLst/>
            <a:rect l="l" t="t" r="r" b="b"/>
            <a:pathLst>
              <a:path w="5486400" h="3291840">
                <a:moveTo>
                  <a:pt x="0" y="0"/>
                </a:moveTo>
                <a:lnTo>
                  <a:pt x="2743200" y="1508761"/>
                </a:lnTo>
                <a:lnTo>
                  <a:pt x="5486400" y="0"/>
                </a:lnTo>
                <a:lnTo>
                  <a:pt x="5486400" y="3291840"/>
                </a:lnTo>
                <a:lnTo>
                  <a:pt x="0" y="329184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685800" y="3291839"/>
            <a:ext cx="2743200" cy="1508761"/>
          </a:xfrm>
          <a:prstGeom prst="line">
            <a:avLst/>
          </a:prstGeom>
          <a:ln w="19050" cap="rnd">
            <a:solidFill>
              <a:schemeClr val="bg1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>
            <a:off x="3429000" y="3291839"/>
            <a:ext cx="2743200" cy="1508761"/>
          </a:xfrm>
          <a:prstGeom prst="line">
            <a:avLst/>
          </a:prstGeom>
          <a:ln w="19050" cap="rnd">
            <a:solidFill>
              <a:schemeClr val="bg1"/>
            </a:solidFill>
          </a:ln>
        </p:spPr>
      </p:cxnSp>
      <p:sp>
        <p:nvSpPr>
          <p:cNvPr id="6" name="봉인"/>
          <p:cNvSpPr/>
          <p:nvPr/>
        </p:nvSpPr>
        <p:spPr>
          <a:xfrm>
            <a:off x="3017520" y="4389120"/>
            <a:ext cx="822959" cy="822959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7" name="봉인 하트"/>
          <p:cNvSpPr/>
          <p:nvPr/>
        </p:nvSpPr>
        <p:spPr>
          <a:xfrm>
            <a:off x="3278124" y="4663440"/>
            <a:ext cx="301751" cy="274320"/>
          </a:xfrm>
          <a:prstGeom prst="hear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3657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8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5486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B827AF5E-9081-498A-B693-70147111D4E9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1188719" y="365760"/>
            <a:ext cx="50292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1188719" y="658368"/>
            <a:ext cx="502920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5" name="사진 1"/>
          <p:cNvSpPr>
            <a:spLocks noGrp="1"/>
          </p:cNvSpPr>
          <p:nvPr>
            <p:ph type="pic" sz="quarter" idx="13"/>
          </p:nvPr>
        </p:nvSpPr>
        <p:spPr>
          <a:xfrm>
            <a:off x="1188719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2"/>
          <p:cNvSpPr>
            <a:spLocks noGrp="1"/>
          </p:cNvSpPr>
          <p:nvPr>
            <p:ph type="pic" sz="quarter" idx="14"/>
          </p:nvPr>
        </p:nvSpPr>
        <p:spPr>
          <a:xfrm>
            <a:off x="2560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3"/>
          <p:cNvSpPr>
            <a:spLocks noGrp="1"/>
          </p:cNvSpPr>
          <p:nvPr>
            <p:ph type="pic" sz="quarter" idx="15"/>
          </p:nvPr>
        </p:nvSpPr>
        <p:spPr>
          <a:xfrm>
            <a:off x="39319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4"/>
          <p:cNvSpPr>
            <a:spLocks noGrp="1"/>
          </p:cNvSpPr>
          <p:nvPr>
            <p:ph type="pic" sz="quarter" idx="16"/>
          </p:nvPr>
        </p:nvSpPr>
        <p:spPr>
          <a:xfrm>
            <a:off x="5303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5"/>
          <p:cNvSpPr>
            <a:spLocks noGrp="1"/>
          </p:cNvSpPr>
          <p:nvPr>
            <p:ph type="pic" sz="quarter" idx="17"/>
          </p:nvPr>
        </p:nvSpPr>
        <p:spPr>
          <a:xfrm>
            <a:off x="1188719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6"/>
          <p:cNvSpPr>
            <a:spLocks noGrp="1"/>
          </p:cNvSpPr>
          <p:nvPr>
            <p:ph type="pic" sz="quarter" idx="18"/>
          </p:nvPr>
        </p:nvSpPr>
        <p:spPr>
          <a:xfrm>
            <a:off x="2560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7"/>
          <p:cNvSpPr>
            <a:spLocks noGrp="1"/>
          </p:cNvSpPr>
          <p:nvPr>
            <p:ph type="pic" sz="quarter" idx="19"/>
          </p:nvPr>
        </p:nvSpPr>
        <p:spPr>
          <a:xfrm>
            <a:off x="39319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2" name="사진 8"/>
          <p:cNvSpPr>
            <a:spLocks noGrp="1"/>
          </p:cNvSpPr>
          <p:nvPr>
            <p:ph type="pic" sz="quarter" idx="20"/>
          </p:nvPr>
        </p:nvSpPr>
        <p:spPr>
          <a:xfrm>
            <a:off x="5303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188719" y="1572768"/>
            <a:ext cx="1280160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3657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8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5486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24412319-6187-4876-97F7-A6389D017297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59436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한 문장"/>
          <p:cNvSpPr>
            <a:spLocks noGrp="1"/>
          </p:cNvSpPr>
          <p:nvPr>
            <p:ph type="title"/>
          </p:nvPr>
        </p:nvSpPr>
        <p:spPr>
          <a:xfrm>
            <a:off x="822959" y="2331720"/>
            <a:ext cx="5212080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2770632" y="1371600"/>
            <a:ext cx="1316736" cy="548640"/>
            <a:chOff x="2770632" y="1371600"/>
            <a:chExt cx="1316736" cy="548640"/>
          </a:xfrm>
        </p:grpSpPr>
        <p:sp>
          <p:nvSpPr>
            <p:cNvPr id="4" name="따옴표 방울"/>
            <p:cNvSpPr/>
            <p:nvPr/>
          </p:nvSpPr>
          <p:spPr>
            <a:xfrm rot="16200000">
              <a:off x="2770632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따옴표 방울"/>
            <p:cNvSpPr/>
            <p:nvPr/>
          </p:nvSpPr>
          <p:spPr>
            <a:xfrm rot="16200000">
              <a:off x="3538728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" name="테마 장식"/>
          <p:cNvGrpSpPr/>
          <p:nvPr/>
        </p:nvGrpSpPr>
        <p:grpSpPr>
          <a:xfrm>
            <a:off x="3264408" y="5212080"/>
            <a:ext cx="329184" cy="548640"/>
            <a:chOff x="3264408" y="5212080"/>
            <a:chExt cx="329184" cy="548640"/>
          </a:xfrm>
        </p:grpSpPr>
        <p:sp>
          <p:nvSpPr>
            <p:cNvPr id="7" name="Moon 6"/>
            <p:cNvSpPr/>
            <p:nvPr/>
          </p:nvSpPr>
          <p:spPr>
            <a:xfrm>
              <a:off x="3264408" y="5212080"/>
              <a:ext cx="329184" cy="548640"/>
            </a:xfrm>
            <a:prstGeom prst="moon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WINTER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한파에 어르신 안부 묻기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옆으로 넘겨 보세요 →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계절 안부 · 카드뉴스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01 / 05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겉옷 한 벌 챙기세요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F718B-7B99-4BBB-BBF1-8B1B1A4EC9B9}" type="slidenum">
              <a:rPr lang="en-US"/>
              <a:t>‹#›</a:t>
            </a:fld>
            <a:endParaRPr lang="en-US"/>
          </a:p>
        </p:txBody>
      </p:sp>
      <p:sp>
        <p:nvSpPr>
          <p:cNvPr id="6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01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아침저녁 기온 차가 큰 때에는 얇은 겉옷이 든든해요.</a:t>
            </a:r>
          </a:p>
        </p:txBody>
      </p:sp>
    </p:spTree>
  </p:cSld>
  <p:clrMapOvr>
    <a:masterClrMapping/>
  </p:clrMapOvr>
  <p:transition spd="med">
    <p:pull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02 / 05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계절 인사 한 줄 보내기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61191-A4C6-417B-A842-09CA33A076A5}" type="slidenum">
              <a:rPr lang="en-US"/>
              <a:t>‹#›</a:t>
            </a:fld>
            <a:endParaRPr lang="en-US"/>
          </a:p>
        </p:txBody>
      </p:sp>
      <p:sp>
        <p:nvSpPr>
          <p:cNvPr id="6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02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안부를 묻는 짧은 메시지가 하루를 따뜻하게 해요.</a:t>
            </a:r>
          </a:p>
        </p:txBody>
      </p:sp>
    </p:spTree>
  </p:cSld>
  <p:clrMapOvr>
    <a:masterClrMapping/>
  </p:clrMapOvr>
  <p:transition spd="med">
    <p:pull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03 / 05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제철 음식으로 기운 채우기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E70FC-B9A7-42C2-B12E-AEB99C20BA6F}" type="slidenum">
              <a:rPr lang="en-US"/>
              <a:t>‹#›</a:t>
            </a:fld>
            <a:endParaRPr lang="en-US"/>
          </a:p>
        </p:txBody>
      </p:sp>
      <p:sp>
        <p:nvSpPr>
          <p:cNvPr id="6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03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지금 가장 맛있는 제철 음식을 가족과 나눠 보세요.</a:t>
            </a:r>
          </a:p>
        </p:txBody>
      </p:sp>
    </p:spTree>
  </p:cSld>
  <p:clrMapOvr>
    <a:masterClrMapping/>
  </p:clrMapOvr>
  <p:transition spd="med">
    <p:pull dir="r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04 / 05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창문 열고 환기하기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2139F-4689-4598-84EA-4458189917AC}" type="slidenum">
              <a:rPr lang="en-US"/>
              <a:t>‹#›</a:t>
            </a:fld>
            <a:endParaRPr lang="en-US"/>
          </a:p>
        </p:txBody>
      </p:sp>
      <p:sp>
        <p:nvSpPr>
          <p:cNvPr id="6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04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하루 두 번 십 분씩 환기하면 집 안 공기가 달라져요.</a:t>
            </a:r>
          </a:p>
        </p:txBody>
      </p:sp>
    </p:spTree>
  </p:cSld>
  <p:clrMapOvr>
    <a:masterClrMapping/>
  </p:clrMapOvr>
  <p:transition spd="med">
    <p:pull dir="r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05 / 05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계절 사진 한 장 남기기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C44A7-F396-403B-BA93-83477DBD13BC}" type="slidenum">
              <a:rPr lang="en-US"/>
              <a:t>‹#›</a:t>
            </a:fld>
            <a:endParaRPr lang="en-US"/>
          </a:p>
        </p:txBody>
      </p:sp>
      <p:sp>
        <p:nvSpPr>
          <p:cNvPr id="6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05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같은 자리에서 계절마다 사진을 찍어 보세요.</a:t>
            </a:r>
          </a:p>
        </p:txBody>
      </p:sp>
    </p:spTree>
  </p:cSld>
  <p:clrMapOvr>
    <a:masterClrMapping/>
  </p:clrMapOvr>
  <p:transition spd="med">
    <p:pull dir="r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WINTER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저장해 두고 필요할 때 꺼내 보세요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마음에 들면 공유해 주세요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이름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카드뉴스(계절 안부)">
  <a:themeElements>
    <a:clrScheme name="카드뉴스(계절 안부)">
      <a:dk1>
        <a:srgbClr val="2B2724"/>
      </a:dk1>
      <a:lt1>
        <a:srgbClr val="FFFFFF"/>
      </a:lt1>
      <a:dk2>
        <a:srgbClr val="563A64"/>
      </a:dk2>
      <a:lt2>
        <a:srgbClr val="EBEFF7"/>
      </a:lt2>
      <a:accent1>
        <a:srgbClr val="89A0CC"/>
      </a:accent1>
      <a:accent2>
        <a:srgbClr val="BDAD8F"/>
      </a:accent2>
      <a:accent3>
        <a:srgbClr val="2C374E"/>
      </a:accent3>
      <a:accent4>
        <a:srgbClr val="CED9EE"/>
      </a:accent4>
      <a:accent5>
        <a:srgbClr val="CEA3E0"/>
      </a:accent5>
      <a:accent6>
        <a:srgbClr val="BCE6DD"/>
      </a:accent6>
      <a:hlink>
        <a:srgbClr val="563A64"/>
      </a:hlink>
      <a:folHlink>
        <a:srgbClr val="2C374E"/>
      </a:folHlink>
    </a:clrScheme>
    <a:fontScheme name="카드뉴스(계절 안부)">
      <a:majorFont>
        <a:latin typeface="Bookman Old Style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카드뉴스(계절 안부)</dc:title>
  <dc:subject>카드뉴스 · 계절 안부</dc:subject>
  <dc:creator>우체국보험 상담 안내</dc:creator>
  <cp:keywords>카드뉴스,PPT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