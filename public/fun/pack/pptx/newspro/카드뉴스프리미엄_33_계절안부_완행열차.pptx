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22AC599-0D4F-453C-AF5F-B3BF0074ED1C}">
          <p14:sldIdLst>
            <p14:sldId id="256"/>
          </p14:sldIdLst>
        </p14:section>
        <p14:section name="본문" id="{46A8FD7E-46C1-4A28-84DF-030A7A8545F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73E8B04-DAA4-46BA-8D8E-8BE8D1D96FE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886968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14400" y="1271016"/>
            <a:ext cx="50292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14400" y="2532888"/>
            <a:ext cx="50292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4526280"/>
            <a:ext cx="57607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5486400" y="4251960"/>
            <a:ext cx="1920240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274320" y="137160"/>
            <a:ext cx="178308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548640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5989320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1133855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5669280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3310128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548640" y="685800"/>
            <a:ext cx="5760720" cy="342900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626A4D0-47C5-4CA4-9EE0-A72F586FDFFE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516636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886968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14400" y="1271016"/>
            <a:ext cx="50292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14400" y="2532888"/>
            <a:ext cx="50292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4526280"/>
            <a:ext cx="57607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5486400" y="4251960"/>
            <a:ext cx="1920240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274320" y="137160"/>
            <a:ext cx="178308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548640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5989320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1133855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5669280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3310128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548640" y="685800"/>
            <a:ext cx="5760720" cy="342900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15A9DD88-8543-4D59-BB86-9C07AF74CB2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516636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E396AFB-CABD-4E64-8719-0027AF5086C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044952" y="5239512"/>
            <a:ext cx="768096" cy="493776"/>
            <a:chOff x="3044952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3044952" y="5239512"/>
              <a:ext cx="768096" cy="493776"/>
            </a:xfrm>
            <a:prstGeom prst="cloud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일교차 큰 날 옷차림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F5C6C-A5E5-4679-A793-3473B84A90C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1BB4-852A-4178-A7E5-54E78C7A8EE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A543-E4AB-48E0-98E7-0B7423F3B4A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D1D1-5C15-438E-BE0F-35588C10F85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00BC9-4C31-4C00-B178-CD76A573DCF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643E3A"/>
      </a:dk2>
      <a:lt2>
        <a:srgbClr val="F5E8E2"/>
      </a:lt2>
      <a:accent1>
        <a:srgbClr val="CF957C"/>
      </a:accent1>
      <a:accent2>
        <a:srgbClr val="BE8399"/>
      </a:accent2>
      <a:accent3>
        <a:srgbClr val="4E362C"/>
      </a:accent3>
      <a:accent4>
        <a:srgbClr val="F0D6CB"/>
      </a:accent4>
      <a:accent5>
        <a:srgbClr val="CCE0A3"/>
      </a:accent5>
      <a:accent6>
        <a:srgbClr val="E6BCD4"/>
      </a:accent6>
      <a:hlink>
        <a:srgbClr val="643E3A"/>
      </a:hlink>
      <a:folHlink>
        <a:srgbClr val="4E362C"/>
      </a:folHlink>
    </a:clrScheme>
    <a:fontScheme name="카드뉴스(계절 안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