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333B590-D250-4F81-88DD-F647066B2CA1}">
          <p14:sldIdLst>
            <p14:sldId id="256"/>
          </p14:sldIdLst>
        </p14:section>
        <p14:section name="본문" id="{EE77A6FD-8D84-472B-BBD3-88EF509FA25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46B78A4-9F13-42F6-A965-A128DD0C5589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676656" y="539496"/>
            <a:ext cx="2121408" cy="224028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3282696" y="813816"/>
            <a:ext cx="2029967" cy="2148839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685800" y="41559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85800" y="55549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60579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548640" y="411479"/>
            <a:ext cx="2377440" cy="2743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676656" y="539496"/>
            <a:ext cx="2121408" cy="2240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폴라로이드"/>
          <p:cNvSpPr/>
          <p:nvPr/>
        </p:nvSpPr>
        <p:spPr>
          <a:xfrm rot="300000">
            <a:off x="3154680" y="685800"/>
            <a:ext cx="2286000" cy="26517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사진 바탕"/>
          <p:cNvSpPr/>
          <p:nvPr/>
        </p:nvSpPr>
        <p:spPr>
          <a:xfrm rot="300000">
            <a:off x="3282696" y="813816"/>
            <a:ext cx="2029967" cy="2148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EC62E97-AA53-4FE2-B831-8B6D6E1D11E9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2880360" y="1481328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3291840" y="1344168"/>
            <a:ext cx="274320" cy="274320"/>
            <a:chOff x="3291840" y="1344168"/>
            <a:chExt cx="274320" cy="274320"/>
          </a:xfrm>
        </p:grpSpPr>
        <p:sp>
          <p:nvSpPr>
            <p:cNvPr id="4" name="Sun 3"/>
            <p:cNvSpPr/>
            <p:nvPr/>
          </p:nvSpPr>
          <p:spPr>
            <a:xfrm>
              <a:off x="3291840" y="1344168"/>
              <a:ext cx="274320" cy="274320"/>
            </a:xfrm>
            <a:prstGeom prst="su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676656" y="539496"/>
            <a:ext cx="2121408" cy="224028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3282696" y="813816"/>
            <a:ext cx="2029967" cy="2148839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85800" y="41559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85800" y="55549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60579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548640" y="411479"/>
            <a:ext cx="2377440" cy="2743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676656" y="539496"/>
            <a:ext cx="2121408" cy="2240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폴라로이드"/>
          <p:cNvSpPr/>
          <p:nvPr/>
        </p:nvSpPr>
        <p:spPr>
          <a:xfrm rot="300000">
            <a:off x="3154680" y="685800"/>
            <a:ext cx="2286000" cy="26517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사진 바탕"/>
          <p:cNvSpPr/>
          <p:nvPr/>
        </p:nvSpPr>
        <p:spPr>
          <a:xfrm rot="300000">
            <a:off x="3282696" y="813816"/>
            <a:ext cx="2029967" cy="2148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455F80B-35B7-460B-8C52-6BAD8EE7CAB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2880360" y="1481328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3291840" y="1344168"/>
            <a:ext cx="274320" cy="274320"/>
            <a:chOff x="3291840" y="1344168"/>
            <a:chExt cx="274320" cy="274320"/>
          </a:xfrm>
        </p:grpSpPr>
        <p:sp>
          <p:nvSpPr>
            <p:cNvPr id="4" name="Sun 3"/>
            <p:cNvSpPr/>
            <p:nvPr/>
          </p:nvSpPr>
          <p:spPr>
            <a:xfrm>
              <a:off x="3291840" y="1344168"/>
              <a:ext cx="274320" cy="274320"/>
            </a:xfrm>
            <a:prstGeom prst="su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B17798F-45E5-40A9-8AB8-BE8DB03494B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6" name="Sun 5"/>
            <p:cNvSpPr/>
            <p:nvPr/>
          </p:nvSpPr>
          <p:spPr>
            <a:xfrm>
              <a:off x="3154680" y="5212080"/>
              <a:ext cx="548640" cy="548640"/>
            </a:xfrm>
            <a:prstGeom prst="sun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장마철 빨래 잘 말리는 법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FE81E-BCC2-4BFC-82AF-5190396665F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3EF76-7EAB-4092-9C97-030CC619459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2F6E4-9973-44FE-AA57-12B3FBD4A20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8488-FCE9-4FB4-A388-B68FFB02F7A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044D-6F08-4658-B404-F0C7B987CD9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2B2724"/>
      </a:dk1>
      <a:lt1>
        <a:srgbClr val="FFFFFF"/>
      </a:lt1>
      <a:dk2>
        <a:srgbClr val="3A5E64"/>
      </a:dk2>
      <a:lt2>
        <a:srgbClr val="DEF1F9"/>
      </a:lt2>
      <a:accent1>
        <a:srgbClr val="7EC4E2"/>
      </a:accent1>
      <a:accent2>
        <a:srgbClr val="86CFC1"/>
      </a:accent2>
      <a:accent3>
        <a:srgbClr val="2C444E"/>
      </a:accent3>
      <a:accent4>
        <a:srgbClr val="C5E8F7"/>
      </a:accent4>
      <a:accent5>
        <a:srgbClr val="B8A3E0"/>
      </a:accent5>
      <a:accent6>
        <a:srgbClr val="BCE6CE"/>
      </a:accent6>
      <a:hlink>
        <a:srgbClr val="3A5E64"/>
      </a:hlink>
      <a:folHlink>
        <a:srgbClr val="2C444E"/>
      </a:folHlink>
    </a:clrScheme>
    <a:fontScheme name="카드뉴스(계절 안부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