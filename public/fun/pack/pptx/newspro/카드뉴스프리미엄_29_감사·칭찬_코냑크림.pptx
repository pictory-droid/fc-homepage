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E8BDE14-4377-408E-B84A-48816EE61C2A}">
          <p14:sldIdLst>
            <p14:sldId id="256"/>
          </p14:sldIdLst>
        </p14:section>
        <p14:section name="본문" id="{45ABFCB7-80F0-4C15-9385-01F7E6D2A59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B5F2CFB-6675-44AA-A082-1759AC30B76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028700" y="23774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028700" y="2761488"/>
            <a:ext cx="4800600" cy="10515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44348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176305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1839378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1963996" y="1165860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2133128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2341634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583179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2850425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3135249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3428999" y="320040"/>
            <a:ext cx="1" cy="118872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3516331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01008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3680460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3752270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3814259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3864541" y="1165859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901590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92427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2926080" y="1508760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2498598" y="1081278"/>
            <a:ext cx="1860804" cy="186080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2075687" y="658368"/>
            <a:ext cx="2706624" cy="270662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737360" y="320040"/>
            <a:ext cx="3383280" cy="338328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88719" y="2011680"/>
            <a:ext cx="44805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3337560" y="1920240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6272784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5394960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CFE49A8-C917-4188-9D05-D76255315B84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028700" y="23774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028700" y="2761488"/>
            <a:ext cx="4800600" cy="10515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6E2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44348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D0C8C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1763059" y="1717929"/>
            <a:ext cx="1170661" cy="206419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1839378" y="1433105"/>
            <a:ext cx="1117031" cy="406566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1963996" y="1165860"/>
            <a:ext cx="1029462" cy="59436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2133128" y="924314"/>
            <a:ext cx="910612" cy="764095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2341634" y="715808"/>
            <a:ext cx="764095" cy="910612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583179" y="546676"/>
            <a:ext cx="594360" cy="1029462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2850425" y="422058"/>
            <a:ext cx="406566" cy="1117031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3135249" y="345739"/>
            <a:ext cx="206419" cy="1170661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3428999" y="320040"/>
            <a:ext cx="1" cy="118872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3516331" y="345739"/>
            <a:ext cx="206419" cy="1170661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01008" y="422058"/>
            <a:ext cx="406566" cy="1117031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3680460" y="546676"/>
            <a:ext cx="594360" cy="1029462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3752270" y="715808"/>
            <a:ext cx="764095" cy="910612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3814259" y="924314"/>
            <a:ext cx="910612" cy="764095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3864541" y="1165859"/>
            <a:ext cx="1029462" cy="59436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901590" y="1433105"/>
            <a:ext cx="1117031" cy="406566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924279" y="1717929"/>
            <a:ext cx="1170661" cy="206419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2926080" y="1508760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2498598" y="1081278"/>
            <a:ext cx="1860804" cy="186080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2075687" y="658368"/>
            <a:ext cx="2706624" cy="270662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737360" y="320040"/>
            <a:ext cx="3383280" cy="338328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88719" y="2011680"/>
            <a:ext cx="4480560" cy="0"/>
          </a:xfrm>
          <a:prstGeom prst="line">
            <a:avLst/>
          </a:prstGeom>
          <a:ln w="9525" cap="rnd">
            <a:solidFill>
              <a:schemeClr val="tx2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3337560" y="1920240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6272784" cy="6272784"/>
          </a:xfrm>
          <a:prstGeom prst="rect">
            <a:avLst/>
          </a:prstGeom>
          <a:noFill/>
          <a:ln w="1587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5394960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57E9624-4C80-4359-919D-74D2EC5140C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7299FA5-8A3B-498D-A828-2D924873661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스승의 날 엽서 한 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B524-4F13-4A3F-BED0-43F747997BD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02E45-F6F6-42FA-9D2D-A4A852EB32D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D80-1C7F-430A-852A-EC0657D6984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6A19-9FC4-4DE9-8EC2-F63CB9C205B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CA2D-D714-40F8-937B-91D6CBD89DE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483D37"/>
      </a:dk1>
      <a:lt1>
        <a:srgbClr val="FEFCF9"/>
      </a:lt1>
      <a:dk2>
        <a:srgbClr val="4A2511"/>
      </a:dk2>
      <a:lt2>
        <a:srgbClr val="FAF3EA"/>
      </a:lt2>
      <a:accent1>
        <a:srgbClr val="9C5328"/>
      </a:accent1>
      <a:accent2>
        <a:srgbClr val="D2A25E"/>
      </a:accent2>
      <a:accent3>
        <a:srgbClr val="8E7B71"/>
      </a:accent3>
      <a:accent4>
        <a:srgbClr val="E7D3C3"/>
      </a:accent4>
      <a:accent5>
        <a:srgbClr val="C48F4F"/>
      </a:accent5>
      <a:accent6>
        <a:srgbClr val="E4C69D"/>
      </a:accent6>
      <a:hlink>
        <a:srgbClr val="4A2511"/>
      </a:hlink>
      <a:folHlink>
        <a:srgbClr val="8E7B71"/>
      </a:folHlink>
    </a:clrScheme>
    <a:fontScheme name="카드뉴스(감사·칭찬)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