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58CA9C2-9635-4762-9ACA-69A8E53D3BA3}">
          <p14:sldIdLst>
            <p14:sldId id="256"/>
          </p14:sldIdLst>
        </p14:section>
        <p14:section name="본문" id="{65ED3E66-C7D8-48E3-B6BB-41CFEA04547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B05253D-392B-4A00-8761-897B89589E03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2348D33-A02C-496A-9321-44661B835B9B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6E2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D0C8C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tx2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E17283B-7CEC-44E1-976D-C0EC33B3995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4FD5591-9F30-443B-AEA3-65529598CD7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스승의 날 엽서 한 장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0EF6B-41B1-48B8-A467-4F4C1C87474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EAA21-9A51-4792-B2AE-4F47EC9F218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FFF22-F024-450A-B3D6-F43B015B3EF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1C831A-71D9-49B2-91A6-6ED4DB68662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C72A6-D771-418D-BA2D-2179DA45571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483D37"/>
      </a:dk1>
      <a:lt1>
        <a:srgbClr val="FEFCF9"/>
      </a:lt1>
      <a:dk2>
        <a:srgbClr val="4A2511"/>
      </a:dk2>
      <a:lt2>
        <a:srgbClr val="FAF3EA"/>
      </a:lt2>
      <a:accent1>
        <a:srgbClr val="9C5328"/>
      </a:accent1>
      <a:accent2>
        <a:srgbClr val="D2A25E"/>
      </a:accent2>
      <a:accent3>
        <a:srgbClr val="8E7B71"/>
      </a:accent3>
      <a:accent4>
        <a:srgbClr val="E7D3C3"/>
      </a:accent4>
      <a:accent5>
        <a:srgbClr val="C48F4F"/>
      </a:accent5>
      <a:accent6>
        <a:srgbClr val="E4C69D"/>
      </a:accent6>
      <a:hlink>
        <a:srgbClr val="4A2511"/>
      </a:hlink>
      <a:folHlink>
        <a:srgbClr val="8E7B71"/>
      </a:folHlink>
    </a:clrScheme>
    <a:fontScheme name="카드뉴스(감사·칭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