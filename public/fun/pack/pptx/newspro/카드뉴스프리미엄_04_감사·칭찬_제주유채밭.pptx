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4D977C7-0D64-46F5-BB5A-5D396021AFC5}">
          <p14:sldIdLst>
            <p14:sldId id="256"/>
          </p14:sldIdLst>
        </p14:section>
        <p14:section name="본문" id="{5DB6E355-90BF-4EF6-B691-E3886F537A9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10B2151-7F2B-4BE5-B28F-AD504A55FDF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5897880" y="2057400"/>
            <a:ext cx="548640" cy="27432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205740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822959" y="2441448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822959" y="3840480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438912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5650992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473952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650992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473952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3246120" y="1188720"/>
            <a:ext cx="365760" cy="365760"/>
            <a:chOff x="3246120" y="1188720"/>
            <a:chExt cx="365760" cy="365760"/>
          </a:xfrm>
        </p:grpSpPr>
        <p:sp>
          <p:nvSpPr>
            <p:cNvPr id="11" name="Teardrop 10"/>
            <p:cNvSpPr/>
            <p:nvPr/>
          </p:nvSpPr>
          <p:spPr>
            <a:xfrm rot="18900000">
              <a:off x="3246120" y="1188720"/>
              <a:ext cx="365760" cy="36576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260604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84048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D04AC2C-E21D-4E79-9BB5-3E4D718BD69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54380"/>
            <a:ext cx="320040" cy="320040"/>
            <a:chOff x="5875020" y="754380"/>
            <a:chExt cx="320040" cy="320040"/>
          </a:xfrm>
        </p:grpSpPr>
        <p:sp>
          <p:nvSpPr>
            <p:cNvPr id="5" name="Teardrop 4"/>
            <p:cNvSpPr/>
            <p:nvPr/>
          </p:nvSpPr>
          <p:spPr>
            <a:xfrm rot="18900000">
              <a:off x="5875020" y="754380"/>
              <a:ext cx="320040" cy="32004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5897880" y="2057400"/>
            <a:ext cx="548640" cy="27432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205740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822959" y="2441448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822959" y="3840480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438912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5650992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473952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650992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473952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3246120" y="1188720"/>
            <a:ext cx="365760" cy="365760"/>
            <a:chOff x="3246120" y="1188720"/>
            <a:chExt cx="365760" cy="365760"/>
          </a:xfrm>
        </p:grpSpPr>
        <p:sp>
          <p:nvSpPr>
            <p:cNvPr id="11" name="Teardrop 10"/>
            <p:cNvSpPr/>
            <p:nvPr/>
          </p:nvSpPr>
          <p:spPr>
            <a:xfrm rot="18900000">
              <a:off x="3246120" y="1188720"/>
              <a:ext cx="365760" cy="36576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260604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84048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679D21A-A49C-485D-BB79-EEB13E6398F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54380"/>
            <a:ext cx="320040" cy="320040"/>
            <a:chOff x="5875020" y="754380"/>
            <a:chExt cx="320040" cy="320040"/>
          </a:xfrm>
        </p:grpSpPr>
        <p:sp>
          <p:nvSpPr>
            <p:cNvPr id="5" name="Teardrop 4"/>
            <p:cNvSpPr/>
            <p:nvPr/>
          </p:nvSpPr>
          <p:spPr>
            <a:xfrm rot="18900000">
              <a:off x="5875020" y="754380"/>
              <a:ext cx="320040" cy="32004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3068AAB-01DD-4512-914F-367CF2C2B22E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7" name="Teardrop 6"/>
            <p:cNvSpPr/>
            <p:nvPr/>
          </p:nvSpPr>
          <p:spPr>
            <a:xfrm rot="18900000">
              <a:off x="3154680" y="5212080"/>
              <a:ext cx="548640" cy="548640"/>
            </a:xfrm>
            <a:prstGeom prst="teardrop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유채꽃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오늘 고마웠던 일 세 가지 적기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497C-C4A8-4F71-ABFD-B4749619611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6EB3-9855-40D7-9554-87D9D155304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6C68E-8589-478B-B4AA-AEE6DB95C28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2A36-548D-44DD-BFA2-02717174247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E5805-CB0B-400A-96BB-DEFA4C90242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유채꽃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2B2724"/>
      </a:dk1>
      <a:lt1>
        <a:srgbClr val="FFFFFF"/>
      </a:lt1>
      <a:dk2>
        <a:srgbClr val="64573A"/>
      </a:dk2>
      <a:lt2>
        <a:srgbClr val="F9F6E4"/>
      </a:lt2>
      <a:accent1>
        <a:srgbClr val="D8CB73"/>
      </a:accent1>
      <a:accent2>
        <a:srgbClr val="C5977C"/>
      </a:accent2>
      <a:accent3>
        <a:srgbClr val="4E4A2C"/>
      </a:accent3>
      <a:accent4>
        <a:srgbClr val="F4EEC7"/>
      </a:accent4>
      <a:accent5>
        <a:srgbClr val="A9E0A3"/>
      </a:accent5>
      <a:accent6>
        <a:srgbClr val="E6BCBC"/>
      </a:accent6>
      <a:hlink>
        <a:srgbClr val="64573A"/>
      </a:hlink>
      <a:folHlink>
        <a:srgbClr val="4E4A2C"/>
      </a:folHlink>
    </a:clrScheme>
    <a:fontScheme name="카드뉴스(감사·칭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