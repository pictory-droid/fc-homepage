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F110964-D72F-4242-BDE6-DD41E72065A9}">
          <p14:sldIdLst>
            <p14:sldId id="256"/>
          </p14:sldIdLst>
        </p14:section>
        <p14:section name="본문" id="{B48F2270-FBA0-4799-A17C-B9406CCB780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6E00497-08A7-44A4-B6BA-2C951EBAD16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60120" y="1965960"/>
            <a:ext cx="493775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60120" y="2350008"/>
            <a:ext cx="4937759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60120" y="3611880"/>
            <a:ext cx="4937759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60120" y="4114800"/>
            <a:ext cx="493775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5907024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81528" y="111556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3333902" y="1367942"/>
            <a:ext cx="190195" cy="190195"/>
            <a:chOff x="3333902" y="136794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3333902" y="136794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205740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93192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A5FF1F7-68C8-45D0-B905-4BCD1E0E6D9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60120" y="1965960"/>
            <a:ext cx="493775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60120" y="2350008"/>
            <a:ext cx="4937759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60120" y="3611880"/>
            <a:ext cx="4937759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60120" y="4114800"/>
            <a:ext cx="493775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5907024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81528" y="111556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3333902" y="1367942"/>
            <a:ext cx="190195" cy="190195"/>
            <a:chOff x="3333902" y="136794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3333902" y="136794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205740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93192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297BB19-183F-4B58-A769-769C3AE2802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E85C719-96D4-4824-B74C-EDB1F67B5BC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전화 한 통이면 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CE63D-19ED-4768-BD88-241C12C1BB0D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5EA8-54BB-4E7B-BF59-0330313C9B5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7784-C719-4B21-968F-71DB4ECF80D6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30BC-4386-4CAF-8372-7D05E373ACD6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1025-79D1-451F-8A28-D922B46BFF9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F9F6EE"/>
      </a:dk1>
      <a:lt1>
        <a:srgbClr val="251641"/>
      </a:lt1>
      <a:dk2>
        <a:srgbClr val="EADFC2"/>
      </a:dk2>
      <a:lt2>
        <a:srgbClr val="1B1030"/>
      </a:lt2>
      <a:accent1>
        <a:srgbClr val="C9A24B"/>
      </a:accent1>
      <a:accent2>
        <a:srgbClr val="8F6CD2"/>
      </a:accent2>
      <a:accent3>
        <a:srgbClr val="110A1E"/>
      </a:accent3>
      <a:accent4>
        <a:srgbClr val="311D56"/>
      </a:accent4>
      <a:accent5>
        <a:srgbClr val="D8B766"/>
      </a:accent5>
      <a:accent6>
        <a:srgbClr val="6C50A1"/>
      </a:accent6>
      <a:hlink>
        <a:srgbClr val="EADFC2"/>
      </a:hlink>
      <a:folHlink>
        <a:srgbClr val="110A1E"/>
      </a:folHlink>
    </a:clrScheme>
    <a:fontScheme name="카드뉴스(오늘의 한마디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