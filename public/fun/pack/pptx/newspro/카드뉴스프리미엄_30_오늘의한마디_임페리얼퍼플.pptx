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D369C60-FC03-45C3-8B6A-339CDF91665A}">
          <p14:sldIdLst>
            <p14:sldId id="256"/>
          </p14:sldIdLst>
        </p14:section>
        <p14:section name="본문" id="{19600600-F494-4EB2-9553-A80B81881569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2C83B386-2248-4A9F-BF7A-CD4D0FA8224A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60120" y="1965960"/>
            <a:ext cx="493775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60120" y="2350008"/>
            <a:ext cx="4937759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rgbClr val="F9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60120" y="3611880"/>
            <a:ext cx="4937759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BB6B9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60120" y="4114800"/>
            <a:ext cx="4937759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A83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6217920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5907024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6428232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6428232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081528" y="111556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3333902" y="1367942"/>
            <a:ext cx="190195" cy="190195"/>
            <a:chOff x="3333902" y="136794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3333902" y="136794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2057400" y="1463040"/>
            <a:ext cx="86868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3931920" y="1463040"/>
            <a:ext cx="86868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6400800" y="914400"/>
            <a:ext cx="3657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6309360" y="6172200"/>
            <a:ext cx="5486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C6C84C6E-2642-4347-9804-8A260FF846E8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50292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502920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6309360" y="0"/>
            <a:ext cx="5486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3749041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60120" y="1965960"/>
            <a:ext cx="493775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60120" y="2350008"/>
            <a:ext cx="4937759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rgbClr val="F9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60120" y="3611880"/>
            <a:ext cx="4937759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BB6B9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60120" y="4114800"/>
            <a:ext cx="4937759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A83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6217920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5907024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6428232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6428232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081528" y="111556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3333902" y="1367942"/>
            <a:ext cx="190195" cy="190195"/>
            <a:chOff x="3333902" y="136794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3333902" y="136794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2057400" y="1463040"/>
            <a:ext cx="86868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3931920" y="1463040"/>
            <a:ext cx="86868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6400800" y="914400"/>
            <a:ext cx="3657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6309360" y="6172200"/>
            <a:ext cx="5486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5FFC2DBE-2A25-4686-AB4E-C4C5422D9CB8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50292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502920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6309360" y="0"/>
            <a:ext cx="5486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3749041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6400800" y="914400"/>
            <a:ext cx="3657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6309360" y="6172200"/>
            <a:ext cx="5486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416A374B-5C40-42A7-A294-4755B7C2699C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50292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6309360" y="0"/>
            <a:ext cx="5486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IMPERIAL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전화 한 통이면 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오늘의 한마디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IMPERIAL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점심은 거르지 마세요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A6A744-7755-4730-B65D-D839B4EFF59D}" type="slidenum">
              <a:rPr lang="en-US"/>
              <a:t>‹#›</a:t>
            </a:fld>
            <a:endParaRPr lang="en-US"/>
          </a:p>
        </p:txBody>
      </p:sp>
      <p:sp>
        <p:nvSpPr>
          <p:cNvPr id="6" name="번호"/>
          <p:cNvSpPr txBox="1"/>
          <p:nvPr/>
        </p:nvSpPr>
        <p:spPr>
          <a:xfrm>
            <a:off x="64008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291840"/>
            <a:ext cx="502920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바빠도 한 끼는 앉아서 먹어요. 오후가 달라져요.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IMPERIAL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전화 한 통 걸어 보세요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48633-A8C5-4338-8338-54ECE725AA39}" type="slidenum">
              <a:rPr lang="en-US"/>
              <a:t>‹#›</a:t>
            </a:fld>
            <a:endParaRPr lang="en-US"/>
          </a:p>
        </p:txBody>
      </p:sp>
      <p:sp>
        <p:nvSpPr>
          <p:cNvPr id="6" name="번호"/>
          <p:cNvSpPr txBox="1"/>
          <p:nvPr/>
        </p:nvSpPr>
        <p:spPr>
          <a:xfrm>
            <a:off x="64008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291840"/>
            <a:ext cx="502920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문자보다 목소리가 먼저 떠오르는 사람이 있다면 지금 걸어 보세요.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IMPERIAL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메모 한 장 남기기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2BF93-AABC-4886-840C-6B62231D5A77}" type="slidenum">
              <a:rPr lang="en-US"/>
              <a:t>‹#›</a:t>
            </a:fld>
            <a:endParaRPr lang="en-US"/>
          </a:p>
        </p:txBody>
      </p:sp>
      <p:sp>
        <p:nvSpPr>
          <p:cNvPr id="6" name="번호"/>
          <p:cNvSpPr txBox="1"/>
          <p:nvPr/>
        </p:nvSpPr>
        <p:spPr>
          <a:xfrm>
            <a:off x="64008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291840"/>
            <a:ext cx="502920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생각났을 때 적어 두면 다음 주의 내가 고마워해요.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IMPERIAL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퇴근길 한 정거장 걷기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B2FD7E-345E-4603-BE18-5A8501CEDCA2}" type="slidenum">
              <a:rPr lang="en-US"/>
              <a:t>‹#›</a:t>
            </a:fld>
            <a:endParaRPr lang="en-US"/>
          </a:p>
        </p:txBody>
      </p:sp>
      <p:sp>
        <p:nvSpPr>
          <p:cNvPr id="6" name="번호"/>
          <p:cNvSpPr txBox="1"/>
          <p:nvPr/>
        </p:nvSpPr>
        <p:spPr>
          <a:xfrm>
            <a:off x="64008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291840"/>
            <a:ext cx="502920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한 정거장 먼저 내려 걸으면 머리가 정리돼요.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IMPERIAL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오늘은 일찍 자기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63C31-1268-457A-898B-59F3F56EB245}" type="slidenum">
              <a:rPr lang="en-US"/>
              <a:t>‹#›</a:t>
            </a:fld>
            <a:endParaRPr lang="en-US"/>
          </a:p>
        </p:txBody>
      </p:sp>
      <p:sp>
        <p:nvSpPr>
          <p:cNvPr id="6" name="번호"/>
          <p:cNvSpPr txBox="1"/>
          <p:nvPr/>
        </p:nvSpPr>
        <p:spPr>
          <a:xfrm>
            <a:off x="64008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291840"/>
            <a:ext cx="502920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미룬 일은 내일 해도 돼요. 오늘은 불을 일찍 끄세요.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IMPERIAL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오늘의 한마디)">
  <a:themeElements>
    <a:clrScheme name="카드뉴스(오늘의 한마디)">
      <a:dk1>
        <a:srgbClr val="F9F6EE"/>
      </a:dk1>
      <a:lt1>
        <a:srgbClr val="251641"/>
      </a:lt1>
      <a:dk2>
        <a:srgbClr val="EADFC2"/>
      </a:dk2>
      <a:lt2>
        <a:srgbClr val="1B1030"/>
      </a:lt2>
      <a:accent1>
        <a:srgbClr val="C9A24B"/>
      </a:accent1>
      <a:accent2>
        <a:srgbClr val="8F6CD2"/>
      </a:accent2>
      <a:accent3>
        <a:srgbClr val="110A1E"/>
      </a:accent3>
      <a:accent4>
        <a:srgbClr val="311D56"/>
      </a:accent4>
      <a:accent5>
        <a:srgbClr val="D8B766"/>
      </a:accent5>
      <a:accent6>
        <a:srgbClr val="6C50A1"/>
      </a:accent6>
      <a:hlink>
        <a:srgbClr val="EADFC2"/>
      </a:hlink>
      <a:folHlink>
        <a:srgbClr val="110A1E"/>
      </a:folHlink>
    </a:clrScheme>
    <a:fontScheme name="카드뉴스(오늘의 한마디)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>카드뉴스 · 오늘의 한마디</dc:subject>
  <dc:creator>우체국보험 상담 안내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