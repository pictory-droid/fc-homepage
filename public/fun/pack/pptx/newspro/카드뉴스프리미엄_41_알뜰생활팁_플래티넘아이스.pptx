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BDB52F4-0DB9-4A34-B246-DF4CA0314038}">
          <p14:sldIdLst>
            <p14:sldId id="256"/>
          </p14:sldIdLst>
        </p14:section>
        <p14:section name="본문" id="{5E029AE7-D0A5-4A6F-8FE3-D7C0565A435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1B20346-BBC6-4B9B-A4BB-6ABFCF01375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337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72160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834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ADCD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864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8BCC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6858000" cy="6858000"/>
            <a:chOff x="0" y="0"/>
            <a:chExt cx="6858000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0" y="548640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0" y="1097280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0" y="1645919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0" y="2194560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0" y="2743200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0" y="3291840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0" y="3840480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0" y="4389120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0" y="4937759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0" y="5486399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6035039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6583679"/>
              <a:ext cx="6858000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</p:grpSp>
      <p:cxnSp>
        <p:nvCxnSpPr>
          <p:cNvPr id="27" name="Connector 2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 flipH="1">
            <a:off x="608076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653796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 flipH="1">
            <a:off x="608076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 flipV="1">
            <a:off x="653796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2194560" y="548639"/>
            <a:ext cx="2468880" cy="246888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chemeClr val="tx2">
                <a:alpha val="1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466136" y="820216"/>
            <a:ext cx="1925726" cy="1925726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11780" y="1165860"/>
            <a:ext cx="1234440" cy="123444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중심점"/>
          <p:cNvSpPr/>
          <p:nvPr/>
        </p:nvSpPr>
        <p:spPr>
          <a:xfrm>
            <a:off x="3305556" y="1659636"/>
            <a:ext cx="246888" cy="2468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762195" y="1783080"/>
            <a:ext cx="123444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4583580" y="2449677"/>
            <a:ext cx="106906" cy="61722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4095597" y="2937660"/>
            <a:ext cx="61722" cy="106906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3429000" y="3116275"/>
            <a:ext cx="0" cy="123444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2700680" y="2937660"/>
            <a:ext cx="61722" cy="106906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44" name="Connector 43"/>
          <p:cNvCxnSpPr/>
          <p:nvPr/>
        </p:nvCxnSpPr>
        <p:spPr>
          <a:xfrm flipH="1">
            <a:off x="2167513" y="2449677"/>
            <a:ext cx="106906" cy="61722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45" name="Connector 44"/>
          <p:cNvCxnSpPr/>
          <p:nvPr/>
        </p:nvCxnSpPr>
        <p:spPr>
          <a:xfrm flipH="1">
            <a:off x="1972360" y="1783080"/>
            <a:ext cx="123444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46" name="Connector 45"/>
          <p:cNvCxnSpPr/>
          <p:nvPr/>
        </p:nvCxnSpPr>
        <p:spPr>
          <a:xfrm flipH="1" flipV="1">
            <a:off x="2167513" y="1054760"/>
            <a:ext cx="106906" cy="61722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47" name="Connector 46"/>
          <p:cNvCxnSpPr/>
          <p:nvPr/>
        </p:nvCxnSpPr>
        <p:spPr>
          <a:xfrm flipH="1" flipV="1">
            <a:off x="2700680" y="521593"/>
            <a:ext cx="61722" cy="106906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48" name="Connector 47"/>
          <p:cNvCxnSpPr/>
          <p:nvPr/>
        </p:nvCxnSpPr>
        <p:spPr>
          <a:xfrm flipV="1">
            <a:off x="3428999" y="326440"/>
            <a:ext cx="0" cy="123444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49" name="Connector 48"/>
          <p:cNvCxnSpPr/>
          <p:nvPr/>
        </p:nvCxnSpPr>
        <p:spPr>
          <a:xfrm flipV="1">
            <a:off x="4095597" y="521593"/>
            <a:ext cx="61722" cy="106906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 flipV="1">
            <a:off x="4583580" y="1054760"/>
            <a:ext cx="106906" cy="61722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FA729DA-A57B-4140-9D60-EA502843E92E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337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72160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834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864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6858000" cy="6858000"/>
            <a:chOff x="0" y="0"/>
            <a:chExt cx="6858000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0" y="548640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0" y="1097280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0" y="1645919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0" y="2194560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0" y="2743200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0" y="3291840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0" y="3840480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0" y="4389120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0" y="4937759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0" y="5486399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6035039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6583679"/>
              <a:ext cx="6858000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27" name="Connector 2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 flipH="1">
            <a:off x="608076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653796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 flipH="1">
            <a:off x="608076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 flipV="1">
            <a:off x="653796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2194560" y="548639"/>
            <a:ext cx="2468880" cy="246888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chemeClr val="tx2">
                <a:alpha val="1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466136" y="820216"/>
            <a:ext cx="1925726" cy="1925726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11780" y="1165860"/>
            <a:ext cx="1234440" cy="123444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중심점"/>
          <p:cNvSpPr/>
          <p:nvPr/>
        </p:nvSpPr>
        <p:spPr>
          <a:xfrm>
            <a:off x="3305556" y="1659636"/>
            <a:ext cx="246888" cy="2468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762195" y="1783080"/>
            <a:ext cx="123444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4583580" y="2449677"/>
            <a:ext cx="106906" cy="61722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4095597" y="2937660"/>
            <a:ext cx="61722" cy="106906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3429000" y="3116275"/>
            <a:ext cx="0" cy="123444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2700680" y="2937660"/>
            <a:ext cx="61722" cy="106906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H="1">
            <a:off x="2167513" y="2449677"/>
            <a:ext cx="106906" cy="61722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45" name="Connector 44"/>
          <p:cNvCxnSpPr/>
          <p:nvPr/>
        </p:nvCxnSpPr>
        <p:spPr>
          <a:xfrm flipH="1">
            <a:off x="1972360" y="1783080"/>
            <a:ext cx="123444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46" name="Connector 45"/>
          <p:cNvCxnSpPr/>
          <p:nvPr/>
        </p:nvCxnSpPr>
        <p:spPr>
          <a:xfrm flipH="1" flipV="1">
            <a:off x="2167513" y="1054760"/>
            <a:ext cx="106906" cy="61722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47" name="Connector 46"/>
          <p:cNvCxnSpPr/>
          <p:nvPr/>
        </p:nvCxnSpPr>
        <p:spPr>
          <a:xfrm flipH="1" flipV="1">
            <a:off x="2700680" y="521593"/>
            <a:ext cx="61722" cy="106906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48" name="Connector 47"/>
          <p:cNvCxnSpPr/>
          <p:nvPr/>
        </p:nvCxnSpPr>
        <p:spPr>
          <a:xfrm flipV="1">
            <a:off x="3428999" y="326440"/>
            <a:ext cx="0" cy="123444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49" name="Connector 48"/>
          <p:cNvCxnSpPr/>
          <p:nvPr/>
        </p:nvCxnSpPr>
        <p:spPr>
          <a:xfrm flipV="1">
            <a:off x="4095597" y="521593"/>
            <a:ext cx="61722" cy="106906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0" name="Connector 49"/>
          <p:cNvCxnSpPr/>
          <p:nvPr/>
        </p:nvCxnSpPr>
        <p:spPr>
          <a:xfrm flipV="1">
            <a:off x="4583580" y="1054760"/>
            <a:ext cx="106906" cy="61722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97B0CB4-8C3D-4057-B5F9-0A05ADD8C4A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8A493D3-22E6-4259-ADAA-4A2D0E5740F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연말 모임비 부담 줄이는 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2EA0-E38B-4907-B2CA-DCAFE12AC20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E0C-EDE4-4AC1-A968-164CC50E31B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8ACD-805B-43C7-B2E1-F67FD41B34F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A410-E182-4B5F-B4AA-128A8A35BE5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F95E-0507-4CD3-944E-4ABCB479721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373F48"/>
      </a:dk1>
      <a:lt1>
        <a:srgbClr val="FBFCFD"/>
      </a:lt1>
      <a:dk2>
        <a:srgbClr val="1F3045"/>
      </a:dk2>
      <a:lt2>
        <a:srgbClr val="F1F4F7"/>
      </a:lt2>
      <a:accent1>
        <a:srgbClr val="5E7894"/>
      </a:accent1>
      <a:accent2>
        <a:srgbClr val="38B6CF"/>
      </a:accent2>
      <a:accent3>
        <a:srgbClr val="55606D"/>
      </a:accent3>
      <a:accent4>
        <a:srgbClr val="D4DBE3"/>
      </a:accent4>
      <a:accent5>
        <a:srgbClr val="BCC6D0"/>
      </a:accent5>
      <a:accent6>
        <a:srgbClr val="8BD2E1"/>
      </a:accent6>
      <a:hlink>
        <a:srgbClr val="1F3045"/>
      </a:hlink>
      <a:folHlink>
        <a:srgbClr val="55606D"/>
      </a:folHlink>
    </a:clrScheme>
    <a:fontScheme name="카드뉴스(알뜰 생활 팁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