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88E0E96-D587-4066-888D-F3613E6FD08D}">
          <p14:sldIdLst>
            <p14:sldId id="256"/>
          </p14:sldIdLst>
        </p14:section>
        <p14:section name="본문" id="{E3CDBE9F-9A87-4873-863C-33799C917229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1F656BB7-0DE2-4F16-B18F-4C8FDDFEFA16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33756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3721608"/>
            <a:ext cx="5486400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8348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DADCD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8640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B8BCC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격자"/>
          <p:cNvGrpSpPr/>
          <p:nvPr/>
        </p:nvGrpSpPr>
        <p:grpSpPr>
          <a:xfrm>
            <a:off x="0" y="0"/>
            <a:ext cx="6858000" cy="6858000"/>
            <a:chOff x="0" y="0"/>
            <a:chExt cx="6858000" cy="6858000"/>
          </a:xfrm>
        </p:grpSpPr>
        <p:cxnSp>
          <p:nvCxnSpPr>
            <p:cNvPr id="3" name="Connector 2"/>
            <p:cNvCxnSpPr/>
            <p:nvPr/>
          </p:nvCxnSpPr>
          <p:spPr>
            <a:xfrm>
              <a:off x="54864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4" name="Connector 3"/>
            <p:cNvCxnSpPr/>
            <p:nvPr/>
          </p:nvCxnSpPr>
          <p:spPr>
            <a:xfrm>
              <a:off x="109728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164591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219456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274320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29184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384048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438912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493775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548639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603503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658367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0" y="548640"/>
              <a:ext cx="6858000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0" y="1097280"/>
              <a:ext cx="6858000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0" y="1645919"/>
              <a:ext cx="6858000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0" y="2194560"/>
              <a:ext cx="6858000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0" y="2743200"/>
              <a:ext cx="6858000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0" y="3291840"/>
              <a:ext cx="6858000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0" y="3840480"/>
              <a:ext cx="6858000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0" y="4389120"/>
              <a:ext cx="6858000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0" y="4937759"/>
              <a:ext cx="6858000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0" y="5486399"/>
              <a:ext cx="6858000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>
              <a:off x="0" y="6035039"/>
              <a:ext cx="6858000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0" y="6583679"/>
              <a:ext cx="6858000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</p:grpSp>
      <p:cxnSp>
        <p:nvCxnSpPr>
          <p:cNvPr id="27" name="Connector 26"/>
          <p:cNvCxnSpPr/>
          <p:nvPr/>
        </p:nvCxnSpPr>
        <p:spPr>
          <a:xfrm>
            <a:off x="320040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320040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29" name="Connector 28"/>
          <p:cNvCxnSpPr/>
          <p:nvPr/>
        </p:nvCxnSpPr>
        <p:spPr>
          <a:xfrm flipH="1">
            <a:off x="6080760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6537960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320040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040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3" name="Connector 32"/>
          <p:cNvCxnSpPr/>
          <p:nvPr/>
        </p:nvCxnSpPr>
        <p:spPr>
          <a:xfrm flipH="1">
            <a:off x="6080760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4" name="Connector 33"/>
          <p:cNvCxnSpPr/>
          <p:nvPr/>
        </p:nvCxnSpPr>
        <p:spPr>
          <a:xfrm flipV="1">
            <a:off x="6537960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2194560" y="548639"/>
            <a:ext cx="2468880" cy="2468880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outerShdw blurRad="279400" dist="0" dir="5400000" algn="t" rotWithShape="0">
              <a:schemeClr val="tx2">
                <a:alpha val="1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466136" y="820216"/>
            <a:ext cx="1925726" cy="1925726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811780" y="1165860"/>
            <a:ext cx="1234440" cy="123444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중심점"/>
          <p:cNvSpPr/>
          <p:nvPr/>
        </p:nvSpPr>
        <p:spPr>
          <a:xfrm>
            <a:off x="3305556" y="1659636"/>
            <a:ext cx="246888" cy="24688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4762195" y="1783080"/>
            <a:ext cx="123444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4583580" y="2449677"/>
            <a:ext cx="106906" cy="61722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4095597" y="2937660"/>
            <a:ext cx="61722" cy="106906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3429000" y="3116275"/>
            <a:ext cx="0" cy="123444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43" name="Connector 42"/>
          <p:cNvCxnSpPr/>
          <p:nvPr/>
        </p:nvCxnSpPr>
        <p:spPr>
          <a:xfrm flipH="1">
            <a:off x="2700680" y="2937660"/>
            <a:ext cx="61722" cy="106906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44" name="Connector 43"/>
          <p:cNvCxnSpPr/>
          <p:nvPr/>
        </p:nvCxnSpPr>
        <p:spPr>
          <a:xfrm flipH="1">
            <a:off x="2167513" y="2449677"/>
            <a:ext cx="106906" cy="61722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45" name="Connector 44"/>
          <p:cNvCxnSpPr/>
          <p:nvPr/>
        </p:nvCxnSpPr>
        <p:spPr>
          <a:xfrm flipH="1">
            <a:off x="1972360" y="1783080"/>
            <a:ext cx="123444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46" name="Connector 45"/>
          <p:cNvCxnSpPr/>
          <p:nvPr/>
        </p:nvCxnSpPr>
        <p:spPr>
          <a:xfrm flipH="1" flipV="1">
            <a:off x="2167513" y="1054760"/>
            <a:ext cx="106906" cy="61722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47" name="Connector 46"/>
          <p:cNvCxnSpPr/>
          <p:nvPr/>
        </p:nvCxnSpPr>
        <p:spPr>
          <a:xfrm flipH="1" flipV="1">
            <a:off x="2700680" y="521593"/>
            <a:ext cx="61722" cy="106906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48" name="Connector 47"/>
          <p:cNvCxnSpPr/>
          <p:nvPr/>
        </p:nvCxnSpPr>
        <p:spPr>
          <a:xfrm flipV="1">
            <a:off x="3428999" y="326440"/>
            <a:ext cx="0" cy="123444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49" name="Connector 48"/>
          <p:cNvCxnSpPr/>
          <p:nvPr/>
        </p:nvCxnSpPr>
        <p:spPr>
          <a:xfrm flipV="1">
            <a:off x="4095597" y="521593"/>
            <a:ext cx="61722" cy="106906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0" name="Connector 49"/>
          <p:cNvCxnSpPr/>
          <p:nvPr/>
        </p:nvCxnSpPr>
        <p:spPr>
          <a:xfrm flipV="1">
            <a:off x="4583580" y="1054760"/>
            <a:ext cx="106906" cy="61722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548640" y="320040"/>
            <a:ext cx="43891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4937759" y="502920"/>
            <a:ext cx="1371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212080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459E2767-F0E8-49CC-B1D3-29648BAD9E01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6858000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6858000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33756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3721608"/>
            <a:ext cx="5486400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8348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8640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격자"/>
          <p:cNvGrpSpPr/>
          <p:nvPr/>
        </p:nvGrpSpPr>
        <p:grpSpPr>
          <a:xfrm>
            <a:off x="0" y="0"/>
            <a:ext cx="6858000" cy="6858000"/>
            <a:chOff x="0" y="0"/>
            <a:chExt cx="6858000" cy="6858000"/>
          </a:xfrm>
        </p:grpSpPr>
        <p:cxnSp>
          <p:nvCxnSpPr>
            <p:cNvPr id="3" name="Connector 2"/>
            <p:cNvCxnSpPr/>
            <p:nvPr/>
          </p:nvCxnSpPr>
          <p:spPr>
            <a:xfrm>
              <a:off x="5486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4" name="Connector 3"/>
            <p:cNvCxnSpPr/>
            <p:nvPr/>
          </p:nvCxnSpPr>
          <p:spPr>
            <a:xfrm>
              <a:off x="10972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16459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219456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274320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2918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38404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438912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49377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54863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60350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65836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0" y="548640"/>
              <a:ext cx="6858000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0" y="1097280"/>
              <a:ext cx="6858000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0" y="1645919"/>
              <a:ext cx="6858000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0" y="2194560"/>
              <a:ext cx="6858000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0" y="2743200"/>
              <a:ext cx="6858000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0" y="3291840"/>
              <a:ext cx="6858000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0" y="3840480"/>
              <a:ext cx="6858000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0" y="4389120"/>
              <a:ext cx="6858000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0" y="4937759"/>
              <a:ext cx="6858000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0" y="5486399"/>
              <a:ext cx="6858000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>
              <a:off x="0" y="6035039"/>
              <a:ext cx="6858000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0" y="6583679"/>
              <a:ext cx="6858000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</p:grpSp>
      <p:cxnSp>
        <p:nvCxnSpPr>
          <p:cNvPr id="27" name="Connector 26"/>
          <p:cNvCxnSpPr/>
          <p:nvPr/>
        </p:nvCxnSpPr>
        <p:spPr>
          <a:xfrm>
            <a:off x="320040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320040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29" name="Connector 28"/>
          <p:cNvCxnSpPr/>
          <p:nvPr/>
        </p:nvCxnSpPr>
        <p:spPr>
          <a:xfrm flipH="1">
            <a:off x="6080760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6537960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320040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040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3" name="Connector 32"/>
          <p:cNvCxnSpPr/>
          <p:nvPr/>
        </p:nvCxnSpPr>
        <p:spPr>
          <a:xfrm flipH="1">
            <a:off x="6080760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4" name="Connector 33"/>
          <p:cNvCxnSpPr/>
          <p:nvPr/>
        </p:nvCxnSpPr>
        <p:spPr>
          <a:xfrm flipV="1">
            <a:off x="6537960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2194560" y="548639"/>
            <a:ext cx="2468880" cy="2468880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outerShdw blurRad="279400" dist="0" dir="5400000" algn="t" rotWithShape="0">
              <a:schemeClr val="tx2">
                <a:alpha val="1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466136" y="820216"/>
            <a:ext cx="1925726" cy="1925726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811780" y="1165860"/>
            <a:ext cx="1234440" cy="123444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중심점"/>
          <p:cNvSpPr/>
          <p:nvPr/>
        </p:nvSpPr>
        <p:spPr>
          <a:xfrm>
            <a:off x="3305556" y="1659636"/>
            <a:ext cx="246888" cy="24688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4762195" y="1783080"/>
            <a:ext cx="123444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4583580" y="2449677"/>
            <a:ext cx="106906" cy="61722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4095597" y="2937660"/>
            <a:ext cx="61722" cy="106906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3429000" y="3116275"/>
            <a:ext cx="0" cy="123444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43" name="Connector 42"/>
          <p:cNvCxnSpPr/>
          <p:nvPr/>
        </p:nvCxnSpPr>
        <p:spPr>
          <a:xfrm flipH="1">
            <a:off x="2700680" y="2937660"/>
            <a:ext cx="61722" cy="106906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44" name="Connector 43"/>
          <p:cNvCxnSpPr/>
          <p:nvPr/>
        </p:nvCxnSpPr>
        <p:spPr>
          <a:xfrm flipH="1">
            <a:off x="2167513" y="2449677"/>
            <a:ext cx="106906" cy="61722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45" name="Connector 44"/>
          <p:cNvCxnSpPr/>
          <p:nvPr/>
        </p:nvCxnSpPr>
        <p:spPr>
          <a:xfrm flipH="1">
            <a:off x="1972360" y="1783080"/>
            <a:ext cx="123444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46" name="Connector 45"/>
          <p:cNvCxnSpPr/>
          <p:nvPr/>
        </p:nvCxnSpPr>
        <p:spPr>
          <a:xfrm flipH="1" flipV="1">
            <a:off x="2167513" y="1054760"/>
            <a:ext cx="106906" cy="61722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47" name="Connector 46"/>
          <p:cNvCxnSpPr/>
          <p:nvPr/>
        </p:nvCxnSpPr>
        <p:spPr>
          <a:xfrm flipH="1" flipV="1">
            <a:off x="2700680" y="521593"/>
            <a:ext cx="61722" cy="106906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48" name="Connector 47"/>
          <p:cNvCxnSpPr/>
          <p:nvPr/>
        </p:nvCxnSpPr>
        <p:spPr>
          <a:xfrm flipV="1">
            <a:off x="3428999" y="326440"/>
            <a:ext cx="0" cy="123444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49" name="Connector 48"/>
          <p:cNvCxnSpPr/>
          <p:nvPr/>
        </p:nvCxnSpPr>
        <p:spPr>
          <a:xfrm flipV="1">
            <a:off x="4095597" y="521593"/>
            <a:ext cx="61722" cy="106906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0" name="Connector 49"/>
          <p:cNvCxnSpPr/>
          <p:nvPr/>
        </p:nvCxnSpPr>
        <p:spPr>
          <a:xfrm flipV="1">
            <a:off x="4583580" y="1054760"/>
            <a:ext cx="106906" cy="61722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548640" y="320040"/>
            <a:ext cx="43891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4937759" y="502920"/>
            <a:ext cx="1371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212080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8D6160B2-5F49-4BE4-B6E9-B8D74FDBBF03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6858000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6858000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73152"/>
            <a:ext cx="57607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212080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D8C08800-D34D-416B-A529-A60C2F4B171A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6858000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6858000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PLATINUM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모임비 부담 줄이는 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알뜰 생활 팁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이번 달 고정지출부터 적어요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4FB6C-91A8-4E6B-B955-E1D1D3B706D3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월세·통신비·구독료처럼 매달 나가는 돈부터 한곳에 적어 보면 새는 곳이 보여요.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카드 대신 현금 한 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C24A9-B5D1-44CD-8CCD-7ED0A618D315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일주일만 현금으로 써 보면 충동구매가 눈에 띄게 줄어요.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장보기 전 냉장고 사진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433BB-398B-45D2-BD82-4220D9B1E102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있는 재료를 확인하고 가면 같은 식재료를 또 사는 일이 줄어요.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작은 목표 통장 만들기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16483-A498-4613-B326-DD08B1A934C5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여행·선물·비상금처럼 이름을 붙이면 모으는 재미가 커져요.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주말 5분 가계부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54393C-B52F-4E7A-9AE7-982AADD81623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영수증을 모아 두었다가 주말에 5분만 적어 보세요.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PLATINUM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알뜰 생활 팁)">
  <a:themeElements>
    <a:clrScheme name="카드뉴스(알뜰 생활 팁)">
      <a:dk1>
        <a:srgbClr val="373F48"/>
      </a:dk1>
      <a:lt1>
        <a:srgbClr val="FBFCFD"/>
      </a:lt1>
      <a:dk2>
        <a:srgbClr val="1F3045"/>
      </a:dk2>
      <a:lt2>
        <a:srgbClr val="F1F4F7"/>
      </a:lt2>
      <a:accent1>
        <a:srgbClr val="5E7894"/>
      </a:accent1>
      <a:accent2>
        <a:srgbClr val="38B6CF"/>
      </a:accent2>
      <a:accent3>
        <a:srgbClr val="55606D"/>
      </a:accent3>
      <a:accent4>
        <a:srgbClr val="D4DBE3"/>
      </a:accent4>
      <a:accent5>
        <a:srgbClr val="BCC6D0"/>
      </a:accent5>
      <a:accent6>
        <a:srgbClr val="8BD2E1"/>
      </a:accent6>
      <a:hlink>
        <a:srgbClr val="1F3045"/>
      </a:hlink>
      <a:folHlink>
        <a:srgbClr val="55606D"/>
      </a:folHlink>
    </a:clrScheme>
    <a:fontScheme name="카드뉴스(알뜰 생활 팁)">
      <a:majorFont>
        <a:latin typeface="Segoe UI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>카드뉴스 · 알뜰 생활 팁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