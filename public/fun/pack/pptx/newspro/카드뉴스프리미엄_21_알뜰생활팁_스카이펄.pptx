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E49318E-59EA-4BBE-A71F-D40A806C20EA}">
          <p14:sldIdLst>
            <p14:sldId id="256"/>
          </p14:sldIdLst>
        </p14:section>
        <p14:section name="본문" id="{D724EF2A-E5B9-4A0E-A9D6-E92636B092C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E5B8C91-2528-40EF-8B39-900BD3365BC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14630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48640" y="1847088"/>
            <a:ext cx="48006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48640" y="39776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6035040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5952744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5971031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5971031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3DF56842-C34C-4BA6-B7B1-6CC5949D537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14630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1847088"/>
            <a:ext cx="48006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48640" y="39776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6035040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5952744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5971031" y="594360"/>
            <a:ext cx="128016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5971031" y="6135624"/>
            <a:ext cx="128016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BEC1359B-3E09-4C68-8FF1-5445081AC984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625D4B49-7057-4C93-8FA0-C5E15E583688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전기요금 줄이는 다섯 가지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E2C8B-4CFE-4168-BC72-A84F3CCD55D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B373C-97C8-46F2-BEA2-097B07858F9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E8135-E96D-40FC-8C20-1C37160ECE9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76626-31A6-46D0-8C53-9787BA43824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8CE4A-CC0F-4D49-9B3A-F2795D767C30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카드뉴스(알뜰 생활 팁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