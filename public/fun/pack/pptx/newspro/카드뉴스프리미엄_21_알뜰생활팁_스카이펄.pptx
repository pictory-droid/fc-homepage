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96502A4-C14A-4842-B059-5E550A86CE8B}">
          <p14:sldIdLst>
            <p14:sldId id="256"/>
          </p14:sldIdLst>
        </p14:section>
        <p14:section name="본문" id="{1B64ED69-EFC0-4759-9F67-FC87DD94F5C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4E4146E8-01F8-4354-9544-1500E72E7F9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tx2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14630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548640" y="1847088"/>
            <a:ext cx="480060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48640" y="338328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ADEE2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48640" y="39776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9C0C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6035040" y="685800"/>
            <a:ext cx="0" cy="548640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5952744" y="3346704"/>
            <a:ext cx="164592" cy="164592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5971031" y="594360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5971031" y="6135624"/>
            <a:ext cx="128016" cy="12801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3D732D06-61D4-4759-9079-731767AA1A0D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pct5">
          <a:fgClr>
            <a:schemeClr val="accent1">
              <a:lumMod val="10000"/>
              <a:lumOff val="90000"/>
            </a:schemeClr>
          </a:fgClr>
          <a:bgClr>
            <a:schemeClr val="bg2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548640" y="1463040"/>
            <a:ext cx="4800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1847088"/>
            <a:ext cx="4800600" cy="14630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548640" y="3383280"/>
            <a:ext cx="4800600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548640" y="3977640"/>
            <a:ext cx="48006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6035040" y="685800"/>
            <a:ext cx="0" cy="5486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3" name="Diamond 2"/>
          <p:cNvSpPr/>
          <p:nvPr/>
        </p:nvSpPr>
        <p:spPr>
          <a:xfrm>
            <a:off x="5952744" y="3346704"/>
            <a:ext cx="164592" cy="16459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윗 표시"/>
          <p:cNvSpPr/>
          <p:nvPr/>
        </p:nvSpPr>
        <p:spPr>
          <a:xfrm>
            <a:off x="5971031" y="594360"/>
            <a:ext cx="128016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아랫 표시"/>
          <p:cNvSpPr/>
          <p:nvPr/>
        </p:nvSpPr>
        <p:spPr>
          <a:xfrm>
            <a:off x="5971031" y="6135624"/>
            <a:ext cx="128016" cy="1280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7432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87F5F4AE-0474-47AC-AFBA-E9B9FCB75362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286000" y="676656"/>
            <a:ext cx="40233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457200" y="228600"/>
            <a:ext cx="155448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40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fld id="{A0E0CDCE-F2E1-49B6-985E-568AB14056E0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286000" y="384048"/>
            <a:ext cx="402336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2148840" y="411480"/>
            <a:ext cx="0" cy="91440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548640" y="1572768"/>
            <a:ext cx="5760720" cy="0"/>
          </a:xfrm>
          <a:prstGeom prst="line">
            <a:avLst/>
          </a:prstGeom>
          <a:ln w="28575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548640" y="1627632"/>
            <a:ext cx="5760720" cy="0"/>
          </a:xfrm>
          <a:prstGeom prst="line">
            <a:avLst/>
          </a:prstGeom>
          <a:ln w="6350" cap="rnd">
            <a:solidFill>
              <a:schemeClr val="accent1"/>
            </a:solidFill>
          </a:ln>
        </p:spPr>
      </p:cxnSp>
      <p:grpSp>
        <p:nvGrpSpPr>
          <p:cNvPr id="5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6" name="Diamond 5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1"/>
              </a:solidFill>
            </a:ln>
          </p:spPr>
        </p:cxnSp>
      </p:grpSp>
      <p:cxnSp>
        <p:nvCxnSpPr>
          <p:cNvPr id="9" name="Connector 8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10" name="Diamond 9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SKY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여름 전기요금 줄이는 다섯 가지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D6EF3-F835-4A1A-8836-CAFB5CEA3238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57DA57-4C04-4A17-8F54-E119125495F4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DFEA74-C3D6-48FE-89E3-37EF7BC62C1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7727F0-B166-41B2-8E4D-BE2EEAD5055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048F3-2B00-4F47-A901-D5FC54B2AE0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push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SKY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373F48"/>
      </a:dk1>
      <a:lt1>
        <a:srgbClr val="FCFDFE"/>
      </a:lt1>
      <a:dk2>
        <a:srgbClr val="27405F"/>
      </a:dk2>
      <a:lt2>
        <a:srgbClr val="F4F8FC"/>
      </a:lt2>
      <a:accent1>
        <a:srgbClr val="7FA6D2"/>
      </a:accent1>
      <a:accent2>
        <a:srgbClr val="E3B8C5"/>
      </a:accent2>
      <a:accent3>
        <a:srgbClr val="59697C"/>
      </a:accent3>
      <a:accent4>
        <a:srgbClr val="DDE8F4"/>
      </a:accent4>
      <a:accent5>
        <a:srgbClr val="BCC8D6"/>
      </a:accent5>
      <a:accent6>
        <a:srgbClr val="EBD5DE"/>
      </a:accent6>
      <a:hlink>
        <a:srgbClr val="27405F"/>
      </a:hlink>
      <a:folHlink>
        <a:srgbClr val="59697C"/>
      </a:folHlink>
    </a:clrScheme>
    <a:fontScheme name="카드뉴스(알뜰 생활 팁)">
      <a:majorFont>
        <a:latin typeface="Garamond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