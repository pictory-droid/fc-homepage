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A8ED560-A107-4C2E-BFED-4511197A1B96}">
          <p14:sldIdLst>
            <p14:sldId id="256"/>
          </p14:sldIdLst>
        </p14:section>
        <p14:section name="본문" id="{B7A7D037-F6A1-4826-9A47-F8AD15E27FA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66D4FE2-BFAE-4240-89E8-64BD8495207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64591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20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3017520" y="1645920"/>
            <a:ext cx="822960" cy="822960"/>
            <a:chOff x="3017520" y="1645920"/>
            <a:chExt cx="822960" cy="822960"/>
          </a:xfrm>
        </p:grpSpPr>
        <p:sp>
          <p:nvSpPr>
            <p:cNvPr id="4" name="Sun 3"/>
            <p:cNvSpPr/>
            <p:nvPr/>
          </p:nvSpPr>
          <p:spPr>
            <a:xfrm>
              <a:off x="3017520" y="1645920"/>
              <a:ext cx="822960" cy="82296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4251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83480" y="457200"/>
            <a:ext cx="1142999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84CF0DF-A766-46CB-BB1E-F8F2E4BF65F5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5875020" y="754380"/>
            <a:ext cx="320040" cy="320040"/>
            <a:chOff x="5875020" y="754380"/>
            <a:chExt cx="320040" cy="320040"/>
          </a:xfrm>
        </p:grpSpPr>
        <p:sp>
          <p:nvSpPr>
            <p:cNvPr id="5" name="Sun 4"/>
            <p:cNvSpPr/>
            <p:nvPr/>
          </p:nvSpPr>
          <p:spPr>
            <a:xfrm>
              <a:off x="5875020" y="754380"/>
              <a:ext cx="320040" cy="32004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64591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2057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3017520" y="1645920"/>
            <a:ext cx="822960" cy="822960"/>
            <a:chOff x="3017520" y="1645920"/>
            <a:chExt cx="822960" cy="822960"/>
          </a:xfrm>
        </p:grpSpPr>
        <p:sp>
          <p:nvSpPr>
            <p:cNvPr id="4" name="Sun 3"/>
            <p:cNvSpPr/>
            <p:nvPr/>
          </p:nvSpPr>
          <p:spPr>
            <a:xfrm>
              <a:off x="3017520" y="1645920"/>
              <a:ext cx="822960" cy="82296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4251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83480" y="457200"/>
            <a:ext cx="1142999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DAEBA40-AD98-41F6-BF89-CABA9AAE64F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5875020" y="754380"/>
            <a:ext cx="320040" cy="320040"/>
            <a:chOff x="5875020" y="754380"/>
            <a:chExt cx="320040" cy="320040"/>
          </a:xfrm>
        </p:grpSpPr>
        <p:sp>
          <p:nvSpPr>
            <p:cNvPr id="5" name="Sun 4"/>
            <p:cNvSpPr/>
            <p:nvPr/>
          </p:nvSpPr>
          <p:spPr>
            <a:xfrm>
              <a:off x="5875020" y="754380"/>
              <a:ext cx="320040" cy="32004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94A4D30-35B0-4B64-8B14-917178A18F3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7" name="Sun 6"/>
            <p:cNvSpPr/>
            <p:nvPr/>
          </p:nvSpPr>
          <p:spPr>
            <a:xfrm>
              <a:off x="3154680" y="5212080"/>
              <a:ext cx="548640" cy="548640"/>
            </a:xfrm>
            <a:prstGeom prst="su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코스모스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추석 전에 미리 적어 두는 지출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8C3DD-00C1-4105-BCD5-774A4A2C4D5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162E-75C9-491E-A233-A657AE1CD3A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DD7CD-B602-4415-A108-67F949630ED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899A3-C99A-4BB3-B30F-20BB259A0B0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B886D-1939-44F5-BA8C-07FE6CB587D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코스모스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2B2724"/>
      </a:dk1>
      <a:lt1>
        <a:srgbClr val="FFFFFF"/>
      </a:lt1>
      <a:dk2>
        <a:srgbClr val="64483A"/>
      </a:dk2>
      <a:lt2>
        <a:srgbClr val="F5E2EF"/>
      </a:lt2>
      <a:accent1>
        <a:srgbClr val="CF7CB4"/>
      </a:accent1>
      <a:accent2>
        <a:srgbClr val="83BE97"/>
      </a:accent2>
      <a:accent3>
        <a:srgbClr val="4E2C43"/>
      </a:accent3>
      <a:accent4>
        <a:srgbClr val="F0CBE4"/>
      </a:accent4>
      <a:accent5>
        <a:srgbClr val="E0BAA3"/>
      </a:accent5>
      <a:accent6>
        <a:srgbClr val="D0BCE6"/>
      </a:accent6>
      <a:hlink>
        <a:srgbClr val="64483A"/>
      </a:hlink>
      <a:folHlink>
        <a:srgbClr val="4E2C43"/>
      </a:folHlink>
    </a:clrScheme>
    <a:fontScheme name="카드뉴스(알뜰 생활 팁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