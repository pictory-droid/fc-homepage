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C3C92EED-AD5B-49AD-8BDB-20E7139AD50C}">
          <p14:sldIdLst>
            <p14:sldId id="256"/>
          </p14:sldIdLst>
        </p14:section>
        <p14:section name="본문" id="{5E487FF1-9586-490C-B4E8-0FD59E4DE7AB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F2CC416B-962F-4268-B46E-1AB03AD50ECD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685800" y="205739"/>
            <a:ext cx="5486400" cy="1645919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0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288036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685800" y="3264408"/>
            <a:ext cx="5486400" cy="13258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3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685800" y="4663440"/>
            <a:ext cx="5486400" cy="5029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521208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색 면"/>
          <p:cNvSpPr/>
          <p:nvPr/>
        </p:nvSpPr>
        <p:spPr>
          <a:xfrm>
            <a:off x="0" y="0"/>
            <a:ext cx="6858000" cy="2057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3009290" y="1884578"/>
            <a:ext cx="771936" cy="345643"/>
            <a:chOff x="3009290" y="1884578"/>
            <a:chExt cx="771936" cy="345643"/>
          </a:xfrm>
        </p:grpSpPr>
        <p:sp>
          <p:nvSpPr>
            <p:cNvPr id="4" name="Oval 3"/>
            <p:cNvSpPr/>
            <p:nvPr/>
          </p:nvSpPr>
          <p:spPr>
            <a:xfrm>
              <a:off x="3009290" y="1884578"/>
              <a:ext cx="345643" cy="34564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3343412" y="1930664"/>
              <a:ext cx="253471" cy="25347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3619926" y="1976749"/>
              <a:ext cx="161300" cy="161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6400800" y="914400"/>
            <a:ext cx="3657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8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6309360" y="6172200"/>
            <a:ext cx="5486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496B1AF3-A957-407B-A9B8-1BF154697E3F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50292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640080" y="658368"/>
            <a:ext cx="502920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2" name="옆 띠"/>
          <p:cNvSpPr/>
          <p:nvPr/>
        </p:nvSpPr>
        <p:spPr>
          <a:xfrm>
            <a:off x="6309360" y="0"/>
            <a:ext cx="5486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1572768"/>
            <a:ext cx="1280159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685800" y="205739"/>
            <a:ext cx="5486400" cy="1645919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0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288036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685800" y="3264408"/>
            <a:ext cx="5486400" cy="13258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3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685800" y="4663440"/>
            <a:ext cx="5486400" cy="5029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521208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색 면"/>
          <p:cNvSpPr/>
          <p:nvPr/>
        </p:nvSpPr>
        <p:spPr>
          <a:xfrm>
            <a:off x="0" y="0"/>
            <a:ext cx="6858000" cy="20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3009290" y="1884578"/>
            <a:ext cx="771936" cy="345643"/>
            <a:chOff x="3009290" y="1884578"/>
            <a:chExt cx="771936" cy="345643"/>
          </a:xfrm>
        </p:grpSpPr>
        <p:sp>
          <p:nvSpPr>
            <p:cNvPr id="4" name="Oval 3"/>
            <p:cNvSpPr/>
            <p:nvPr/>
          </p:nvSpPr>
          <p:spPr>
            <a:xfrm>
              <a:off x="3009290" y="1884578"/>
              <a:ext cx="345643" cy="34564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3343412" y="1930664"/>
              <a:ext cx="253471" cy="25347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3619926" y="1976749"/>
              <a:ext cx="161300" cy="161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6400800" y="914400"/>
            <a:ext cx="3657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8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6309360" y="6172200"/>
            <a:ext cx="5486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6D86DA17-6DAD-4E17-BA6B-285D54A308D9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50292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640080" y="658368"/>
            <a:ext cx="502920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5" name="사진 1"/>
          <p:cNvSpPr>
            <a:spLocks noGrp="1"/>
          </p:cNvSpPr>
          <p:nvPr>
            <p:ph type="pic" sz="quarter" idx="13"/>
          </p:nvPr>
        </p:nvSpPr>
        <p:spPr>
          <a:xfrm>
            <a:off x="6400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2"/>
          <p:cNvSpPr>
            <a:spLocks noGrp="1"/>
          </p:cNvSpPr>
          <p:nvPr>
            <p:ph type="pic" sz="quarter" idx="14"/>
          </p:nvPr>
        </p:nvSpPr>
        <p:spPr>
          <a:xfrm>
            <a:off x="20116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3"/>
          <p:cNvSpPr>
            <a:spLocks noGrp="1"/>
          </p:cNvSpPr>
          <p:nvPr>
            <p:ph type="pic" sz="quarter" idx="15"/>
          </p:nvPr>
        </p:nvSpPr>
        <p:spPr>
          <a:xfrm>
            <a:off x="33832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4"/>
          <p:cNvSpPr>
            <a:spLocks noGrp="1"/>
          </p:cNvSpPr>
          <p:nvPr>
            <p:ph type="pic" sz="quarter" idx="16"/>
          </p:nvPr>
        </p:nvSpPr>
        <p:spPr>
          <a:xfrm>
            <a:off x="47548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5"/>
          <p:cNvSpPr>
            <a:spLocks noGrp="1"/>
          </p:cNvSpPr>
          <p:nvPr>
            <p:ph type="pic" sz="quarter" idx="17"/>
          </p:nvPr>
        </p:nvSpPr>
        <p:spPr>
          <a:xfrm>
            <a:off x="6400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6"/>
          <p:cNvSpPr>
            <a:spLocks noGrp="1"/>
          </p:cNvSpPr>
          <p:nvPr>
            <p:ph type="pic" sz="quarter" idx="18"/>
          </p:nvPr>
        </p:nvSpPr>
        <p:spPr>
          <a:xfrm>
            <a:off x="20116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7"/>
          <p:cNvSpPr>
            <a:spLocks noGrp="1"/>
          </p:cNvSpPr>
          <p:nvPr>
            <p:ph type="pic" sz="quarter" idx="19"/>
          </p:nvPr>
        </p:nvSpPr>
        <p:spPr>
          <a:xfrm>
            <a:off x="33832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2" name="사진 8"/>
          <p:cNvSpPr>
            <a:spLocks noGrp="1"/>
          </p:cNvSpPr>
          <p:nvPr>
            <p:ph type="pic" sz="quarter" idx="20"/>
          </p:nvPr>
        </p:nvSpPr>
        <p:spPr>
          <a:xfrm>
            <a:off x="47548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옆 띠"/>
          <p:cNvSpPr/>
          <p:nvPr/>
        </p:nvSpPr>
        <p:spPr>
          <a:xfrm>
            <a:off x="6309360" y="0"/>
            <a:ext cx="5486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1572768"/>
            <a:ext cx="1280159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6400800" y="914400"/>
            <a:ext cx="3657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8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6309360" y="6172200"/>
            <a:ext cx="5486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B9974C20-EACD-4799-9157-F0E2DF1B474F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5943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한 문장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옆 띠"/>
          <p:cNvSpPr/>
          <p:nvPr/>
        </p:nvSpPr>
        <p:spPr>
          <a:xfrm>
            <a:off x="6309360" y="0"/>
            <a:ext cx="5486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2770632" y="1371600"/>
            <a:ext cx="1316736" cy="548640"/>
            <a:chOff x="2770632" y="1371600"/>
            <a:chExt cx="1316736" cy="548640"/>
          </a:xfrm>
        </p:grpSpPr>
        <p:sp>
          <p:nvSpPr>
            <p:cNvPr id="4" name="따옴표 방울"/>
            <p:cNvSpPr/>
            <p:nvPr/>
          </p:nvSpPr>
          <p:spPr>
            <a:xfrm rot="16200000">
              <a:off x="2770632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따옴표 방울"/>
            <p:cNvSpPr/>
            <p:nvPr/>
          </p:nvSpPr>
          <p:spPr>
            <a:xfrm rot="16200000">
              <a:off x="3538728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" name="테마 장식"/>
          <p:cNvGrpSpPr/>
          <p:nvPr/>
        </p:nvGrpSpPr>
        <p:grpSpPr>
          <a:xfrm>
            <a:off x="3149193" y="5371185"/>
            <a:ext cx="514624" cy="230428"/>
            <a:chOff x="3149193" y="5371185"/>
            <a:chExt cx="514624" cy="230428"/>
          </a:xfrm>
        </p:grpSpPr>
        <p:sp>
          <p:nvSpPr>
            <p:cNvPr id="7" name="Oval 6"/>
            <p:cNvSpPr/>
            <p:nvPr/>
          </p:nvSpPr>
          <p:spPr>
            <a:xfrm>
              <a:off x="3149193" y="5371185"/>
              <a:ext cx="230428" cy="230428"/>
            </a:xfrm>
            <a:prstGeom prst="ellipse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3371941" y="5401909"/>
              <a:ext cx="168981" cy="168981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3556284" y="5432633"/>
              <a:ext cx="107533" cy="107533"/>
            </a:xfrm>
            <a:prstGeom prst="ellipse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장마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CARD NEWS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어버이날 편지 이렇게 써 보세요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옆으로 넘겨 보세요 →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감사·칭찬 · 카드뉴스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장마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01 / 05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고맙다는 말 먼저 건네기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012BA-6E52-4AB9-8FEF-14E5D88BA611}" type="slidenum">
              <a:rPr lang="en-US"/>
              <a:t>‹#›</a:t>
            </a:fld>
            <a:endParaRPr lang="en-US"/>
          </a:p>
        </p:txBody>
      </p:sp>
      <p:sp>
        <p:nvSpPr>
          <p:cNvPr id="6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작은 일에도 ‘고마워요’를 먼저 말해 보세요.</a:t>
            </a:r>
          </a:p>
        </p:txBody>
      </p:sp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장마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02 / 05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칭찬 한 줄 적어 주기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07177-2077-4ADC-808A-08ECBB679960}" type="slidenum">
              <a:rPr lang="en-US"/>
              <a:t>‹#›</a:t>
            </a:fld>
            <a:endParaRPr lang="en-US"/>
          </a:p>
        </p:txBody>
      </p:sp>
      <p:sp>
        <p:nvSpPr>
          <p:cNvPr id="6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메모지에 칭찬 한 줄을 적어 가족 책상에 붙여 보세요.</a:t>
            </a:r>
          </a:p>
        </p:txBody>
      </p:sp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장마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03 / 05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퇴근한 사람에게 한마디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A42A9-622B-444A-88EB-08D2A8EBA359}" type="slidenum">
              <a:rPr lang="en-US"/>
              <a:t>‹#›</a:t>
            </a:fld>
            <a:endParaRPr lang="en-US"/>
          </a:p>
        </p:txBody>
      </p:sp>
      <p:sp>
        <p:nvSpPr>
          <p:cNvPr id="6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‘오늘도 고생했어’ 한마디면 충분해요.</a:t>
            </a:r>
          </a:p>
        </p:txBody>
      </p:sp>
    </p:spTree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장마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04 / 05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 일기 세 줄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8BA33-D95D-40D9-9B6D-5AA58518E2B5}" type="slidenum">
              <a:rPr lang="en-US"/>
              <a:t>‹#›</a:t>
            </a:fld>
            <a:endParaRPr lang="en-US"/>
          </a:p>
        </p:txBody>
      </p:sp>
      <p:sp>
        <p:nvSpPr>
          <p:cNvPr id="6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오늘 고마웠던 일 세 가지를 적어 보세요.</a:t>
            </a:r>
          </a:p>
        </p:txBody>
      </p: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장마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05 / 05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엽서 한 장 쓰기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34DA2-6EA5-4841-8092-51D82FD73C4B}" type="slidenum">
              <a:rPr lang="en-US"/>
              <a:t>‹#›</a:t>
            </a:fld>
            <a:endParaRPr lang="en-US"/>
          </a:p>
        </p:txBody>
      </p:sp>
      <p:sp>
        <p:nvSpPr>
          <p:cNvPr id="6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05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짧아도 좋아요. 우체통에 넣는 순간 설레요.</a:t>
            </a:r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장마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CARD NEWS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저장해 두고 필요할 때 꺼내 보세요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마음에 들면 공유해 주세요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이름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카드뉴스(감사·칭찬)">
  <a:themeElements>
    <a:clrScheme name="카드뉴스(감사·칭찬)">
      <a:dk1>
        <a:srgbClr val="2B2724"/>
      </a:dk1>
      <a:lt1>
        <a:srgbClr val="FFFFFF"/>
      </a:lt1>
      <a:dk2>
        <a:srgbClr val="5E3A64"/>
      </a:dk2>
      <a:lt2>
        <a:srgbClr val="DEE7F9"/>
      </a:lt2>
      <a:accent1>
        <a:srgbClr val="7E9CE2"/>
      </a:accent1>
      <a:accent2>
        <a:srgbClr val="C1CF86"/>
      </a:accent2>
      <a:accent3>
        <a:srgbClr val="2C364E"/>
      </a:accent3>
      <a:accent4>
        <a:srgbClr val="C5D4F7"/>
      </a:accent4>
      <a:accent5>
        <a:srgbClr val="D0A3E0"/>
      </a:accent5>
      <a:accent6>
        <a:srgbClr val="BCE6DF"/>
      </a:accent6>
      <a:hlink>
        <a:srgbClr val="5E3A64"/>
      </a:hlink>
      <a:folHlink>
        <a:srgbClr val="2C364E"/>
      </a:folHlink>
    </a:clrScheme>
    <a:fontScheme name="카드뉴스(감사·칭찬)">
      <a:majorFont>
        <a:latin typeface="Trebuchet MS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카드뉴스(감사·칭찬)</dc:title>
  <dc:subject>카드뉴스 · 감사·칭찬</dc:subject>
  <dc:creator>우체국보험 상담 안내</dc:creator>
  <cp:keywords>카드뉴스,PPT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