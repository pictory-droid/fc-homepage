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2450BD-136F-4AF4-9EA3-5DC92DDB433E}">
          <p14:sldIdLst>
            <p14:sldId id="256"/>
          </p14:sldIdLst>
        </p14:section>
        <p14:section name="본문" id="{7468AEA0-FC68-437C-BBE9-C795F9B13A8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D33F039-CD6D-4772-A902-D51148B05A0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CB8D178-2D81-4F97-B355-EA7743F697C0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7210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750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2400300" y="7086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>
            <a:off x="2125980" y="480060"/>
            <a:ext cx="2606040" cy="301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5394960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B9D146F-BD4E-4216-95E2-CAB2F76D1E3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85932C4-00EC-4318-998B-A73DDF4A795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6163056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510528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510528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어버이날 편지 이렇게 써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EF77-CDB3-4B22-B8F9-DA2BD1AB7D3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74A8A-2355-44CF-9E88-C93373D92FC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8EE5-14C5-433E-8539-839BFFC4608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EA6D-A7F3-4087-B421-BD9454EDD46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8A91F-E534-42A5-9892-42B90E8B292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카드뉴스(감사·칭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