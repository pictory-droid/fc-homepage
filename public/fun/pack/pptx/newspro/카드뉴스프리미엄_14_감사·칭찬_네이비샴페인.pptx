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8942AF2-CA5D-4057-A2CE-CD2E4F00ED18}">
          <p14:sldIdLst>
            <p14:sldId id="256"/>
          </p14:sldIdLst>
        </p14:section>
        <p14:section name="본문" id="{94D80A80-CDFA-44F4-831C-2E695A0DD7A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5FAA05C-2D3B-468A-87B9-3D43D8BE975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87BD920-D99A-4AA7-AE9E-DB01EA1EE11B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9F5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7B8B8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4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4E1E972-40A6-49CB-9FC5-10B561664BB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A4C39D2-2658-4BBA-8D59-8ED87347154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어버이날 편지 이렇게 써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7C9AA-6F46-4C89-8824-4EFCCCCCE6A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4650C-5182-449C-B085-83B7B8CE164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388FD-1BF1-41CD-A4B9-736160EEEDE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D7EF0-37AE-4BB9-9D15-6A413E5CEB5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32D212-3B6F-4278-B50B-F4329F04478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NAVY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F9F5ED"/>
      </a:dk1>
      <a:lt1>
        <a:srgbClr val="15243F"/>
      </a:lt1>
      <a:dk2>
        <a:srgbClr val="E8DCC0"/>
      </a:dk2>
      <a:lt2>
        <a:srgbClr val="0F1A2E"/>
      </a:lt2>
      <a:accent1>
        <a:srgbClr val="CDB07A"/>
      </a:accent1>
      <a:accent2>
        <a:srgbClr val="7F98C0"/>
      </a:accent2>
      <a:accent3>
        <a:srgbClr val="09101D"/>
      </a:accent3>
      <a:accent4>
        <a:srgbClr val="1C3054"/>
      </a:accent4>
      <a:accent5>
        <a:srgbClr val="D7BD88"/>
      </a:accent5>
      <a:accent6>
        <a:srgbClr val="5D7294"/>
      </a:accent6>
      <a:hlink>
        <a:srgbClr val="E8DCC0"/>
      </a:hlink>
      <a:folHlink>
        <a:srgbClr val="09101D"/>
      </a:folHlink>
    </a:clrScheme>
    <a:fontScheme name="카드뉴스(감사·칭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