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6B74F77-4A35-4A16-82BC-D4CB3B671463}">
          <p14:sldIdLst>
            <p14:sldId id="256"/>
          </p14:sldIdLst>
        </p14:section>
        <p14:section name="본문" id="{15100D86-898B-4A9D-AF53-BFB2709587B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B189293-A642-446A-9D98-F22E793B31C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0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4C3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tx2">
                <a:alpha val="58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tx2">
                <a:alpha val="36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C4DC483F-8A7C-4968-9F74-85AF6E52CC9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accent1">
                <a:alpha val="5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accent1">
                <a:alpha val="3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1AFA51EE-F0C8-4052-AB90-06BBEF12C3E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99213893-8106-4F3E-8986-BA5602148C9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추석 인사 한 줄 보내기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1356-4E61-46DB-BE39-3611DCB975E8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7BFB-045C-4CD4-B5B9-655F9AD334B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C13D-CA46-41B3-8C95-F1D4C1329C6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59F83-C3A0-4ED8-BA37-BF14BD932B66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4D86-4455-4377-99F8-20B989C6060E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484737"/>
      </a:dk1>
      <a:lt1>
        <a:srgbClr val="FCFBF9"/>
      </a:lt1>
      <a:dk2>
        <a:srgbClr val="302F14"/>
      </a:dk2>
      <a:lt2>
        <a:srgbClr val="F5F2E8"/>
      </a:lt2>
      <a:accent1>
        <a:srgbClr val="6D6A2E"/>
      </a:accent1>
      <a:accent2>
        <a:srgbClr val="B38B4D"/>
      </a:accent2>
      <a:accent3>
        <a:srgbClr val="727160"/>
      </a:accent3>
      <a:accent4>
        <a:srgbClr val="DAD7C3"/>
      </a:accent4>
      <a:accent5>
        <a:srgbClr val="B68F52"/>
      </a:accent5>
      <a:accent6>
        <a:srgbClr val="D1B993"/>
      </a:accent6>
      <a:hlink>
        <a:srgbClr val="302F14"/>
      </a:hlink>
      <a:folHlink>
        <a:srgbClr val="727160"/>
      </a:folHlink>
    </a:clrScheme>
    <a:fontScheme name="카드뉴스(안부 인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