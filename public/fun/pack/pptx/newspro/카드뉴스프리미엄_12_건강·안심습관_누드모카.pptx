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1C31F2E-85E8-4A4E-AFAC-1D6879D5D169}">
          <p14:sldIdLst>
            <p14:sldId id="256"/>
          </p14:sldIdLst>
        </p14:section>
        <p14:section name="본문" id="{54AE8439-07C2-42C6-949D-CE1EE75719D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B718D86-BB95-4A67-A888-8166B845CC7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5D3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FAA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E442ECD-3B15-49A6-94D7-619F6ABEBFD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2B281D1F-A22D-4F25-9428-7D9AD985F59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02E391E0-6BF0-442D-8CBD-EB263DCCF32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검진 날짜, 달력에 적어 두세요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4389-5AE0-4AB5-B953-F02C9755FCF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4DA2-B74B-455C-B8E2-C0E9B1E0820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1506-09CE-4702-8957-3B356308EE2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06AD-E21C-47F9-8837-82D8BE64016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CF0B6-3A9F-4582-9B00-F9318660A56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403531"/>
      </a:dk1>
      <a:lt1>
        <a:srgbClr val="FDFBF9"/>
      </a:lt1>
      <a:dk2>
        <a:srgbClr val="42302A"/>
      </a:dk2>
      <a:lt2>
        <a:srgbClr val="F8F1EA"/>
      </a:lt2>
      <a:accent1>
        <a:srgbClr val="A47F67"/>
      </a:accent1>
      <a:accent2>
        <a:srgbClr val="7B5A48"/>
      </a:accent2>
      <a:accent3>
        <a:srgbClr val="403531"/>
      </a:accent3>
      <a:accent4>
        <a:srgbClr val="E7DAD0"/>
      </a:accent4>
      <a:accent5>
        <a:srgbClr val="B89B7B"/>
      </a:accent5>
      <a:accent6>
        <a:srgbClr val="B39E91"/>
      </a:accent6>
      <a:hlink>
        <a:srgbClr val="42302A"/>
      </a:hlink>
      <a:folHlink>
        <a:srgbClr val="403531"/>
      </a:folHlink>
    </a:clrScheme>
    <a:fontScheme name="카드뉴스(건강·안심 습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