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29830B3-9A81-4830-BD13-03AC9317C4C6}">
          <p14:sldIdLst>
            <p14:sldId id="256"/>
          </p14:sldIdLst>
        </p14:section>
        <p14:section name="본문" id="{DAF4527E-40C4-4A58-91A3-431AEAB2EBF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92FB26EC-E26B-4BE9-AE81-0E4D89FDB96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5D3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AFAA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6BDB6675-0EED-41E1-AA40-DCD69593A18E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77190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4155948"/>
            <a:ext cx="5486400" cy="11430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5372100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87502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2400300" y="7086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바탕"/>
          <p:cNvSpPr/>
          <p:nvPr/>
        </p:nvSpPr>
        <p:spPr>
          <a:xfrm>
            <a:off x="2125980" y="480060"/>
            <a:ext cx="2606040" cy="3017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57607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210AE519-CE72-4CCA-846C-2AA5A73CAD5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65760"/>
            <a:ext cx="466344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26D52D79-3C02-4CDF-836D-903F090E91F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검진 날짜, 달력에 적어 두세요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624D24-183A-4240-B0C0-DC2DAAE8A95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59790E-504B-4223-B21B-841FA601C4D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680C9C-9BF8-4612-9DC3-94A8106EC34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2E9BA-C8EF-43B5-A072-1F84D6442C8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66E1C-FC2D-4183-B83E-0368440230E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NUDE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403531"/>
      </a:dk1>
      <a:lt1>
        <a:srgbClr val="FDFBF9"/>
      </a:lt1>
      <a:dk2>
        <a:srgbClr val="42302A"/>
      </a:dk2>
      <a:lt2>
        <a:srgbClr val="F8F1EA"/>
      </a:lt2>
      <a:accent1>
        <a:srgbClr val="A47F67"/>
      </a:accent1>
      <a:accent2>
        <a:srgbClr val="7B5A48"/>
      </a:accent2>
      <a:accent3>
        <a:srgbClr val="403531"/>
      </a:accent3>
      <a:accent4>
        <a:srgbClr val="E7DAD0"/>
      </a:accent4>
      <a:accent5>
        <a:srgbClr val="B89B7B"/>
      </a:accent5>
      <a:accent6>
        <a:srgbClr val="B39E91"/>
      </a:accent6>
      <a:hlink>
        <a:srgbClr val="42302A"/>
      </a:hlink>
      <a:folHlink>
        <a:srgbClr val="403531"/>
      </a:folHlink>
    </a:clrScheme>
    <a:fontScheme name="카드뉴스(건강·안심 습관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