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6BBF8164-26D3-4409-8AC0-0479FFE7ACAA}">
          <p14:sldIdLst>
            <p14:sldId id="256"/>
          </p14:sldIdLst>
        </p14:section>
        <p14:section name="본문" id="{3C8301B0-78BA-40B2-99E9-2F42FA24FA31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FE35F9DC-17C6-4C3E-BD41-D05726ABD2D5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685800" y="205739"/>
            <a:ext cx="5486400" cy="1645919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0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288036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685800" y="3264408"/>
            <a:ext cx="548640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85800" y="4663440"/>
            <a:ext cx="548640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21208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0" y="0"/>
            <a:ext cx="6858000" cy="20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3009290" y="1884578"/>
            <a:ext cx="771936" cy="345643"/>
            <a:chOff x="3009290" y="1884578"/>
            <a:chExt cx="771936" cy="345643"/>
          </a:xfrm>
        </p:grpSpPr>
        <p:sp>
          <p:nvSpPr>
            <p:cNvPr id="4" name="Oval 3"/>
            <p:cNvSpPr/>
            <p:nvPr/>
          </p:nvSpPr>
          <p:spPr>
            <a:xfrm>
              <a:off x="3009290" y="1884578"/>
              <a:ext cx="345643" cy="34564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3343412" y="1930664"/>
              <a:ext cx="253471" cy="25347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3619926" y="1976749"/>
              <a:ext cx="161300" cy="161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539496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539496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852160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A7D9077A-5A4B-4089-A36B-36AD6070BD11}" type="slidenum">
              <a:rPr lang="en-US"/>
              <a:t>‹#›</a:t>
            </a:fld>
          </a:p>
        </p:txBody>
      </p:sp>
      <p:sp>
        <p:nvSpPr>
          <p:cNvPr id="2" name="제목 막대"/>
          <p:cNvSpPr/>
          <p:nvPr/>
        </p:nvSpPr>
        <p:spPr>
          <a:xfrm>
            <a:off x="777240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5852160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685800" y="205739"/>
            <a:ext cx="5486400" cy="1645919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0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288036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685800" y="3264408"/>
            <a:ext cx="548640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85800" y="4663440"/>
            <a:ext cx="548640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21208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0" y="0"/>
            <a:ext cx="6858000" cy="2057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3009290" y="1884578"/>
            <a:ext cx="771936" cy="345643"/>
            <a:chOff x="3009290" y="1884578"/>
            <a:chExt cx="771936" cy="345643"/>
          </a:xfrm>
        </p:grpSpPr>
        <p:sp>
          <p:nvSpPr>
            <p:cNvPr id="4" name="Oval 3"/>
            <p:cNvSpPr/>
            <p:nvPr/>
          </p:nvSpPr>
          <p:spPr>
            <a:xfrm>
              <a:off x="3009290" y="1884578"/>
              <a:ext cx="345643" cy="34564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Oval 4"/>
            <p:cNvSpPr/>
            <p:nvPr/>
          </p:nvSpPr>
          <p:spPr>
            <a:xfrm>
              <a:off x="3343412" y="1930664"/>
              <a:ext cx="253471" cy="25347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3619926" y="1976749"/>
              <a:ext cx="161300" cy="161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539496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539496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852160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72D6BECB-1BD5-45DB-9DA7-0E05FEBC7B8E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막대"/>
          <p:cNvSpPr/>
          <p:nvPr/>
        </p:nvSpPr>
        <p:spPr>
          <a:xfrm>
            <a:off x="777240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5852160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297180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B58C07CC-EAC3-44C2-BCD0-898D993F8BDA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5943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2770632" y="1371600"/>
            <a:ext cx="1316736" cy="548640"/>
            <a:chOff x="2770632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2770632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3538728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3149193" y="5371185"/>
            <a:ext cx="514624" cy="230428"/>
            <a:chOff x="3149193" y="5371185"/>
            <a:chExt cx="514624" cy="230428"/>
          </a:xfrm>
        </p:grpSpPr>
        <p:sp>
          <p:nvSpPr>
            <p:cNvPr id="6" name="Oval 5"/>
            <p:cNvSpPr/>
            <p:nvPr/>
          </p:nvSpPr>
          <p:spPr>
            <a:xfrm>
              <a:off x="3149193" y="5371185"/>
              <a:ext cx="230428" cy="230428"/>
            </a:xfrm>
            <a:prstGeom prst="ellips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3371941" y="5401909"/>
              <a:ext cx="168981" cy="168981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3556284" y="5432633"/>
              <a:ext cx="107533" cy="107533"/>
            </a:xfrm>
            <a:prstGeom prst="ellips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군고구마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CARD NEWS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첫서리 오기 전에 할 일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계절 안부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겉옷 한 벌 챙기세요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EA915-25DA-4D5D-819A-4B942A793E5C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아침저녁 기온 차가 큰 때에는 얇은 겉옷이 든든해요.</a:t>
            </a:r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계절 인사 한 줄 보내기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2C757-C151-4047-945D-7B87054E3A22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안부를 묻는 짧은 메시지가 하루를 따뜻하게 해요.</a:t>
            </a:r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제철 음식으로 기운 채우기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D7BE47-0801-4E21-8BD0-2590772932AF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지금 가장 맛있는 제철 음식을 가족과 나눠 보세요.</a:t>
            </a:r>
          </a:p>
        </p:txBody>
      </p:sp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창문 열고 환기하기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3C147B-D50E-4B9E-8D11-0100FBD6C6E0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하루 두 번 십 분씩 환기하면 집 안 공기가 달라져요.</a:t>
            </a:r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계절 사진 한 장 남기기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94A4B-ACC4-4D60-AC8D-F86C082E683F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같은 자리에서 계절마다 사진을 찍어 보세요.</a:t>
            </a:r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군고구마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CARD NEWS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계절 안부)">
  <a:themeElements>
    <a:clrScheme name="카드뉴스(계절 안부)">
      <a:dk1>
        <a:srgbClr val="2B2724"/>
      </a:dk1>
      <a:lt1>
        <a:srgbClr val="FFFFFF"/>
      </a:lt1>
      <a:dk2>
        <a:srgbClr val="62643A"/>
      </a:dk2>
      <a:lt2>
        <a:srgbClr val="F5E9E2"/>
      </a:lt2>
      <a:accent1>
        <a:srgbClr val="CF9B7C"/>
      </a:accent1>
      <a:accent2>
        <a:srgbClr val="83BE99"/>
      </a:accent2>
      <a:accent3>
        <a:srgbClr val="4E392C"/>
      </a:accent3>
      <a:accent4>
        <a:srgbClr val="F0D9CB"/>
      </a:accent4>
      <a:accent5>
        <a:srgbClr val="C8E0A3"/>
      </a:accent5>
      <a:accent6>
        <a:srgbClr val="E6BCD1"/>
      </a:accent6>
      <a:hlink>
        <a:srgbClr val="62643A"/>
      </a:hlink>
      <a:folHlink>
        <a:srgbClr val="4E392C"/>
      </a:folHlink>
    </a:clrScheme>
    <a:fontScheme name="카드뉴스(계절 안부)">
      <a:majorFont>
        <a:latin typeface="Bookman Old Styl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카드뉴스(계절 안부)</dc:title>
  <dc:subject>카드뉴스 · 계절 안부</dc:subject>
  <dc:creator>우체국보험 상담 안내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