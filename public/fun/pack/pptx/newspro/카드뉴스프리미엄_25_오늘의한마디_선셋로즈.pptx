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2C8F355-E883-4FCB-BC13-72E7E9576AED}">
          <p14:sldIdLst>
            <p14:sldId id="256"/>
          </p14:sldIdLst>
        </p14:section>
        <p14:section name="본문" id="{52566388-2A10-4A2F-B613-8D3178F8925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7BA08C5-7AF6-4BAD-A393-87C878CCBA2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7DF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D1C2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9F82753-FF01-4E56-934E-CEB80B47E64B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397A498-FBE9-422E-88BB-777D5F7B780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33319C3-F120-413D-8A5E-B8C0A8B4C0F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오늘은 일찍 자는 날로 정했습니다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7CCD-C8DE-4444-AF9C-FCE0CBC8D5D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44A5-298A-4EF9-B20A-40D570A2AF5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10864-B949-4ED2-A533-0FD0B40495C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7248-23EA-483C-8E19-64ADAAB41BD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B7E1-685B-40DD-87C7-691D80EDF5C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48373D"/>
      </a:dk1>
      <a:lt1>
        <a:srgbClr val="FFFCFA"/>
      </a:lt1>
      <a:dk2>
        <a:srgbClr val="5B1E33"/>
      </a:dk2>
      <a:lt2>
        <a:srgbClr val="FFF4EE"/>
      </a:lt2>
      <a:accent1>
        <a:srgbClr val="D2506A"/>
      </a:accent1>
      <a:accent2>
        <a:srgbClr val="F0A15E"/>
      </a:accent2>
      <a:accent3>
        <a:srgbClr val="926D7A"/>
      </a:accent3>
      <a:accent4>
        <a:srgbClr val="F6D3D4"/>
      </a:accent4>
      <a:accent5>
        <a:srgbClr val="D4A265"/>
      </a:accent5>
      <a:accent6>
        <a:srgbClr val="F7C69F"/>
      </a:accent6>
      <a:hlink>
        <a:srgbClr val="5B1E33"/>
      </a:hlink>
      <a:folHlink>
        <a:srgbClr val="926D7A"/>
      </a:folHlink>
    </a:clrScheme>
    <a:fontScheme name="카드뉴스(오늘의 한마디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