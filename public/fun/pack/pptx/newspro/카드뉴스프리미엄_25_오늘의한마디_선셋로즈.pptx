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6858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68E21F49-FA57-4BB2-9DFB-46BE168DAC28}">
          <p14:sldIdLst>
            <p14:sldId id="256"/>
          </p14:sldIdLst>
        </p14:section>
        <p14:section name="본문" id="{887F3440-40B4-46A9-B679-66159BD36DE3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36608E81-28AE-4EFD-8849-92B03335ADF0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329184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85800" y="3675888"/>
            <a:ext cx="5486400" cy="1188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2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85800" y="4937759"/>
            <a:ext cx="5486400" cy="45720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rgbClr val="E7DFE2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85800" y="5440680"/>
            <a:ext cx="54864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rgbClr val="D1C2C7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유리판 1"/>
          <p:cNvSpPr/>
          <p:nvPr/>
        </p:nvSpPr>
        <p:spPr>
          <a:xfrm rot="21000000">
            <a:off x="1645920" y="868680"/>
            <a:ext cx="2286000" cy="237744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유리판 2"/>
          <p:cNvSpPr/>
          <p:nvPr/>
        </p:nvSpPr>
        <p:spPr>
          <a:xfrm rot="360000">
            <a:off x="2286000" y="594359"/>
            <a:ext cx="2286000" cy="237744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유리판 3"/>
          <p:cNvSpPr/>
          <p:nvPr/>
        </p:nvSpPr>
        <p:spPr>
          <a:xfrm rot="21420000">
            <a:off x="2743200" y="274319"/>
            <a:ext cx="2286000" cy="237744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바깥 선"/>
          <p:cNvSpPr/>
          <p:nvPr/>
        </p:nvSpPr>
        <p:spPr>
          <a:xfrm rot="21420000">
            <a:off x="2057400" y="365759"/>
            <a:ext cx="2743200" cy="283464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포인트 고리"/>
          <p:cNvSpPr/>
          <p:nvPr/>
        </p:nvSpPr>
        <p:spPr>
          <a:xfrm>
            <a:off x="3730752" y="685800"/>
            <a:ext cx="768096" cy="768096"/>
          </a:xfrm>
          <a:prstGeom prst="ellipse">
            <a:avLst/>
          </a:prstGeom>
          <a:noFill/>
          <a:ln w="190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39319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393192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3063240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EADEF751-A55C-4B0E-AD3D-AEFD0070F2A6}" type="slidenum">
              <a:rPr lang="en-US"/>
              <a:t>‹#›</a:t>
            </a:fld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6126480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5760720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5394960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5413019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555421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5819585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6177113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1965960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611880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3369564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pct10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329184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85800" y="3675888"/>
            <a:ext cx="5486400" cy="1188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2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85800" y="4937759"/>
            <a:ext cx="5486400" cy="45720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85800" y="5440680"/>
            <a:ext cx="54864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유리판 1"/>
          <p:cNvSpPr/>
          <p:nvPr/>
        </p:nvSpPr>
        <p:spPr>
          <a:xfrm rot="21000000">
            <a:off x="1645920" y="868680"/>
            <a:ext cx="2286000" cy="237744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유리판 2"/>
          <p:cNvSpPr/>
          <p:nvPr/>
        </p:nvSpPr>
        <p:spPr>
          <a:xfrm rot="360000">
            <a:off x="2286000" y="594359"/>
            <a:ext cx="2286000" cy="237744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유리판 3"/>
          <p:cNvSpPr/>
          <p:nvPr/>
        </p:nvSpPr>
        <p:spPr>
          <a:xfrm rot="21420000">
            <a:off x="2743200" y="274319"/>
            <a:ext cx="2286000" cy="237744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바깥 선"/>
          <p:cNvSpPr/>
          <p:nvPr/>
        </p:nvSpPr>
        <p:spPr>
          <a:xfrm rot="21420000">
            <a:off x="2057400" y="365759"/>
            <a:ext cx="2743200" cy="283464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포인트 고리"/>
          <p:cNvSpPr/>
          <p:nvPr/>
        </p:nvSpPr>
        <p:spPr>
          <a:xfrm>
            <a:off x="3730752" y="685800"/>
            <a:ext cx="768096" cy="768096"/>
          </a:xfrm>
          <a:prstGeom prst="ellipse">
            <a:avLst/>
          </a:prstGeom>
          <a:noFill/>
          <a:ln w="19050">
            <a:solidFill>
              <a:schemeClr val="bg1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39319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393192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3063240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5E9A0423-F901-4B98-9625-FC0B9861D5E7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5486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19202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2918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6634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5486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19202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2918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6634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6126480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5760720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5394960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5413019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555421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5819585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6177113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1965960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611880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3369564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39319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3063240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E779FB4B-7804-4C26-9655-C6A993EFAE5D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822959" y="2331720"/>
            <a:ext cx="5212080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6126480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5760720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5394960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5413019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555421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5819585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6177113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16" name="따옴표 장식"/>
          <p:cNvGrpSpPr/>
          <p:nvPr/>
        </p:nvGrpSpPr>
        <p:grpSpPr>
          <a:xfrm>
            <a:off x="2926080" y="1520189"/>
            <a:ext cx="1005840" cy="251460"/>
            <a:chOff x="2926080" y="1520189"/>
            <a:chExt cx="1005840" cy="251460"/>
          </a:xfrm>
        </p:grpSpPr>
        <p:sp>
          <p:nvSpPr>
            <p:cNvPr id="17" name="Diamond 16"/>
            <p:cNvSpPr/>
            <p:nvPr/>
          </p:nvSpPr>
          <p:spPr>
            <a:xfrm>
              <a:off x="3303270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292608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>
              <a:off x="363474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20" name="Connector 19"/>
          <p:cNvCxnSpPr/>
          <p:nvPr/>
        </p:nvCxnSpPr>
        <p:spPr>
          <a:xfrm>
            <a:off x="2880360" y="5349240"/>
            <a:ext cx="1097279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1" name="Diamond 20"/>
          <p:cNvSpPr/>
          <p:nvPr/>
        </p:nvSpPr>
        <p:spPr>
          <a:xfrm>
            <a:off x="3369564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SUNSET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오늘은 일찍 자는 날로 정했습니다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옆으로 넘겨 보세요 →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오늘의 한마디 · 카드뉴스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01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점심은 거르지 마세요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0B7D39-0B4C-4052-8B12-9F9FB00BB72C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바빠도 한 끼는 앉아서 먹어요. 오후가 달라져요.</a:t>
            </a:r>
          </a:p>
        </p:txBody>
      </p:sp>
    </p:spTree>
  </p:cSld>
  <p:clrMapOvr>
    <a:masterClrMapping/>
  </p:clrMapOvr>
  <p:transition spd="med">
    <p:split orient="horz" dir="out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02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전화 한 통 걸어 보세요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6226B-E8E9-4322-8F5B-B791DB65D3AB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문자보다 목소리가 먼저 떠오르는 사람이 있다면 지금 걸어 보세요.</a:t>
            </a:r>
          </a:p>
        </p:txBody>
      </p:sp>
    </p:spTree>
  </p:cSld>
  <p:clrMapOvr>
    <a:masterClrMapping/>
  </p:clrMapOvr>
  <p:transition spd="med">
    <p:split orient="horz" dir="out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03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메모 한 장 남기기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3D9810-060C-4668-B7BD-E883CA3B2BD3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생각났을 때 적어 두면 다음 주의 내가 고마워해요.</a:t>
            </a:r>
          </a:p>
        </p:txBody>
      </p:sp>
    </p:spTree>
  </p:cSld>
  <p:clrMapOvr>
    <a:masterClrMapping/>
  </p:clrMapOvr>
  <p:transition spd="med">
    <p:split orient="horz" dir="out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04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퇴근길 한 정거장 걷기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F8D71-6E27-44CB-98E3-394621ADF4A2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한 정거장 먼저 내려 걸으면 머리가 정리돼요.</a:t>
            </a:r>
          </a:p>
        </p:txBody>
      </p:sp>
    </p:spTree>
  </p:cSld>
  <p:clrMapOvr>
    <a:masterClrMapping/>
  </p:clrMapOvr>
  <p:transition spd="med">
    <p:split orient="horz" dir="out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05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오늘은 일찍 자기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10FA7B-A52E-499F-A880-28114F5900AE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미룬 일은 내일 해도 돼요. 오늘은 불을 일찍 끄세요.</a:t>
            </a:r>
          </a:p>
        </p:txBody>
      </p:sp>
    </p:spTree>
  </p:cSld>
  <p:clrMapOvr>
    <a:masterClrMapping/>
  </p:clrMapOvr>
  <p:transition spd="med">
    <p:split orient="horz" dir="out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SUNSET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저장해 두고 필요할 때 꺼내 보세요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마음에 들면 공유해 주세요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이름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카드뉴스(오늘의 한마디)">
  <a:themeElements>
    <a:clrScheme name="카드뉴스(오늘의 한마디)">
      <a:dk1>
        <a:srgbClr val="48373D"/>
      </a:dk1>
      <a:lt1>
        <a:srgbClr val="FFFCFA"/>
      </a:lt1>
      <a:dk2>
        <a:srgbClr val="5B1E33"/>
      </a:dk2>
      <a:lt2>
        <a:srgbClr val="FFF4EE"/>
      </a:lt2>
      <a:accent1>
        <a:srgbClr val="D2506A"/>
      </a:accent1>
      <a:accent2>
        <a:srgbClr val="F0A15E"/>
      </a:accent2>
      <a:accent3>
        <a:srgbClr val="926D7A"/>
      </a:accent3>
      <a:accent4>
        <a:srgbClr val="F6D3D4"/>
      </a:accent4>
      <a:accent5>
        <a:srgbClr val="D4A265"/>
      </a:accent5>
      <a:accent6>
        <a:srgbClr val="F7C69F"/>
      </a:accent6>
      <a:hlink>
        <a:srgbClr val="5B1E33"/>
      </a:hlink>
      <a:folHlink>
        <a:srgbClr val="926D7A"/>
      </a:folHlink>
    </a:clrScheme>
    <a:fontScheme name="카드뉴스(오늘의 한마디)">
      <a:majorFont>
        <a:latin typeface="Palatino Linotype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카드뉴스(오늘의 한마디)</dc:title>
  <dc:subject>카드뉴스 · 오늘의 한마디</dc:subject>
  <dc:creator>우체국보험 상담 안내</dc:creator>
  <cp:keywords>카드뉴스,PPT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