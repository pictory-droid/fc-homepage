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08542BB-CEBE-478B-872B-D6E00CE6CC10}">
          <p14:sldIdLst>
            <p14:sldId id="256"/>
          </p14:sldIdLst>
        </p14:section>
        <p14:section name="본문" id="{6A88D71E-F65C-44AB-99EC-CE0A51DBC4A1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390A5FE1-7107-45F2-806C-51F4DBAAE9C7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2125980" y="4800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85800" y="4155948"/>
            <a:ext cx="5486400" cy="11430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0" spc="0">
                <a:solidFill>
                  <a:srgbClr val="F7FAF9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37210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5BEB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87502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2908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2400300" y="7086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>
            <a:off x="2125980" y="4800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002AE31E-AED2-4E8D-A1F4-D52EAE39947B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2240280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240280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3364992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33172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79476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2125980" y="4800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85800" y="4155948"/>
            <a:ext cx="5486400" cy="11430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0" spc="0">
                <a:solidFill>
                  <a:srgbClr val="F7FAF9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37210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5BEB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87502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2908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2400300" y="7086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>
            <a:off x="2125980" y="4800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EF244BA2-04B8-4D67-9644-49A09A0A7031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240280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240280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3364992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33172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79476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28A05475-4B43-4A85-8D3A-C8BC670FB93E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79476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JADE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겨울철 빙판길 조심하세요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건강·안심 습관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아침 물 한 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F3DF6-8AF4-4B81-9462-94787C367772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일어나자마자 미지근한 물 한 잔으로 하루를 시작해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하루 십 분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536A-501E-4E27-9F2B-06733C13521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점심 식사 후 십 분만 걸어도 몸이 한결 가벼워져요.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검진 날짜 적어 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42D6-E432-4A4E-B219-ADB6AEF3EE1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달력에 검진 예정일을 적어 두면 미루지 않게 돼요.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잠들기 전 스마트폰 내려놓기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52CDC-13F0-4BD8-ACD3-356DD9DEB52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잠자리에 들기 삼십 분 전에는 화면을 꺼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건강 이야기 나누기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BCDA-3F0E-4362-880C-6FFF2E634D0C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일주일에 한 번, 서로의 안부와 컨디션을 물어보세요.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JADE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건강·안심 습관)">
  <a:themeElements>
    <a:clrScheme name="카드뉴스(건강·안심 습관)">
      <a:dk1>
        <a:srgbClr val="F7FAF9"/>
      </a:dk1>
      <a:lt1>
        <a:srgbClr val="133630"/>
      </a:lt1>
      <a:dk2>
        <a:srgbClr val="E4ECE9"/>
      </a:dk2>
      <a:lt2>
        <a:srgbClr val="0D2521"/>
      </a:lt2>
      <a:accent1>
        <a:srgbClr val="BFC9C6"/>
      </a:accent1>
      <a:accent2>
        <a:srgbClr val="3F9C85"/>
      </a:accent2>
      <a:accent3>
        <a:srgbClr val="081714"/>
      </a:accent3>
      <a:accent4>
        <a:srgbClr val="1A4B43"/>
      </a:accent4>
      <a:accent5>
        <a:srgbClr val="CDD6D3"/>
      </a:accent5>
      <a:accent6>
        <a:srgbClr val="307867"/>
      </a:accent6>
      <a:hlink>
        <a:srgbClr val="E4ECE9"/>
      </a:hlink>
      <a:folHlink>
        <a:srgbClr val="081714"/>
      </a:folHlink>
    </a:clrScheme>
    <a:fontScheme name="카드뉴스(건강·안심 습관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>카드뉴스 · 건강·안심 습관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