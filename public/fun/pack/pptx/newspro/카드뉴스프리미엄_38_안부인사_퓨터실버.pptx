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55ED626-BBBA-4C89-B460-5972EE1FD487}">
          <p14:sldIdLst>
            <p14:sldId id="256"/>
          </p14:sldIdLst>
        </p14:section>
        <p14:section name="본문" id="{5117A7F1-7BE1-48E9-A0D2-62A5AD9F6BBE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D546FCD3-8356-41E1-870E-DDD047B9B462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4612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363016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8920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79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2014423" y="296492"/>
            <a:ext cx="2989173" cy="2450046"/>
            <a:chOff x="2014423" y="296492"/>
            <a:chExt cx="2989173" cy="2450046"/>
          </a:xfrm>
        </p:grpSpPr>
        <p:sp>
          <p:nvSpPr>
            <p:cNvPr id="3" name="Hexagon 2"/>
            <p:cNvSpPr/>
            <p:nvPr/>
          </p:nvSpPr>
          <p:spPr>
            <a:xfrm>
              <a:off x="2014423" y="296492"/>
              <a:ext cx="588873" cy="509964"/>
            </a:xfrm>
            <a:prstGeom prst="hexagon">
              <a:avLst/>
            </a:prstGeom>
            <a:solidFill>
              <a:schemeClr val="accent1">
                <a:alpha val="8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2014423" y="850801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2014423" y="1405110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2014423" y="1959420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2494483" y="573647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2494483" y="1127956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2494483" y="1682265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2494483" y="2236574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2974543" y="296492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2974543" y="850801"/>
              <a:ext cx="588873" cy="509964"/>
            </a:xfrm>
            <a:prstGeom prst="hexagon">
              <a:avLst/>
            </a:prstGeom>
            <a:solidFill>
              <a:schemeClr val="accent1">
                <a:alpha val="58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2974543" y="1405110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2974543" y="1959420"/>
              <a:ext cx="588873" cy="50996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3454603" y="573647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3454603" y="1127956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3454603" y="1682265"/>
              <a:ext cx="588873" cy="50996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3454603" y="2236574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3934663" y="296492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3934663" y="850801"/>
              <a:ext cx="588873" cy="509964"/>
            </a:xfrm>
            <a:prstGeom prst="hexagon">
              <a:avLst/>
            </a:prstGeom>
            <a:solidFill>
              <a:schemeClr val="accent2">
                <a:alpha val="2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3934663" y="1405110"/>
              <a:ext cx="588873" cy="509964"/>
            </a:xfrm>
            <a:prstGeom prst="hexagon">
              <a:avLst/>
            </a:prstGeom>
            <a:solidFill>
              <a:schemeClr val="accent1">
                <a:alpha val="36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3934663" y="1959420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4414723" y="573647"/>
              <a:ext cx="588873" cy="50996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4414723" y="1127956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4414723" y="1682265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4414723" y="2236574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1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4CF1F91D-B9B7-4084-81EE-FBFE0722F40C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3749041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4612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363016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8920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CFD0D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79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A3A5A7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2014423" y="296492"/>
            <a:ext cx="2989173" cy="2450046"/>
            <a:chOff x="2014423" y="296492"/>
            <a:chExt cx="2989173" cy="2450046"/>
          </a:xfrm>
        </p:grpSpPr>
        <p:sp>
          <p:nvSpPr>
            <p:cNvPr id="3" name="Hexagon 2"/>
            <p:cNvSpPr/>
            <p:nvPr/>
          </p:nvSpPr>
          <p:spPr>
            <a:xfrm>
              <a:off x="2014423" y="296492"/>
              <a:ext cx="588873" cy="509964"/>
            </a:xfrm>
            <a:prstGeom prst="hexagon">
              <a:avLst/>
            </a:prstGeom>
            <a:solidFill>
              <a:schemeClr val="tx2">
                <a:alpha val="8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2014423" y="850801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2014423" y="1405110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2014423" y="1959420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2494483" y="573647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2494483" y="1127956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2494483" y="1682265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2494483" y="2236574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2974543" y="296492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2974543" y="850801"/>
              <a:ext cx="588873" cy="509964"/>
            </a:xfrm>
            <a:prstGeom prst="hexagon">
              <a:avLst/>
            </a:prstGeom>
            <a:solidFill>
              <a:schemeClr val="tx2">
                <a:alpha val="58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2974543" y="1405110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2974543" y="1959420"/>
              <a:ext cx="588873" cy="50996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3454603" y="573647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3454603" y="1127956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3454603" y="1682265"/>
              <a:ext cx="588873" cy="50996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3454603" y="2236574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3934663" y="296492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3934663" y="850801"/>
              <a:ext cx="588873" cy="509964"/>
            </a:xfrm>
            <a:prstGeom prst="hexagon">
              <a:avLst/>
            </a:prstGeom>
            <a:solidFill>
              <a:schemeClr val="accent2">
                <a:alpha val="2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3934663" y="1405110"/>
              <a:ext cx="588873" cy="509964"/>
            </a:xfrm>
            <a:prstGeom prst="hexagon">
              <a:avLst/>
            </a:prstGeom>
            <a:solidFill>
              <a:schemeClr val="tx2">
                <a:alpha val="36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3934663" y="1959420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4414723" y="573647"/>
              <a:ext cx="588873" cy="50996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4414723" y="1127956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4414723" y="1682265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4414723" y="2236574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0595B211-7EFD-4FC6-BD0E-3B7D4C58B76B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3749041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ltVert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E70CD5FD-2C5D-4515-84F1-50BD8B7A83F6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PEWTER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미리 해 두면 좋은 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안부 인사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PEWTER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D66C8-932C-47B9-BB0F-94A32D699070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옷차림이 애매한 날에는 얇은 겉옷이 든든해요.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PEWTER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안부 인사 한 줄 보내기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3442E-63AB-45DC-9142-C6C1E63D3AEA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PEWTER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맛있는 음식으로 기운 채우기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C1FB-5FB6-4805-86BC-289CED05DB80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좋아하는 음식을 가족과 나눠 보세요.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PEWTER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A699F-96CB-4281-8D64-F1B544634381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PEWTER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한 장 남기기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3819D-652E-40DA-8DBB-1C206973FB4C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가끔 사진을 찍어 보세요.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PEWTER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안부 인사)">
  <a:themeElements>
    <a:clrScheme name="카드뉴스(안부 인사)">
      <a:dk1>
        <a:srgbClr val="24292E"/>
      </a:dk1>
      <a:lt1>
        <a:srgbClr val="FCFCFB"/>
      </a:lt1>
      <a:dk2>
        <a:srgbClr val="272E36"/>
      </a:dk2>
      <a:lt2>
        <a:srgbClr val="F3F3F2"/>
      </a:lt2>
      <a:accent1>
        <a:srgbClr val="6F7A86"/>
      </a:accent1>
      <a:accent2>
        <a:srgbClr val="A9B2BC"/>
      </a:accent2>
      <a:accent3>
        <a:srgbClr val="24292E"/>
      </a:accent3>
      <a:accent4>
        <a:srgbClr val="D9DBDC"/>
      </a:accent4>
      <a:accent5>
        <a:srgbClr val="B5BCC4"/>
      </a:accent5>
      <a:accent6>
        <a:srgbClr val="CACFD4"/>
      </a:accent6>
      <a:hlink>
        <a:srgbClr val="272E36"/>
      </a:hlink>
      <a:folHlink>
        <a:srgbClr val="24292E"/>
      </a:folHlink>
    </a:clrScheme>
    <a:fontScheme name="카드뉴스(안부 인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카드뉴스(안부 인사)</dc:title>
  <dc:subject>카드뉴스 · 안부 인사</dc:subject>
  <dc:creator>반딧불이의 곳간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