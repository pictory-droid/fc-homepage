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6D64827-5246-4B7B-B71B-47B62CF226E7}">
          <p14:sldIdLst>
            <p14:sldId id="256"/>
          </p14:sldIdLst>
        </p14:section>
        <p14:section name="본문" id="{B240AA0B-E4EF-4F6E-9E47-48B79FDA893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4427940-017D-4C15-8285-807BF61ECFF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181BB77-19C8-47E2-9C02-30ADE5CE4E1A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6701"/>
            <a:ext cx="365760" cy="316757"/>
            <a:chOff x="548640" y="6196701"/>
            <a:chExt cx="365760" cy="316757"/>
          </a:xfrm>
        </p:grpSpPr>
        <p:cxnSp>
          <p:nvCxnSpPr>
            <p:cNvPr id="5" name="Connector 4"/>
            <p:cNvCxnSpPr/>
            <p:nvPr/>
          </p:nvCxnSpPr>
          <p:spPr>
            <a:xfrm>
              <a:off x="548640" y="6355080"/>
              <a:ext cx="36576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40080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640080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94944" y="6318504"/>
              <a:ext cx="73152" cy="73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20B0822-E8A4-4174-8707-D883A135C4C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6701"/>
            <a:ext cx="365760" cy="316757"/>
            <a:chOff x="548640" y="6196701"/>
            <a:chExt cx="365760" cy="316757"/>
          </a:xfrm>
        </p:grpSpPr>
        <p:cxnSp>
          <p:nvCxnSpPr>
            <p:cNvPr id="5" name="Connector 4"/>
            <p:cNvCxnSpPr/>
            <p:nvPr/>
          </p:nvCxnSpPr>
          <p:spPr>
            <a:xfrm>
              <a:off x="548640" y="6355080"/>
              <a:ext cx="36576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40080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640080" y="6196701"/>
              <a:ext cx="182880" cy="31675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94944" y="6318504"/>
              <a:ext cx="73152" cy="73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221F124-8BD7-4007-83C1-97DB455AAEB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황사 심한 날 이렇게 지내세요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A207E-16BC-48B7-AA3F-9A3D36FE980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32FED-64F8-4182-AE4A-04E6BCD4E79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CECC-9DFE-42F9-A324-85A41B17683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209EA-998B-4B2F-BBED-283AE52A659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89FB-018B-4EC6-9D2B-FA2C63444E9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