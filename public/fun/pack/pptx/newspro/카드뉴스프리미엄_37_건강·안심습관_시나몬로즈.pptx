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0D0B7E3-D479-415A-994A-03A8C25FCDC9}">
          <p14:sldIdLst>
            <p14:sldId id="256"/>
          </p14:sldIdLst>
        </p14:section>
        <p14:section name="본문" id="{E405F7D4-D2DB-4417-A4B4-EE2A8019CE0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E42DB7F-1DAC-4602-8D33-43D142FAC77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685800" y="205739"/>
            <a:ext cx="5486400" cy="1508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8803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3264408"/>
            <a:ext cx="5486400" cy="13258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66344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2120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6858000" cy="1920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81528" y="1572768"/>
            <a:ext cx="694944" cy="694944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4" name="테마 장식"/>
          <p:cNvGrpSpPr/>
          <p:nvPr/>
        </p:nvGrpSpPr>
        <p:grpSpPr>
          <a:xfrm>
            <a:off x="3273552" y="1764792"/>
            <a:ext cx="310896" cy="310896"/>
            <a:chOff x="3273552" y="1764792"/>
            <a:chExt cx="310896" cy="310896"/>
          </a:xfrm>
        </p:grpSpPr>
        <p:sp>
          <p:nvSpPr>
            <p:cNvPr id="5" name="Plus 4"/>
            <p:cNvSpPr/>
            <p:nvPr/>
          </p:nvSpPr>
          <p:spPr>
            <a:xfrm>
              <a:off x="3273552" y="1764792"/>
              <a:ext cx="310896" cy="310896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39496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F75A6BEF-7E60-4F49-8682-C2C669BFF201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685800" y="205739"/>
            <a:ext cx="5486400" cy="1508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8803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3264408"/>
            <a:ext cx="5486400" cy="13258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66344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1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2120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5BD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6858000" cy="19202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81528" y="1572768"/>
            <a:ext cx="694944" cy="694944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4" name="테마 장식"/>
          <p:cNvGrpSpPr/>
          <p:nvPr/>
        </p:nvGrpSpPr>
        <p:grpSpPr>
          <a:xfrm>
            <a:off x="3273552" y="1764792"/>
            <a:ext cx="310896" cy="310896"/>
            <a:chOff x="3273552" y="1764792"/>
            <a:chExt cx="310896" cy="310896"/>
          </a:xfrm>
        </p:grpSpPr>
        <p:sp>
          <p:nvSpPr>
            <p:cNvPr id="5" name="Plus 4"/>
            <p:cNvSpPr/>
            <p:nvPr/>
          </p:nvSpPr>
          <p:spPr>
            <a:xfrm>
              <a:off x="3273552" y="1764792"/>
              <a:ext cx="310896" cy="310896"/>
            </a:xfrm>
            <a:prstGeom prst="mathPlus">
              <a:avLst>
                <a:gd name="adj1" fmla="val 12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39496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3BC2CC09-378D-4628-AAD0-A7510E45F7D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39496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541B5599-F2BA-408B-9359-427DC15A4D2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CINNAMON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건강검진 챙기는 순서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86E83-243F-49A1-A53C-2780AF9A817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3DEFA-837C-4DF5-BC39-92D68B0C90C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0B2E2-BCAD-4DFE-9314-C5A5BE99C67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97B7-F249-4187-AED8-95A88AF02C9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4A771-3EE2-4D89-9A82-6F2A534F452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CINNAMON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483B37"/>
      </a:dk1>
      <a:lt1>
        <a:srgbClr val="FEFBFA"/>
      </a:lt1>
      <a:dk2>
        <a:srgbClr val="4A281F"/>
      </a:dk2>
      <a:lt2>
        <a:srgbClr val="FAF2EE"/>
      </a:lt2>
      <a:accent1>
        <a:srgbClr val="A9604E"/>
      </a:accent1>
      <a:accent2>
        <a:srgbClr val="CFA08C"/>
      </a:accent2>
      <a:accent3>
        <a:srgbClr val="76615B"/>
      </a:accent3>
      <a:accent4>
        <a:srgbClr val="EAD5CE"/>
      </a:accent4>
      <a:accent5>
        <a:srgbClr val="BF9072"/>
      </a:accent5>
      <a:accent6>
        <a:srgbClr val="E2C5B8"/>
      </a:accent6>
      <a:hlink>
        <a:srgbClr val="4A281F"/>
      </a:hlink>
      <a:folHlink>
        <a:srgbClr val="76615B"/>
      </a:folHlink>
    </a:clrScheme>
    <a:fontScheme name="카드뉴스(건강·안심 습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