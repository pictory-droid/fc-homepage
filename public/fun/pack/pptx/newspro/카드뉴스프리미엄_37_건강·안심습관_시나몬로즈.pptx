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FD2801B-C5AE-4B04-AB13-9769002DC0BC}">
          <p14:sldIdLst>
            <p14:sldId id="256"/>
          </p14:sldIdLst>
        </p14:section>
        <p14:section name="본문" id="{3B082425-09BF-4D1C-9F16-4B717F6D2146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884CFED0-290E-431D-B02E-8494C4B882B6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685800" y="205739"/>
            <a:ext cx="5486400" cy="1508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8803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85800" y="32644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46634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2120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6858000" cy="192024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081528" y="1572768"/>
            <a:ext cx="694944" cy="694944"/>
          </a:xfrm>
          <a:prstGeom prst="ellipse">
            <a:avLst/>
          </a:prstGeom>
          <a:solidFill>
            <a:schemeClr val="bg2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3273552" y="1764792"/>
            <a:ext cx="310896" cy="310896"/>
            <a:chOff x="3273552" y="1764792"/>
            <a:chExt cx="310896" cy="310896"/>
          </a:xfrm>
        </p:grpSpPr>
        <p:sp>
          <p:nvSpPr>
            <p:cNvPr id="5" name="Plus 4"/>
            <p:cNvSpPr/>
            <p:nvPr/>
          </p:nvSpPr>
          <p:spPr>
            <a:xfrm>
              <a:off x="3273552" y="1764792"/>
              <a:ext cx="310896" cy="310896"/>
            </a:xfrm>
            <a:prstGeom prst="mathPlus">
              <a:avLst>
                <a:gd name="adj1" fmla="val 1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65760"/>
            <a:ext cx="466344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39496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E1850DD0-B2C9-431F-90F3-29EE8B34E747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685800" y="205739"/>
            <a:ext cx="5486400" cy="1508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8803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85800" y="32644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46634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E1DCDB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2120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C5BDBA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6858000" cy="19202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081528" y="1572768"/>
            <a:ext cx="694944" cy="694944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3273552" y="1764792"/>
            <a:ext cx="310896" cy="310896"/>
            <a:chOff x="3273552" y="1764792"/>
            <a:chExt cx="310896" cy="310896"/>
          </a:xfrm>
        </p:grpSpPr>
        <p:sp>
          <p:nvSpPr>
            <p:cNvPr id="5" name="Plus 4"/>
            <p:cNvSpPr/>
            <p:nvPr/>
          </p:nvSpPr>
          <p:spPr>
            <a:xfrm>
              <a:off x="3273552" y="1764792"/>
              <a:ext cx="310896" cy="310896"/>
            </a:xfrm>
            <a:prstGeom prst="mathPlus">
              <a:avLst>
                <a:gd name="adj1" fmla="val 1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65760"/>
            <a:ext cx="466344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58368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39496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BEA80A3C-B006-4E6D-8E4A-955BFC72DC8D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365760"/>
            <a:ext cx="466344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39496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E4F88980-6FDB-4B26-B129-C9230631CF12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CINNAMON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CINNAMON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가을 건강검진 챙기는 순서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건강·안심 습관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아침 물 한 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9B773-FF0C-4FFB-B77E-F6F39FA70FB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일어나자마자 미지근한 물 한 잔으로 하루를 시작해 보세요.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하루 십 분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EC9EE-9C9E-4FF3-84DE-98F3F512E682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점심 식사 후 십 분만 걸어도 몸이 한결 가벼워져요.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검진 날짜 적어 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8283A-6B63-426C-860C-696FC2309DC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달력에 검진 예정일을 적어 두면 미루지 않게 돼요.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잠들기 전 스마트폰 내려놓기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DC9FC-E803-4813-9E87-A6E9C4E51ADC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잠자리에 들기 삼십 분 전에는 화면을 꺼 보세요.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건강 이야기 나누기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E29EC-443B-4A48-BC61-53B91E8A0EB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일주일에 한 번, 서로의 안부와 컨디션을 물어보세요.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CINNAMON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CINNAMON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건강·안심 습관)">
  <a:themeElements>
    <a:clrScheme name="카드뉴스(건강·안심 습관)">
      <a:dk1>
        <a:srgbClr val="483B37"/>
      </a:dk1>
      <a:lt1>
        <a:srgbClr val="FEFBFA"/>
      </a:lt1>
      <a:dk2>
        <a:srgbClr val="4A281F"/>
      </a:dk2>
      <a:lt2>
        <a:srgbClr val="FAF2EE"/>
      </a:lt2>
      <a:accent1>
        <a:srgbClr val="A9604E"/>
      </a:accent1>
      <a:accent2>
        <a:srgbClr val="CFA08C"/>
      </a:accent2>
      <a:accent3>
        <a:srgbClr val="76615B"/>
      </a:accent3>
      <a:accent4>
        <a:srgbClr val="EAD5CE"/>
      </a:accent4>
      <a:accent5>
        <a:srgbClr val="BF9072"/>
      </a:accent5>
      <a:accent6>
        <a:srgbClr val="E2C5B8"/>
      </a:accent6>
      <a:hlink>
        <a:srgbClr val="4A281F"/>
      </a:hlink>
      <a:folHlink>
        <a:srgbClr val="76615B"/>
      </a:folHlink>
    </a:clrScheme>
    <a:fontScheme name="카드뉴스(건강·안심 습관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>카드뉴스 · 건강·안심 습관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