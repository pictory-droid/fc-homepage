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993474A2-EB2C-4B34-B814-98980C0CC961}">
          <p14:sldIdLst>
            <p14:sldId id="256"/>
          </p14:sldIdLst>
        </p14:section>
        <p14:section name="본문" id="{B936683E-4610-4A72-BCFD-F4A056A75A08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9BD607E7-090A-425B-B6D2-D4AE8B025159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E0E0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C4C3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tx2">
                <a:alpha val="80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tx2">
                <a:alpha val="58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tx2">
                <a:alpha val="36000"/>
              </a:schemeClr>
            </a:solidFill>
            <a:ln w="6350">
              <a:solidFill>
                <a:schemeClr val="tx2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tx2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EB729BCC-0489-4ACB-A3B9-836EC286CFE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4612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3016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9204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79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헥스 격자"/>
          <p:cNvGrpSpPr/>
          <p:nvPr/>
        </p:nvGrpSpPr>
        <p:grpSpPr>
          <a:xfrm>
            <a:off x="2014423" y="296492"/>
            <a:ext cx="2989173" cy="2450046"/>
            <a:chOff x="2014423" y="296492"/>
            <a:chExt cx="2989173" cy="2450046"/>
          </a:xfrm>
        </p:grpSpPr>
        <p:sp>
          <p:nvSpPr>
            <p:cNvPr id="3" name="Hexagon 2"/>
            <p:cNvSpPr/>
            <p:nvPr/>
          </p:nvSpPr>
          <p:spPr>
            <a:xfrm>
              <a:off x="2014423" y="296492"/>
              <a:ext cx="588873" cy="509964"/>
            </a:xfrm>
            <a:prstGeom prst="hexagon">
              <a:avLst/>
            </a:prstGeom>
            <a:solidFill>
              <a:schemeClr val="accent1">
                <a:alpha val="8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Hexagon 3"/>
            <p:cNvSpPr/>
            <p:nvPr/>
          </p:nvSpPr>
          <p:spPr>
            <a:xfrm>
              <a:off x="2014423" y="850801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Hexagon 4"/>
            <p:cNvSpPr/>
            <p:nvPr/>
          </p:nvSpPr>
          <p:spPr>
            <a:xfrm>
              <a:off x="201442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Hexagon 5"/>
            <p:cNvSpPr/>
            <p:nvPr/>
          </p:nvSpPr>
          <p:spPr>
            <a:xfrm>
              <a:off x="201442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Hexagon 6"/>
            <p:cNvSpPr/>
            <p:nvPr/>
          </p:nvSpPr>
          <p:spPr>
            <a:xfrm>
              <a:off x="249448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Hexagon 7"/>
            <p:cNvSpPr/>
            <p:nvPr/>
          </p:nvSpPr>
          <p:spPr>
            <a:xfrm>
              <a:off x="249448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Hexagon 8"/>
            <p:cNvSpPr/>
            <p:nvPr/>
          </p:nvSpPr>
          <p:spPr>
            <a:xfrm>
              <a:off x="249448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Hexagon 9"/>
            <p:cNvSpPr/>
            <p:nvPr/>
          </p:nvSpPr>
          <p:spPr>
            <a:xfrm>
              <a:off x="249448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agon 10"/>
            <p:cNvSpPr/>
            <p:nvPr/>
          </p:nvSpPr>
          <p:spPr>
            <a:xfrm>
              <a:off x="297454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Hexagon 11"/>
            <p:cNvSpPr/>
            <p:nvPr/>
          </p:nvSpPr>
          <p:spPr>
            <a:xfrm>
              <a:off x="2974543" y="850801"/>
              <a:ext cx="588873" cy="509964"/>
            </a:xfrm>
            <a:prstGeom prst="hexagon">
              <a:avLst/>
            </a:prstGeom>
            <a:solidFill>
              <a:schemeClr val="accent1">
                <a:alpha val="58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Hexagon 12"/>
            <p:cNvSpPr/>
            <p:nvPr/>
          </p:nvSpPr>
          <p:spPr>
            <a:xfrm>
              <a:off x="2974543" y="140511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Hexagon 13"/>
            <p:cNvSpPr/>
            <p:nvPr/>
          </p:nvSpPr>
          <p:spPr>
            <a:xfrm>
              <a:off x="2974543" y="1959420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Hexagon 14"/>
            <p:cNvSpPr/>
            <p:nvPr/>
          </p:nvSpPr>
          <p:spPr>
            <a:xfrm>
              <a:off x="3454603" y="573647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Hexagon 15"/>
            <p:cNvSpPr/>
            <p:nvPr/>
          </p:nvSpPr>
          <p:spPr>
            <a:xfrm>
              <a:off x="345460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exagon 16"/>
            <p:cNvSpPr/>
            <p:nvPr/>
          </p:nvSpPr>
          <p:spPr>
            <a:xfrm>
              <a:off x="3454603" y="1682265"/>
              <a:ext cx="588873" cy="509964"/>
            </a:xfrm>
            <a:prstGeom prst="hexagon">
              <a:avLst/>
            </a:prstGeom>
            <a:solidFill>
              <a:schemeClr val="accent2">
                <a:alpha val="2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exagon 17"/>
            <p:cNvSpPr/>
            <p:nvPr/>
          </p:nvSpPr>
          <p:spPr>
            <a:xfrm>
              <a:off x="345460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exagon 18"/>
            <p:cNvSpPr/>
            <p:nvPr/>
          </p:nvSpPr>
          <p:spPr>
            <a:xfrm>
              <a:off x="3934663" y="296492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100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agon 19"/>
            <p:cNvSpPr/>
            <p:nvPr/>
          </p:nvSpPr>
          <p:spPr>
            <a:xfrm>
              <a:off x="3934663" y="850801"/>
              <a:ext cx="588873" cy="509964"/>
            </a:xfrm>
            <a:prstGeom prst="hexagon">
              <a:avLst/>
            </a:prstGeom>
            <a:solidFill>
              <a:schemeClr val="accent2">
                <a:alpha val="28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exagon 20"/>
            <p:cNvSpPr/>
            <p:nvPr/>
          </p:nvSpPr>
          <p:spPr>
            <a:xfrm>
              <a:off x="3934663" y="1405110"/>
              <a:ext cx="588873" cy="509964"/>
            </a:xfrm>
            <a:prstGeom prst="hexagon">
              <a:avLst/>
            </a:prstGeom>
            <a:solidFill>
              <a:schemeClr val="accent1">
                <a:alpha val="36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exagon 21"/>
            <p:cNvSpPr/>
            <p:nvPr/>
          </p:nvSpPr>
          <p:spPr>
            <a:xfrm>
              <a:off x="3934663" y="1959420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Hexagon 22"/>
            <p:cNvSpPr/>
            <p:nvPr/>
          </p:nvSpPr>
          <p:spPr>
            <a:xfrm>
              <a:off x="4414723" y="573647"/>
              <a:ext cx="588873" cy="509964"/>
            </a:xfrm>
            <a:prstGeom prst="hexagon">
              <a:avLst/>
            </a:prstGeom>
            <a:solidFill>
              <a:schemeClr val="accent2">
                <a:alpha val="5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exagon 23"/>
            <p:cNvSpPr/>
            <p:nvPr/>
          </p:nvSpPr>
          <p:spPr>
            <a:xfrm>
              <a:off x="4414723" y="1127956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78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Hexagon 24"/>
            <p:cNvSpPr/>
            <p:nvPr/>
          </p:nvSpPr>
          <p:spPr>
            <a:xfrm>
              <a:off x="4414723" y="1682265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56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exagon 25"/>
            <p:cNvSpPr/>
            <p:nvPr/>
          </p:nvSpPr>
          <p:spPr>
            <a:xfrm>
              <a:off x="4414723" y="2236574"/>
              <a:ext cx="588873" cy="509964"/>
            </a:xfrm>
            <a:prstGeom prst="hexagon">
              <a:avLst/>
            </a:prstGeom>
            <a:noFill/>
            <a:ln w="9525">
              <a:solidFill>
                <a:schemeClr val="accent5">
                  <a:alpha val="34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4EA8BB46-7DDF-4129-BA8F-E98874A66DD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FFFFFF"/>
                </a:solidFill>
              </a:defRPr>
            </a:lvl1pPr>
          </a:lstStyle>
          <a:p>
            <a:fld id="{7AC8AC69-7153-4F85-89F2-1F668EB3D92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추석 인사 한 줄 보내기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9D922-D362-40D4-9786-169EFC39054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82A51-6A24-4570-A4BB-9E5A3C3B13C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122EE-26FC-4818-99EE-E2C924E158D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ECC867-6322-43A7-BFE7-D87422F0790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BRONZE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85DFC-503F-424C-9CED-8813D9CC5C88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BRONZE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484737"/>
      </a:dk1>
      <a:lt1>
        <a:srgbClr val="FCFBF9"/>
      </a:lt1>
      <a:dk2>
        <a:srgbClr val="302F14"/>
      </a:dk2>
      <a:lt2>
        <a:srgbClr val="F5F2E8"/>
      </a:lt2>
      <a:accent1>
        <a:srgbClr val="6D6A2E"/>
      </a:accent1>
      <a:accent2>
        <a:srgbClr val="B38B4D"/>
      </a:accent2>
      <a:accent3>
        <a:srgbClr val="727160"/>
      </a:accent3>
      <a:accent4>
        <a:srgbClr val="DAD7C3"/>
      </a:accent4>
      <a:accent5>
        <a:srgbClr val="B68F52"/>
      </a:accent5>
      <a:accent6>
        <a:srgbClr val="D1B993"/>
      </a:accent6>
      <a:hlink>
        <a:srgbClr val="302F14"/>
      </a:hlink>
      <a:folHlink>
        <a:srgbClr val="727160"/>
      </a:folHlink>
    </a:clrScheme>
    <a:fontScheme name="카드뉴스(계절 안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