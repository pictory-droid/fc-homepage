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721E23A-6765-40CA-A725-27A1B434D37C}">
          <p14:sldIdLst>
            <p14:sldId id="256"/>
          </p14:sldIdLst>
        </p14:section>
        <p14:section name="본문" id="{E64F1498-2D87-439D-8B9C-7A0FF1FA36C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466C0A9-9320-453D-9961-AAFB0702737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7985932-B98A-4E83-B67D-02C304A850FF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5E0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EC5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FA44028-D3D1-46E6-8CC5-F94357B3A00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73152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7ED2842-D44C-4BB8-8045-26C6A87B438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6858000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안부 전화 걸어 보기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안부 인사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DB36C-2011-4266-A360-E6A681B78B2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옷차림이 애매한 날에는 얇은 겉옷이 든든해요.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안부 인사 한 줄 보내기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8D082-5009-4B42-A10C-6689ED99FE9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맛있는 음식으로 기운 채우기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89BB7-1B43-42D0-8C79-B76EA00965E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좋아하는 음식을 가족과 나눠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CAC3-AAD3-4A4E-9626-E78F0C2A270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한 장 남기기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9B40-18B2-41D0-A4A2-3A6DE7A0D6D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가끔 사진을 찍어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안부 인사)">
  <a:themeElements>
    <a:clrScheme name="카드뉴스(안부 인사)">
      <a:dk1>
        <a:srgbClr val="48373A"/>
      </a:dk1>
      <a:lt1>
        <a:srgbClr val="FEFCFB"/>
      </a:lt1>
      <a:dk2>
        <a:srgbClr val="3A0F16"/>
      </a:dk2>
      <a:lt2>
        <a:srgbClr val="FAF3F1"/>
      </a:lt2>
      <a:accent1>
        <a:srgbClr val="B3202F"/>
      </a:accent1>
      <a:accent2>
        <a:srgbClr val="1F2A44"/>
      </a:accent2>
      <a:accent3>
        <a:srgbClr val="8B7478"/>
      </a:accent3>
      <a:accent4>
        <a:srgbClr val="ECC9CA"/>
      </a:accent4>
      <a:accent5>
        <a:srgbClr val="C6A15B"/>
      </a:accent5>
      <a:accent6>
        <a:srgbClr val="828492"/>
      </a:accent6>
      <a:hlink>
        <a:srgbClr val="3A0F16"/>
      </a:hlink>
      <a:folHlink>
        <a:srgbClr val="8B7478"/>
      </a:folHlink>
    </a:clrScheme>
    <a:fontScheme name="카드뉴스(안부 인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>카드뉴스 · 안부 인사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