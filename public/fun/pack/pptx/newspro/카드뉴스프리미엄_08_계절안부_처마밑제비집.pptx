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69F7773-DF99-4B7B-9A11-E3D83E010BA8}">
          <p14:sldIdLst>
            <p14:sldId id="256"/>
          </p14:sldIdLst>
        </p14:section>
        <p14:section name="본문" id="{CA2F44CC-E888-4351-8C31-D9E48064C9B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4AB2928-8CB6-4D43-8941-7E0BD8996D8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5486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93268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33172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288035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618488" y="5029200"/>
            <a:ext cx="457200" cy="14630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2221992" y="4297679"/>
            <a:ext cx="457200" cy="21945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825496" y="4754879"/>
            <a:ext cx="457200" cy="17373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3429000" y="3931920"/>
            <a:ext cx="457200" cy="2560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4032504" y="4572000"/>
            <a:ext cx="457200" cy="192024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4636008" y="5212079"/>
            <a:ext cx="457200" cy="12801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CA1F45A-82A2-4F6C-AFAB-5F9D19EAA818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516636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6016752" y="6172200"/>
            <a:ext cx="219456" cy="365760"/>
            <a:chOff x="6016752" y="6172200"/>
            <a:chExt cx="219456" cy="365760"/>
          </a:xfrm>
        </p:grpSpPr>
        <p:sp>
          <p:nvSpPr>
            <p:cNvPr id="5" name="Moon 4"/>
            <p:cNvSpPr/>
            <p:nvPr/>
          </p:nvSpPr>
          <p:spPr>
            <a:xfrm>
              <a:off x="6016752" y="6172200"/>
              <a:ext cx="219456" cy="365760"/>
            </a:xfrm>
            <a:prstGeom prst="mo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5486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93268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33172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288035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618488" y="5029200"/>
            <a:ext cx="457200" cy="14630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2221992" y="4297679"/>
            <a:ext cx="457200" cy="21945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825496" y="4754879"/>
            <a:ext cx="457200" cy="17373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3429000" y="3931920"/>
            <a:ext cx="457200" cy="2560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4032504" y="4572000"/>
            <a:ext cx="457200" cy="192024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4636008" y="5212079"/>
            <a:ext cx="457200" cy="12801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0B7999B-7B0E-41AE-9096-93672F1EC8D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516636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6016752" y="6172200"/>
            <a:ext cx="219456" cy="365760"/>
            <a:chOff x="6016752" y="6172200"/>
            <a:chExt cx="219456" cy="365760"/>
          </a:xfrm>
        </p:grpSpPr>
        <p:sp>
          <p:nvSpPr>
            <p:cNvPr id="5" name="Moon 4"/>
            <p:cNvSpPr/>
            <p:nvPr/>
          </p:nvSpPr>
          <p:spPr>
            <a:xfrm>
              <a:off x="6016752" y="6172200"/>
              <a:ext cx="219456" cy="365760"/>
            </a:xfrm>
            <a:prstGeom prst="mo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596DA9A-6C0D-4E90-AD99-A81CA573270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264408" y="5212080"/>
            <a:ext cx="329184" cy="548640"/>
            <a:chOff x="3264408" y="5212080"/>
            <a:chExt cx="329184" cy="548640"/>
          </a:xfrm>
        </p:grpSpPr>
        <p:sp>
          <p:nvSpPr>
            <p:cNvPr id="6" name="Moon 5"/>
            <p:cNvSpPr/>
            <p:nvPr/>
          </p:nvSpPr>
          <p:spPr>
            <a:xfrm>
              <a:off x="3264408" y="5212080"/>
              <a:ext cx="329184" cy="548640"/>
            </a:xfrm>
            <a:prstGeom prst="mo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봄비 오는 날 우산 챙기셨나요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944D-28D8-4AFD-9A53-1E6DE79A667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C442-4FEB-452F-A9E9-EEEF7F20994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6C560-0CAE-403F-8EEA-5393B87E79F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2A5-E9A2-4615-9307-7C3B1F29885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E854C-A9A5-472D-8246-209BA68A178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3A4564"/>
      </a:dk2>
      <a:lt2>
        <a:srgbClr val="E4EDF9"/>
      </a:lt2>
      <a:accent1>
        <a:srgbClr val="739DD8"/>
      </a:accent1>
      <a:accent2>
        <a:srgbClr val="827CC5"/>
      </a:accent2>
      <a:accent3>
        <a:srgbClr val="2C3A4E"/>
      </a:accent3>
      <a:accent4>
        <a:srgbClr val="C7DAF4"/>
      </a:accent4>
      <a:accent5>
        <a:srgbClr val="C9A3E0"/>
      </a:accent5>
      <a:accent6>
        <a:srgbClr val="BCE6DA"/>
      </a:accent6>
      <a:hlink>
        <a:srgbClr val="3A4564"/>
      </a:hlink>
      <a:folHlink>
        <a:srgbClr val="2C3A4E"/>
      </a:folHlink>
    </a:clrScheme>
    <a:fontScheme name="카드뉴스(계절 안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