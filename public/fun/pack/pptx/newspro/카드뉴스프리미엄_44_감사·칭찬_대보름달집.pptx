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9A3ABCA-E2F2-4675-9A90-AEC2611EA895}">
          <p14:sldIdLst>
            <p14:sldId id="256"/>
          </p14:sldIdLst>
        </p14:section>
        <p14:section name="본문" id="{2FA487C3-2067-49C8-8A38-7433B4CBCC4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F71EBE9-9B22-4F36-8DBC-6DCDA8AFE74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5486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93268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33172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288035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618488" y="5029200"/>
            <a:ext cx="457200" cy="14630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2221992" y="4297679"/>
            <a:ext cx="457200" cy="21945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825496" y="4754879"/>
            <a:ext cx="457200" cy="1737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3429000" y="3931920"/>
            <a:ext cx="457200" cy="2560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4032504" y="4572000"/>
            <a:ext cx="457200" cy="19202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4636008" y="5212079"/>
            <a:ext cx="457200" cy="12801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939C9C5-BF82-48E2-8F54-E900E3109426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5486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93268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33172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288035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618488" y="5029200"/>
            <a:ext cx="457200" cy="14630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2221992" y="4297679"/>
            <a:ext cx="457200" cy="21945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825496" y="4754879"/>
            <a:ext cx="457200" cy="1737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3429000" y="3931920"/>
            <a:ext cx="457200" cy="2560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4032504" y="4572000"/>
            <a:ext cx="457200" cy="19202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4636008" y="5212079"/>
            <a:ext cx="457200" cy="12801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FC882D69-C745-4FF0-A11A-EC1EFAD6CD6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C8A49E4-C4C2-4460-8643-E545D609AEC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Teardrop 5"/>
            <p:cNvSpPr/>
            <p:nvPr/>
          </p:nvSpPr>
          <p:spPr>
            <a:xfrm rot="18900000">
              <a:off x="3154680" y="5212080"/>
              <a:ext cx="548640" cy="548640"/>
            </a:xfrm>
            <a:prstGeom prst="teardrop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올해 고마웠던 사람 떠올려 보기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C3E6-7FD6-492A-B5F8-F5D5DADC1A8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6BF7-6350-4647-B84F-406F89925A0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C363-C92B-445D-844F-C17C7A3C2CB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CC9AC-8368-45E4-815D-9D4EE8B08D1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0B4D1-44B6-420E-9CEB-0D23BE55588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2B2724"/>
      </a:dk1>
      <a:lt1>
        <a:srgbClr val="FFFFFF"/>
      </a:lt1>
      <a:dk2>
        <a:srgbClr val="64503A"/>
      </a:dk2>
      <a:lt2>
        <a:srgbClr val="F7F4EB"/>
      </a:lt2>
      <a:accent1>
        <a:srgbClr val="CCBA89"/>
      </a:accent1>
      <a:accent2>
        <a:srgbClr val="BD928F"/>
      </a:accent2>
      <a:accent3>
        <a:srgbClr val="4E452C"/>
      </a:accent3>
      <a:accent4>
        <a:srgbClr val="EEE5CE"/>
      </a:accent4>
      <a:accent5>
        <a:srgbClr val="B1E0A3"/>
      </a:accent5>
      <a:accent6>
        <a:srgbClr val="E6BCC2"/>
      </a:accent6>
      <a:hlink>
        <a:srgbClr val="64503A"/>
      </a:hlink>
      <a:folHlink>
        <a:srgbClr val="4E452C"/>
      </a:folHlink>
    </a:clrScheme>
    <a:fontScheme name="카드뉴스(감사·칭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