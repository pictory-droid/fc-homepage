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E849333-0D58-46DC-BC45-6B4C0D614D6D}">
          <p14:sldIdLst>
            <p14:sldId id="256"/>
          </p14:sldIdLst>
        </p14:section>
        <p14:section name="본문" id="{017F6141-8C88-420D-9FCD-65659EE6292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F4D90AE-C743-4484-B336-7D09D9C7BCA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E9F4D2-0E4E-4D8D-9965-75C51E04A6DE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26C0BB-5E06-4F76-BE37-B6015A0781B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09675C9-0E14-4348-A721-FAA02E7D8A9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잠 잘 자는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0EC8E-2EE8-423C-AF06-B82EE09F378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651BD-9B70-4AFE-AAD3-582EDC8666F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6F40-58BE-4E05-B808-BE201770F02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EC82-7923-4686-85F5-22251D6E72C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49D3-E6E4-483F-9E32-AEB91EC4134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카드뉴스(안부 인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