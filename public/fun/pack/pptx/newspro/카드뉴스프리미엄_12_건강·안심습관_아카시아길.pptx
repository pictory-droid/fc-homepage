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6FDD39C-ACC6-4C47-BB3E-DD9E663DA4CE}">
          <p14:sldIdLst>
            <p14:sldId id="256"/>
          </p14:sldIdLst>
        </p14:section>
        <p14:section name="본문" id="{95A375EF-543A-48CE-AE05-491C6F2102F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5F4C57C-A7CB-4E26-991B-48D50073D54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DACCD3B-37E7-43A7-AAD9-3CFA33B8BE9D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Teardrop 3"/>
            <p:cNvSpPr/>
            <p:nvPr/>
          </p:nvSpPr>
          <p:spPr>
            <a:xfrm rot="18900000">
              <a:off x="571500" y="6240780"/>
              <a:ext cx="320040" cy="32004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Teardrop 5"/>
            <p:cNvSpPr/>
            <p:nvPr/>
          </p:nvSpPr>
          <p:spPr>
            <a:xfrm rot="18900000">
              <a:off x="5966460" y="6240780"/>
              <a:ext cx="320040" cy="32004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B8B553B-D2C5-4B2B-BB47-5A39BF497A3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Teardrop 3"/>
            <p:cNvSpPr/>
            <p:nvPr/>
          </p:nvSpPr>
          <p:spPr>
            <a:xfrm rot="18900000">
              <a:off x="571500" y="6240780"/>
              <a:ext cx="320040" cy="32004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Teardrop 5"/>
            <p:cNvSpPr/>
            <p:nvPr/>
          </p:nvSpPr>
          <p:spPr>
            <a:xfrm rot="18900000">
              <a:off x="5966460" y="6240780"/>
              <a:ext cx="320040" cy="32004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3452177-BDC0-4C0F-920D-9F25E58B0A9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Teardrop 5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검진 날짜, 달력에 적어 두세요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88AE-E07D-4E49-AB71-038F3EEC4F7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7ECBE-47E9-4CB0-9078-E4E5B8E2261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E218-F899-4367-ADA9-158308B8A71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5A77-1CEE-4087-9203-5B2BEBA5DC4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090B-FCA7-4EC1-8B9D-AB6616133E5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