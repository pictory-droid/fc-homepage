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87AB0C0-8269-4704-803B-89AFDD354FF2}">
          <p14:sldIdLst>
            <p14:sldId id="256"/>
          </p14:sldIdLst>
        </p14:section>
        <p14:section name="본문" id="{58880715-8761-40EE-814F-BBAB7BA0D30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D3F43AE-5F05-45CF-9D0F-1FA2ABCC09B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2510" y="351586"/>
            <a:ext cx="471739" cy="211226"/>
            <a:chOff x="3172510" y="351586"/>
            <a:chExt cx="471739" cy="211226"/>
          </a:xfrm>
        </p:grpSpPr>
        <p:sp>
          <p:nvSpPr>
            <p:cNvPr id="9" name="Oval 8"/>
            <p:cNvSpPr/>
            <p:nvPr/>
          </p:nvSpPr>
          <p:spPr>
            <a:xfrm>
              <a:off x="3172510" y="351586"/>
              <a:ext cx="211226" cy="2112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376696" y="379750"/>
              <a:ext cx="154899" cy="1548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45677" y="407913"/>
              <a:ext cx="98572" cy="9857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584D88B-2993-48C1-8783-820EF2116555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89096" y="1423720"/>
            <a:ext cx="257312" cy="115214"/>
            <a:chOff x="3289096" y="1423720"/>
            <a:chExt cx="257312" cy="115214"/>
          </a:xfrm>
        </p:grpSpPr>
        <p:sp>
          <p:nvSpPr>
            <p:cNvPr id="4" name="Oval 3"/>
            <p:cNvSpPr/>
            <p:nvPr/>
          </p:nvSpPr>
          <p:spPr>
            <a:xfrm>
              <a:off x="3289096" y="1423720"/>
              <a:ext cx="115214" cy="115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400470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492642" y="1454444"/>
              <a:ext cx="53766" cy="537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2510" y="351586"/>
            <a:ext cx="471739" cy="211226"/>
            <a:chOff x="3172510" y="351586"/>
            <a:chExt cx="471739" cy="211226"/>
          </a:xfrm>
        </p:grpSpPr>
        <p:sp>
          <p:nvSpPr>
            <p:cNvPr id="9" name="Oval 8"/>
            <p:cNvSpPr/>
            <p:nvPr/>
          </p:nvSpPr>
          <p:spPr>
            <a:xfrm>
              <a:off x="3172510" y="351586"/>
              <a:ext cx="211226" cy="2112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376696" y="379750"/>
              <a:ext cx="154899" cy="1548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45677" y="407913"/>
              <a:ext cx="98572" cy="9857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94B78C6-055B-410C-A070-0B6A7220FB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89096" y="1423720"/>
            <a:ext cx="257312" cy="115214"/>
            <a:chOff x="3289096" y="1423720"/>
            <a:chExt cx="257312" cy="115214"/>
          </a:xfrm>
        </p:grpSpPr>
        <p:sp>
          <p:nvSpPr>
            <p:cNvPr id="4" name="Oval 3"/>
            <p:cNvSpPr/>
            <p:nvPr/>
          </p:nvSpPr>
          <p:spPr>
            <a:xfrm>
              <a:off x="3289096" y="1423720"/>
              <a:ext cx="115214" cy="115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400470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492642" y="1454444"/>
              <a:ext cx="53766" cy="537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E7241AD-6932-4056-9DC0-E2EA60E5BA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가계부 쓰기 시작하는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35FE-21BA-45A7-A00F-0180BC696AC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F7B86-1A7F-43C0-A284-2C394F13B77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0318-A15F-4296-91F7-44CA0336273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7AAB4-46BF-4361-9593-654725CCA7A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A070C-EB83-47BD-AF4C-E9D77C6EF1E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카드뉴스(알뜰 생활 팁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