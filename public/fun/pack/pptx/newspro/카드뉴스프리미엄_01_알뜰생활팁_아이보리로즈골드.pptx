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CA48205-0590-4ADB-9C30-D45DF11695B0}">
          <p14:sldIdLst>
            <p14:sldId id="256"/>
          </p14:sldIdLst>
        </p14:section>
        <p14:section name="본문" id="{77B35824-D0D0-4955-8CB3-198554190953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BB25B32-9CDA-4333-AB66-DE1680EADE02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60120" y="1965960"/>
            <a:ext cx="493775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60120" y="2350008"/>
            <a:ext cx="4937759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60120" y="3611880"/>
            <a:ext cx="4937759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60120" y="4114800"/>
            <a:ext cx="4937759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6217920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5907024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428232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428232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81528" y="111556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3333902" y="1367942"/>
            <a:ext cx="190195" cy="190195"/>
            <a:chOff x="3333902" y="136794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3333902" y="136794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205740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93192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5394960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25768A1-1C0E-4A67-AFA6-E39A2FB1C587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60120" y="1965960"/>
            <a:ext cx="493775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60120" y="2350008"/>
            <a:ext cx="4937759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60120" y="3611880"/>
            <a:ext cx="4937759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8D5D4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60120" y="4114800"/>
            <a:ext cx="4937759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5AEA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6217920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5907024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428232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428232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081528" y="111556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3333902" y="1367942"/>
            <a:ext cx="190195" cy="190195"/>
            <a:chOff x="3333902" y="136794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3333902" y="136794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205740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3931920" y="1463040"/>
            <a:ext cx="86868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5394960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3F23751-08D5-48C2-8B2B-C5DF25FD7AF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2AE50F8-2981-48CA-B6A6-65795880363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6309360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6163056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6510528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6510528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시작 전에 점검할 지출 다섯 가지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13407-4245-48BA-920A-1E4ED6DDEF3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C62A8-221E-40D3-8AB4-B09186AB324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329672-603C-4D1A-871F-A265A832E64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B131A-06CA-4C3D-9827-81572C774A2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8329DE-D3AA-46A7-A321-44184B3324E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IVORY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483A37"/>
      </a:dk1>
      <a:lt1>
        <a:srgbClr val="FEFCFB"/>
      </a:lt1>
      <a:dk2>
        <a:srgbClr val="4B2F2B"/>
      </a:dk2>
      <a:lt2>
        <a:srgbClr val="FAF5EF"/>
      </a:lt2>
      <a:accent1>
        <a:srgbClr val="B97A6E"/>
      </a:accent1>
      <a:accent2>
        <a:srgbClr val="8E5F57"/>
      </a:accent2>
      <a:accent3>
        <a:srgbClr val="4F3E3B"/>
      </a:accent3>
      <a:accent4>
        <a:srgbClr val="EDDCD5"/>
      </a:accent4>
      <a:accent5>
        <a:srgbClr val="C9A27A"/>
      </a:accent5>
      <a:accent6>
        <a:srgbClr val="BFA29B"/>
      </a:accent6>
      <a:hlink>
        <a:srgbClr val="4B2F2B"/>
      </a:hlink>
      <a:folHlink>
        <a:srgbClr val="4F3E3B"/>
      </a:folHlink>
    </a:clrScheme>
    <a:fontScheme name="카드뉴스(알뜰 생활 팁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