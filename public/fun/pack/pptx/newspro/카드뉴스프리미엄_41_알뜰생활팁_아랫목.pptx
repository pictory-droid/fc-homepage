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DF8BC37-7530-44F9-8C56-0723DDCA35B4}">
          <p14:sldIdLst>
            <p14:sldId id="256"/>
          </p14:sldIdLst>
        </p14:section>
        <p14:section name="본문" id="{62D71851-B877-453D-B479-D5BC5E7943D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0C62C88-2DFA-4D6E-8D17-C6752E728EE2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822959" y="704088"/>
            <a:ext cx="5212080" cy="123443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274320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14400" y="3127248"/>
            <a:ext cx="50292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14400" y="4526280"/>
            <a:ext cx="50292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14400" y="5074920"/>
            <a:ext cx="50292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548640" y="685800"/>
            <a:ext cx="5760720" cy="5486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윗면"/>
          <p:cNvSpPr/>
          <p:nvPr/>
        </p:nvSpPr>
        <p:spPr>
          <a:xfrm>
            <a:off x="548640" y="685800"/>
            <a:ext cx="5760720" cy="1508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2194560"/>
            <a:ext cx="5394959" cy="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BEA8F0EA-344E-4FAD-809C-76F6B78B8E39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475488" y="6190488"/>
            <a:ext cx="512063" cy="329184"/>
            <a:chOff x="475488" y="6190488"/>
            <a:chExt cx="512063" cy="329184"/>
          </a:xfrm>
        </p:grpSpPr>
        <p:sp>
          <p:nvSpPr>
            <p:cNvPr id="5" name="Cloud 4"/>
            <p:cNvSpPr/>
            <p:nvPr/>
          </p:nvSpPr>
          <p:spPr>
            <a:xfrm>
              <a:off x="475488" y="6190488"/>
              <a:ext cx="512063" cy="329184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822959" y="704088"/>
            <a:ext cx="5212080" cy="123443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14400" y="274320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14400" y="3127248"/>
            <a:ext cx="50292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14400" y="4526280"/>
            <a:ext cx="50292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14400" y="5074920"/>
            <a:ext cx="50292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548640" y="685800"/>
            <a:ext cx="5760720" cy="54864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윗면"/>
          <p:cNvSpPr/>
          <p:nvPr/>
        </p:nvSpPr>
        <p:spPr>
          <a:xfrm>
            <a:off x="548640" y="685800"/>
            <a:ext cx="5760720" cy="1508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31520" y="2194560"/>
            <a:ext cx="5394959" cy="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9005816-0AA1-4F38-A005-BB05CA7D8EC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5394960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475488" y="6190488"/>
            <a:ext cx="512063" cy="329184"/>
            <a:chOff x="475488" y="6190488"/>
            <a:chExt cx="512063" cy="329184"/>
          </a:xfrm>
        </p:grpSpPr>
        <p:sp>
          <p:nvSpPr>
            <p:cNvPr id="5" name="Cloud 4"/>
            <p:cNvSpPr/>
            <p:nvPr/>
          </p:nvSpPr>
          <p:spPr>
            <a:xfrm>
              <a:off x="475488" y="6190488"/>
              <a:ext cx="512063" cy="329184"/>
            </a:xfrm>
            <a:prstGeom prst="clou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99394FB-EF94-47A3-B5D6-7D2823F8A8C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044952" y="5239512"/>
            <a:ext cx="768096" cy="493776"/>
            <a:chOff x="3044952" y="5239512"/>
            <a:chExt cx="768096" cy="493776"/>
          </a:xfrm>
        </p:grpSpPr>
        <p:sp>
          <p:nvSpPr>
            <p:cNvPr id="6" name="Cloud 5"/>
            <p:cNvSpPr/>
            <p:nvPr/>
          </p:nvSpPr>
          <p:spPr>
            <a:xfrm>
              <a:off x="3044952" y="5239512"/>
              <a:ext cx="768096" cy="493776"/>
            </a:xfrm>
            <a:prstGeom prst="cloud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연탄불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연말 모임비 부담 줄이는 법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4620C-80D8-47CD-858F-5FF362C7899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614A7-8534-4C44-B1EC-1E3C24F1B44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58658D-EF4B-42A3-B413-C52940A44A1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0E4FE-5086-4B72-B3FF-33CC042D3CB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D3653-C58F-4AC9-B4C6-D042A0C0C51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연탄불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2B2724"/>
      </a:dk1>
      <a:lt1>
        <a:srgbClr val="FFFFFF"/>
      </a:lt1>
      <a:dk2>
        <a:srgbClr val="64613A"/>
      </a:dk2>
      <a:lt2>
        <a:srgbClr val="F7EEEB"/>
      </a:lt2>
      <a:accent1>
        <a:srgbClr val="CC9B89"/>
      </a:accent1>
      <a:accent2>
        <a:srgbClr val="8FBD9B"/>
      </a:accent2>
      <a:accent3>
        <a:srgbClr val="4E352C"/>
      </a:accent3>
      <a:accent4>
        <a:srgbClr val="EED6CE"/>
      </a:accent4>
      <a:accent5>
        <a:srgbClr val="CEE0A3"/>
      </a:accent5>
      <a:accent6>
        <a:srgbClr val="E6BCD5"/>
      </a:accent6>
      <a:hlink>
        <a:srgbClr val="64613A"/>
      </a:hlink>
      <a:folHlink>
        <a:srgbClr val="4E352C"/>
      </a:folHlink>
    </a:clrScheme>
    <a:fontScheme name="카드뉴스(알뜰 생활 팁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