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B37ED90-D4FD-47E1-9C63-E5E198BC9347}">
          <p14:sldIdLst>
            <p14:sldId id="256"/>
          </p14:sldIdLst>
        </p14:section>
        <p14:section name="본문" id="{36A48CE7-86A5-4214-9E6F-00ABFB97561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F0DF223-B939-42E6-A0C8-133A43FF492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1783080" y="411480"/>
            <a:ext cx="2834640" cy="2514600"/>
            <a:chOff x="1783080" y="411480"/>
            <a:chExt cx="2834640" cy="2514600"/>
          </a:xfrm>
        </p:grpSpPr>
        <p:sp>
          <p:nvSpPr>
            <p:cNvPr id="3" name="알약 1"/>
            <p:cNvSpPr/>
            <p:nvPr/>
          </p:nvSpPr>
          <p:spPr>
            <a:xfrm>
              <a:off x="1783080" y="411480"/>
              <a:ext cx="2743200" cy="10058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2423160" y="1325880"/>
              <a:ext cx="2194560" cy="9144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1783080" y="1600200"/>
              <a:ext cx="731520" cy="73152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794760" y="2240280"/>
              <a:ext cx="685800" cy="6858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817620" y="754380"/>
              <a:ext cx="320040" cy="320040"/>
              <a:chOff x="3817620" y="754380"/>
              <a:chExt cx="320040" cy="32004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817620" y="754380"/>
                <a:ext cx="320040" cy="32004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DEAA3FA-EAF0-4426-8ADC-15A258BE2F40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1783080" y="411480"/>
            <a:ext cx="2834640" cy="2514600"/>
            <a:chOff x="1783080" y="411480"/>
            <a:chExt cx="2834640" cy="2514600"/>
          </a:xfrm>
        </p:grpSpPr>
        <p:sp>
          <p:nvSpPr>
            <p:cNvPr id="3" name="알약 1"/>
            <p:cNvSpPr/>
            <p:nvPr/>
          </p:nvSpPr>
          <p:spPr>
            <a:xfrm>
              <a:off x="1783080" y="411480"/>
              <a:ext cx="2743200" cy="10058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2423160" y="1325880"/>
              <a:ext cx="2194560" cy="9144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1783080" y="1600200"/>
              <a:ext cx="731520" cy="73152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794760" y="2240280"/>
              <a:ext cx="685800" cy="6858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817620" y="754380"/>
              <a:ext cx="320040" cy="320040"/>
              <a:chOff x="3817620" y="754380"/>
              <a:chExt cx="320040" cy="32004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817620" y="754380"/>
                <a:ext cx="320040" cy="32004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D4BD8D1-319A-432D-A3F6-B1BA0E7ED76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575BFDA-2741-4192-B019-2AB08F91602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아침 물 한 잔으로 시작하는 하루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DFAE9-E9B4-44EE-867A-8625B7CBEAC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1A5BF-7847-4198-AE2F-9BE340D9136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7BE87-C629-4469-A199-EBEE8199761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4B633-EE00-4E77-8D4F-44DBEC09603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862AE-5D6E-4BDD-B990-F367D2EE474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카드뉴스(건강·안심 습관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