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FCCD268B-AC6F-4253-ABDF-C9E90170B9B5}">
          <p14:sldIdLst>
            <p14:sldId id="256"/>
          </p14:sldIdLst>
        </p14:section>
        <p14:section name="본문" id="{F0A91AA0-5251-4C77-8570-E5975D22FF84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BCADA2E1-FCCF-4872-8C4D-573A645EA3BD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29184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85800" y="3675888"/>
            <a:ext cx="5486400" cy="1188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2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4937759"/>
            <a:ext cx="548640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44068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색 덩어리"/>
          <p:cNvGrpSpPr/>
          <p:nvPr/>
        </p:nvGrpSpPr>
        <p:grpSpPr>
          <a:xfrm>
            <a:off x="1783080" y="411480"/>
            <a:ext cx="2834640" cy="2514600"/>
            <a:chOff x="1783080" y="411480"/>
            <a:chExt cx="2834640" cy="2514600"/>
          </a:xfrm>
        </p:grpSpPr>
        <p:sp>
          <p:nvSpPr>
            <p:cNvPr id="3" name="알약 1"/>
            <p:cNvSpPr/>
            <p:nvPr/>
          </p:nvSpPr>
          <p:spPr>
            <a:xfrm>
              <a:off x="1783080" y="411480"/>
              <a:ext cx="2743200" cy="100584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알약 2"/>
            <p:cNvSpPr/>
            <p:nvPr/>
          </p:nvSpPr>
          <p:spPr>
            <a:xfrm>
              <a:off x="2423160" y="1325880"/>
              <a:ext cx="2194560" cy="914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원 1"/>
            <p:cNvSpPr/>
            <p:nvPr/>
          </p:nvSpPr>
          <p:spPr>
            <a:xfrm>
              <a:off x="1783080" y="1600200"/>
              <a:ext cx="731520" cy="73152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고리"/>
            <p:cNvSpPr/>
            <p:nvPr/>
          </p:nvSpPr>
          <p:spPr>
            <a:xfrm>
              <a:off x="3794760" y="2240280"/>
              <a:ext cx="685800" cy="685800"/>
            </a:xfrm>
            <a:prstGeom prst="ellipse">
              <a:avLst/>
            </a:prstGeom>
            <a:noFill/>
            <a:ln w="2540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7" name="장식"/>
            <p:cNvGrpSpPr/>
            <p:nvPr/>
          </p:nvGrpSpPr>
          <p:grpSpPr>
            <a:xfrm>
              <a:off x="3817620" y="754380"/>
              <a:ext cx="320040" cy="320040"/>
              <a:chOff x="3817620" y="754380"/>
              <a:chExt cx="320040" cy="320040"/>
            </a:xfrm>
          </p:grpSpPr>
          <p:sp>
            <p:nvSpPr>
              <p:cNvPr id="8" name="4-Point Star 7"/>
              <p:cNvSpPr/>
              <p:nvPr/>
            </p:nvSpPr>
            <p:spPr>
              <a:xfrm>
                <a:off x="3817620" y="754380"/>
                <a:ext cx="320040" cy="320040"/>
              </a:xfrm>
              <a:prstGeom prst="star4">
                <a:avLst>
                  <a:gd name="adj" fmla="val 14000"/>
                </a:avLst>
              </a:prstGeom>
              <a:solidFill>
                <a:srgbClr val="1A1613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347472"/>
            <a:ext cx="429767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58368"/>
            <a:ext cx="466344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4864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F7CDA6FC-D621-4AFC-84FD-15E3DA7D87E5}" type="slidenum">
              <a:rPr lang="en-US"/>
              <a:t>‹#›</a:t>
            </a:fld>
          </a:p>
        </p:txBody>
      </p:sp>
      <p:sp>
        <p:nvSpPr>
          <p:cNvPr id="2" name="색 탭"/>
          <p:cNvSpPr/>
          <p:nvPr/>
        </p:nvSpPr>
        <p:spPr>
          <a:xfrm>
            <a:off x="6620256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212080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1536192"/>
            <a:ext cx="4663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54864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29184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85800" y="3675888"/>
            <a:ext cx="5486400" cy="1188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2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4937759"/>
            <a:ext cx="548640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E4DEDC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44068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CBC0BC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색 덩어리"/>
          <p:cNvGrpSpPr/>
          <p:nvPr/>
        </p:nvGrpSpPr>
        <p:grpSpPr>
          <a:xfrm>
            <a:off x="1783080" y="411480"/>
            <a:ext cx="2834640" cy="2514600"/>
            <a:chOff x="1783080" y="411480"/>
            <a:chExt cx="2834640" cy="2514600"/>
          </a:xfrm>
        </p:grpSpPr>
        <p:sp>
          <p:nvSpPr>
            <p:cNvPr id="3" name="알약 1"/>
            <p:cNvSpPr/>
            <p:nvPr/>
          </p:nvSpPr>
          <p:spPr>
            <a:xfrm>
              <a:off x="1783080" y="411480"/>
              <a:ext cx="2743200" cy="100584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알약 2"/>
            <p:cNvSpPr/>
            <p:nvPr/>
          </p:nvSpPr>
          <p:spPr>
            <a:xfrm>
              <a:off x="2423160" y="1325880"/>
              <a:ext cx="2194560" cy="914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원 1"/>
            <p:cNvSpPr/>
            <p:nvPr/>
          </p:nvSpPr>
          <p:spPr>
            <a:xfrm>
              <a:off x="1783080" y="1600200"/>
              <a:ext cx="731520" cy="73152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고리"/>
            <p:cNvSpPr/>
            <p:nvPr/>
          </p:nvSpPr>
          <p:spPr>
            <a:xfrm>
              <a:off x="3794760" y="2240280"/>
              <a:ext cx="685800" cy="685800"/>
            </a:xfrm>
            <a:prstGeom prst="ellipse">
              <a:avLst/>
            </a:prstGeom>
            <a:noFill/>
            <a:ln w="2540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7" name="장식"/>
            <p:cNvGrpSpPr/>
            <p:nvPr/>
          </p:nvGrpSpPr>
          <p:grpSpPr>
            <a:xfrm>
              <a:off x="3817620" y="754380"/>
              <a:ext cx="320040" cy="320040"/>
              <a:chOff x="3817620" y="754380"/>
              <a:chExt cx="320040" cy="320040"/>
            </a:xfrm>
          </p:grpSpPr>
          <p:sp>
            <p:nvSpPr>
              <p:cNvPr id="8" name="4-Point Star 7"/>
              <p:cNvSpPr/>
              <p:nvPr/>
            </p:nvSpPr>
            <p:spPr>
              <a:xfrm>
                <a:off x="3817620" y="754380"/>
                <a:ext cx="320040" cy="320040"/>
              </a:xfrm>
              <a:prstGeom prst="star4">
                <a:avLst>
                  <a:gd name="adj" fmla="val 14000"/>
                </a:avLst>
              </a:prstGeom>
              <a:solidFill>
                <a:srgbClr val="1A1613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347472"/>
            <a:ext cx="429767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58368"/>
            <a:ext cx="466344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4864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242A2834-9388-4998-9E8A-BA09BECE2E82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색 탭"/>
          <p:cNvSpPr/>
          <p:nvPr/>
        </p:nvSpPr>
        <p:spPr>
          <a:xfrm>
            <a:off x="6620256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212080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1536192"/>
            <a:ext cx="4663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54864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347472"/>
            <a:ext cx="429767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4864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C1034B6A-31D2-4867-9DFA-9FCD9DE260F0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색 탭"/>
          <p:cNvSpPr/>
          <p:nvPr/>
        </p:nvSpPr>
        <p:spPr>
          <a:xfrm>
            <a:off x="6620256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알약"/>
          <p:cNvSpPr/>
          <p:nvPr/>
        </p:nvSpPr>
        <p:spPr>
          <a:xfrm>
            <a:off x="54864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" name="따옴표 장식"/>
          <p:cNvGrpSpPr/>
          <p:nvPr/>
        </p:nvGrpSpPr>
        <p:grpSpPr>
          <a:xfrm>
            <a:off x="2926080" y="1520189"/>
            <a:ext cx="1005840" cy="251460"/>
            <a:chOff x="2926080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3303270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292608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363474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2880360" y="5349240"/>
            <a:ext cx="1097279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3369564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PEACH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아침 물 한 잔으로 시작하는 하루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건강·안심 습관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아침 물 한 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3911B-7891-4053-8879-059D7E4ED10E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일어나자마자 미지근한 물 한 잔으로 하루를 시작해 보세요.</a:t>
            </a:r>
          </a:p>
        </p:txBody>
      </p:sp>
    </p:spTree>
  </p:cSld>
  <p:clrMapOvr>
    <a:masterClrMapping/>
  </p:clrMapOvr>
  <p:transition spd="med">
    <p:cover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하루 십 분 걷기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35479-8C6E-401E-9697-F4D279CC908F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점심 식사 후 십 분만 걸어도 몸이 한결 가벼워져요.</a:t>
            </a:r>
          </a:p>
        </p:txBody>
      </p:sp>
    </p:spTree>
  </p:cSld>
  <p:clrMapOvr>
    <a:masterClrMapping/>
  </p:clrMapOvr>
  <p:transition spd="med">
    <p:cover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검진 날짜 적어 두기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5D12F-7C54-4A7A-8F3C-A288A1442044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달력에 검진 예정일을 적어 두면 미루지 않게 돼요.</a:t>
            </a:r>
          </a:p>
        </p:txBody>
      </p:sp>
    </p:spTree>
  </p:cSld>
  <p:clrMapOvr>
    <a:masterClrMapping/>
  </p:clrMapOvr>
  <p:transition spd="med">
    <p:cover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잠들기 전 스마트폰 내려놓기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66459-A073-4828-9C7D-1B73539A63C8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잠자리에 들기 삼십 분 전에는 화면을 꺼 보세요.</a:t>
            </a:r>
          </a:p>
        </p:txBody>
      </p:sp>
    </p:spTree>
  </p:cSld>
  <p:clrMapOvr>
    <a:masterClrMapping/>
  </p:clrMapOvr>
  <p:transition spd="med">
    <p:cover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건강 이야기 나누기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58DEC-EA98-491B-A60E-C801A0912D28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일주일에 한 번, 서로의 안부와 컨디션을 물어보세요.</a:t>
            </a:r>
          </a:p>
        </p:txBody>
      </p:sp>
    </p:spTree>
  </p:cSld>
  <p:clrMapOvr>
    <a:masterClrMapping/>
  </p:clrMapOvr>
  <p:transition spd="med">
    <p:cover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PEACH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건강·안심 습관)">
  <a:themeElements>
    <a:clrScheme name="카드뉴스(건강·안심 습관)">
      <a:dk1>
        <a:srgbClr val="483B37"/>
      </a:dk1>
      <a:lt1>
        <a:srgbClr val="FEFCFA"/>
      </a:lt1>
      <a:dk2>
        <a:srgbClr val="5B3023"/>
      </a:dk2>
      <a:lt2>
        <a:srgbClr val="FDF3EC"/>
      </a:lt2>
      <a:accent1>
        <a:srgbClr val="D78C6B"/>
      </a:accent1>
      <a:accent2>
        <a:srgbClr val="A65D43"/>
      </a:accent2>
      <a:accent3>
        <a:srgbClr val="836860"/>
      </a:accent3>
      <a:accent4>
        <a:srgbClr val="F5DED2"/>
      </a:accent4>
      <a:accent5>
        <a:srgbClr val="C98D5C"/>
      </a:accent5>
      <a:accent6>
        <a:srgbClr val="CDA08F"/>
      </a:accent6>
      <a:hlink>
        <a:srgbClr val="5B3023"/>
      </a:hlink>
      <a:folHlink>
        <a:srgbClr val="836860"/>
      </a:folHlink>
    </a:clrScheme>
    <a:fontScheme name="카드뉴스(건강·안심 습관)">
      <a:majorFont>
        <a:latin typeface="Candar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카드뉴스(건강·안심 습관)</dc:title>
  <dc:subject>카드뉴스 · 건강·안심 습관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