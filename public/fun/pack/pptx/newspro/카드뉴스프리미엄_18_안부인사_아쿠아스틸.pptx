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B9C6D4E-D1CD-4530-80A9-9916C5FD2C87}">
          <p14:sldIdLst>
            <p14:sldId id="256"/>
          </p14:sldIdLst>
        </p14:section>
        <p14:section name="본문" id="{48770842-BDBC-4693-B5F5-4AB1481EA1A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BB8A631-A675-4B6A-81E6-42214F22238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4173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801368"/>
            <a:ext cx="5486400" cy="12801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154679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7033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28600" y="6172200"/>
            <a:ext cx="8001000" cy="685800"/>
            <a:chOff x="-228600" y="6172200"/>
            <a:chExt cx="8001000" cy="685800"/>
          </a:xfrm>
        </p:grpSpPr>
        <p:sp>
          <p:nvSpPr>
            <p:cNvPr id="3" name="Diamond 2"/>
            <p:cNvSpPr/>
            <p:nvPr/>
          </p:nvSpPr>
          <p:spPr>
            <a:xfrm>
              <a:off x="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4572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9144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3716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18288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2860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27432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2004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36576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41148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5720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50292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54864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59436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64008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68580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7315200" y="61722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-2286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2286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6858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430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6002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20574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25146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9718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34290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38862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43434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48006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52578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57150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61722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66294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7086600" y="6400800"/>
              <a:ext cx="457200" cy="45720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37" name="Connector 36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38" name="Diamond 37"/>
          <p:cNvSpPr/>
          <p:nvPr/>
        </p:nvSpPr>
        <p:spPr>
          <a:xfrm>
            <a:off x="3337560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1107885-DDBA-41F9-B557-2E1E620193E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4173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801368"/>
            <a:ext cx="5486400" cy="12801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3154679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0E5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7033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4CDC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28600" y="6172200"/>
            <a:ext cx="8001000" cy="685800"/>
            <a:chOff x="-228600" y="6172200"/>
            <a:chExt cx="8001000" cy="685800"/>
          </a:xfrm>
        </p:grpSpPr>
        <p:sp>
          <p:nvSpPr>
            <p:cNvPr id="3" name="Diamond 2"/>
            <p:cNvSpPr/>
            <p:nvPr/>
          </p:nvSpPr>
          <p:spPr>
            <a:xfrm>
              <a:off x="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4572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9144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3716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18288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2860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27432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2004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36576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41148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45720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5029200" y="61722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54864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5943600" y="61722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6400800" y="61722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6858000" y="61722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7315200" y="61722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-2286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2286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6858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430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6002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20574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2514600" y="64008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9718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34290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38862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4343400" y="6400800"/>
              <a:ext cx="457200" cy="457200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48006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52578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5715000" y="6400800"/>
              <a:ext cx="457200" cy="457200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6172200" y="6400800"/>
              <a:ext cx="457200" cy="457200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6629400" y="6400800"/>
              <a:ext cx="457200" cy="45720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7086600" y="6400800"/>
              <a:ext cx="457200" cy="457200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37" name="Connector 36"/>
          <p:cNvCxnSpPr/>
          <p:nvPr/>
        </p:nvCxnSpPr>
        <p:spPr>
          <a:xfrm>
            <a:off x="548640" y="566928"/>
            <a:ext cx="576072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8" name="Diamond 37"/>
          <p:cNvSpPr/>
          <p:nvPr/>
        </p:nvSpPr>
        <p:spPr>
          <a:xfrm>
            <a:off x="3337560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CEEE40F-B27B-4434-8FFD-6049A1CDC16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7DFE5C7-C687-4408-94B1-AAB161B6616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빨래 잘 말리는 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6ECF0-75B8-4DB1-B080-8C0EA18B028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32035-C757-447B-9DDD-E8D8ACEFE3A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094E4-DDE2-40C5-BC4D-09F92FB6784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A7D05-1C1C-4A79-9F78-1FB1B69D23D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150BD-D34B-41D8-96C3-729AEABEE34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AQUA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374648"/>
      </a:dk1>
      <a:lt1>
        <a:srgbClr val="FBFDFD"/>
      </a:lt1>
      <a:dk2>
        <a:srgbClr val="123D44"/>
      </a:dk2>
      <a:lt2>
        <a:srgbClr val="F0F7F7"/>
      </a:lt2>
      <a:accent1>
        <a:srgbClr val="2F8F9A"/>
      </a:accent1>
      <a:accent2>
        <a:srgbClr val="8FB5BD"/>
      </a:accent2>
      <a:accent3>
        <a:srgbClr val="72898D"/>
      </a:accent3>
      <a:accent4>
        <a:srgbClr val="C9E2E4"/>
      </a:accent4>
      <a:accent5>
        <a:srgbClr val="B2C4C8"/>
      </a:accent5>
      <a:accent6>
        <a:srgbClr val="BBD3D7"/>
      </a:accent6>
      <a:hlink>
        <a:srgbClr val="123D44"/>
      </a:hlink>
      <a:folHlink>
        <a:srgbClr val="72898D"/>
      </a:folHlink>
    </a:clrScheme>
    <a:fontScheme name="카드뉴스(안부 인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