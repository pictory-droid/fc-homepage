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183E9D-3F59-4CA1-8001-A7F331ED2FBE}">
          <p14:sldIdLst>
            <p14:sldId id="256"/>
          </p14:sldIdLst>
        </p14:section>
        <p14:section name="본문" id="{8C839DA3-BD76-4F5B-9BBB-950D9CF9E74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CD072D94-58E5-42F0-8EFD-BDF7659BDE88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669279" y="731519"/>
            <a:ext cx="731520" cy="731520"/>
            <a:chOff x="5669279" y="731519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5669279" y="731519"/>
              <a:ext cx="731520" cy="7315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72A4F01-5A26-4318-923F-C751D9811570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44168"/>
            <a:ext cx="274320" cy="274320"/>
            <a:chOff x="3291840" y="1344168"/>
            <a:chExt cx="274320" cy="274320"/>
          </a:xfrm>
        </p:grpSpPr>
        <p:sp>
          <p:nvSpPr>
            <p:cNvPr id="4" name="5-Point Star 3"/>
            <p:cNvSpPr/>
            <p:nvPr/>
          </p:nvSpPr>
          <p:spPr>
            <a:xfrm>
              <a:off x="3291840" y="1344168"/>
              <a:ext cx="274320" cy="2743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11430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15270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292608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028700" y="347472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물결 1"/>
          <p:cNvSpPr/>
          <p:nvPr/>
        </p:nvSpPr>
        <p:spPr>
          <a:xfrm>
            <a:off x="-342900" y="5074920"/>
            <a:ext cx="7543800" cy="2057400"/>
          </a:xfrm>
          <a:prstGeom prst="wave">
            <a:avLst/>
          </a:prstGeom>
          <a:solidFill>
            <a:schemeClr val="accent4">
              <a:alpha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물결 2"/>
          <p:cNvSpPr/>
          <p:nvPr/>
        </p:nvSpPr>
        <p:spPr>
          <a:xfrm flipH="1">
            <a:off x="-342900" y="5486400"/>
            <a:ext cx="7543800" cy="2057400"/>
          </a:xfrm>
          <a:prstGeom prst="wave">
            <a:avLst/>
          </a:prstGeom>
          <a:solidFill>
            <a:schemeClr val="accent1">
              <a:alpha val="55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물결 3"/>
          <p:cNvSpPr/>
          <p:nvPr/>
        </p:nvSpPr>
        <p:spPr>
          <a:xfrm>
            <a:off x="-342900" y="5897880"/>
            <a:ext cx="7543800" cy="2057400"/>
          </a:xfrm>
          <a:prstGeom prst="wave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5669279" y="731519"/>
            <a:ext cx="731520" cy="731520"/>
            <a:chOff x="5669279" y="731519"/>
            <a:chExt cx="731520" cy="731520"/>
          </a:xfrm>
        </p:grpSpPr>
        <p:sp>
          <p:nvSpPr>
            <p:cNvPr id="6" name="5-Point Star 5"/>
            <p:cNvSpPr/>
            <p:nvPr/>
          </p:nvSpPr>
          <p:spPr>
            <a:xfrm>
              <a:off x="5669279" y="731519"/>
              <a:ext cx="731520" cy="7315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57607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822BDE5-188C-498F-AF06-542221E1D2E8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2880360" y="1481328"/>
            <a:ext cx="1097279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3291840" y="1344168"/>
            <a:ext cx="274320" cy="274320"/>
            <a:chOff x="3291840" y="1344168"/>
            <a:chExt cx="274320" cy="274320"/>
          </a:xfrm>
        </p:grpSpPr>
        <p:sp>
          <p:nvSpPr>
            <p:cNvPr id="4" name="5-Point Star 3"/>
            <p:cNvSpPr/>
            <p:nvPr/>
          </p:nvSpPr>
          <p:spPr>
            <a:xfrm>
              <a:off x="3291840" y="1344168"/>
              <a:ext cx="274320" cy="274320"/>
            </a:xfrm>
            <a:prstGeom prst="star5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297180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FA488EA-51D0-408A-B14F-A269F565BB3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6" name="5-Point Star 5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아침 물 한 잔으로 시작하는 하루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건강·안심 습관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아침 물 한 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DD03E-5735-48AB-A9B3-659FE649484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일어나자마자 미지근한 물 한 잔으로 하루를 시작해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하루 십 분 걷기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5CC6C-36CB-4DDF-9FDE-2BFE06278486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점심 식사 후 십 분만 걸어도 몸이 한결 가벼워져요.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검진 날짜 적어 두기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309C5-237D-44B7-B0C1-4E645731353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달력에 검진 예정일을 적어 두면 미루지 않게 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잠들기 전 스마트폰 내려놓기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0A23-5994-4CC1-B0EB-2673F4EB29D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잠자리에 들기 삼십 분 전에는 화면을 꺼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건강 이야기 나누기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20B6-B595-4C33-B0B6-67EE6F3E310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일주일에 한 번, 서로의 안부와 컨디션을 물어보세요.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건강·안심 습관)">
  <a:themeElements>
    <a:clrScheme name="카드뉴스(건강·안심 습관)">
      <a:dk1>
        <a:srgbClr val="2B2724"/>
      </a:dk1>
      <a:lt1>
        <a:srgbClr val="FFFFFF"/>
      </a:lt1>
      <a:dk2>
        <a:srgbClr val="644B3A"/>
      </a:dk2>
      <a:lt2>
        <a:srgbClr val="F9E4F3"/>
      </a:lt2>
      <a:accent1>
        <a:srgbClr val="D873BA"/>
      </a:accent1>
      <a:accent2>
        <a:srgbClr val="7CC5AA"/>
      </a:accent2>
      <a:accent3>
        <a:srgbClr val="4E2C44"/>
      </a:accent3>
      <a:accent4>
        <a:srgbClr val="F4C7E7"/>
      </a:accent4>
      <a:accent5>
        <a:srgbClr val="E0B8A3"/>
      </a:accent5>
      <a:accent6>
        <a:srgbClr val="CEBCE6"/>
      </a:accent6>
      <a:hlink>
        <a:srgbClr val="644B3A"/>
      </a:hlink>
      <a:folHlink>
        <a:srgbClr val="4E2C44"/>
      </a:folHlink>
    </a:clrScheme>
    <a:fontScheme name="카드뉴스(건강·안심 습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>카드뉴스 · 건강·안심 습관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