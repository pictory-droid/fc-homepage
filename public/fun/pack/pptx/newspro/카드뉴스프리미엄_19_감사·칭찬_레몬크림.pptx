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96FA2F8-E3F5-4D84-AD91-6228AC0D3718}">
          <p14:sldIdLst>
            <p14:sldId id="256"/>
          </p14:sldIdLst>
        </p14:section>
        <p14:section name="본문" id="{2697CEFB-3E47-43DA-8F88-E3FDDEE5954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25C0287-0147-43F8-98F8-70E80CDEE2E7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34439" y="594360"/>
            <a:ext cx="43891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154680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C1AA2180-BCBE-467D-AAF5-69C6D514184B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960119" y="594360"/>
            <a:ext cx="49377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5678424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604418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3154680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6E5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FCDC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34439" y="594360"/>
            <a:ext cx="43891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154680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4B582142-9DC7-4373-9ED0-1C93FFDF237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960119" y="594360"/>
            <a:ext cx="49377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5678424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604418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3154680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5943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154680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02000381-BAFF-4E79-BA56-B0F7AD3A130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5678424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604418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3154680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동료에게 고맙다고 말해 본 적 있나요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FBB0DF-2431-4240-8796-E9B8D66DA3A7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B094BB-76C8-45CA-8CFE-2D7DCB15AB1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67DD3-29E3-4C23-A83B-9D72CFE0392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CD78-ABF2-4B9B-819E-0B79995223C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D9FE9-910D-4AAB-929D-80B87E07F12A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484437"/>
      </a:dk1>
      <a:lt1>
        <a:srgbClr val="FFFEF9"/>
      </a:lt1>
      <a:dk2>
        <a:srgbClr val="4A3C0F"/>
      </a:dk2>
      <a:lt2>
        <a:srgbClr val="FFFBEA"/>
      </a:lt2>
      <a:accent1>
        <a:srgbClr val="E3B21E"/>
      </a:accent1>
      <a:accent2>
        <a:srgbClr val="7C9A6B"/>
      </a:accent2>
      <a:accent3>
        <a:srgbClr val="8D8772"/>
      </a:accent3>
      <a:accent4>
        <a:srgbClr val="F9ECC1"/>
      </a:accent4>
      <a:accent5>
        <a:srgbClr val="D2AE4E"/>
      </a:accent5>
      <a:accent6>
        <a:srgbClr val="B7C6A4"/>
      </a:accent6>
      <a:hlink>
        <a:srgbClr val="4A3C0F"/>
      </a:hlink>
      <a:folHlink>
        <a:srgbClr val="8D8772"/>
      </a:folHlink>
    </a:clrScheme>
    <a:fontScheme name="카드뉴스(감사·칭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