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072B870-7091-4388-AD34-87FA03CE927F}">
          <p14:sldIdLst>
            <p14:sldId id="256"/>
          </p14:sldIdLst>
        </p14:section>
        <p14:section name="본문" id="{D02C13C0-FE40-4FF3-814A-4C731374414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F46C6AC-731C-418F-9CD4-0C593FC38BC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15468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BFBDF98E-7677-4564-A62D-C12411D97F92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5678424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604418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315468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6E5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FCDC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15468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491BA0CF-04ED-4B61-8AD5-50065FFD54D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5678424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604418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315468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15468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2C59A249-7D18-48BC-A936-40115C7E96A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5678424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604418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315468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동료에게 고맙다고 말해 본 적 있나요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4181-DE05-41C5-BDB4-4DDB58B1325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59FF-FB33-49F9-BC40-D362FD519D0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EBC6-681F-4E24-8505-0A8DDEB2824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D6CB-824C-4E35-AC9F-88D98BF9ACE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7EF8C-B924-47BA-BF4F-B4A2F52DAA5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484437"/>
      </a:dk1>
      <a:lt1>
        <a:srgbClr val="FFFEF9"/>
      </a:lt1>
      <a:dk2>
        <a:srgbClr val="4A3C0F"/>
      </a:dk2>
      <a:lt2>
        <a:srgbClr val="FFFBEA"/>
      </a:lt2>
      <a:accent1>
        <a:srgbClr val="E3B21E"/>
      </a:accent1>
      <a:accent2>
        <a:srgbClr val="7C9A6B"/>
      </a:accent2>
      <a:accent3>
        <a:srgbClr val="8D8772"/>
      </a:accent3>
      <a:accent4>
        <a:srgbClr val="F9ECC1"/>
      </a:accent4>
      <a:accent5>
        <a:srgbClr val="D2AE4E"/>
      </a:accent5>
      <a:accent6>
        <a:srgbClr val="B7C6A4"/>
      </a:accent6>
      <a:hlink>
        <a:srgbClr val="4A3C0F"/>
      </a:hlink>
      <a:folHlink>
        <a:srgbClr val="8D8772"/>
      </a:folHlink>
    </a:clrScheme>
    <a:fontScheme name="카드뉴스(감사·칭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