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0D78F692-0538-49FB-B4A2-2C1C9B1C864D}">
          <p14:sldIdLst>
            <p14:sldId id="256"/>
          </p14:sldIdLst>
        </p14:section>
        <p14:section name="본문" id="{38CE87B5-C216-4258-AE8F-7B15493EE660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39082FEA-3C46-4288-AF19-66685D67DD07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38328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85800" y="3767328"/>
            <a:ext cx="548640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0" spc="0">
                <a:solidFill>
                  <a:srgbClr val="F8F5EB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937760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B7B9B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4406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848A82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1965960" y="274319"/>
            <a:ext cx="2926080" cy="2926080"/>
          </a:xfrm>
          <a:prstGeom prst="ellipse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6000" y="594359"/>
            <a:ext cx="2286000" cy="228600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06040" y="914399"/>
            <a:ext cx="1645920" cy="164592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017520" y="1325880"/>
            <a:ext cx="822960" cy="8229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장식"/>
          <p:cNvGrpSpPr/>
          <p:nvPr/>
        </p:nvGrpSpPr>
        <p:grpSpPr>
          <a:xfrm>
            <a:off x="3246120" y="1554480"/>
            <a:ext cx="365760" cy="365760"/>
            <a:chOff x="3246120" y="1554480"/>
            <a:chExt cx="365760" cy="365760"/>
          </a:xfrm>
        </p:grpSpPr>
        <p:sp>
          <p:nvSpPr>
            <p:cNvPr id="7" name="4-Point Star 6"/>
            <p:cNvSpPr/>
            <p:nvPr/>
          </p:nvSpPr>
          <p:spPr>
            <a:xfrm>
              <a:off x="3246120" y="1554480"/>
              <a:ext cx="365760" cy="365760"/>
            </a:xfrm>
            <a:prstGeom prst="star4">
              <a:avLst>
                <a:gd name="adj" fmla="val 14000"/>
              </a:avLst>
            </a:prstGeom>
            <a:solidFill>
              <a:srgbClr val="1A161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39319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39319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3063240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4A3E1000-E4A3-4E47-A99E-DC6E5C960B7B}" type="slidenum">
              <a:rPr lang="en-US"/>
              <a:t>‹#›</a:t>
            </a:fld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6126480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5760720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5394960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5413019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555421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5819585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6177113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1965960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611880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3369564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38328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85800" y="3767328"/>
            <a:ext cx="548640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0" spc="0">
                <a:solidFill>
                  <a:srgbClr val="F8F5EB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937760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B7B9B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4406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848A82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1965960" y="274319"/>
            <a:ext cx="2926080" cy="2926080"/>
          </a:xfrm>
          <a:prstGeom prst="ellipse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6000" y="594359"/>
            <a:ext cx="2286000" cy="228600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06040" y="914399"/>
            <a:ext cx="1645920" cy="164592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017520" y="1325880"/>
            <a:ext cx="822960" cy="8229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장식"/>
          <p:cNvGrpSpPr/>
          <p:nvPr/>
        </p:nvGrpSpPr>
        <p:grpSpPr>
          <a:xfrm>
            <a:off x="3246120" y="1554480"/>
            <a:ext cx="365760" cy="365760"/>
            <a:chOff x="3246120" y="1554480"/>
            <a:chExt cx="365760" cy="365760"/>
          </a:xfrm>
        </p:grpSpPr>
        <p:sp>
          <p:nvSpPr>
            <p:cNvPr id="7" name="4-Point Star 6"/>
            <p:cNvSpPr/>
            <p:nvPr/>
          </p:nvSpPr>
          <p:spPr>
            <a:xfrm>
              <a:off x="3246120" y="1554480"/>
              <a:ext cx="365760" cy="365760"/>
            </a:xfrm>
            <a:prstGeom prst="star4">
              <a:avLst>
                <a:gd name="adj" fmla="val 14000"/>
              </a:avLst>
            </a:prstGeom>
            <a:solidFill>
              <a:srgbClr val="1A161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39319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393192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3063240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C718B876-EC9B-48BD-BBA0-B9F483B9AE7B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6126480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5760720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5394960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5413019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555421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5819585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6177113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1965960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3611880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3369564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393192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3063240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D6983673-D159-479E-B6DE-48FE4D371664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6126480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5760720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5394960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5413019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555421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5819585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6177113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16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17" name="Diamond 16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20" name="Connector 19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1" name="Diamond 20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FOREST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명절에 어른께 드리는 말씀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감사·칭찬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고맙다는 말 먼저 건네기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66B1B-8D46-4668-B87C-FDB1B196FDFE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작은 일에도 ‘고마워요’를 먼저 말해 보세요.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칭찬 한 줄 적어 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B3208-1D6D-4129-8E76-D186B95A8441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메모지에 칭찬 한 줄을 적어 가족 책상에 붙여 보세요.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퇴근한 사람에게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CB1F3-F347-4584-819D-621CF4FE40E9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‘오늘도 고생했어’ 한마디면 충분해요.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 일기 세 줄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C2D6B3-A9C2-4171-8972-3482DD122AA8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오늘 고마웠던 일 세 가지를 적어 보세요.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엽서 한 장 쓰기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3316F-B123-4F62-8C42-98256F77F9A0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짧아도 좋아요. 우체통에 넣는 순간 설레요.</a:t>
            </a:r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FOREST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감사·칭찬)">
  <a:themeElements>
    <a:clrScheme name="카드뉴스(감사·칭찬)">
      <a:dk1>
        <a:srgbClr val="F8F5EB"/>
      </a:dk1>
      <a:lt1>
        <a:srgbClr val="162E24"/>
      </a:lt1>
      <a:dk2>
        <a:srgbClr val="E7DDB8"/>
      </a:dk2>
      <a:lt2>
        <a:srgbClr val="0F1F18"/>
      </a:lt2>
      <a:accent1>
        <a:srgbClr val="C6A55E"/>
      </a:accent1>
      <a:accent2>
        <a:srgbClr val="5F8F6E"/>
      </a:accent2>
      <a:accent3>
        <a:srgbClr val="09130F"/>
      </a:accent3>
      <a:accent4>
        <a:srgbClr val="204133"/>
      </a:accent4>
      <a:accent5>
        <a:srgbClr val="D3B873"/>
      </a:accent5>
      <a:accent6>
        <a:srgbClr val="476D54"/>
      </a:accent6>
      <a:hlink>
        <a:srgbClr val="E7DDB8"/>
      </a:hlink>
      <a:folHlink>
        <a:srgbClr val="09130F"/>
      </a:folHlink>
    </a:clrScheme>
    <a:fontScheme name="카드뉴스(감사·칭찬)">
      <a:majorFont>
        <a:latin typeface="Bodoni MT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카드뉴스(감사·칭찬)</dc:title>
  <dc:subject>카드뉴스 · 감사·칭찬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