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1BBE29C-7FA7-4A8D-9651-8F1217D1737D}">
          <p14:sldIdLst>
            <p14:sldId id="256"/>
          </p14:sldIdLst>
        </p14:section>
        <p14:section name="본문" id="{587808E9-D903-4FF0-9DE6-737612B46AD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DC8DA46-277F-4E17-86F4-4EB99A9AA22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845505A-4E3E-4B7F-9003-2CD371D1267B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623F72F-157C-4659-A702-436E278AC73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9333153-B8E6-4377-A54C-B292DE5CD85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명절에 어른께 드리는 말씀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4DD8-D506-4ABA-A194-C08DCD8557F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67ABF-36D6-4FA0-8391-9790D3055AF0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49898-D1A8-40F2-A177-E5EA893EDE1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423A56-A0B5-4583-A91A-97E4082969B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4EDE5-B122-4904-A2E3-6C83C76D2FE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카드뉴스(감사·칭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