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F701CAC-8DA2-4D60-8711-0077A9C7C7A1}">
          <p14:sldIdLst>
            <p14:sldId id="256"/>
          </p14:sldIdLst>
        </p14:section>
        <p14:section name="본문" id="{EC61DB36-53F4-4BFC-917B-FDD184889C0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AA362140-8219-4D04-9FE5-C868DE2CC7A6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5661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39502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492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978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805940" y="685800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2125980" y="411479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4251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83480" y="457200"/>
            <a:ext cx="1142999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D6AED94-551B-4899-9A20-F0EA2D115EAC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5875020" y="775818"/>
            <a:ext cx="320039" cy="277163"/>
            <a:chOff x="5875020" y="775818"/>
            <a:chExt cx="320039" cy="277163"/>
          </a:xfrm>
        </p:grpSpPr>
        <p:cxnSp>
          <p:nvCxnSpPr>
            <p:cNvPr id="5" name="Connector 4"/>
            <p:cNvCxnSpPr/>
            <p:nvPr/>
          </p:nvCxnSpPr>
          <p:spPr>
            <a:xfrm>
              <a:off x="5875020" y="914400"/>
              <a:ext cx="320039" cy="0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5955029" y="775818"/>
              <a:ext cx="160021" cy="277163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 flipH="1">
              <a:off x="5955029" y="775818"/>
              <a:ext cx="160021" cy="277163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sp>
          <p:nvSpPr>
            <p:cNvPr id="8" name="Oval 7"/>
            <p:cNvSpPr/>
            <p:nvPr/>
          </p:nvSpPr>
          <p:spPr>
            <a:xfrm>
              <a:off x="6003036" y="882396"/>
              <a:ext cx="64007" cy="640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5661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39502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3492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8978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805940" y="685800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2125980" y="411479"/>
            <a:ext cx="2606040" cy="28803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2217420" y="502919"/>
            <a:ext cx="2423160" cy="269747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4251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83480" y="457200"/>
            <a:ext cx="1142999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C528278-757D-40CD-8D9A-C9A4BCF0E4C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5875020" y="775818"/>
            <a:ext cx="320039" cy="277163"/>
            <a:chOff x="5875020" y="775818"/>
            <a:chExt cx="320039" cy="277163"/>
          </a:xfrm>
        </p:grpSpPr>
        <p:cxnSp>
          <p:nvCxnSpPr>
            <p:cNvPr id="5" name="Connector 4"/>
            <p:cNvCxnSpPr/>
            <p:nvPr/>
          </p:nvCxnSpPr>
          <p:spPr>
            <a:xfrm>
              <a:off x="5875020" y="914400"/>
              <a:ext cx="320039" cy="0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5955029" y="775818"/>
              <a:ext cx="160021" cy="277163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 flipH="1">
              <a:off x="5955029" y="775818"/>
              <a:ext cx="160021" cy="277163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sp>
          <p:nvSpPr>
            <p:cNvPr id="8" name="Oval 7"/>
            <p:cNvSpPr/>
            <p:nvPr/>
          </p:nvSpPr>
          <p:spPr>
            <a:xfrm>
              <a:off x="6003036" y="882396"/>
              <a:ext cx="64007" cy="640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331126D-38AA-4ACB-B105-B53892430BE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3154680" y="5248831"/>
            <a:ext cx="548640" cy="475137"/>
            <a:chOff x="3154680" y="5248831"/>
            <a:chExt cx="548640" cy="475137"/>
          </a:xfrm>
        </p:grpSpPr>
        <p:cxnSp>
          <p:nvCxnSpPr>
            <p:cNvPr id="7" name="Connector 6"/>
            <p:cNvCxnSpPr/>
            <p:nvPr/>
          </p:nvCxnSpPr>
          <p:spPr>
            <a:xfrm>
              <a:off x="3154680" y="5486400"/>
              <a:ext cx="548640" cy="0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291840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 flipH="1">
              <a:off x="3291840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sp>
          <p:nvSpPr>
            <p:cNvPr id="10" name="Oval 9"/>
            <p:cNvSpPr/>
            <p:nvPr/>
          </p:nvSpPr>
          <p:spPr>
            <a:xfrm>
              <a:off x="3374136" y="5431536"/>
              <a:ext cx="109728" cy="1097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가을 건강검진 챙기는 순서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C0B33-4A87-4689-B8D4-72C85AA06F8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C57F4-D4A6-4760-931C-B3D7EB8151D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B3AEB-6156-4F1F-BF83-07A810CE3DD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0692-DAC1-43FD-9B7F-F3D49C0637A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D3C87-00DB-4D12-A4BD-068E7FEAF19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2B2724"/>
      </a:dk1>
      <a:lt1>
        <a:srgbClr val="FFFFFF"/>
      </a:lt1>
      <a:dk2>
        <a:srgbClr val="5E3A64"/>
      </a:dk2>
      <a:lt2>
        <a:srgbClr val="E2E5F5"/>
      </a:lt2>
      <a:accent1>
        <a:srgbClr val="7C87CF"/>
      </a:accent1>
      <a:accent2>
        <a:srgbClr val="BEB683"/>
      </a:accent2>
      <a:accent3>
        <a:srgbClr val="2C314E"/>
      </a:accent3>
      <a:accent4>
        <a:srgbClr val="CBD0F0"/>
      </a:accent4>
      <a:accent5>
        <a:srgbClr val="DAA3E0"/>
      </a:accent5>
      <a:accent6>
        <a:srgbClr val="BCE6E6"/>
      </a:accent6>
      <a:hlink>
        <a:srgbClr val="5E3A64"/>
      </a:hlink>
      <a:folHlink>
        <a:srgbClr val="2C314E"/>
      </a:folHlink>
    </a:clrScheme>
    <a:fontScheme name="카드뉴스(건강·안심 습관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