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18D049E-B4A4-4619-9127-0C2C4A318BF9}">
          <p14:sldIdLst>
            <p14:sldId id="256"/>
          </p14:sldIdLst>
        </p14:section>
        <p14:section name="본문" id="{4673779D-DEFB-4F93-BC06-13EC07B8A9C4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5A05DA30-2560-4B9E-9450-0E991BB02E4E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29184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85800" y="3675888"/>
            <a:ext cx="5486400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37759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E3DC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406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C9BCBB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2240280" y="594359"/>
            <a:ext cx="2377440" cy="237744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2418588" y="772668"/>
            <a:ext cx="2020824" cy="2020824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2596896" y="950976"/>
            <a:ext cx="1664207" cy="1664207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2775204" y="1129284"/>
            <a:ext cx="1307592" cy="130759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2953512" y="1307592"/>
            <a:ext cx="950976" cy="950976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3131820" y="1485900"/>
            <a:ext cx="594360" cy="59436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57676" y="1711756"/>
            <a:ext cx="142646" cy="14264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466344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09151CA2-9EA6-49C9-9A46-78A70DCD2673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6620256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21208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1536192"/>
            <a:ext cx="4663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54864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29184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85800" y="3675888"/>
            <a:ext cx="5486400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37759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406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2240280" y="594359"/>
            <a:ext cx="2377440" cy="237744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2418588" y="772668"/>
            <a:ext cx="2020824" cy="2020824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2596896" y="950976"/>
            <a:ext cx="1664207" cy="1664207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2775204" y="1129284"/>
            <a:ext cx="1307592" cy="1307592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2953512" y="1307592"/>
            <a:ext cx="950976" cy="950976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3131820" y="1485900"/>
            <a:ext cx="594360" cy="59436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57676" y="1711756"/>
            <a:ext cx="142646" cy="14264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466344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7DA1EB6E-5FBC-49FE-A611-052BDEA5E649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6620256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21208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1536192"/>
            <a:ext cx="4663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54864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03984ED7-CB27-4805-8F70-CFDC5CBF00F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6620256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54864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CORAL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수고했다는 말, 퇴근하는 사람에게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감사·칭찬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고맙다는 말 먼저 건네기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8F474-3C01-411D-AF84-0B78B261D3D7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작은 일에도 ‘고마워요’를 먼저 말해 보세요.</a:t>
            </a:r>
          </a:p>
        </p:txBody>
      </p:sp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칭찬 한 줄 적어 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31EC26-7D4B-43F3-BF7A-740488BAA918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메모지에 칭찬 한 줄을 적어 가족 책상에 붙여 보세요.</a:t>
            </a:r>
          </a:p>
        </p:txBody>
      </p:sp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퇴근한 사람에게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22DB3-9DB2-4C3E-906E-02D69A3A3A8F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‘오늘도 고생했어’ 한마디면 충분해요.</a:t>
            </a:r>
          </a:p>
        </p:txBody>
      </p:sp>
    </p:spTree>
  </p:cSld>
  <p:clrMapOvr>
    <a:masterClrMapping/>
  </p:clrMapOvr>
  <p:transition spd="med">
    <p:pull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 일기 세 줄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8F8F13-27D4-43CF-B8DE-BCF5C3898E22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오늘 고마웠던 일 세 가지를 적어 보세요.</a:t>
            </a:r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엽서 한 장 쓰기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2175C-41CB-4D1C-A48E-D94D9C2AA6D8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짧아도 좋아요. 우체통에 넣는 순간 설레요.</a:t>
            </a:r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CORAL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감사·칭찬)">
  <a:themeElements>
    <a:clrScheme name="카드뉴스(감사·칭찬)">
      <a:dk1>
        <a:srgbClr val="483937"/>
      </a:dk1>
      <a:lt1>
        <a:srgbClr val="FEFCFA"/>
      </a:lt1>
      <a:dk2>
        <a:srgbClr val="5A2A24"/>
      </a:dk2>
      <a:lt2>
        <a:srgbClr val="FBF4EE"/>
      </a:lt2>
      <a:accent1>
        <a:srgbClr val="D96A5B"/>
      </a:accent1>
      <a:accent2>
        <a:srgbClr val="E5B27E"/>
      </a:accent2>
      <a:accent3>
        <a:srgbClr val="7E605D"/>
      </a:accent3>
      <a:accent4>
        <a:srgbClr val="F4D8D1"/>
      </a:accent4>
      <a:accent5>
        <a:srgbClr val="C99A62"/>
      </a:accent5>
      <a:accent6>
        <a:srgbClr val="EFD0B0"/>
      </a:accent6>
      <a:hlink>
        <a:srgbClr val="5A2A24"/>
      </a:hlink>
      <a:folHlink>
        <a:srgbClr val="7E605D"/>
      </a:folHlink>
    </a:clrScheme>
    <a:fontScheme name="카드뉴스(감사·칭찬)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>카드뉴스 · 감사·칭찬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