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00A0033-B6EE-46D4-9430-7BB49B1BB0CD}">
          <p14:sldIdLst>
            <p14:sldId id="256"/>
          </p14:sldIdLst>
        </p14:section>
        <p14:section name="본문" id="{EA22FAD4-7057-4A58-A96F-E74E1D30E40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860C190-DB2F-4B84-8EF2-50E14561736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3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9BC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2240280" y="594359"/>
            <a:ext cx="2377440" cy="237744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2418588" y="772668"/>
            <a:ext cx="2020824" cy="2020824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2596896" y="950976"/>
            <a:ext cx="1664207" cy="1664207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2775204" y="1129284"/>
            <a:ext cx="1307592" cy="130759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953512" y="1307592"/>
            <a:ext cx="950976" cy="95097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3131820" y="1485900"/>
            <a:ext cx="594360" cy="59436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57676" y="1711756"/>
            <a:ext cx="142646" cy="14264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5B1E51C-DCA3-43BE-A3E1-A9A62FB20498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2240280" y="594359"/>
            <a:ext cx="2377440" cy="237744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2418588" y="772668"/>
            <a:ext cx="2020824" cy="2020824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2596896" y="950976"/>
            <a:ext cx="1664207" cy="1664207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2775204" y="1129284"/>
            <a:ext cx="1307592" cy="1307592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953512" y="1307592"/>
            <a:ext cx="950976" cy="95097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3131820" y="1485900"/>
            <a:ext cx="594360" cy="59436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57676" y="1711756"/>
            <a:ext cx="142646" cy="14264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6DABFCA-1757-4F66-B7CD-7ED00FF0048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FECDB22-7F01-4248-920A-5AB04E08246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수고했다는 말, 퇴근하는 사람에게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49114-0544-4A4E-AE66-29D4D902C0A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E68B-B4DE-490D-8DE4-4637FC6C13E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CD1FC-BDF6-459D-99BD-7C745E4D345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C91-26AF-4F01-A4F0-71CC6A6F29F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80F-8C35-4470-8A81-F20437EB7A6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483937"/>
      </a:dk1>
      <a:lt1>
        <a:srgbClr val="FEFCFA"/>
      </a:lt1>
      <a:dk2>
        <a:srgbClr val="5A2A24"/>
      </a:dk2>
      <a:lt2>
        <a:srgbClr val="FBF4EE"/>
      </a:lt2>
      <a:accent1>
        <a:srgbClr val="D96A5B"/>
      </a:accent1>
      <a:accent2>
        <a:srgbClr val="E5B27E"/>
      </a:accent2>
      <a:accent3>
        <a:srgbClr val="7E605D"/>
      </a:accent3>
      <a:accent4>
        <a:srgbClr val="F4D8D1"/>
      </a:accent4>
      <a:accent5>
        <a:srgbClr val="C99A62"/>
      </a:accent5>
      <a:accent6>
        <a:srgbClr val="EFD0B0"/>
      </a:accent6>
      <a:hlink>
        <a:srgbClr val="5A2A24"/>
      </a:hlink>
      <a:folHlink>
        <a:srgbClr val="7E605D"/>
      </a:folHlink>
    </a:clrScheme>
    <a:fontScheme name="카드뉴스(감사·칭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