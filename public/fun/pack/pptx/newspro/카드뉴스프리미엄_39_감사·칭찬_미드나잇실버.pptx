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FBC1A6D-5FD2-40E5-8CF0-87DDA01340AB}">
          <p14:sldIdLst>
            <p14:sldId id="256"/>
          </p14:sldIdLst>
        </p14:section>
        <p14:section name="본문" id="{736A6AF7-4CFD-4A8C-B5E2-9238E540E69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E618381-223B-4CF1-AD4C-A580004901D6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1645920" y="868680"/>
            <a:ext cx="2286000" cy="23774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2286000" y="594359"/>
            <a:ext cx="2286000" cy="23774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2743200" y="274319"/>
            <a:ext cx="2286000" cy="23774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2057400" y="365759"/>
            <a:ext cx="2743200" cy="28346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730752" y="685800"/>
            <a:ext cx="768096" cy="768096"/>
          </a:xfrm>
          <a:prstGeom prst="ellipse">
            <a:avLst/>
          </a:prstGeom>
          <a:noFill/>
          <a:ln w="19050">
            <a:solidFill>
              <a:srgbClr val="F7F9FC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65760"/>
            <a:ext cx="44805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394960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A6E0AA1A-1C95-4DBE-A592-3E087EC9074E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6153912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565392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153912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6565392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54864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548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005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4630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9202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3774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834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291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749039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2062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6634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120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577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0350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1645920" y="868680"/>
            <a:ext cx="2286000" cy="23774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2286000" y="594359"/>
            <a:ext cx="2286000" cy="23774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2743200" y="274319"/>
            <a:ext cx="2286000" cy="23774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2057400" y="365759"/>
            <a:ext cx="2743200" cy="28346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730752" y="685800"/>
            <a:ext cx="768096" cy="768096"/>
          </a:xfrm>
          <a:prstGeom prst="ellipse">
            <a:avLst/>
          </a:prstGeom>
          <a:noFill/>
          <a:ln w="19050">
            <a:solidFill>
              <a:srgbClr val="F7F9FC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65760"/>
            <a:ext cx="44805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394960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716CDA4-7716-44CD-8E9F-4508629EFB7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6153912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565392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153912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6565392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54864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548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005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4630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9202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3774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834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291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749039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2062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6634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120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577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0350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65760"/>
            <a:ext cx="44805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394960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29670F0A-8C3D-4F9D-82E5-AD336B5124A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6153912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565392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153912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6565392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54864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548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005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4630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9202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3774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834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291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749039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2062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6634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1206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5778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03504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25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26" name="Diamond 25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9" name="Connector 28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0" name="Diamond 29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고마운 분께 손편지 쓰기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BE51-DF42-4525-9BD7-497FD1FA63A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DA05D-DB5A-43C4-B896-636A9935FC7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2AE34-0504-4686-A0CC-E2A73F683E5A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B382F-A1B5-4D6B-B7E6-9A81E7C84B0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EC7D9E-7284-463D-88B6-9D5E1D4FE7E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F7F9FC"/>
      </a:dk1>
      <a:lt1>
        <a:srgbClr val="111833"/>
      </a:lt1>
      <a:dk2>
        <a:srgbClr val="E3E9F6"/>
      </a:dk2>
      <a:lt2>
        <a:srgbClr val="0B1022"/>
      </a:lt2>
      <a:accent1>
        <a:srgbClr val="A9B8D9"/>
      </a:accent1>
      <a:accent2>
        <a:srgbClr val="6C7BFF"/>
      </a:accent2>
      <a:accent3>
        <a:srgbClr val="070A15"/>
      </a:accent3>
      <a:accent4>
        <a:srgbClr val="172249"/>
      </a:accent4>
      <a:accent5>
        <a:srgbClr val="C4CEE6"/>
      </a:accent5>
      <a:accent6>
        <a:srgbClr val="4F5BBD"/>
      </a:accent6>
      <a:hlink>
        <a:srgbClr val="E3E9F6"/>
      </a:hlink>
      <a:folHlink>
        <a:srgbClr val="070A15"/>
      </a:folHlink>
    </a:clrScheme>
    <a:fontScheme name="카드뉴스(감사·칭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