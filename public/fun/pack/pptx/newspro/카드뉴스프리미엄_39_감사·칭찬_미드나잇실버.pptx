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A75DD09-B239-4812-92FE-B8747F4647BE}">
          <p14:sldIdLst>
            <p14:sldId id="256"/>
          </p14:sldIdLst>
        </p14:section>
        <p14:section name="본문" id="{AC3DBD6A-6BA7-4D31-9C8C-B74DF8D102B3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836D7AFB-59FC-473A-B46F-E05DBBD50E2C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918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367588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rgbClr val="F7F9FC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37759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B5B8B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81848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1645920" y="868680"/>
            <a:ext cx="2286000" cy="23774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2286000" y="594359"/>
            <a:ext cx="2286000" cy="23774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2743200" y="274319"/>
            <a:ext cx="2286000" cy="23774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2057400" y="365759"/>
            <a:ext cx="2743200" cy="28346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3730752" y="685800"/>
            <a:ext cx="768096" cy="768096"/>
          </a:xfrm>
          <a:prstGeom prst="ellipse">
            <a:avLst/>
          </a:prstGeom>
          <a:noFill/>
          <a:ln w="19050">
            <a:solidFill>
              <a:srgbClr val="F7F9FC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65760"/>
            <a:ext cx="44805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58368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394960" y="6291072"/>
            <a:ext cx="91440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ED548068-3C95-431C-8ECF-BF82911B2155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292608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6153912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6565392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92608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92608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6153912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6565392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sp>
        <p:nvSpPr>
          <p:cNvPr id="10" name="라벨 표시"/>
          <p:cNvSpPr/>
          <p:nvPr/>
        </p:nvSpPr>
        <p:spPr>
          <a:xfrm>
            <a:off x="548640" y="429768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48640" y="1572768"/>
            <a:ext cx="576072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5486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0058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4630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19202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23774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28346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32918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749039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42062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6634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1206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5778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0350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918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367588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rgbClr val="F7F9FC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37759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B5B8B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81848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1645920" y="868680"/>
            <a:ext cx="2286000" cy="23774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2286000" y="594359"/>
            <a:ext cx="2286000" cy="23774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2743200" y="274319"/>
            <a:ext cx="2286000" cy="23774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2057400" y="365759"/>
            <a:ext cx="2743200" cy="28346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3730752" y="685800"/>
            <a:ext cx="768096" cy="768096"/>
          </a:xfrm>
          <a:prstGeom prst="ellipse">
            <a:avLst/>
          </a:prstGeom>
          <a:noFill/>
          <a:ln w="19050">
            <a:solidFill>
              <a:srgbClr val="F7F9FC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65760"/>
            <a:ext cx="44805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58368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394960" y="6291072"/>
            <a:ext cx="91440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2E58EA72-BE10-4A9C-8A77-1FB4BBE8A254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92608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6153912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6565392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92608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92608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6153912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6565392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sp>
        <p:nvSpPr>
          <p:cNvPr id="10" name="라벨 표시"/>
          <p:cNvSpPr/>
          <p:nvPr/>
        </p:nvSpPr>
        <p:spPr>
          <a:xfrm>
            <a:off x="548640" y="429768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48640" y="1572768"/>
            <a:ext cx="576072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5486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0058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4630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19202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23774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28346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32918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749039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42062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6634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1206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5778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0350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65760"/>
            <a:ext cx="44805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394960" y="6291072"/>
            <a:ext cx="91440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C621D9CC-A3B9-469F-9AD5-2C946ED3B383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92608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6153912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6565392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92608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92608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6153912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6565392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sp>
        <p:nvSpPr>
          <p:cNvPr id="10" name="라벨 표시"/>
          <p:cNvSpPr/>
          <p:nvPr/>
        </p:nvSpPr>
        <p:spPr>
          <a:xfrm>
            <a:off x="548640" y="429768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48640" y="1572768"/>
            <a:ext cx="576072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5486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0058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4630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19202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23774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28346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32918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749039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42062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6634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1206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5778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03504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25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26" name="Diamond 25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28" name="Connector 27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9" name="Connector 28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30" name="Diamond 29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MIDNIGHT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고마운 분께 손편지 쓰기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감사·칭찬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고맙다는 말 먼저 건네기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0927F-F9A3-468B-8854-0D98B2D1CD5E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작은 일에도 ‘고마워요’를 먼저 말해 보세요.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칭찬 한 줄 적어 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7CA31-4C16-44E0-9A39-7817E070948E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메모지에 칭찬 한 줄을 적어 가족 책상에 붙여 보세요.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퇴근한 사람에게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31CF3-6954-4023-9BFE-FE7C090E05BF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‘오늘도 고생했어’ 한마디면 충분해요.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 일기 세 줄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9AA70-136C-4A74-B5BD-39A8241E52C5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오늘 고마웠던 일 세 가지를 적어 보세요.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엽서 한 장 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F579-040B-4DD0-99EA-C40B54D01695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짧아도 좋아요. 우체통에 넣는 순간 설레요.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MIDNIGHT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감사·칭찬)">
  <a:themeElements>
    <a:clrScheme name="카드뉴스(감사·칭찬)">
      <a:dk1>
        <a:srgbClr val="F7F9FC"/>
      </a:dk1>
      <a:lt1>
        <a:srgbClr val="111833"/>
      </a:lt1>
      <a:dk2>
        <a:srgbClr val="E3E9F6"/>
      </a:dk2>
      <a:lt2>
        <a:srgbClr val="0B1022"/>
      </a:lt2>
      <a:accent1>
        <a:srgbClr val="A9B8D9"/>
      </a:accent1>
      <a:accent2>
        <a:srgbClr val="6C7BFF"/>
      </a:accent2>
      <a:accent3>
        <a:srgbClr val="070A15"/>
      </a:accent3>
      <a:accent4>
        <a:srgbClr val="172249"/>
      </a:accent4>
      <a:accent5>
        <a:srgbClr val="C4CEE6"/>
      </a:accent5>
      <a:accent6>
        <a:srgbClr val="4F5BBD"/>
      </a:accent6>
      <a:hlink>
        <a:srgbClr val="E3E9F6"/>
      </a:hlink>
      <a:folHlink>
        <a:srgbClr val="070A15"/>
      </a:folHlink>
    </a:clrScheme>
    <a:fontScheme name="카드뉴스(감사·칭찬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>카드뉴스 · 감사·칭찬</dc:subject>
  <dc:creator>반딧불이의 곳간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