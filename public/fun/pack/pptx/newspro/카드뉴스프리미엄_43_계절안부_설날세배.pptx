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AAEA11F-CE01-4F3E-8567-7BC396E5F70E}">
          <p14:sldIdLst>
            <p14:sldId id="256"/>
          </p14:sldIdLst>
        </p14:section>
        <p14:section name="본문" id="{AB255231-3061-462C-B8C9-88CF796C4F1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9A8E202-1A15-4EAA-90ED-64801994E29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1430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5270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9260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4747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342900" y="5074920"/>
            <a:ext cx="7543800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342900" y="5486400"/>
            <a:ext cx="7543800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342900" y="5897880"/>
            <a:ext cx="7543800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5596127" y="936345"/>
            <a:ext cx="877824" cy="321868"/>
            <a:chOff x="5596127" y="93634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5596127" y="936345"/>
              <a:ext cx="877824" cy="321868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442FDEF-F742-4887-BAEA-88F316D8B41A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43016" y="843991"/>
            <a:ext cx="384048" cy="140817"/>
            <a:chOff x="5843016" y="843991"/>
            <a:chExt cx="384048" cy="140817"/>
          </a:xfrm>
        </p:grpSpPr>
        <p:sp>
          <p:nvSpPr>
            <p:cNvPr id="5" name="Wave 4"/>
            <p:cNvSpPr/>
            <p:nvPr/>
          </p:nvSpPr>
          <p:spPr>
            <a:xfrm>
              <a:off x="5843016" y="8439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1430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5270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9260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4747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342900" y="5074920"/>
            <a:ext cx="7543800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342900" y="5486400"/>
            <a:ext cx="7543800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342900" y="5897880"/>
            <a:ext cx="7543800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5596127" y="936345"/>
            <a:ext cx="877824" cy="321868"/>
            <a:chOff x="5596127" y="93634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5596127" y="936345"/>
              <a:ext cx="877824" cy="321868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CE8DC2E-9D3E-49C3-803B-EDA1456F72C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43016" y="843991"/>
            <a:ext cx="384048" cy="140817"/>
            <a:chOff x="5843016" y="843991"/>
            <a:chExt cx="384048" cy="140817"/>
          </a:xfrm>
        </p:grpSpPr>
        <p:sp>
          <p:nvSpPr>
            <p:cNvPr id="5" name="Wave 4"/>
            <p:cNvSpPr/>
            <p:nvPr/>
          </p:nvSpPr>
          <p:spPr>
            <a:xfrm>
              <a:off x="5843016" y="8439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4C94485-ECD0-43F9-B3D0-A57901F2581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099816" y="5365699"/>
            <a:ext cx="658368" cy="241401"/>
            <a:chOff x="3099816" y="5365699"/>
            <a:chExt cx="658368" cy="241401"/>
          </a:xfrm>
        </p:grpSpPr>
        <p:sp>
          <p:nvSpPr>
            <p:cNvPr id="7" name="Wave 6"/>
            <p:cNvSpPr/>
            <p:nvPr/>
          </p:nvSpPr>
          <p:spPr>
            <a:xfrm>
              <a:off x="3099816" y="5365699"/>
              <a:ext cx="658368" cy="241401"/>
            </a:xfrm>
            <a:prstGeom prst="wav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눈 오는 날 안부 전화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41ED-CB44-4728-BA2C-F8EEDF88964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288C-352B-4F8F-A2D9-DE180829279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024E5-003C-4CBD-B1C8-C84EA083DE5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7586-B815-40E9-B725-4E31BBE249C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FAA60-6844-4C75-A09E-D5421C6730E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643A48"/>
      </a:dk2>
      <a:lt2>
        <a:srgbClr val="F7EBED"/>
      </a:lt2>
      <a:accent1>
        <a:srgbClr val="CC8995"/>
      </a:accent1>
      <a:accent2>
        <a:srgbClr val="BD8FAD"/>
      </a:accent2>
      <a:accent3>
        <a:srgbClr val="4E2C32"/>
      </a:accent3>
      <a:accent4>
        <a:srgbClr val="EECED3"/>
      </a:accent4>
      <a:accent5>
        <a:srgbClr val="E0D8A3"/>
      </a:accent5>
      <a:accent6>
        <a:srgbClr val="E4BCE6"/>
      </a:accent6>
      <a:hlink>
        <a:srgbClr val="643A48"/>
      </a:hlink>
      <a:folHlink>
        <a:srgbClr val="4E2C32"/>
      </a:folHlink>
    </a:clrScheme>
    <a:fontScheme name="카드뉴스(계절 안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