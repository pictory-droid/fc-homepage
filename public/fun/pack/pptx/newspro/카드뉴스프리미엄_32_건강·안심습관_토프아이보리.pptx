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5FB6D85-25BE-488B-98A1-A43957EA13D8}">
          <p14:sldIdLst>
            <p14:sldId id="256"/>
          </p14:sldIdLst>
        </p14:section>
        <p14:section name="본문" id="{9CA32E78-2E5E-4C58-BDF0-404F627340C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57ACB54-ADF0-4A87-82DC-513F6491B6D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3258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709928"/>
            <a:ext cx="54864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246120"/>
            <a:ext cx="54864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38404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6583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29107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199632"/>
            <a:ext cx="5760720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Diamond 5"/>
          <p:cNvSpPr/>
          <p:nvPr/>
        </p:nvSpPr>
        <p:spPr>
          <a:xfrm>
            <a:off x="3337560" y="5394960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317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033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2A8F141-5408-4D5B-9A90-F25CAF87189B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536192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645919" y="1536192"/>
            <a:ext cx="46634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3258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709928"/>
            <a:ext cx="54864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246120"/>
            <a:ext cx="54864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1CFC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38404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7A4A3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6583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29107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199632"/>
            <a:ext cx="5760720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Diamond 5"/>
          <p:cNvSpPr/>
          <p:nvPr/>
        </p:nvSpPr>
        <p:spPr>
          <a:xfrm>
            <a:off x="3337560" y="5394960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3317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03320" y="5486400"/>
            <a:ext cx="82296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9C2319B-4774-499F-9FC4-7E3710CD55B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536192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645919" y="1536192"/>
            <a:ext cx="46634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A1F476C-D01D-40D4-859E-43563A0C512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잠들기 전 삼십 분, 화면 끄기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6E84-7E2C-4350-8DFA-ECD20B830AC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E5AC1-E61B-4CB6-B6FB-19216499B03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35E5C-06ED-423F-B728-D1D898A1E94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3FE44-0464-4FA2-98E7-69485BFDFB3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C8EE3-FF8D-48DA-871A-690041F655C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TAUPE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D2723"/>
      </a:dk1>
      <a:lt1>
        <a:srgbClr val="FCFBFA"/>
      </a:lt1>
      <a:dk2>
        <a:srgbClr val="3B322B"/>
      </a:dk2>
      <a:lt2>
        <a:srgbClr val="F6F2EC"/>
      </a:lt2>
      <a:accent1>
        <a:srgbClr val="8C7A6B"/>
      </a:accent1>
      <a:accent2>
        <a:srgbClr val="B7A692"/>
      </a:accent2>
      <a:accent3>
        <a:srgbClr val="2D2723"/>
      </a:accent3>
      <a:accent4>
        <a:srgbClr val="E1DAD2"/>
      </a:accent4>
      <a:accent5>
        <a:srgbClr val="B09C7C"/>
      </a:accent5>
      <a:accent6>
        <a:srgbClr val="D3C8BB"/>
      </a:accent6>
      <a:hlink>
        <a:srgbClr val="3B322B"/>
      </a:hlink>
      <a:folHlink>
        <a:srgbClr val="2D2723"/>
      </a:folHlink>
    </a:clrScheme>
    <a:fontScheme name="카드뉴스(건강·안심 습관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