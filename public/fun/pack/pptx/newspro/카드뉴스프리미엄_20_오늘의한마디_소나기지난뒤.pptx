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B1BB573-6712-48DD-9E3F-68E154C3F14E}">
          <p14:sldIdLst>
            <p14:sldId id="256"/>
          </p14:sldIdLst>
        </p14:section>
        <p14:section name="본문" id="{3F1132FC-233D-4BB7-A657-F4A6C1B39ED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DCB8D26-3F1B-4B2D-B56B-624EAECAC12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5486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93268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33172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288035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618488" y="5029200"/>
            <a:ext cx="457200" cy="14630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2221992" y="4297679"/>
            <a:ext cx="457200" cy="21945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825496" y="4754879"/>
            <a:ext cx="457200" cy="1737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3429000" y="3931920"/>
            <a:ext cx="457200" cy="2560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4032504" y="4572000"/>
            <a:ext cx="457200" cy="19202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4636008" y="5212079"/>
            <a:ext cx="457200" cy="12801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D3897D6-DD40-48CB-A40B-A69A4EB6139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5486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93268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33172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288035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618488" y="5029200"/>
            <a:ext cx="457200" cy="14630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2221992" y="4297679"/>
            <a:ext cx="457200" cy="21945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825496" y="4754879"/>
            <a:ext cx="457200" cy="1737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3429000" y="3931920"/>
            <a:ext cx="457200" cy="2560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4032504" y="4572000"/>
            <a:ext cx="457200" cy="19202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4636008" y="5212079"/>
            <a:ext cx="457200" cy="12801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85A51D1-E44A-46CB-BCE2-3A93AA66401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1887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560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931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303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1887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560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931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303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5AB99D27-3692-438C-AE1C-908E6638A23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7" name="Teardrop 6"/>
            <p:cNvSpPr/>
            <p:nvPr/>
          </p:nvSpPr>
          <p:spPr>
            <a:xfrm rot="18900000">
              <a:off x="3154680" y="5212080"/>
              <a:ext cx="548640" cy="548640"/>
            </a:xfrm>
            <a:prstGeom prst="teardrop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381E-1937-4993-AFA4-FD1E230A650F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56D7-4E52-4E81-BC11-202D96B711B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C70E-9774-46D9-B574-F95CCC2101EC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E863-622D-4D55-BED8-7C08842707F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1B75-8742-459B-9000-170016496309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2B2724"/>
      </a:dk1>
      <a:lt1>
        <a:srgbClr val="FFFFFF"/>
      </a:lt1>
      <a:dk2>
        <a:srgbClr val="3A3A64"/>
      </a:dk2>
      <a:lt2>
        <a:srgbClr val="DEF5F9"/>
      </a:lt2>
      <a:accent1>
        <a:srgbClr val="7ED1E2"/>
      </a:accent1>
      <a:accent2>
        <a:srgbClr val="CF869F"/>
      </a:accent2>
      <a:accent3>
        <a:srgbClr val="2C494E"/>
      </a:accent3>
      <a:accent4>
        <a:srgbClr val="C5EFF7"/>
      </a:accent4>
      <a:accent5>
        <a:srgbClr val="AFA3E0"/>
      </a:accent5>
      <a:accent6>
        <a:srgbClr val="BCE6C9"/>
      </a:accent6>
      <a:hlink>
        <a:srgbClr val="3A3A64"/>
      </a:hlink>
      <a:folHlink>
        <a:srgbClr val="2C494E"/>
      </a:folHlink>
    </a:clrScheme>
    <a:fontScheme name="카드뉴스(오늘의 한마디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