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AF19293-5E14-4D64-BD02-0471C9140F69}">
          <p14:sldIdLst>
            <p14:sldId id="256"/>
          </p14:sldIdLst>
        </p14:section>
        <p14:section name="본문" id="{44DE7791-94E2-4A7F-BBB4-8CB774F05CFD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9A9D8FE7-FD81-4463-8453-35074D7E89A7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0861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347014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86918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1782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342900" y="-2057400"/>
            <a:ext cx="6172200" cy="6172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1371600" y="-1028700"/>
            <a:ext cx="4114800" cy="411480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2880360" y="896112"/>
            <a:ext cx="1097280" cy="402336"/>
            <a:chOff x="2880360" y="896112"/>
            <a:chExt cx="1097280" cy="402336"/>
          </a:xfrm>
        </p:grpSpPr>
        <p:sp>
          <p:nvSpPr>
            <p:cNvPr id="5" name="Wave 4"/>
            <p:cNvSpPr/>
            <p:nvPr/>
          </p:nvSpPr>
          <p:spPr>
            <a:xfrm>
              <a:off x="2880360" y="896112"/>
              <a:ext cx="1097280" cy="402336"/>
            </a:xfrm>
            <a:prstGeom prst="wav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53949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5394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8FFB5EAC-5223-43EB-B43C-216C72F1AAE7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516636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0861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347014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86918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1782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342900" y="-2057400"/>
            <a:ext cx="6172200" cy="61722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1371600" y="-1028700"/>
            <a:ext cx="4114800" cy="411480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2880360" y="896112"/>
            <a:ext cx="1097280" cy="402336"/>
            <a:chOff x="2880360" y="896112"/>
            <a:chExt cx="1097280" cy="402336"/>
          </a:xfrm>
        </p:grpSpPr>
        <p:sp>
          <p:nvSpPr>
            <p:cNvPr id="5" name="Wave 4"/>
            <p:cNvSpPr/>
            <p:nvPr/>
          </p:nvSpPr>
          <p:spPr>
            <a:xfrm>
              <a:off x="2880360" y="896112"/>
              <a:ext cx="1097280" cy="402336"/>
            </a:xfrm>
            <a:prstGeom prst="wav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53949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5394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509D6CE7-7C86-4375-8CC4-68F07A655B1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516636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67570B6-7025-437F-8F9E-685EE25A70D5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3099816" y="5365699"/>
            <a:ext cx="658368" cy="241401"/>
            <a:chOff x="3099816" y="5365699"/>
            <a:chExt cx="658368" cy="241401"/>
          </a:xfrm>
        </p:grpSpPr>
        <p:sp>
          <p:nvSpPr>
            <p:cNvPr id="6" name="Wave 5"/>
            <p:cNvSpPr/>
            <p:nvPr/>
          </p:nvSpPr>
          <p:spPr>
            <a:xfrm>
              <a:off x="3099816" y="5365699"/>
              <a:ext cx="658368" cy="241401"/>
            </a:xfrm>
            <a:prstGeom prst="wav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환절기 감기 막는 생활 습관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건강·안심 습관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아침 물 한 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DDA5-682E-40CD-BD8F-C2293AB0E14F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일어나자마자 미지근한 물 한 잔으로 하루를 시작해 보세요.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하루 십 분 걷기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B2CC-BDE5-4AC8-93C9-9B56348B485D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점심 식사 후 십 분만 걸어도 몸이 한결 가벼워져요.</a:t>
            </a:r>
          </a:p>
        </p:txBody>
      </p:sp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검진 날짜 적어 두기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CBC0B-E372-4398-88DE-25F63F3DEFBA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달력에 검진 예정일을 적어 두면 미루지 않게 돼요.</a:t>
            </a:r>
          </a:p>
        </p:txBody>
      </p:sp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잠들기 전 스마트폰 내려놓기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B95E-17CC-4C40-9BFC-657837356CF7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잠자리에 들기 삼십 분 전에는 화면을 꺼 보세요.</a:t>
            </a:r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건강 이야기 나누기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924CE-3468-4631-A185-5CEC5DC4C594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일주일에 한 번, 서로의 안부와 컨디션을 물어보세요.</a:t>
            </a:r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건강·안심 습관)">
  <a:themeElements>
    <a:clrScheme name="카드뉴스(건강·안심 습관)">
      <a:dk1>
        <a:srgbClr val="2B2724"/>
      </a:dk1>
      <a:lt1>
        <a:srgbClr val="FFFFFF"/>
      </a:lt1>
      <a:dk2>
        <a:srgbClr val="56643A"/>
      </a:dk2>
      <a:lt2>
        <a:srgbClr val="F5EFE2"/>
      </a:lt2>
      <a:accent1>
        <a:srgbClr val="CFB47C"/>
      </a:accent1>
      <a:accent2>
        <a:srgbClr val="83BEAA"/>
      </a:accent2>
      <a:accent3>
        <a:srgbClr val="4E432C"/>
      </a:accent3>
      <a:accent4>
        <a:srgbClr val="F0E4CB"/>
      </a:accent4>
      <a:accent5>
        <a:srgbClr val="B6E0A3"/>
      </a:accent5>
      <a:accent6>
        <a:srgbClr val="E6BCC5"/>
      </a:accent6>
      <a:hlink>
        <a:srgbClr val="56643A"/>
      </a:hlink>
      <a:folHlink>
        <a:srgbClr val="4E432C"/>
      </a:folHlink>
    </a:clrScheme>
    <a:fontScheme name="카드뉴스(건강·안심 습관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>카드뉴스 · 건강·안심 습관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