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00C351-3CCE-4A43-889C-C19FFE226F97}">
          <p14:sldIdLst>
            <p14:sldId id="256"/>
          </p14:sldIdLst>
        </p14:section>
        <p14:section name="본문" id="{42F3B362-12F7-456B-9A74-003E8A9BD8C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A99EE53-C932-49B6-92F6-7B576C0FAD9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AB5F322-0B1C-4F45-A753-3392C23E5F7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06C568BC-BED6-49CC-AAD2-C00C1D5B120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4F540CA-1F71-40ED-A21D-6E4F79DD15A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겨울철 빙판길 조심하세요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EB4A2-677D-4F23-ADE7-23FC87C4045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6F29F-8B9F-4725-88C2-D7F1512B59F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29DC-1C80-4CC6-BBE5-BE8B786DC26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83F9F-FC93-412F-8274-073FD47DA89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C67D5-6FDB-4BCE-BA6E-BCA2B09B19B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60643A"/>
      </a:dk2>
      <a:lt2>
        <a:srgbClr val="F7EBEC"/>
      </a:lt2>
      <a:accent1>
        <a:srgbClr val="CC898F"/>
      </a:accent1>
      <a:accent2>
        <a:srgbClr val="8FAABD"/>
      </a:accent2>
      <a:accent3>
        <a:srgbClr val="4E2C2F"/>
      </a:accent3>
      <a:accent4>
        <a:srgbClr val="EECED1"/>
      </a:accent4>
      <a:accent5>
        <a:srgbClr val="E0DDA3"/>
      </a:accent5>
      <a:accent6>
        <a:srgbClr val="E6BCE4"/>
      </a:accent6>
      <a:hlink>
        <a:srgbClr val="60643A"/>
      </a:hlink>
      <a:folHlink>
        <a:srgbClr val="4E2C2F"/>
      </a:folHlink>
    </a:clrScheme>
    <a:fontScheme name="카드뉴스(건강·안심 습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