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F90BF39-13C2-4C32-AA80-59723ABEAF63}">
          <p14:sldIdLst>
            <p14:sldId id="256"/>
          </p14:sldIdLst>
        </p14:section>
        <p14:section name="본문" id="{1D61FACB-38AC-4A6C-AB66-F8905C52279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5793467-7917-49C8-A7A0-C48B16D40EC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886968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14400" y="1271016"/>
            <a:ext cx="50292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14400" y="2532888"/>
            <a:ext cx="50292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4526280"/>
            <a:ext cx="57607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205739" y="4251960"/>
            <a:ext cx="1920240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5349240" y="137160"/>
            <a:ext cx="178308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548640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5989320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1133855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5669280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3310128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548640" y="685800"/>
            <a:ext cx="5760720" cy="342900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289C2E3-0D96-44B2-9502-7ED05A827C43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75818"/>
            <a:ext cx="320039" cy="277163"/>
            <a:chOff x="5875020" y="775818"/>
            <a:chExt cx="320039" cy="277163"/>
          </a:xfrm>
        </p:grpSpPr>
        <p:cxnSp>
          <p:nvCxnSpPr>
            <p:cNvPr id="5" name="Connector 4"/>
            <p:cNvCxnSpPr/>
            <p:nvPr/>
          </p:nvCxnSpPr>
          <p:spPr>
            <a:xfrm>
              <a:off x="5875020" y="914400"/>
              <a:ext cx="320039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5955029" y="775818"/>
              <a:ext cx="160021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5955029" y="775818"/>
              <a:ext cx="160021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6003036" y="8823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886968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14400" y="1271016"/>
            <a:ext cx="50292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14400" y="2532888"/>
            <a:ext cx="50292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4526280"/>
            <a:ext cx="57607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205739" y="4251960"/>
            <a:ext cx="1920240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5349240" y="137160"/>
            <a:ext cx="178308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548640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5989320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1133855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5669280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3310128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548640" y="685800"/>
            <a:ext cx="5760720" cy="342900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63BC166-DEAA-4C11-A020-B76DBD88B18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75818"/>
            <a:ext cx="320039" cy="277163"/>
            <a:chOff x="5875020" y="775818"/>
            <a:chExt cx="320039" cy="277163"/>
          </a:xfrm>
        </p:grpSpPr>
        <p:cxnSp>
          <p:nvCxnSpPr>
            <p:cNvPr id="5" name="Connector 4"/>
            <p:cNvCxnSpPr/>
            <p:nvPr/>
          </p:nvCxnSpPr>
          <p:spPr>
            <a:xfrm>
              <a:off x="5875020" y="914400"/>
              <a:ext cx="320039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5955029" y="775818"/>
              <a:ext cx="160021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5955029" y="775818"/>
              <a:ext cx="160021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6003036" y="8823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D81BEA3-4222-4EC9-8619-CD996D90CC8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48831"/>
            <a:ext cx="548640" cy="475137"/>
            <a:chOff x="3154680" y="5248831"/>
            <a:chExt cx="548640" cy="475137"/>
          </a:xfrm>
        </p:grpSpPr>
        <p:cxnSp>
          <p:nvCxnSpPr>
            <p:cNvPr id="7" name="Connector 6"/>
            <p:cNvCxnSpPr/>
            <p:nvPr/>
          </p:nvCxnSpPr>
          <p:spPr>
            <a:xfrm>
              <a:off x="3154680" y="5486400"/>
              <a:ext cx="54864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 flipH="1"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10" name="Oval 9"/>
            <p:cNvSpPr/>
            <p:nvPr/>
          </p:nvSpPr>
          <p:spPr>
            <a:xfrm>
              <a:off x="3374136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여름 전기요금 줄이는 다섯 가지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C4E5-F9AB-4694-9201-6D8EA0E9620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A269-0D49-4E97-B437-CDC250B3486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4E41-2832-45FD-9830-727B80EBFED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B8FB3-8B33-448F-91F8-3BD3DAA1606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ECD72-A86D-478B-B32D-AC86686F5B5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3A4A64"/>
      </a:dk2>
      <a:lt2>
        <a:srgbClr val="DEF9EC"/>
      </a:lt2>
      <a:accent1>
        <a:srgbClr val="7EE2B0"/>
      </a:accent1>
      <a:accent2>
        <a:srgbClr val="CF8693"/>
      </a:accent2>
      <a:accent3>
        <a:srgbClr val="2C4E3D"/>
      </a:accent3>
      <a:accent4>
        <a:srgbClr val="C5F7DE"/>
      </a:accent4>
      <a:accent5>
        <a:srgbClr val="A3C0E0"/>
      </a:accent5>
      <a:accent6>
        <a:srgbClr val="CCE6BC"/>
      </a:accent6>
      <a:hlink>
        <a:srgbClr val="3A4A64"/>
      </a:hlink>
      <a:folHlink>
        <a:srgbClr val="2C4E3D"/>
      </a:folHlink>
    </a:clrScheme>
    <a:fontScheme name="카드뉴스(알뜰 생활 팁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