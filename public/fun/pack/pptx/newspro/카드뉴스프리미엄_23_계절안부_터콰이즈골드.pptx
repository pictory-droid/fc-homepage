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</p:sldIdLst>
  <p:sldSz cx="6858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시작" id="{6C6D2469-BAC7-489E-80EC-A6124C39906C}">
          <p14:sldIdLst>
            <p14:sldId id="256"/>
          </p14:sldIdLst>
        </p14:section>
        <p14:section name="본문" id="{DEAE134D-543F-4D70-8280-03D00126F904}">
          <p14:sldIdLst>
            <p14:sldId id="257"/>
            <p14:sldId id="258"/>
            <p14:sldId id="259"/>
            <p14:sldId id="260"/>
            <p14:sldId id="261"/>
          </p14:sldIdLst>
        </p14:section>
        <p14:section name="마무리" id="{F6C2D8E2-A032-4336-8D59-79C328586C88}">
          <p14:sldIdLst>
            <p14:sldId id="262"/>
          </p14:sldIdLst>
        </p14:section>
      </p14:section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표지입니다. 제목·글은 눌러서 바로 고치세요. 사진 자리는 가운데 아이콘을 누르면 사진을 넣을 수 있고, 모양에 맞춰 자동으로 잘려요. 색·글꼴은 [디자인 &gt; 변형]에서 한 번에 바꿀 수 있어요.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번호와 글을 눌러 고치세요.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번호와 글을 눌러 고치세요.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번호와 글을 눌러 고치세요.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번호와 글을 눌러 고치세요.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번호와 글을 눌러 고치세요.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글은 눌러서 바로 고치세요. 사진 자리는 가운데 아이콘을 누르면 사진을 넣을 수 있어요. 색·글꼴은 [디자인 &gt; 변형]에서 한 번에 바꿀 수 있어요.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표지">
    <p:bg>
      <p:bgPr>
        <a:pattFill prst="ltUpDiag">
          <a:fgClr>
            <a:schemeClr val="accent1">
              <a:lumMod val="10000"/>
              <a:lumOff val="90000"/>
            </a:schemeClr>
          </a:fgClr>
          <a:bgClr>
            <a:schemeClr val="bg2"/>
          </a:bgClr>
        </a:patt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영문 라벨"/>
          <p:cNvSpPr>
            <a:spLocks noGrp="1"/>
          </p:cNvSpPr>
          <p:nvPr>
            <p:ph type="body" sz="quarter" idx="10"/>
          </p:nvPr>
        </p:nvSpPr>
        <p:spPr>
          <a:xfrm>
            <a:off x="822959" y="1097280"/>
            <a:ext cx="5212080" cy="310896"/>
          </a:xfrm>
          <a:noFill/>
        </p:spPr>
        <p:txBody>
          <a:bodyPr lIns="45720" rIns="45720" tIns="27432" bIns="27432" anchor="ctr">
            <a:normAutofit/>
          </a:bodyPr>
          <a:lstStyle>
            <a:lvl1pPr marL="0" indent="0" algn="ctr">
              <a:lnSpc>
                <a:spcPct val="110000"/>
              </a:lnSpc>
              <a:spcBef>
                <a:spcPts val="0"/>
              </a:spcBef>
              <a:buNone/>
              <a:defRPr sz="1100" b="0" spc="300" cap="all">
                <a:solidFill>
                  <a:schemeClr val="tx2"/>
                </a:solidFill>
              </a:defRPr>
            </a:lvl1pPr>
          </a:lstStyle>
          <a:p>
            <a:r>
              <a:rPr lang="ko-KR"/>
              <a:t>LABEL</a:t>
            </a:r>
          </a:p>
        </p:txBody>
      </p:sp>
      <p:sp>
        <p:nvSpPr>
          <p:cNvPr id="102" name="제목"/>
          <p:cNvSpPr>
            <a:spLocks noGrp="1"/>
          </p:cNvSpPr>
          <p:nvPr>
            <p:ph type="ctrTitle"/>
          </p:nvPr>
        </p:nvSpPr>
        <p:spPr>
          <a:xfrm>
            <a:off x="822959" y="1481328"/>
            <a:ext cx="5212080" cy="1143000"/>
          </a:xfrm>
          <a:noFill/>
        </p:spPr>
        <p:txBody>
          <a:bodyPr lIns="45720" rIns="45720" tIns="27432" bIns="27432" anchor="ctr">
            <a:normAutofit/>
          </a:bodyPr>
          <a:lstStyle>
            <a:lvl1pPr marL="0" indent="0" algn="ctr">
              <a:lnSpc>
                <a:spcPct val="102000"/>
              </a:lnSpc>
              <a:spcBef>
                <a:spcPts val="0"/>
              </a:spcBef>
              <a:buNone/>
              <a:defRPr sz="3400" b="0" spc="0">
                <a:solidFill>
                  <a:srgbClr val="FFFFFF"/>
                </a:solidFill>
                <a:latin typeface="+mj-lt"/>
                <a:ea typeface="+mj-ea"/>
              </a:defRPr>
            </a:lvl1pPr>
          </a:lstStyle>
          <a:p>
            <a:r>
              <a:rPr lang="ko-KR"/>
              <a:t>제목을 입력하세요</a:t>
            </a:r>
          </a:p>
        </p:txBody>
      </p:sp>
      <p:sp>
        <p:nvSpPr>
          <p:cNvPr id="103" name="한 줄 문구"/>
          <p:cNvSpPr>
            <a:spLocks noGrp="1"/>
          </p:cNvSpPr>
          <p:nvPr>
            <p:ph type="subTitle" idx="1"/>
          </p:nvPr>
        </p:nvSpPr>
        <p:spPr>
          <a:xfrm>
            <a:off x="822959" y="2697480"/>
            <a:ext cx="5212080" cy="457200"/>
          </a:xfrm>
          <a:noFill/>
        </p:spPr>
        <p:txBody>
          <a:bodyPr lIns="45720" rIns="45720" tIns="27432" bIns="27432" anchor="t">
            <a:normAutofit/>
          </a:bodyPr>
          <a:lstStyle>
            <a:lvl1pPr marL="0" indent="0" algn="ctr">
              <a:lnSpc>
                <a:spcPct val="110000"/>
              </a:lnSpc>
              <a:spcBef>
                <a:spcPts val="0"/>
              </a:spcBef>
              <a:buNone/>
              <a:defRPr sz="1400" b="0" spc="0">
                <a:solidFill>
                  <a:schemeClr val="tx1"/>
                </a:solidFill>
              </a:defRPr>
            </a:lvl1pPr>
          </a:lstStyle>
          <a:p>
            <a:r>
              <a:rPr lang="ko-KR"/>
              <a:t>한 줄 문구</a:t>
            </a:r>
          </a:p>
        </p:txBody>
      </p:sp>
      <p:sp>
        <p:nvSpPr>
          <p:cNvPr id="104" name="안내 문구"/>
          <p:cNvSpPr>
            <a:spLocks noGrp="1"/>
          </p:cNvSpPr>
          <p:nvPr>
            <p:ph type="body" sz="quarter" idx="11"/>
          </p:nvPr>
        </p:nvSpPr>
        <p:spPr>
          <a:xfrm>
            <a:off x="822959" y="3200400"/>
            <a:ext cx="5212080" cy="822960"/>
          </a:xfrm>
          <a:noFill/>
        </p:spPr>
        <p:txBody>
          <a:bodyPr lIns="45720" rIns="45720" tIns="27432" bIns="27432" anchor="t">
            <a:normAutofit/>
          </a:bodyPr>
          <a:lstStyle>
            <a:lvl1pPr marL="0" indent="0" algn="ctr">
              <a:lnSpc>
                <a:spcPct val="110000"/>
              </a:lnSpc>
              <a:spcBef>
                <a:spcPts val="0"/>
              </a:spcBef>
              <a:buNone/>
              <a:defRPr sz="1100" b="0" spc="0">
                <a:solidFill>
                  <a:schemeClr val="tx1">
                    <a:lumMod val="55000"/>
                    <a:lumOff val="45000"/>
                  </a:schemeClr>
                </a:solidFill>
              </a:defRPr>
            </a:lvl1pPr>
          </a:lstStyle>
          <a:p>
            <a:r>
              <a:rPr lang="ko-KR"/>
              <a:t>안내 문구</a:t>
            </a:r>
          </a:p>
        </p:txBody>
      </p:sp>
      <p:sp>
        <p:nvSpPr>
          <p:cNvPr id="2" name="리본 띠"/>
          <p:cNvSpPr/>
          <p:nvPr/>
        </p:nvSpPr>
        <p:spPr>
          <a:xfrm>
            <a:off x="0" y="1371600"/>
            <a:ext cx="6858000" cy="1298448"/>
          </a:xfrm>
          <a:prstGeom prst="rect">
            <a:avLst/>
          </a:prstGeom>
          <a:gradFill rotWithShape="1">
            <a:gsLst>
              <a:gs pos="0">
                <a:schemeClr val="accent1"/>
              </a:gs>
              <a:gs pos="100000">
                <a:schemeClr val="accent2"/>
              </a:gs>
            </a:gsLst>
            <a:lin ang="0" scaled="0"/>
          </a:gra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cxnSp>
        <p:nvCxnSpPr>
          <p:cNvPr id="3" name="Connector 2"/>
          <p:cNvCxnSpPr/>
          <p:nvPr/>
        </p:nvCxnSpPr>
        <p:spPr>
          <a:xfrm>
            <a:off x="0" y="1435608"/>
            <a:ext cx="6858000" cy="0"/>
          </a:xfrm>
          <a:prstGeom prst="line">
            <a:avLst/>
          </a:prstGeom>
          <a:ln w="9525" cap="rnd">
            <a:solidFill>
              <a:srgbClr val="FFFFFF">
                <a:alpha val="45000"/>
              </a:srgbClr>
            </a:solidFill>
          </a:ln>
        </p:spPr>
      </p:cxnSp>
      <p:cxnSp>
        <p:nvCxnSpPr>
          <p:cNvPr id="4" name="Connector 3"/>
          <p:cNvCxnSpPr/>
          <p:nvPr/>
        </p:nvCxnSpPr>
        <p:spPr>
          <a:xfrm>
            <a:off x="0" y="2606040"/>
            <a:ext cx="6858000" cy="0"/>
          </a:xfrm>
          <a:prstGeom prst="line">
            <a:avLst/>
          </a:prstGeom>
          <a:ln w="9525" cap="rnd">
            <a:solidFill>
              <a:srgbClr val="FFFFFF">
                <a:alpha val="45000"/>
              </a:srgbClr>
            </a:solidFill>
          </a:ln>
        </p:spPr>
      </p:cxnSp>
      <p:sp>
        <p:nvSpPr>
          <p:cNvPr id="5" name="Diamond 4"/>
          <p:cNvSpPr/>
          <p:nvPr/>
        </p:nvSpPr>
        <p:spPr>
          <a:xfrm>
            <a:off x="457200" y="1929384"/>
            <a:ext cx="182880" cy="182880"/>
          </a:xfrm>
          <a:prstGeom prst="diamond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Diamond 5"/>
          <p:cNvSpPr/>
          <p:nvPr/>
        </p:nvSpPr>
        <p:spPr>
          <a:xfrm>
            <a:off x="6217920" y="1929384"/>
            <a:ext cx="182880" cy="182880"/>
          </a:xfrm>
          <a:prstGeom prst="diamond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본문">
    <p:bg>
      <p:bgPr>
        <a:pattFill prst="ltUpDiag">
          <a:fgClr>
            <a:schemeClr val="accent1">
              <a:lumMod val="10000"/>
              <a:lumOff val="90000"/>
            </a:schemeClr>
          </a:fgClr>
          <a:bgClr>
            <a:schemeClr val="bg2"/>
          </a:bgClr>
        </a:patt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영문 라벨"/>
          <p:cNvSpPr>
            <a:spLocks noGrp="1"/>
          </p:cNvSpPr>
          <p:nvPr>
            <p:ph type="body" sz="quarter" idx="10"/>
          </p:nvPr>
        </p:nvSpPr>
        <p:spPr>
          <a:xfrm>
            <a:off x="1463040" y="365760"/>
            <a:ext cx="3931920" cy="310896"/>
          </a:xfrm>
          <a:noFill/>
        </p:spPr>
        <p:txBody>
          <a:bodyPr lIns="45720" rIns="45720" tIns="27432" bIns="27432" anchor="ctr">
            <a:normAutofit/>
          </a:bodyPr>
          <a:lstStyle>
            <a:lvl1pPr marL="0" indent="0" algn="ctr">
              <a:lnSpc>
                <a:spcPct val="110000"/>
              </a:lnSpc>
              <a:spcBef>
                <a:spcPts val="0"/>
              </a:spcBef>
              <a:buNone/>
              <a:defRPr sz="1100" b="0" spc="300" cap="all">
                <a:solidFill>
                  <a:schemeClr val="tx2"/>
                </a:solidFill>
              </a:defRPr>
            </a:lvl1pPr>
          </a:lstStyle>
          <a:p>
            <a:r>
              <a:rPr lang="ko-KR"/>
              <a:t>LABEL</a:t>
            </a:r>
          </a:p>
        </p:txBody>
      </p:sp>
      <p:sp>
        <p:nvSpPr>
          <p:cNvPr id="102" name="제목"/>
          <p:cNvSpPr>
            <a:spLocks noGrp="1"/>
          </p:cNvSpPr>
          <p:nvPr>
            <p:ph type="title"/>
          </p:nvPr>
        </p:nvSpPr>
        <p:spPr>
          <a:xfrm>
            <a:off x="1463040" y="658368"/>
            <a:ext cx="3931920" cy="777240"/>
          </a:xfrm>
          <a:noFill/>
        </p:spPr>
        <p:txBody>
          <a:bodyPr lIns="45720" rIns="45720" tIns="27432" bIns="27432" anchor="ctr">
            <a:normAutofit/>
          </a:bodyPr>
          <a:lstStyle>
            <a:lvl1pPr marL="0" indent="0" algn="ctr">
              <a:lnSpc>
                <a:spcPct val="110000"/>
              </a:lnSpc>
              <a:spcBef>
                <a:spcPts val="0"/>
              </a:spcBef>
              <a:buNone/>
              <a:defRPr sz="2400" b="0" spc="0">
                <a:solidFill>
                  <a:schemeClr val="tx2"/>
                </a:solidFill>
                <a:latin typeface="+mj-lt"/>
                <a:ea typeface="+mj-ea"/>
              </a:defRPr>
            </a:lvl1pPr>
          </a:lstStyle>
          <a:p>
            <a:r>
              <a:rPr lang="ko-KR"/>
              <a:t>제목</a:t>
            </a:r>
          </a:p>
        </p:txBody>
      </p:sp>
      <p:sp>
        <p:nvSpPr>
          <p:cNvPr id="103" name="쪽 번호"/>
          <p:cNvSpPr>
            <a:spLocks noGrp="1"/>
          </p:cNvSpPr>
          <p:nvPr>
            <p:ph type="sldNum" sz="quarter" idx="12"/>
          </p:nvPr>
        </p:nvSpPr>
        <p:spPr>
          <a:xfrm>
            <a:off x="3063240" y="6309360"/>
            <a:ext cx="731520" cy="329184"/>
          </a:xfrm>
          <a:noFill/>
        </p:spPr>
        <p:txBody>
          <a:bodyPr lIns="45720" rIns="45720" tIns="27432" bIns="27432" anchor="ctr">
            <a:normAutofit/>
          </a:bodyPr>
          <a:lstStyle>
            <a:lvl1pPr marL="0" indent="0" algn="ctr">
              <a:lnSpc>
                <a:spcPct val="110000"/>
              </a:lnSpc>
              <a:spcBef>
                <a:spcPts val="0"/>
              </a:spcBef>
              <a:buNone/>
              <a:defRPr sz="1000" b="0" spc="200">
                <a:solidFill>
                  <a:schemeClr val="tx1">
                    <a:lumMod val="55000"/>
                    <a:lumOff val="45000"/>
                  </a:schemeClr>
                </a:solidFill>
              </a:defRPr>
            </a:lvl1pPr>
          </a:lstStyle>
          <a:p>
            <a:fld id="{A0E80D22-8169-4B34-B7C7-6BF3400A76F9}" type="slidenum">
              <a:rPr lang="en-US"/>
              <a:t>‹#›</a:t>
            </a:fld>
          </a:p>
        </p:txBody>
      </p:sp>
      <p:sp>
        <p:nvSpPr>
          <p:cNvPr id="2" name="Arc 1"/>
          <p:cNvSpPr/>
          <p:nvPr/>
        </p:nvSpPr>
        <p:spPr>
          <a:xfrm>
            <a:off x="-182880" y="-182880"/>
            <a:ext cx="914400" cy="914400"/>
          </a:xfrm>
          <a:prstGeom prst="arc">
            <a:avLst>
              <a:gd name="adj1" fmla="val 10800000"/>
              <a:gd name="adj2" fmla="val 16200000"/>
            </a:avLst>
          </a:prstGeom>
          <a:noFill/>
          <a:ln w="9525">
            <a:solidFill>
              <a:schemeClr val="accent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" name="Arc 2"/>
          <p:cNvSpPr/>
          <p:nvPr/>
        </p:nvSpPr>
        <p:spPr>
          <a:xfrm>
            <a:off x="-548640" y="-548640"/>
            <a:ext cx="1645920" cy="1645920"/>
          </a:xfrm>
          <a:prstGeom prst="arc">
            <a:avLst>
              <a:gd name="adj1" fmla="val 10800000"/>
              <a:gd name="adj2" fmla="val 16200000"/>
            </a:avLst>
          </a:prstGeom>
          <a:noFill/>
          <a:ln w="9525">
            <a:solidFill>
              <a:schemeClr val="accent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Arc 3"/>
          <p:cNvSpPr/>
          <p:nvPr/>
        </p:nvSpPr>
        <p:spPr>
          <a:xfrm>
            <a:off x="-914400" y="-914400"/>
            <a:ext cx="2377440" cy="2377440"/>
          </a:xfrm>
          <a:prstGeom prst="arc">
            <a:avLst>
              <a:gd name="adj1" fmla="val 10800000"/>
              <a:gd name="adj2" fmla="val 16200000"/>
            </a:avLst>
          </a:prstGeom>
          <a:noFill/>
          <a:ln w="9525">
            <a:solidFill>
              <a:schemeClr val="accent5"/>
            </a:solidFill>
          </a:ln>
        </p:spPr>
        <p:txBody>
          <a:bodyPr rtlCol="0" anchor="ctr"/>
          <a:lstStyle/>
          <a:p>
            <a:pPr algn="ctr"/>
          </a:p>
        </p:txBody>
      </p:sp>
      <p:cxnSp>
        <p:nvCxnSpPr>
          <p:cNvPr id="5" name="Connector 4"/>
          <p:cNvCxnSpPr/>
          <p:nvPr/>
        </p:nvCxnSpPr>
        <p:spPr>
          <a:xfrm>
            <a:off x="454421" y="306076"/>
            <a:ext cx="990559" cy="174663"/>
          </a:xfrm>
          <a:prstGeom prst="line">
            <a:avLst/>
          </a:prstGeom>
          <a:ln w="6350" cap="rnd">
            <a:solidFill>
              <a:schemeClr val="accent5"/>
            </a:solidFill>
          </a:ln>
        </p:spPr>
      </p:cxnSp>
      <p:cxnSp>
        <p:nvCxnSpPr>
          <p:cNvPr id="6" name="Connector 5"/>
          <p:cNvCxnSpPr/>
          <p:nvPr/>
        </p:nvCxnSpPr>
        <p:spPr>
          <a:xfrm>
            <a:off x="432698" y="365759"/>
            <a:ext cx="871083" cy="502921"/>
          </a:xfrm>
          <a:prstGeom prst="line">
            <a:avLst/>
          </a:prstGeom>
          <a:ln w="6350" cap="rnd">
            <a:solidFill>
              <a:schemeClr val="accent5"/>
            </a:solidFill>
          </a:ln>
        </p:spPr>
      </p:cxnSp>
      <p:cxnSp>
        <p:nvCxnSpPr>
          <p:cNvPr id="7" name="Connector 6"/>
          <p:cNvCxnSpPr/>
          <p:nvPr/>
        </p:nvCxnSpPr>
        <p:spPr>
          <a:xfrm>
            <a:off x="391872" y="414414"/>
            <a:ext cx="646542" cy="770518"/>
          </a:xfrm>
          <a:prstGeom prst="line">
            <a:avLst/>
          </a:prstGeom>
          <a:ln w="6350" cap="rnd">
            <a:solidFill>
              <a:schemeClr val="accent5"/>
            </a:solidFill>
          </a:ln>
        </p:spPr>
      </p:cxnSp>
      <p:cxnSp>
        <p:nvCxnSpPr>
          <p:cNvPr id="8" name="Connector 7"/>
          <p:cNvCxnSpPr/>
          <p:nvPr/>
        </p:nvCxnSpPr>
        <p:spPr>
          <a:xfrm>
            <a:off x="336868" y="446170"/>
            <a:ext cx="344018" cy="945181"/>
          </a:xfrm>
          <a:prstGeom prst="line">
            <a:avLst/>
          </a:prstGeom>
          <a:ln w="6350" cap="rnd">
            <a:solidFill>
              <a:schemeClr val="accent5"/>
            </a:solidFill>
          </a:ln>
        </p:spPr>
      </p:cxnSp>
      <p:sp>
        <p:nvSpPr>
          <p:cNvPr id="9" name="Arc 8"/>
          <p:cNvSpPr/>
          <p:nvPr/>
        </p:nvSpPr>
        <p:spPr>
          <a:xfrm>
            <a:off x="6126480" y="-182880"/>
            <a:ext cx="914400" cy="914400"/>
          </a:xfrm>
          <a:prstGeom prst="arc">
            <a:avLst>
              <a:gd name="adj1" fmla="val 16200000"/>
              <a:gd name="adj2" fmla="val 0"/>
            </a:avLst>
          </a:prstGeom>
          <a:noFill/>
          <a:ln w="9525">
            <a:solidFill>
              <a:schemeClr val="accent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" name="Arc 9"/>
          <p:cNvSpPr/>
          <p:nvPr/>
        </p:nvSpPr>
        <p:spPr>
          <a:xfrm>
            <a:off x="5760720" y="-548640"/>
            <a:ext cx="1645920" cy="1645920"/>
          </a:xfrm>
          <a:prstGeom prst="arc">
            <a:avLst>
              <a:gd name="adj1" fmla="val 16200000"/>
              <a:gd name="adj2" fmla="val 0"/>
            </a:avLst>
          </a:prstGeom>
          <a:noFill/>
          <a:ln w="9525">
            <a:solidFill>
              <a:schemeClr val="accent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1" name="Arc 10"/>
          <p:cNvSpPr/>
          <p:nvPr/>
        </p:nvSpPr>
        <p:spPr>
          <a:xfrm>
            <a:off x="5394960" y="-914400"/>
            <a:ext cx="2377440" cy="2377440"/>
          </a:xfrm>
          <a:prstGeom prst="arc">
            <a:avLst>
              <a:gd name="adj1" fmla="val 16200000"/>
              <a:gd name="adj2" fmla="val 0"/>
            </a:avLst>
          </a:prstGeom>
          <a:noFill/>
          <a:ln w="9525">
            <a:solidFill>
              <a:schemeClr val="accent5"/>
            </a:solidFill>
          </a:ln>
        </p:spPr>
        <p:txBody>
          <a:bodyPr rtlCol="0" anchor="ctr"/>
          <a:lstStyle/>
          <a:p>
            <a:pPr algn="ctr"/>
          </a:p>
        </p:txBody>
      </p:sp>
      <p:cxnSp>
        <p:nvCxnSpPr>
          <p:cNvPr id="12" name="Connector 11"/>
          <p:cNvCxnSpPr/>
          <p:nvPr/>
        </p:nvCxnSpPr>
        <p:spPr>
          <a:xfrm flipH="1">
            <a:off x="5413019" y="306076"/>
            <a:ext cx="990559" cy="174663"/>
          </a:xfrm>
          <a:prstGeom prst="line">
            <a:avLst/>
          </a:prstGeom>
          <a:ln w="6350" cap="rnd">
            <a:solidFill>
              <a:schemeClr val="accent5"/>
            </a:solidFill>
          </a:ln>
        </p:spPr>
      </p:cxnSp>
      <p:cxnSp>
        <p:nvCxnSpPr>
          <p:cNvPr id="13" name="Connector 12"/>
          <p:cNvCxnSpPr/>
          <p:nvPr/>
        </p:nvCxnSpPr>
        <p:spPr>
          <a:xfrm flipH="1">
            <a:off x="5554218" y="365759"/>
            <a:ext cx="871083" cy="502921"/>
          </a:xfrm>
          <a:prstGeom prst="line">
            <a:avLst/>
          </a:prstGeom>
          <a:ln w="6350" cap="rnd">
            <a:solidFill>
              <a:schemeClr val="accent5"/>
            </a:solidFill>
          </a:ln>
        </p:spPr>
      </p:cxnSp>
      <p:cxnSp>
        <p:nvCxnSpPr>
          <p:cNvPr id="14" name="Connector 13"/>
          <p:cNvCxnSpPr/>
          <p:nvPr/>
        </p:nvCxnSpPr>
        <p:spPr>
          <a:xfrm flipH="1">
            <a:off x="5819585" y="414414"/>
            <a:ext cx="646542" cy="770518"/>
          </a:xfrm>
          <a:prstGeom prst="line">
            <a:avLst/>
          </a:prstGeom>
          <a:ln w="6350" cap="rnd">
            <a:solidFill>
              <a:schemeClr val="accent5"/>
            </a:solidFill>
          </a:ln>
        </p:spPr>
      </p:cxnSp>
      <p:cxnSp>
        <p:nvCxnSpPr>
          <p:cNvPr id="15" name="Connector 14"/>
          <p:cNvCxnSpPr/>
          <p:nvPr/>
        </p:nvCxnSpPr>
        <p:spPr>
          <a:xfrm flipH="1">
            <a:off x="6177113" y="446170"/>
            <a:ext cx="344018" cy="945181"/>
          </a:xfrm>
          <a:prstGeom prst="line">
            <a:avLst/>
          </a:prstGeom>
          <a:ln w="6350" cap="rnd">
            <a:solidFill>
              <a:schemeClr val="accent5"/>
            </a:solidFill>
          </a:ln>
        </p:spPr>
      </p:cxnSp>
      <p:cxnSp>
        <p:nvCxnSpPr>
          <p:cNvPr id="16" name="Connector 15"/>
          <p:cNvCxnSpPr/>
          <p:nvPr/>
        </p:nvCxnSpPr>
        <p:spPr>
          <a:xfrm>
            <a:off x="1965960" y="1517904"/>
            <a:ext cx="1280160" cy="0"/>
          </a:xfrm>
          <a:prstGeom prst="line">
            <a:avLst/>
          </a:prstGeom>
          <a:ln w="9525" cap="rnd">
            <a:solidFill>
              <a:schemeClr val="accent5"/>
            </a:solidFill>
          </a:ln>
        </p:spPr>
      </p:cxnSp>
      <p:cxnSp>
        <p:nvCxnSpPr>
          <p:cNvPr id="17" name="Connector 16"/>
          <p:cNvCxnSpPr/>
          <p:nvPr/>
        </p:nvCxnSpPr>
        <p:spPr>
          <a:xfrm>
            <a:off x="3611880" y="1517904"/>
            <a:ext cx="1280160" cy="0"/>
          </a:xfrm>
          <a:prstGeom prst="line">
            <a:avLst/>
          </a:prstGeom>
          <a:ln w="9525" cap="rnd">
            <a:solidFill>
              <a:schemeClr val="accent5"/>
            </a:solidFill>
          </a:ln>
        </p:spPr>
      </p:cxnSp>
      <p:sp>
        <p:nvSpPr>
          <p:cNvPr id="18" name="Diamond 17"/>
          <p:cNvSpPr/>
          <p:nvPr/>
        </p:nvSpPr>
        <p:spPr>
          <a:xfrm>
            <a:off x="3369564" y="1458468"/>
            <a:ext cx="118872" cy="118872"/>
          </a:xfrm>
          <a:prstGeom prst="diamond">
            <a:avLst/>
          </a:prstGeom>
          <a:solidFill>
            <a:schemeClr val="accent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마무리">
    <p:bg>
      <p:bgPr>
        <a:solidFill>
          <a:schemeClr val="accent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영문 라벨"/>
          <p:cNvSpPr>
            <a:spLocks noGrp="1"/>
          </p:cNvSpPr>
          <p:nvPr>
            <p:ph type="body" sz="quarter" idx="10"/>
          </p:nvPr>
        </p:nvSpPr>
        <p:spPr>
          <a:xfrm>
            <a:off x="822959" y="1097280"/>
            <a:ext cx="5212080" cy="310896"/>
          </a:xfrm>
          <a:noFill/>
        </p:spPr>
        <p:txBody>
          <a:bodyPr lIns="45720" rIns="45720" tIns="27432" bIns="27432" anchor="ctr">
            <a:normAutofit/>
          </a:bodyPr>
          <a:lstStyle>
            <a:lvl1pPr marL="0" indent="0" algn="ctr">
              <a:lnSpc>
                <a:spcPct val="110000"/>
              </a:lnSpc>
              <a:spcBef>
                <a:spcPts val="0"/>
              </a:spcBef>
              <a:buNone/>
              <a:defRPr sz="1100" b="0" spc="300" cap="all">
                <a:solidFill>
                  <a:schemeClr val="accent5"/>
                </a:solidFill>
              </a:defRPr>
            </a:lvl1pPr>
          </a:lstStyle>
          <a:p>
            <a:r>
              <a:rPr lang="ko-KR"/>
              <a:t>LABEL</a:t>
            </a:r>
          </a:p>
        </p:txBody>
      </p:sp>
      <p:sp>
        <p:nvSpPr>
          <p:cNvPr id="102" name="제목"/>
          <p:cNvSpPr>
            <a:spLocks noGrp="1"/>
          </p:cNvSpPr>
          <p:nvPr>
            <p:ph type="title"/>
          </p:nvPr>
        </p:nvSpPr>
        <p:spPr>
          <a:xfrm>
            <a:off x="822959" y="1481328"/>
            <a:ext cx="5212080" cy="1143000"/>
          </a:xfrm>
          <a:noFill/>
        </p:spPr>
        <p:txBody>
          <a:bodyPr lIns="45720" rIns="45720" tIns="27432" bIns="27432" anchor="ctr">
            <a:normAutofit/>
          </a:bodyPr>
          <a:lstStyle>
            <a:lvl1pPr marL="0" indent="0" algn="ctr">
              <a:lnSpc>
                <a:spcPct val="102000"/>
              </a:lnSpc>
              <a:spcBef>
                <a:spcPts val="0"/>
              </a:spcBef>
              <a:buNone/>
              <a:defRPr sz="3400" b="0" spc="0">
                <a:solidFill>
                  <a:srgbClr val="FFFFFF"/>
                </a:solidFill>
                <a:latin typeface="+mj-lt"/>
                <a:ea typeface="+mj-ea"/>
              </a:defRPr>
            </a:lvl1pPr>
          </a:lstStyle>
          <a:p>
            <a:r>
              <a:rPr lang="ko-KR"/>
              <a:t>제목을 입력하세요</a:t>
            </a:r>
          </a:p>
        </p:txBody>
      </p:sp>
      <p:sp>
        <p:nvSpPr>
          <p:cNvPr id="103" name="한 줄 문구"/>
          <p:cNvSpPr>
            <a:spLocks noGrp="1"/>
          </p:cNvSpPr>
          <p:nvPr>
            <p:ph type="subTitle" idx="1"/>
          </p:nvPr>
        </p:nvSpPr>
        <p:spPr>
          <a:xfrm>
            <a:off x="822959" y="2697480"/>
            <a:ext cx="5212080" cy="457200"/>
          </a:xfrm>
          <a:noFill/>
        </p:spPr>
        <p:txBody>
          <a:bodyPr lIns="45720" rIns="45720" tIns="27432" bIns="27432" anchor="t">
            <a:normAutofit/>
          </a:bodyPr>
          <a:lstStyle>
            <a:lvl1pPr marL="0" indent="0" algn="ctr">
              <a:lnSpc>
                <a:spcPct val="110000"/>
              </a:lnSpc>
              <a:spcBef>
                <a:spcPts val="0"/>
              </a:spcBef>
              <a:buNone/>
              <a:defRPr sz="1400" b="0" spc="0">
                <a:solidFill>
                  <a:srgbClr val="E0E5E5"/>
                </a:solidFill>
              </a:defRPr>
            </a:lvl1pPr>
          </a:lstStyle>
          <a:p>
            <a:r>
              <a:rPr lang="ko-KR"/>
              <a:t>한 줄 문구</a:t>
            </a:r>
          </a:p>
        </p:txBody>
      </p:sp>
      <p:sp>
        <p:nvSpPr>
          <p:cNvPr id="104" name="안내 문구"/>
          <p:cNvSpPr>
            <a:spLocks noGrp="1"/>
          </p:cNvSpPr>
          <p:nvPr>
            <p:ph type="body" sz="quarter" idx="11"/>
          </p:nvPr>
        </p:nvSpPr>
        <p:spPr>
          <a:xfrm>
            <a:off x="822959" y="3200400"/>
            <a:ext cx="5212080" cy="822960"/>
          </a:xfrm>
          <a:noFill/>
        </p:spPr>
        <p:txBody>
          <a:bodyPr lIns="45720" rIns="45720" tIns="27432" bIns="27432" anchor="t">
            <a:normAutofit/>
          </a:bodyPr>
          <a:lstStyle>
            <a:lvl1pPr marL="0" indent="0" algn="ctr">
              <a:lnSpc>
                <a:spcPct val="110000"/>
              </a:lnSpc>
              <a:spcBef>
                <a:spcPts val="0"/>
              </a:spcBef>
              <a:buNone/>
              <a:defRPr sz="1100" b="0" spc="0">
                <a:solidFill>
                  <a:srgbClr val="C3CECE"/>
                </a:solidFill>
              </a:defRPr>
            </a:lvl1pPr>
          </a:lstStyle>
          <a:p>
            <a:r>
              <a:rPr lang="ko-KR"/>
              <a:t>안내 문구</a:t>
            </a:r>
          </a:p>
        </p:txBody>
      </p:sp>
      <p:sp>
        <p:nvSpPr>
          <p:cNvPr id="2" name="리본 띠"/>
          <p:cNvSpPr/>
          <p:nvPr/>
        </p:nvSpPr>
        <p:spPr>
          <a:xfrm>
            <a:off x="0" y="1371600"/>
            <a:ext cx="6858000" cy="1298448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cxnSp>
        <p:nvCxnSpPr>
          <p:cNvPr id="3" name="Connector 2"/>
          <p:cNvCxnSpPr/>
          <p:nvPr/>
        </p:nvCxnSpPr>
        <p:spPr>
          <a:xfrm>
            <a:off x="0" y="1435608"/>
            <a:ext cx="6858000" cy="0"/>
          </a:xfrm>
          <a:prstGeom prst="line">
            <a:avLst/>
          </a:prstGeom>
          <a:ln w="9525" cap="rnd">
            <a:solidFill>
              <a:srgbClr val="FFFFFF">
                <a:alpha val="45000"/>
              </a:srgbClr>
            </a:solidFill>
          </a:ln>
        </p:spPr>
      </p:cxnSp>
      <p:cxnSp>
        <p:nvCxnSpPr>
          <p:cNvPr id="4" name="Connector 3"/>
          <p:cNvCxnSpPr/>
          <p:nvPr/>
        </p:nvCxnSpPr>
        <p:spPr>
          <a:xfrm>
            <a:off x="0" y="2606040"/>
            <a:ext cx="6858000" cy="0"/>
          </a:xfrm>
          <a:prstGeom prst="line">
            <a:avLst/>
          </a:prstGeom>
          <a:ln w="9525" cap="rnd">
            <a:solidFill>
              <a:srgbClr val="FFFFFF">
                <a:alpha val="45000"/>
              </a:srgbClr>
            </a:solidFill>
          </a:ln>
        </p:spPr>
      </p:cxnSp>
      <p:sp>
        <p:nvSpPr>
          <p:cNvPr id="5" name="Diamond 4"/>
          <p:cNvSpPr/>
          <p:nvPr/>
        </p:nvSpPr>
        <p:spPr>
          <a:xfrm>
            <a:off x="457200" y="1929384"/>
            <a:ext cx="182880" cy="182880"/>
          </a:xfrm>
          <a:prstGeom prst="diamond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Diamond 5"/>
          <p:cNvSpPr/>
          <p:nvPr/>
        </p:nvSpPr>
        <p:spPr>
          <a:xfrm>
            <a:off x="6217920" y="1929384"/>
            <a:ext cx="182880" cy="182880"/>
          </a:xfrm>
          <a:prstGeom prst="diamond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본문 + 사진">
    <p:bg>
      <p:bgPr>
        <a:pattFill prst="ltUpDiag">
          <a:fgClr>
            <a:schemeClr val="accent1">
              <a:lumMod val="10000"/>
              <a:lumOff val="90000"/>
            </a:schemeClr>
          </a:fgClr>
          <a:bgClr>
            <a:schemeClr val="bg2"/>
          </a:bgClr>
        </a:patt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영문 라벨"/>
          <p:cNvSpPr>
            <a:spLocks noGrp="1"/>
          </p:cNvSpPr>
          <p:nvPr>
            <p:ph type="body" sz="quarter" idx="10"/>
          </p:nvPr>
        </p:nvSpPr>
        <p:spPr>
          <a:xfrm>
            <a:off x="1463040" y="365760"/>
            <a:ext cx="3931920" cy="310896"/>
          </a:xfrm>
          <a:noFill/>
        </p:spPr>
        <p:txBody>
          <a:bodyPr lIns="45720" rIns="45720" tIns="27432" bIns="27432" anchor="ctr">
            <a:normAutofit/>
          </a:bodyPr>
          <a:lstStyle>
            <a:lvl1pPr marL="0" indent="0" algn="ctr">
              <a:lnSpc>
                <a:spcPct val="110000"/>
              </a:lnSpc>
              <a:spcBef>
                <a:spcPts val="0"/>
              </a:spcBef>
              <a:buNone/>
              <a:defRPr sz="1100" b="0" spc="300" cap="all">
                <a:solidFill>
                  <a:schemeClr val="tx2"/>
                </a:solidFill>
              </a:defRPr>
            </a:lvl1pPr>
          </a:lstStyle>
          <a:p>
            <a:r>
              <a:rPr lang="ko-KR"/>
              <a:t>LABEL</a:t>
            </a:r>
          </a:p>
        </p:txBody>
      </p:sp>
      <p:sp>
        <p:nvSpPr>
          <p:cNvPr id="102" name="제목"/>
          <p:cNvSpPr>
            <a:spLocks noGrp="1"/>
          </p:cNvSpPr>
          <p:nvPr>
            <p:ph type="title"/>
          </p:nvPr>
        </p:nvSpPr>
        <p:spPr>
          <a:xfrm>
            <a:off x="1463040" y="658368"/>
            <a:ext cx="3931920" cy="777240"/>
          </a:xfrm>
          <a:noFill/>
        </p:spPr>
        <p:txBody>
          <a:bodyPr lIns="45720" rIns="45720" tIns="27432" bIns="27432" anchor="ctr">
            <a:normAutofit/>
          </a:bodyPr>
          <a:lstStyle>
            <a:lvl1pPr marL="0" indent="0" algn="ctr">
              <a:lnSpc>
                <a:spcPct val="110000"/>
              </a:lnSpc>
              <a:spcBef>
                <a:spcPts val="0"/>
              </a:spcBef>
              <a:buNone/>
              <a:defRPr sz="2400" b="0" spc="0">
                <a:solidFill>
                  <a:schemeClr val="tx2"/>
                </a:solidFill>
                <a:latin typeface="+mj-lt"/>
                <a:ea typeface="+mj-ea"/>
              </a:defRPr>
            </a:lvl1pPr>
          </a:lstStyle>
          <a:p>
            <a:r>
              <a:rPr lang="ko-KR"/>
              <a:t>제목</a:t>
            </a:r>
          </a:p>
        </p:txBody>
      </p:sp>
      <p:sp>
        <p:nvSpPr>
          <p:cNvPr id="103" name="쪽 번호"/>
          <p:cNvSpPr>
            <a:spLocks noGrp="1"/>
          </p:cNvSpPr>
          <p:nvPr>
            <p:ph type="sldNum" sz="quarter" idx="12"/>
          </p:nvPr>
        </p:nvSpPr>
        <p:spPr>
          <a:xfrm>
            <a:off x="3063240" y="6309360"/>
            <a:ext cx="731520" cy="329184"/>
          </a:xfrm>
          <a:noFill/>
        </p:spPr>
        <p:txBody>
          <a:bodyPr lIns="45720" rIns="45720" tIns="27432" bIns="27432" anchor="ctr">
            <a:normAutofit/>
          </a:bodyPr>
          <a:lstStyle>
            <a:lvl1pPr marL="0" indent="0" algn="ctr">
              <a:lnSpc>
                <a:spcPct val="110000"/>
              </a:lnSpc>
              <a:spcBef>
                <a:spcPts val="0"/>
              </a:spcBef>
              <a:buNone/>
              <a:defRPr sz="1000" b="0" spc="200">
                <a:solidFill>
                  <a:schemeClr val="tx1">
                    <a:lumMod val="55000"/>
                    <a:lumOff val="45000"/>
                  </a:schemeClr>
                </a:solidFill>
              </a:defRPr>
            </a:lvl1pPr>
          </a:lstStyle>
          <a:p>
            <a:fld id="{FA7211F6-5637-4EEA-BD72-0B530F71B0E4}" type="slidenum">
              <a:rPr lang="en-US"/>
              <a:t>‹#›</a:t>
            </a:fld>
          </a:p>
        </p:txBody>
      </p:sp>
      <p:sp>
        <p:nvSpPr>
          <p:cNvPr id="104" name="사진 1"/>
          <p:cNvSpPr>
            <a:spLocks noGrp="1"/>
          </p:cNvSpPr>
          <p:nvPr>
            <p:ph type="pic" sz="quarter" idx="13"/>
          </p:nvPr>
        </p:nvSpPr>
        <p:spPr>
          <a:xfrm>
            <a:off x="548640" y="3429000"/>
            <a:ext cx="1188720" cy="1188720"/>
          </a:xfrm>
          <a:prstGeom prst="roundRect">
            <a:avLst>
              <a:gd name="adj" fmla="val 6000"/>
            </a:avLst>
          </a:prstGeom>
          <a:solidFill>
            <a:schemeClr val="accent4"/>
          </a:solidFill>
        </p:spPr>
        <p:txBody>
          <a:bodyPr lIns="45720" rIns="45720" tIns="27432" bIns="27432" anchor="ctr">
            <a:norm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buNone/>
              <a:defRPr sz="1000" b="0" spc="0">
                <a:solidFill>
                  <a:schemeClr val="tx1">
                    <a:lumMod val="55000"/>
                    <a:lumOff val="45000"/>
                  </a:schemeClr>
                </a:solidFill>
              </a:defRPr>
            </a:lvl1pPr>
          </a:lstStyle>
          <a:p>
            <a:r>
              <a:rPr lang="ko-KR"/>
              <a:t>사진</a:t>
            </a:r>
          </a:p>
        </p:txBody>
      </p:sp>
      <p:sp>
        <p:nvSpPr>
          <p:cNvPr id="105" name="사진 2"/>
          <p:cNvSpPr>
            <a:spLocks noGrp="1"/>
          </p:cNvSpPr>
          <p:nvPr>
            <p:ph type="pic" sz="quarter" idx="14"/>
          </p:nvPr>
        </p:nvSpPr>
        <p:spPr>
          <a:xfrm>
            <a:off x="1920240" y="3429000"/>
            <a:ext cx="1188720" cy="1188720"/>
          </a:xfrm>
          <a:prstGeom prst="roundRect">
            <a:avLst>
              <a:gd name="adj" fmla="val 6000"/>
            </a:avLst>
          </a:prstGeom>
          <a:solidFill>
            <a:schemeClr val="accent4"/>
          </a:solidFill>
        </p:spPr>
        <p:txBody>
          <a:bodyPr lIns="45720" rIns="45720" tIns="27432" bIns="27432" anchor="ctr">
            <a:norm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buNone/>
              <a:defRPr sz="1000" b="0" spc="0">
                <a:solidFill>
                  <a:schemeClr val="tx1">
                    <a:lumMod val="55000"/>
                    <a:lumOff val="45000"/>
                  </a:schemeClr>
                </a:solidFill>
              </a:defRPr>
            </a:lvl1pPr>
          </a:lstStyle>
          <a:p>
            <a:r>
              <a:rPr lang="ko-KR"/>
              <a:t>사진</a:t>
            </a:r>
          </a:p>
        </p:txBody>
      </p:sp>
      <p:sp>
        <p:nvSpPr>
          <p:cNvPr id="106" name="사진 3"/>
          <p:cNvSpPr>
            <a:spLocks noGrp="1"/>
          </p:cNvSpPr>
          <p:nvPr>
            <p:ph type="pic" sz="quarter" idx="15"/>
          </p:nvPr>
        </p:nvSpPr>
        <p:spPr>
          <a:xfrm>
            <a:off x="3291840" y="3429000"/>
            <a:ext cx="1188720" cy="1188720"/>
          </a:xfrm>
          <a:prstGeom prst="roundRect">
            <a:avLst>
              <a:gd name="adj" fmla="val 6000"/>
            </a:avLst>
          </a:prstGeom>
          <a:solidFill>
            <a:schemeClr val="accent4"/>
          </a:solidFill>
        </p:spPr>
        <p:txBody>
          <a:bodyPr lIns="45720" rIns="45720" tIns="27432" bIns="27432" anchor="ctr">
            <a:norm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buNone/>
              <a:defRPr sz="1000" b="0" spc="0">
                <a:solidFill>
                  <a:schemeClr val="tx1">
                    <a:lumMod val="55000"/>
                    <a:lumOff val="45000"/>
                  </a:schemeClr>
                </a:solidFill>
              </a:defRPr>
            </a:lvl1pPr>
          </a:lstStyle>
          <a:p>
            <a:r>
              <a:rPr lang="ko-KR"/>
              <a:t>사진</a:t>
            </a:r>
          </a:p>
        </p:txBody>
      </p:sp>
      <p:sp>
        <p:nvSpPr>
          <p:cNvPr id="107" name="사진 4"/>
          <p:cNvSpPr>
            <a:spLocks noGrp="1"/>
          </p:cNvSpPr>
          <p:nvPr>
            <p:ph type="pic" sz="quarter" idx="16"/>
          </p:nvPr>
        </p:nvSpPr>
        <p:spPr>
          <a:xfrm>
            <a:off x="4663440" y="3429000"/>
            <a:ext cx="1188720" cy="1188720"/>
          </a:xfrm>
          <a:prstGeom prst="roundRect">
            <a:avLst>
              <a:gd name="adj" fmla="val 6000"/>
            </a:avLst>
          </a:prstGeom>
          <a:solidFill>
            <a:schemeClr val="accent4"/>
          </a:solidFill>
        </p:spPr>
        <p:txBody>
          <a:bodyPr lIns="45720" rIns="45720" tIns="27432" bIns="27432" anchor="ctr">
            <a:norm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buNone/>
              <a:defRPr sz="1000" b="0" spc="0">
                <a:solidFill>
                  <a:schemeClr val="tx1">
                    <a:lumMod val="55000"/>
                    <a:lumOff val="45000"/>
                  </a:schemeClr>
                </a:solidFill>
              </a:defRPr>
            </a:lvl1pPr>
          </a:lstStyle>
          <a:p>
            <a:r>
              <a:rPr lang="ko-KR"/>
              <a:t>사진</a:t>
            </a:r>
          </a:p>
        </p:txBody>
      </p:sp>
      <p:sp>
        <p:nvSpPr>
          <p:cNvPr id="108" name="사진 5"/>
          <p:cNvSpPr>
            <a:spLocks noGrp="1"/>
          </p:cNvSpPr>
          <p:nvPr>
            <p:ph type="pic" sz="quarter" idx="17"/>
          </p:nvPr>
        </p:nvSpPr>
        <p:spPr>
          <a:xfrm>
            <a:off x="548640" y="4800600"/>
            <a:ext cx="1188720" cy="1188720"/>
          </a:xfrm>
          <a:prstGeom prst="roundRect">
            <a:avLst>
              <a:gd name="adj" fmla="val 6000"/>
            </a:avLst>
          </a:prstGeom>
          <a:solidFill>
            <a:schemeClr val="accent4"/>
          </a:solidFill>
        </p:spPr>
        <p:txBody>
          <a:bodyPr lIns="45720" rIns="45720" tIns="27432" bIns="27432" anchor="ctr">
            <a:norm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buNone/>
              <a:defRPr sz="1000" b="0" spc="0">
                <a:solidFill>
                  <a:schemeClr val="tx1">
                    <a:lumMod val="55000"/>
                    <a:lumOff val="45000"/>
                  </a:schemeClr>
                </a:solidFill>
              </a:defRPr>
            </a:lvl1pPr>
          </a:lstStyle>
          <a:p>
            <a:r>
              <a:rPr lang="ko-KR"/>
              <a:t>사진</a:t>
            </a:r>
          </a:p>
        </p:txBody>
      </p:sp>
      <p:sp>
        <p:nvSpPr>
          <p:cNvPr id="109" name="사진 6"/>
          <p:cNvSpPr>
            <a:spLocks noGrp="1"/>
          </p:cNvSpPr>
          <p:nvPr>
            <p:ph type="pic" sz="quarter" idx="18"/>
          </p:nvPr>
        </p:nvSpPr>
        <p:spPr>
          <a:xfrm>
            <a:off x="1920240" y="4800600"/>
            <a:ext cx="1188720" cy="1188720"/>
          </a:xfrm>
          <a:prstGeom prst="roundRect">
            <a:avLst>
              <a:gd name="adj" fmla="val 6000"/>
            </a:avLst>
          </a:prstGeom>
          <a:solidFill>
            <a:schemeClr val="accent4"/>
          </a:solidFill>
        </p:spPr>
        <p:txBody>
          <a:bodyPr lIns="45720" rIns="45720" tIns="27432" bIns="27432" anchor="ctr">
            <a:norm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buNone/>
              <a:defRPr sz="1000" b="0" spc="0">
                <a:solidFill>
                  <a:schemeClr val="tx1">
                    <a:lumMod val="55000"/>
                    <a:lumOff val="45000"/>
                  </a:schemeClr>
                </a:solidFill>
              </a:defRPr>
            </a:lvl1pPr>
          </a:lstStyle>
          <a:p>
            <a:r>
              <a:rPr lang="ko-KR"/>
              <a:t>사진</a:t>
            </a:r>
          </a:p>
        </p:txBody>
      </p:sp>
      <p:sp>
        <p:nvSpPr>
          <p:cNvPr id="110" name="사진 7"/>
          <p:cNvSpPr>
            <a:spLocks noGrp="1"/>
          </p:cNvSpPr>
          <p:nvPr>
            <p:ph type="pic" sz="quarter" idx="19"/>
          </p:nvPr>
        </p:nvSpPr>
        <p:spPr>
          <a:xfrm>
            <a:off x="3291840" y="4800600"/>
            <a:ext cx="1188720" cy="1188720"/>
          </a:xfrm>
          <a:prstGeom prst="roundRect">
            <a:avLst>
              <a:gd name="adj" fmla="val 6000"/>
            </a:avLst>
          </a:prstGeom>
          <a:solidFill>
            <a:schemeClr val="accent4"/>
          </a:solidFill>
        </p:spPr>
        <p:txBody>
          <a:bodyPr lIns="45720" rIns="45720" tIns="27432" bIns="27432" anchor="ctr">
            <a:norm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buNone/>
              <a:defRPr sz="1000" b="0" spc="0">
                <a:solidFill>
                  <a:schemeClr val="tx1">
                    <a:lumMod val="55000"/>
                    <a:lumOff val="45000"/>
                  </a:schemeClr>
                </a:solidFill>
              </a:defRPr>
            </a:lvl1pPr>
          </a:lstStyle>
          <a:p>
            <a:r>
              <a:rPr lang="ko-KR"/>
              <a:t>사진</a:t>
            </a:r>
          </a:p>
        </p:txBody>
      </p:sp>
      <p:sp>
        <p:nvSpPr>
          <p:cNvPr id="111" name="사진 8"/>
          <p:cNvSpPr>
            <a:spLocks noGrp="1"/>
          </p:cNvSpPr>
          <p:nvPr>
            <p:ph type="pic" sz="quarter" idx="20"/>
          </p:nvPr>
        </p:nvSpPr>
        <p:spPr>
          <a:xfrm>
            <a:off x="4663440" y="4800600"/>
            <a:ext cx="1188720" cy="1188720"/>
          </a:xfrm>
          <a:prstGeom prst="roundRect">
            <a:avLst>
              <a:gd name="adj" fmla="val 6000"/>
            </a:avLst>
          </a:prstGeom>
          <a:solidFill>
            <a:schemeClr val="accent4"/>
          </a:solidFill>
        </p:spPr>
        <p:txBody>
          <a:bodyPr lIns="45720" rIns="45720" tIns="27432" bIns="27432" anchor="ctr">
            <a:norm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buNone/>
              <a:defRPr sz="1000" b="0" spc="0">
                <a:solidFill>
                  <a:schemeClr val="tx1">
                    <a:lumMod val="55000"/>
                    <a:lumOff val="45000"/>
                  </a:schemeClr>
                </a:solidFill>
              </a:defRPr>
            </a:lvl1pPr>
          </a:lstStyle>
          <a:p>
            <a:r>
              <a:rPr lang="ko-KR"/>
              <a:t>사진</a:t>
            </a:r>
          </a:p>
        </p:txBody>
      </p:sp>
      <p:sp>
        <p:nvSpPr>
          <p:cNvPr id="2" name="Arc 1"/>
          <p:cNvSpPr/>
          <p:nvPr/>
        </p:nvSpPr>
        <p:spPr>
          <a:xfrm>
            <a:off x="-182880" y="-182880"/>
            <a:ext cx="914400" cy="914400"/>
          </a:xfrm>
          <a:prstGeom prst="arc">
            <a:avLst>
              <a:gd name="adj1" fmla="val 10800000"/>
              <a:gd name="adj2" fmla="val 16200000"/>
            </a:avLst>
          </a:prstGeom>
          <a:noFill/>
          <a:ln w="9525">
            <a:solidFill>
              <a:schemeClr val="accent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" name="Arc 2"/>
          <p:cNvSpPr/>
          <p:nvPr/>
        </p:nvSpPr>
        <p:spPr>
          <a:xfrm>
            <a:off x="-548640" y="-548640"/>
            <a:ext cx="1645920" cy="1645920"/>
          </a:xfrm>
          <a:prstGeom prst="arc">
            <a:avLst>
              <a:gd name="adj1" fmla="val 10800000"/>
              <a:gd name="adj2" fmla="val 16200000"/>
            </a:avLst>
          </a:prstGeom>
          <a:noFill/>
          <a:ln w="9525">
            <a:solidFill>
              <a:schemeClr val="accent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Arc 3"/>
          <p:cNvSpPr/>
          <p:nvPr/>
        </p:nvSpPr>
        <p:spPr>
          <a:xfrm>
            <a:off x="-914400" y="-914400"/>
            <a:ext cx="2377440" cy="2377440"/>
          </a:xfrm>
          <a:prstGeom prst="arc">
            <a:avLst>
              <a:gd name="adj1" fmla="val 10800000"/>
              <a:gd name="adj2" fmla="val 16200000"/>
            </a:avLst>
          </a:prstGeom>
          <a:noFill/>
          <a:ln w="9525">
            <a:solidFill>
              <a:schemeClr val="accent5"/>
            </a:solidFill>
          </a:ln>
        </p:spPr>
        <p:txBody>
          <a:bodyPr rtlCol="0" anchor="ctr"/>
          <a:lstStyle/>
          <a:p>
            <a:pPr algn="ctr"/>
          </a:p>
        </p:txBody>
      </p:sp>
      <p:cxnSp>
        <p:nvCxnSpPr>
          <p:cNvPr id="5" name="Connector 4"/>
          <p:cNvCxnSpPr/>
          <p:nvPr/>
        </p:nvCxnSpPr>
        <p:spPr>
          <a:xfrm>
            <a:off x="454421" y="306076"/>
            <a:ext cx="990559" cy="174663"/>
          </a:xfrm>
          <a:prstGeom prst="line">
            <a:avLst/>
          </a:prstGeom>
          <a:ln w="6350" cap="rnd">
            <a:solidFill>
              <a:schemeClr val="accent5"/>
            </a:solidFill>
          </a:ln>
        </p:spPr>
      </p:cxnSp>
      <p:cxnSp>
        <p:nvCxnSpPr>
          <p:cNvPr id="6" name="Connector 5"/>
          <p:cNvCxnSpPr/>
          <p:nvPr/>
        </p:nvCxnSpPr>
        <p:spPr>
          <a:xfrm>
            <a:off x="432698" y="365759"/>
            <a:ext cx="871083" cy="502921"/>
          </a:xfrm>
          <a:prstGeom prst="line">
            <a:avLst/>
          </a:prstGeom>
          <a:ln w="6350" cap="rnd">
            <a:solidFill>
              <a:schemeClr val="accent5"/>
            </a:solidFill>
          </a:ln>
        </p:spPr>
      </p:cxnSp>
      <p:cxnSp>
        <p:nvCxnSpPr>
          <p:cNvPr id="7" name="Connector 6"/>
          <p:cNvCxnSpPr/>
          <p:nvPr/>
        </p:nvCxnSpPr>
        <p:spPr>
          <a:xfrm>
            <a:off x="391872" y="414414"/>
            <a:ext cx="646542" cy="770518"/>
          </a:xfrm>
          <a:prstGeom prst="line">
            <a:avLst/>
          </a:prstGeom>
          <a:ln w="6350" cap="rnd">
            <a:solidFill>
              <a:schemeClr val="accent5"/>
            </a:solidFill>
          </a:ln>
        </p:spPr>
      </p:cxnSp>
      <p:cxnSp>
        <p:nvCxnSpPr>
          <p:cNvPr id="8" name="Connector 7"/>
          <p:cNvCxnSpPr/>
          <p:nvPr/>
        </p:nvCxnSpPr>
        <p:spPr>
          <a:xfrm>
            <a:off x="336868" y="446170"/>
            <a:ext cx="344018" cy="945181"/>
          </a:xfrm>
          <a:prstGeom prst="line">
            <a:avLst/>
          </a:prstGeom>
          <a:ln w="6350" cap="rnd">
            <a:solidFill>
              <a:schemeClr val="accent5"/>
            </a:solidFill>
          </a:ln>
        </p:spPr>
      </p:cxnSp>
      <p:sp>
        <p:nvSpPr>
          <p:cNvPr id="9" name="Arc 8"/>
          <p:cNvSpPr/>
          <p:nvPr/>
        </p:nvSpPr>
        <p:spPr>
          <a:xfrm>
            <a:off x="6126480" y="-182880"/>
            <a:ext cx="914400" cy="914400"/>
          </a:xfrm>
          <a:prstGeom prst="arc">
            <a:avLst>
              <a:gd name="adj1" fmla="val 16200000"/>
              <a:gd name="adj2" fmla="val 0"/>
            </a:avLst>
          </a:prstGeom>
          <a:noFill/>
          <a:ln w="9525">
            <a:solidFill>
              <a:schemeClr val="accent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" name="Arc 9"/>
          <p:cNvSpPr/>
          <p:nvPr/>
        </p:nvSpPr>
        <p:spPr>
          <a:xfrm>
            <a:off x="5760720" y="-548640"/>
            <a:ext cx="1645920" cy="1645920"/>
          </a:xfrm>
          <a:prstGeom prst="arc">
            <a:avLst>
              <a:gd name="adj1" fmla="val 16200000"/>
              <a:gd name="adj2" fmla="val 0"/>
            </a:avLst>
          </a:prstGeom>
          <a:noFill/>
          <a:ln w="9525">
            <a:solidFill>
              <a:schemeClr val="accent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1" name="Arc 10"/>
          <p:cNvSpPr/>
          <p:nvPr/>
        </p:nvSpPr>
        <p:spPr>
          <a:xfrm>
            <a:off x="5394960" y="-914400"/>
            <a:ext cx="2377440" cy="2377440"/>
          </a:xfrm>
          <a:prstGeom prst="arc">
            <a:avLst>
              <a:gd name="adj1" fmla="val 16200000"/>
              <a:gd name="adj2" fmla="val 0"/>
            </a:avLst>
          </a:prstGeom>
          <a:noFill/>
          <a:ln w="9525">
            <a:solidFill>
              <a:schemeClr val="accent5"/>
            </a:solidFill>
          </a:ln>
        </p:spPr>
        <p:txBody>
          <a:bodyPr rtlCol="0" anchor="ctr"/>
          <a:lstStyle/>
          <a:p>
            <a:pPr algn="ctr"/>
          </a:p>
        </p:txBody>
      </p:sp>
      <p:cxnSp>
        <p:nvCxnSpPr>
          <p:cNvPr id="12" name="Connector 11"/>
          <p:cNvCxnSpPr/>
          <p:nvPr/>
        </p:nvCxnSpPr>
        <p:spPr>
          <a:xfrm flipH="1">
            <a:off x="5413019" y="306076"/>
            <a:ext cx="990559" cy="174663"/>
          </a:xfrm>
          <a:prstGeom prst="line">
            <a:avLst/>
          </a:prstGeom>
          <a:ln w="6350" cap="rnd">
            <a:solidFill>
              <a:schemeClr val="accent5"/>
            </a:solidFill>
          </a:ln>
        </p:spPr>
      </p:cxnSp>
      <p:cxnSp>
        <p:nvCxnSpPr>
          <p:cNvPr id="13" name="Connector 12"/>
          <p:cNvCxnSpPr/>
          <p:nvPr/>
        </p:nvCxnSpPr>
        <p:spPr>
          <a:xfrm flipH="1">
            <a:off x="5554218" y="365759"/>
            <a:ext cx="871083" cy="502921"/>
          </a:xfrm>
          <a:prstGeom prst="line">
            <a:avLst/>
          </a:prstGeom>
          <a:ln w="6350" cap="rnd">
            <a:solidFill>
              <a:schemeClr val="accent5"/>
            </a:solidFill>
          </a:ln>
        </p:spPr>
      </p:cxnSp>
      <p:cxnSp>
        <p:nvCxnSpPr>
          <p:cNvPr id="14" name="Connector 13"/>
          <p:cNvCxnSpPr/>
          <p:nvPr/>
        </p:nvCxnSpPr>
        <p:spPr>
          <a:xfrm flipH="1">
            <a:off x="5819585" y="414414"/>
            <a:ext cx="646542" cy="770518"/>
          </a:xfrm>
          <a:prstGeom prst="line">
            <a:avLst/>
          </a:prstGeom>
          <a:ln w="6350" cap="rnd">
            <a:solidFill>
              <a:schemeClr val="accent5"/>
            </a:solidFill>
          </a:ln>
        </p:spPr>
      </p:cxnSp>
      <p:cxnSp>
        <p:nvCxnSpPr>
          <p:cNvPr id="15" name="Connector 14"/>
          <p:cNvCxnSpPr/>
          <p:nvPr/>
        </p:nvCxnSpPr>
        <p:spPr>
          <a:xfrm flipH="1">
            <a:off x="6177113" y="446170"/>
            <a:ext cx="344018" cy="945181"/>
          </a:xfrm>
          <a:prstGeom prst="line">
            <a:avLst/>
          </a:prstGeom>
          <a:ln w="6350" cap="rnd">
            <a:solidFill>
              <a:schemeClr val="accent5"/>
            </a:solidFill>
          </a:ln>
        </p:spPr>
      </p:cxnSp>
      <p:cxnSp>
        <p:nvCxnSpPr>
          <p:cNvPr id="16" name="Connector 15"/>
          <p:cNvCxnSpPr/>
          <p:nvPr/>
        </p:nvCxnSpPr>
        <p:spPr>
          <a:xfrm>
            <a:off x="1965960" y="1517904"/>
            <a:ext cx="1280160" cy="0"/>
          </a:xfrm>
          <a:prstGeom prst="line">
            <a:avLst/>
          </a:prstGeom>
          <a:ln w="9525" cap="rnd">
            <a:solidFill>
              <a:schemeClr val="accent5"/>
            </a:solidFill>
          </a:ln>
        </p:spPr>
      </p:cxnSp>
      <p:cxnSp>
        <p:nvCxnSpPr>
          <p:cNvPr id="17" name="Connector 16"/>
          <p:cNvCxnSpPr/>
          <p:nvPr/>
        </p:nvCxnSpPr>
        <p:spPr>
          <a:xfrm>
            <a:off x="3611880" y="1517904"/>
            <a:ext cx="1280160" cy="0"/>
          </a:xfrm>
          <a:prstGeom prst="line">
            <a:avLst/>
          </a:prstGeom>
          <a:ln w="9525" cap="rnd">
            <a:solidFill>
              <a:schemeClr val="accent5"/>
            </a:solidFill>
          </a:ln>
        </p:spPr>
      </p:cxnSp>
      <p:sp>
        <p:nvSpPr>
          <p:cNvPr id="18" name="Diamond 17"/>
          <p:cNvSpPr/>
          <p:nvPr/>
        </p:nvSpPr>
        <p:spPr>
          <a:xfrm>
            <a:off x="3369564" y="1458468"/>
            <a:ext cx="118872" cy="118872"/>
          </a:xfrm>
          <a:prstGeom prst="diamond">
            <a:avLst/>
          </a:prstGeom>
          <a:solidFill>
            <a:schemeClr val="accent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한 문장">
    <p:bg>
      <p:bgPr>
        <a:pattFill prst="ltUpDiag">
          <a:fgClr>
            <a:schemeClr val="accent1">
              <a:lumMod val="10000"/>
              <a:lumOff val="90000"/>
            </a:schemeClr>
          </a:fgClr>
          <a:bgClr>
            <a:schemeClr val="bg2"/>
          </a:bgClr>
        </a:patt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영문 라벨"/>
          <p:cNvSpPr>
            <a:spLocks noGrp="1"/>
          </p:cNvSpPr>
          <p:nvPr>
            <p:ph type="body" sz="quarter" idx="10"/>
          </p:nvPr>
        </p:nvSpPr>
        <p:spPr>
          <a:xfrm>
            <a:off x="1463040" y="365760"/>
            <a:ext cx="3931920" cy="310896"/>
          </a:xfrm>
          <a:noFill/>
        </p:spPr>
        <p:txBody>
          <a:bodyPr lIns="45720" rIns="45720" tIns="27432" bIns="27432" anchor="ctr">
            <a:normAutofit/>
          </a:bodyPr>
          <a:lstStyle>
            <a:lvl1pPr marL="0" indent="0" algn="ctr">
              <a:lnSpc>
                <a:spcPct val="110000"/>
              </a:lnSpc>
              <a:spcBef>
                <a:spcPts val="0"/>
              </a:spcBef>
              <a:buNone/>
              <a:defRPr sz="1100" b="0" spc="300" cap="all">
                <a:solidFill>
                  <a:schemeClr val="tx2"/>
                </a:solidFill>
              </a:defRPr>
            </a:lvl1pPr>
          </a:lstStyle>
          <a:p>
            <a:r>
              <a:rPr lang="ko-KR"/>
              <a:t>LABEL</a:t>
            </a:r>
          </a:p>
        </p:txBody>
      </p:sp>
      <p:sp>
        <p:nvSpPr>
          <p:cNvPr id="102" name="쪽 번호"/>
          <p:cNvSpPr>
            <a:spLocks noGrp="1"/>
          </p:cNvSpPr>
          <p:nvPr>
            <p:ph type="sldNum" sz="quarter" idx="12"/>
          </p:nvPr>
        </p:nvSpPr>
        <p:spPr>
          <a:xfrm>
            <a:off x="3063240" y="6309360"/>
            <a:ext cx="731520" cy="329184"/>
          </a:xfrm>
          <a:noFill/>
        </p:spPr>
        <p:txBody>
          <a:bodyPr lIns="45720" rIns="45720" tIns="27432" bIns="27432" anchor="ctr">
            <a:normAutofit/>
          </a:bodyPr>
          <a:lstStyle>
            <a:lvl1pPr marL="0" indent="0" algn="ctr">
              <a:lnSpc>
                <a:spcPct val="110000"/>
              </a:lnSpc>
              <a:spcBef>
                <a:spcPts val="0"/>
              </a:spcBef>
              <a:buNone/>
              <a:defRPr sz="1000" b="0" spc="200">
                <a:solidFill>
                  <a:schemeClr val="tx1">
                    <a:lumMod val="55000"/>
                    <a:lumOff val="45000"/>
                  </a:schemeClr>
                </a:solidFill>
              </a:defRPr>
            </a:lvl1pPr>
          </a:lstStyle>
          <a:p>
            <a:fld id="{ED172B1C-994B-4877-A87D-91DB68D51703}" type="slidenum">
              <a:rPr lang="en-US"/>
              <a:t>‹#›</a:t>
            </a:fld>
          </a:p>
        </p:txBody>
      </p:sp>
      <p:sp>
        <p:nvSpPr>
          <p:cNvPr id="103" name="한 문장"/>
          <p:cNvSpPr>
            <a:spLocks noGrp="1"/>
          </p:cNvSpPr>
          <p:nvPr>
            <p:ph type="title"/>
          </p:nvPr>
        </p:nvSpPr>
        <p:spPr>
          <a:xfrm>
            <a:off x="822959" y="2331720"/>
            <a:ext cx="5212080" cy="2331720"/>
          </a:xfrm>
          <a:noFill/>
        </p:spPr>
        <p:txBody>
          <a:bodyPr lIns="45720" rIns="45720" tIns="27432" bIns="27432" anchor="ctr">
            <a:normAutofit/>
          </a:bodyPr>
          <a:lstStyle>
            <a:lvl1pPr marL="0" indent="0" algn="ctr">
              <a:lnSpc>
                <a:spcPct val="130000"/>
              </a:lnSpc>
              <a:spcBef>
                <a:spcPts val="0"/>
              </a:spcBef>
              <a:buNone/>
              <a:defRPr sz="2600" b="0" spc="0">
                <a:solidFill>
                  <a:schemeClr val="tx2"/>
                </a:solidFill>
                <a:latin typeface="+mj-lt"/>
                <a:ea typeface="+mj-ea"/>
              </a:defRPr>
            </a:lvl1pPr>
          </a:lstStyle>
          <a:p>
            <a:r>
              <a:rPr lang="ko-KR"/>
              <a:t>한 문장으로 말하면</a:t>
            </a:r>
          </a:p>
        </p:txBody>
      </p:sp>
      <p:sp>
        <p:nvSpPr>
          <p:cNvPr id="2" name="Arc 1"/>
          <p:cNvSpPr/>
          <p:nvPr/>
        </p:nvSpPr>
        <p:spPr>
          <a:xfrm>
            <a:off x="-182880" y="-182880"/>
            <a:ext cx="914400" cy="914400"/>
          </a:xfrm>
          <a:prstGeom prst="arc">
            <a:avLst>
              <a:gd name="adj1" fmla="val 10800000"/>
              <a:gd name="adj2" fmla="val 16200000"/>
            </a:avLst>
          </a:prstGeom>
          <a:noFill/>
          <a:ln w="9525">
            <a:solidFill>
              <a:schemeClr val="accent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" name="Arc 2"/>
          <p:cNvSpPr/>
          <p:nvPr/>
        </p:nvSpPr>
        <p:spPr>
          <a:xfrm>
            <a:off x="-548640" y="-548640"/>
            <a:ext cx="1645920" cy="1645920"/>
          </a:xfrm>
          <a:prstGeom prst="arc">
            <a:avLst>
              <a:gd name="adj1" fmla="val 10800000"/>
              <a:gd name="adj2" fmla="val 16200000"/>
            </a:avLst>
          </a:prstGeom>
          <a:noFill/>
          <a:ln w="9525">
            <a:solidFill>
              <a:schemeClr val="accent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Arc 3"/>
          <p:cNvSpPr/>
          <p:nvPr/>
        </p:nvSpPr>
        <p:spPr>
          <a:xfrm>
            <a:off x="-914400" y="-914400"/>
            <a:ext cx="2377440" cy="2377440"/>
          </a:xfrm>
          <a:prstGeom prst="arc">
            <a:avLst>
              <a:gd name="adj1" fmla="val 10800000"/>
              <a:gd name="adj2" fmla="val 16200000"/>
            </a:avLst>
          </a:prstGeom>
          <a:noFill/>
          <a:ln w="9525">
            <a:solidFill>
              <a:schemeClr val="accent5"/>
            </a:solidFill>
          </a:ln>
        </p:spPr>
        <p:txBody>
          <a:bodyPr rtlCol="0" anchor="ctr"/>
          <a:lstStyle/>
          <a:p>
            <a:pPr algn="ctr"/>
          </a:p>
        </p:txBody>
      </p:sp>
      <p:cxnSp>
        <p:nvCxnSpPr>
          <p:cNvPr id="5" name="Connector 4"/>
          <p:cNvCxnSpPr/>
          <p:nvPr/>
        </p:nvCxnSpPr>
        <p:spPr>
          <a:xfrm>
            <a:off x="454421" y="306076"/>
            <a:ext cx="990559" cy="174663"/>
          </a:xfrm>
          <a:prstGeom prst="line">
            <a:avLst/>
          </a:prstGeom>
          <a:ln w="6350" cap="rnd">
            <a:solidFill>
              <a:schemeClr val="accent5"/>
            </a:solidFill>
          </a:ln>
        </p:spPr>
      </p:cxnSp>
      <p:cxnSp>
        <p:nvCxnSpPr>
          <p:cNvPr id="6" name="Connector 5"/>
          <p:cNvCxnSpPr/>
          <p:nvPr/>
        </p:nvCxnSpPr>
        <p:spPr>
          <a:xfrm>
            <a:off x="432698" y="365759"/>
            <a:ext cx="871083" cy="502921"/>
          </a:xfrm>
          <a:prstGeom prst="line">
            <a:avLst/>
          </a:prstGeom>
          <a:ln w="6350" cap="rnd">
            <a:solidFill>
              <a:schemeClr val="accent5"/>
            </a:solidFill>
          </a:ln>
        </p:spPr>
      </p:cxnSp>
      <p:cxnSp>
        <p:nvCxnSpPr>
          <p:cNvPr id="7" name="Connector 6"/>
          <p:cNvCxnSpPr/>
          <p:nvPr/>
        </p:nvCxnSpPr>
        <p:spPr>
          <a:xfrm>
            <a:off x="391872" y="414414"/>
            <a:ext cx="646542" cy="770518"/>
          </a:xfrm>
          <a:prstGeom prst="line">
            <a:avLst/>
          </a:prstGeom>
          <a:ln w="6350" cap="rnd">
            <a:solidFill>
              <a:schemeClr val="accent5"/>
            </a:solidFill>
          </a:ln>
        </p:spPr>
      </p:cxnSp>
      <p:cxnSp>
        <p:nvCxnSpPr>
          <p:cNvPr id="8" name="Connector 7"/>
          <p:cNvCxnSpPr/>
          <p:nvPr/>
        </p:nvCxnSpPr>
        <p:spPr>
          <a:xfrm>
            <a:off x="336868" y="446170"/>
            <a:ext cx="344018" cy="945181"/>
          </a:xfrm>
          <a:prstGeom prst="line">
            <a:avLst/>
          </a:prstGeom>
          <a:ln w="6350" cap="rnd">
            <a:solidFill>
              <a:schemeClr val="accent5"/>
            </a:solidFill>
          </a:ln>
        </p:spPr>
      </p:cxnSp>
      <p:sp>
        <p:nvSpPr>
          <p:cNvPr id="9" name="Arc 8"/>
          <p:cNvSpPr/>
          <p:nvPr/>
        </p:nvSpPr>
        <p:spPr>
          <a:xfrm>
            <a:off x="6126480" y="-182880"/>
            <a:ext cx="914400" cy="914400"/>
          </a:xfrm>
          <a:prstGeom prst="arc">
            <a:avLst>
              <a:gd name="adj1" fmla="val 16200000"/>
              <a:gd name="adj2" fmla="val 0"/>
            </a:avLst>
          </a:prstGeom>
          <a:noFill/>
          <a:ln w="9525">
            <a:solidFill>
              <a:schemeClr val="accent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" name="Arc 9"/>
          <p:cNvSpPr/>
          <p:nvPr/>
        </p:nvSpPr>
        <p:spPr>
          <a:xfrm>
            <a:off x="5760720" y="-548640"/>
            <a:ext cx="1645920" cy="1645920"/>
          </a:xfrm>
          <a:prstGeom prst="arc">
            <a:avLst>
              <a:gd name="adj1" fmla="val 16200000"/>
              <a:gd name="adj2" fmla="val 0"/>
            </a:avLst>
          </a:prstGeom>
          <a:noFill/>
          <a:ln w="9525">
            <a:solidFill>
              <a:schemeClr val="accent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1" name="Arc 10"/>
          <p:cNvSpPr/>
          <p:nvPr/>
        </p:nvSpPr>
        <p:spPr>
          <a:xfrm>
            <a:off x="5394960" y="-914400"/>
            <a:ext cx="2377440" cy="2377440"/>
          </a:xfrm>
          <a:prstGeom prst="arc">
            <a:avLst>
              <a:gd name="adj1" fmla="val 16200000"/>
              <a:gd name="adj2" fmla="val 0"/>
            </a:avLst>
          </a:prstGeom>
          <a:noFill/>
          <a:ln w="9525">
            <a:solidFill>
              <a:schemeClr val="accent5"/>
            </a:solidFill>
          </a:ln>
        </p:spPr>
        <p:txBody>
          <a:bodyPr rtlCol="0" anchor="ctr"/>
          <a:lstStyle/>
          <a:p>
            <a:pPr algn="ctr"/>
          </a:p>
        </p:txBody>
      </p:sp>
      <p:cxnSp>
        <p:nvCxnSpPr>
          <p:cNvPr id="12" name="Connector 11"/>
          <p:cNvCxnSpPr/>
          <p:nvPr/>
        </p:nvCxnSpPr>
        <p:spPr>
          <a:xfrm flipH="1">
            <a:off x="5413019" y="306076"/>
            <a:ext cx="990559" cy="174663"/>
          </a:xfrm>
          <a:prstGeom prst="line">
            <a:avLst/>
          </a:prstGeom>
          <a:ln w="6350" cap="rnd">
            <a:solidFill>
              <a:schemeClr val="accent5"/>
            </a:solidFill>
          </a:ln>
        </p:spPr>
      </p:cxnSp>
      <p:cxnSp>
        <p:nvCxnSpPr>
          <p:cNvPr id="13" name="Connector 12"/>
          <p:cNvCxnSpPr/>
          <p:nvPr/>
        </p:nvCxnSpPr>
        <p:spPr>
          <a:xfrm flipH="1">
            <a:off x="5554218" y="365759"/>
            <a:ext cx="871083" cy="502921"/>
          </a:xfrm>
          <a:prstGeom prst="line">
            <a:avLst/>
          </a:prstGeom>
          <a:ln w="6350" cap="rnd">
            <a:solidFill>
              <a:schemeClr val="accent5"/>
            </a:solidFill>
          </a:ln>
        </p:spPr>
      </p:cxnSp>
      <p:cxnSp>
        <p:nvCxnSpPr>
          <p:cNvPr id="14" name="Connector 13"/>
          <p:cNvCxnSpPr/>
          <p:nvPr/>
        </p:nvCxnSpPr>
        <p:spPr>
          <a:xfrm flipH="1">
            <a:off x="5819585" y="414414"/>
            <a:ext cx="646542" cy="770518"/>
          </a:xfrm>
          <a:prstGeom prst="line">
            <a:avLst/>
          </a:prstGeom>
          <a:ln w="6350" cap="rnd">
            <a:solidFill>
              <a:schemeClr val="accent5"/>
            </a:solidFill>
          </a:ln>
        </p:spPr>
      </p:cxnSp>
      <p:cxnSp>
        <p:nvCxnSpPr>
          <p:cNvPr id="15" name="Connector 14"/>
          <p:cNvCxnSpPr/>
          <p:nvPr/>
        </p:nvCxnSpPr>
        <p:spPr>
          <a:xfrm flipH="1">
            <a:off x="6177113" y="446170"/>
            <a:ext cx="344018" cy="945181"/>
          </a:xfrm>
          <a:prstGeom prst="line">
            <a:avLst/>
          </a:prstGeom>
          <a:ln w="6350" cap="rnd">
            <a:solidFill>
              <a:schemeClr val="accent5"/>
            </a:solidFill>
          </a:ln>
        </p:spPr>
      </p:cxnSp>
      <p:grpSp>
        <p:nvGrpSpPr>
          <p:cNvPr id="16" name="따옴표 장식"/>
          <p:cNvGrpSpPr/>
          <p:nvPr/>
        </p:nvGrpSpPr>
        <p:grpSpPr>
          <a:xfrm>
            <a:off x="2926080" y="1520189"/>
            <a:ext cx="1005840" cy="251460"/>
            <a:chOff x="2926080" y="1520189"/>
            <a:chExt cx="1005840" cy="251460"/>
          </a:xfrm>
        </p:grpSpPr>
        <p:sp>
          <p:nvSpPr>
            <p:cNvPr id="17" name="Diamond 16"/>
            <p:cNvSpPr/>
            <p:nvPr/>
          </p:nvSpPr>
          <p:spPr>
            <a:xfrm>
              <a:off x="3303270" y="1520189"/>
              <a:ext cx="251460" cy="251460"/>
            </a:xfrm>
            <a:prstGeom prst="diamond">
              <a:avLst/>
            </a:prstGeom>
            <a:solidFill>
              <a:schemeClr val="accent5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cxnSp>
          <p:nvCxnSpPr>
            <p:cNvPr id="18" name="Connector 17"/>
            <p:cNvCxnSpPr/>
            <p:nvPr/>
          </p:nvCxnSpPr>
          <p:spPr>
            <a:xfrm>
              <a:off x="2926080" y="1645919"/>
              <a:ext cx="297180" cy="0"/>
            </a:xfrm>
            <a:prstGeom prst="line">
              <a:avLst/>
            </a:prstGeom>
            <a:ln w="9525" cap="rnd">
              <a:solidFill>
                <a:schemeClr val="accent5"/>
              </a:solidFill>
            </a:ln>
          </p:spPr>
        </p:cxnSp>
        <p:cxnSp>
          <p:nvCxnSpPr>
            <p:cNvPr id="19" name="Connector 18"/>
            <p:cNvCxnSpPr/>
            <p:nvPr/>
          </p:nvCxnSpPr>
          <p:spPr>
            <a:xfrm>
              <a:off x="3634740" y="1645919"/>
              <a:ext cx="297180" cy="0"/>
            </a:xfrm>
            <a:prstGeom prst="line">
              <a:avLst/>
            </a:prstGeom>
            <a:ln w="9525" cap="rnd">
              <a:solidFill>
                <a:schemeClr val="accent5"/>
              </a:solidFill>
            </a:ln>
          </p:spPr>
        </p:cxnSp>
      </p:grpSp>
      <p:cxnSp>
        <p:nvCxnSpPr>
          <p:cNvPr id="20" name="Connector 19"/>
          <p:cNvCxnSpPr/>
          <p:nvPr/>
        </p:nvCxnSpPr>
        <p:spPr>
          <a:xfrm>
            <a:off x="2880360" y="5349240"/>
            <a:ext cx="1097279" cy="0"/>
          </a:xfrm>
          <a:prstGeom prst="line">
            <a:avLst/>
          </a:prstGeom>
          <a:ln w="9525" cap="rnd">
            <a:solidFill>
              <a:schemeClr val="accent5"/>
            </a:solidFill>
          </a:ln>
        </p:spPr>
      </p:cxnSp>
      <p:sp>
        <p:nvSpPr>
          <p:cNvPr id="21" name="Diamond 20"/>
          <p:cNvSpPr/>
          <p:nvPr/>
        </p:nvSpPr>
        <p:spPr>
          <a:xfrm>
            <a:off x="3369564" y="5289804"/>
            <a:ext cx="118872" cy="118872"/>
          </a:xfrm>
          <a:prstGeom prst="diamond">
            <a:avLst/>
          </a:prstGeom>
          <a:solidFill>
            <a:schemeClr val="accent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342900" y="274638"/>
            <a:ext cx="61722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342900" y="1600200"/>
            <a:ext cx="61722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342900" y="6356350"/>
            <a:ext cx="1600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2343150" y="6356350"/>
            <a:ext cx="21717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4914900" y="6356350"/>
            <a:ext cx="1600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4" r:id="rId6"/>
    <p:sldLayoutId id="2147483655" r:id="rId7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0" sz="quarter"/>
          </p:nvPr>
        </p:nvSpPr>
        <p:spPr/>
        <p:txBody>
          <a:bodyPr/>
          <a:lstStyle/>
          <a:p>
            <a:r>
              <a:rPr lang="ko-KR"/>
              <a:t>TURQUOISE  ·  CARD NEWS</a:t>
            </a:r>
          </a:p>
        </p:txBody>
      </p:sp>
      <p:sp>
        <p:nvSpPr>
          <p:cNvPr id="3" name="Title 2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ko-KR"/>
              <a:t>열대야에 잠 잘 자는 방법</a:t>
            </a:r>
          </a:p>
        </p:txBody>
      </p:sp>
      <p:sp>
        <p:nvSpPr>
          <p:cNvPr id="4" name="Subtitle 3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ko-KR"/>
              <a:t>옆으로 넘겨 보세요 →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idx="11" sz="quarter"/>
          </p:nvPr>
        </p:nvSpPr>
        <p:spPr/>
        <p:txBody>
          <a:bodyPr/>
          <a:lstStyle/>
          <a:p>
            <a:r>
              <a:rPr lang="ko-KR"/>
              <a:t>계절 안부 · 카드뉴스</a:t>
            </a:r>
          </a:p>
        </p:txBody>
      </p:sp>
    </p:spTree>
  </p:cSld>
  <p:clrMapOvr>
    <a:masterClrMapping/>
  </p:clrMapOvr>
  <p:transition spd="med">
    <p:fade/>
  </p:transition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0" sz="quarter"/>
          </p:nvPr>
        </p:nvSpPr>
        <p:spPr/>
        <p:txBody>
          <a:bodyPr/>
          <a:lstStyle/>
          <a:p>
            <a:r>
              <a:rPr lang="ko-KR"/>
              <a:t>01 / 05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/>
              <a:t>겉옷 한 벌 챙기세요</a:t>
            </a:r>
          </a:p>
        </p:txBody>
      </p:sp>
      <p:sp>
        <p:nvSpPr>
          <p:cNvPr id="4" name="쪽 번호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7DD0DEC-B37B-4D33-979F-EBEFEEF367AB}" type="slidenum">
              <a:rPr lang="en-US"/>
              <a:t>‹#›</a:t>
            </a:fld>
            <a:endParaRPr lang="en-US"/>
          </a:p>
        </p:txBody>
      </p:sp>
      <p:sp>
        <p:nvSpPr>
          <p:cNvPr id="5" name="번호"/>
          <p:cNvSpPr txBox="1"/>
          <p:nvPr/>
        </p:nvSpPr>
        <p:spPr>
          <a:xfrm>
            <a:off x="548640" y="1737360"/>
            <a:ext cx="2377440" cy="1280160"/>
          </a:xfrm>
          <a:prstGeom prst="rect">
            <a:avLst/>
          </a:prstGeom>
          <a:noFill/>
        </p:spPr>
        <p:txBody>
          <a:bodyPr wrap="square" lIns="45720" rIns="45720" tIns="27432" bIns="27432" anchor="t">
            <a:noAutofit/>
          </a:bodyPr>
          <a:lstStyle/>
          <a:p>
            <a:pPr algn="l">
              <a:lnSpc>
                <a:spcPct val="120000"/>
              </a:lnSpc>
            </a:pPr>
            <a:r>
              <a:rPr sz="6600" b="1" i="0" lang="ko-KR">
                <a:solidFill>
                  <a:schemeClr val="accent1"/>
                </a:solidFill>
                <a:latin typeface="+mj-lt"/>
                <a:ea typeface="+mj-ea"/>
              </a:rPr>
              <a:t>01</a:t>
            </a:r>
          </a:p>
        </p:txBody>
      </p:sp>
      <p:sp>
        <p:nvSpPr>
          <p:cNvPr id="6" name="본문"/>
          <p:cNvSpPr txBox="1"/>
          <p:nvPr/>
        </p:nvSpPr>
        <p:spPr>
          <a:xfrm>
            <a:off x="548640" y="3291840"/>
            <a:ext cx="5760720" cy="2651760"/>
          </a:xfrm>
          <a:prstGeom prst="rect">
            <a:avLst/>
          </a:prstGeom>
          <a:noFill/>
        </p:spPr>
        <p:txBody>
          <a:bodyPr wrap="square" lIns="45720" rIns="45720" tIns="27432" bIns="27432" anchor="t">
            <a:noAutofit/>
          </a:bodyPr>
          <a:lstStyle/>
          <a:p>
            <a:pPr algn="l">
              <a:lnSpc>
                <a:spcPct val="145000"/>
              </a:lnSpc>
            </a:pPr>
            <a:r>
              <a:rPr sz="2600" b="0" i="0" lang="ko-KR">
                <a:solidFill>
                  <a:schemeClr val="tx1"/>
                </a:solidFill>
              </a:rPr>
              <a:t>아침저녁 기온 차가 큰 때에는 얇은 겉옷이 든든해요.</a:t>
            </a:r>
          </a:p>
        </p:txBody>
      </p:sp>
    </p:spTree>
  </p:cSld>
  <p:clrMapOvr>
    <a:masterClrMapping/>
  </p:clrMapOvr>
  <p:transition spd="med">
    <p:cover dir="l"/>
  </p:transition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0" sz="quarter"/>
          </p:nvPr>
        </p:nvSpPr>
        <p:spPr/>
        <p:txBody>
          <a:bodyPr/>
          <a:lstStyle/>
          <a:p>
            <a:r>
              <a:rPr lang="ko-KR"/>
              <a:t>02 / 05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/>
              <a:t>계절 인사 한 줄 보내기</a:t>
            </a:r>
          </a:p>
        </p:txBody>
      </p:sp>
      <p:sp>
        <p:nvSpPr>
          <p:cNvPr id="4" name="쪽 번호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27FBF69-1940-4A2C-971D-D607D1C7C6FD}" type="slidenum">
              <a:rPr lang="en-US"/>
              <a:t>‹#›</a:t>
            </a:fld>
            <a:endParaRPr lang="en-US"/>
          </a:p>
        </p:txBody>
      </p:sp>
      <p:sp>
        <p:nvSpPr>
          <p:cNvPr id="5" name="번호"/>
          <p:cNvSpPr txBox="1"/>
          <p:nvPr/>
        </p:nvSpPr>
        <p:spPr>
          <a:xfrm>
            <a:off x="548640" y="1737360"/>
            <a:ext cx="2377440" cy="1280160"/>
          </a:xfrm>
          <a:prstGeom prst="rect">
            <a:avLst/>
          </a:prstGeom>
          <a:noFill/>
        </p:spPr>
        <p:txBody>
          <a:bodyPr wrap="square" lIns="45720" rIns="45720" tIns="27432" bIns="27432" anchor="t">
            <a:noAutofit/>
          </a:bodyPr>
          <a:lstStyle/>
          <a:p>
            <a:pPr algn="l">
              <a:lnSpc>
                <a:spcPct val="120000"/>
              </a:lnSpc>
            </a:pPr>
            <a:r>
              <a:rPr sz="6600" b="1" i="0" lang="ko-KR">
                <a:solidFill>
                  <a:schemeClr val="accent1"/>
                </a:solidFill>
                <a:latin typeface="+mj-lt"/>
                <a:ea typeface="+mj-ea"/>
              </a:rPr>
              <a:t>02</a:t>
            </a:r>
          </a:p>
        </p:txBody>
      </p:sp>
      <p:sp>
        <p:nvSpPr>
          <p:cNvPr id="6" name="본문"/>
          <p:cNvSpPr txBox="1"/>
          <p:nvPr/>
        </p:nvSpPr>
        <p:spPr>
          <a:xfrm>
            <a:off x="548640" y="3291840"/>
            <a:ext cx="5760720" cy="2651760"/>
          </a:xfrm>
          <a:prstGeom prst="rect">
            <a:avLst/>
          </a:prstGeom>
          <a:noFill/>
        </p:spPr>
        <p:txBody>
          <a:bodyPr wrap="square" lIns="45720" rIns="45720" tIns="27432" bIns="27432" anchor="t">
            <a:noAutofit/>
          </a:bodyPr>
          <a:lstStyle/>
          <a:p>
            <a:pPr algn="l">
              <a:lnSpc>
                <a:spcPct val="145000"/>
              </a:lnSpc>
            </a:pPr>
            <a:r>
              <a:rPr sz="2600" b="0" i="0" lang="ko-KR">
                <a:solidFill>
                  <a:schemeClr val="tx1"/>
                </a:solidFill>
              </a:rPr>
              <a:t>안부를 묻는 짧은 메시지가 하루를 따뜻하게 해요.</a:t>
            </a:r>
          </a:p>
        </p:txBody>
      </p:sp>
    </p:spTree>
  </p:cSld>
  <p:clrMapOvr>
    <a:masterClrMapping/>
  </p:clrMapOvr>
  <p:transition spd="med">
    <p:cover dir="l"/>
  </p:transition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0" sz="quarter"/>
          </p:nvPr>
        </p:nvSpPr>
        <p:spPr/>
        <p:txBody>
          <a:bodyPr/>
          <a:lstStyle/>
          <a:p>
            <a:r>
              <a:rPr lang="ko-KR"/>
              <a:t>03 / 05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/>
              <a:t>제철 음식으로 기운 채우기</a:t>
            </a:r>
          </a:p>
        </p:txBody>
      </p:sp>
      <p:sp>
        <p:nvSpPr>
          <p:cNvPr id="4" name="쪽 번호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050913E-0C6A-4A2B-9111-C538353BF177}" type="slidenum">
              <a:rPr lang="en-US"/>
              <a:t>‹#›</a:t>
            </a:fld>
            <a:endParaRPr lang="en-US"/>
          </a:p>
        </p:txBody>
      </p:sp>
      <p:sp>
        <p:nvSpPr>
          <p:cNvPr id="5" name="번호"/>
          <p:cNvSpPr txBox="1"/>
          <p:nvPr/>
        </p:nvSpPr>
        <p:spPr>
          <a:xfrm>
            <a:off x="548640" y="1737360"/>
            <a:ext cx="2377440" cy="1280160"/>
          </a:xfrm>
          <a:prstGeom prst="rect">
            <a:avLst/>
          </a:prstGeom>
          <a:noFill/>
        </p:spPr>
        <p:txBody>
          <a:bodyPr wrap="square" lIns="45720" rIns="45720" tIns="27432" bIns="27432" anchor="t">
            <a:noAutofit/>
          </a:bodyPr>
          <a:lstStyle/>
          <a:p>
            <a:pPr algn="l">
              <a:lnSpc>
                <a:spcPct val="120000"/>
              </a:lnSpc>
            </a:pPr>
            <a:r>
              <a:rPr sz="6600" b="1" i="0" lang="ko-KR">
                <a:solidFill>
                  <a:schemeClr val="accent1"/>
                </a:solidFill>
                <a:latin typeface="+mj-lt"/>
                <a:ea typeface="+mj-ea"/>
              </a:rPr>
              <a:t>03</a:t>
            </a:r>
          </a:p>
        </p:txBody>
      </p:sp>
      <p:sp>
        <p:nvSpPr>
          <p:cNvPr id="6" name="본문"/>
          <p:cNvSpPr txBox="1"/>
          <p:nvPr/>
        </p:nvSpPr>
        <p:spPr>
          <a:xfrm>
            <a:off x="548640" y="3291840"/>
            <a:ext cx="5760720" cy="2651760"/>
          </a:xfrm>
          <a:prstGeom prst="rect">
            <a:avLst/>
          </a:prstGeom>
          <a:noFill/>
        </p:spPr>
        <p:txBody>
          <a:bodyPr wrap="square" lIns="45720" rIns="45720" tIns="27432" bIns="27432" anchor="t">
            <a:noAutofit/>
          </a:bodyPr>
          <a:lstStyle/>
          <a:p>
            <a:pPr algn="l">
              <a:lnSpc>
                <a:spcPct val="145000"/>
              </a:lnSpc>
            </a:pPr>
            <a:r>
              <a:rPr sz="2600" b="0" i="0" lang="ko-KR">
                <a:solidFill>
                  <a:schemeClr val="tx1"/>
                </a:solidFill>
              </a:rPr>
              <a:t>지금 가장 맛있는 제철 음식을 가족과 나눠 보세요.</a:t>
            </a:r>
          </a:p>
        </p:txBody>
      </p:sp>
    </p:spTree>
  </p:cSld>
  <p:clrMapOvr>
    <a:masterClrMapping/>
  </p:clrMapOvr>
  <p:transition spd="med">
    <p:cover dir="l"/>
  </p:transition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0" sz="quarter"/>
          </p:nvPr>
        </p:nvSpPr>
        <p:spPr/>
        <p:txBody>
          <a:bodyPr/>
          <a:lstStyle/>
          <a:p>
            <a:r>
              <a:rPr lang="ko-KR"/>
              <a:t>04 / 05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/>
              <a:t>창문 열고 환기하기</a:t>
            </a:r>
          </a:p>
        </p:txBody>
      </p:sp>
      <p:sp>
        <p:nvSpPr>
          <p:cNvPr id="4" name="쪽 번호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CB3F52C-566C-4D15-BFCD-BD33CE92E608}" type="slidenum">
              <a:rPr lang="en-US"/>
              <a:t>‹#›</a:t>
            </a:fld>
            <a:endParaRPr lang="en-US"/>
          </a:p>
        </p:txBody>
      </p:sp>
      <p:sp>
        <p:nvSpPr>
          <p:cNvPr id="5" name="번호"/>
          <p:cNvSpPr txBox="1"/>
          <p:nvPr/>
        </p:nvSpPr>
        <p:spPr>
          <a:xfrm>
            <a:off x="548640" y="1737360"/>
            <a:ext cx="2377440" cy="1280160"/>
          </a:xfrm>
          <a:prstGeom prst="rect">
            <a:avLst/>
          </a:prstGeom>
          <a:noFill/>
        </p:spPr>
        <p:txBody>
          <a:bodyPr wrap="square" lIns="45720" rIns="45720" tIns="27432" bIns="27432" anchor="t">
            <a:noAutofit/>
          </a:bodyPr>
          <a:lstStyle/>
          <a:p>
            <a:pPr algn="l">
              <a:lnSpc>
                <a:spcPct val="120000"/>
              </a:lnSpc>
            </a:pPr>
            <a:r>
              <a:rPr sz="6600" b="1" i="0" lang="ko-KR">
                <a:solidFill>
                  <a:schemeClr val="accent1"/>
                </a:solidFill>
                <a:latin typeface="+mj-lt"/>
                <a:ea typeface="+mj-ea"/>
              </a:rPr>
              <a:t>04</a:t>
            </a:r>
          </a:p>
        </p:txBody>
      </p:sp>
      <p:sp>
        <p:nvSpPr>
          <p:cNvPr id="6" name="본문"/>
          <p:cNvSpPr txBox="1"/>
          <p:nvPr/>
        </p:nvSpPr>
        <p:spPr>
          <a:xfrm>
            <a:off x="548640" y="3291840"/>
            <a:ext cx="5760720" cy="2651760"/>
          </a:xfrm>
          <a:prstGeom prst="rect">
            <a:avLst/>
          </a:prstGeom>
          <a:noFill/>
        </p:spPr>
        <p:txBody>
          <a:bodyPr wrap="square" lIns="45720" rIns="45720" tIns="27432" bIns="27432" anchor="t">
            <a:noAutofit/>
          </a:bodyPr>
          <a:lstStyle/>
          <a:p>
            <a:pPr algn="l">
              <a:lnSpc>
                <a:spcPct val="145000"/>
              </a:lnSpc>
            </a:pPr>
            <a:r>
              <a:rPr sz="2600" b="0" i="0" lang="ko-KR">
                <a:solidFill>
                  <a:schemeClr val="tx1"/>
                </a:solidFill>
              </a:rPr>
              <a:t>하루 두 번 십 분씩 환기하면 집 안 공기가 달라져요.</a:t>
            </a:r>
          </a:p>
        </p:txBody>
      </p:sp>
    </p:spTree>
  </p:cSld>
  <p:clrMapOvr>
    <a:masterClrMapping/>
  </p:clrMapOvr>
  <p:transition spd="med">
    <p:cover dir="l"/>
  </p:transition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0" sz="quarter"/>
          </p:nvPr>
        </p:nvSpPr>
        <p:spPr/>
        <p:txBody>
          <a:bodyPr/>
          <a:lstStyle/>
          <a:p>
            <a:r>
              <a:rPr lang="ko-KR"/>
              <a:t>05 / 05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/>
              <a:t>계절 사진 한 장 남기기</a:t>
            </a:r>
          </a:p>
        </p:txBody>
      </p:sp>
      <p:sp>
        <p:nvSpPr>
          <p:cNvPr id="4" name="쪽 번호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1579A55-9B04-43BB-B73F-173D4E0DCBC1}" type="slidenum">
              <a:rPr lang="en-US"/>
              <a:t>‹#›</a:t>
            </a:fld>
            <a:endParaRPr lang="en-US"/>
          </a:p>
        </p:txBody>
      </p:sp>
      <p:sp>
        <p:nvSpPr>
          <p:cNvPr id="5" name="번호"/>
          <p:cNvSpPr txBox="1"/>
          <p:nvPr/>
        </p:nvSpPr>
        <p:spPr>
          <a:xfrm>
            <a:off x="548640" y="1737360"/>
            <a:ext cx="2377440" cy="1280160"/>
          </a:xfrm>
          <a:prstGeom prst="rect">
            <a:avLst/>
          </a:prstGeom>
          <a:noFill/>
        </p:spPr>
        <p:txBody>
          <a:bodyPr wrap="square" lIns="45720" rIns="45720" tIns="27432" bIns="27432" anchor="t">
            <a:noAutofit/>
          </a:bodyPr>
          <a:lstStyle/>
          <a:p>
            <a:pPr algn="l">
              <a:lnSpc>
                <a:spcPct val="120000"/>
              </a:lnSpc>
            </a:pPr>
            <a:r>
              <a:rPr sz="6600" b="1" i="0" lang="ko-KR">
                <a:solidFill>
                  <a:schemeClr val="accent1"/>
                </a:solidFill>
                <a:latin typeface="+mj-lt"/>
                <a:ea typeface="+mj-ea"/>
              </a:rPr>
              <a:t>05</a:t>
            </a:r>
          </a:p>
        </p:txBody>
      </p:sp>
      <p:sp>
        <p:nvSpPr>
          <p:cNvPr id="6" name="본문"/>
          <p:cNvSpPr txBox="1"/>
          <p:nvPr/>
        </p:nvSpPr>
        <p:spPr>
          <a:xfrm>
            <a:off x="548640" y="3291840"/>
            <a:ext cx="5760720" cy="2651760"/>
          </a:xfrm>
          <a:prstGeom prst="rect">
            <a:avLst/>
          </a:prstGeom>
          <a:noFill/>
        </p:spPr>
        <p:txBody>
          <a:bodyPr wrap="square" lIns="45720" rIns="45720" tIns="27432" bIns="27432" anchor="t">
            <a:noAutofit/>
          </a:bodyPr>
          <a:lstStyle/>
          <a:p>
            <a:pPr algn="l">
              <a:lnSpc>
                <a:spcPct val="145000"/>
              </a:lnSpc>
            </a:pPr>
            <a:r>
              <a:rPr sz="2600" b="0" i="0" lang="ko-KR">
                <a:solidFill>
                  <a:schemeClr val="tx1"/>
                </a:solidFill>
              </a:rPr>
              <a:t>같은 자리에서 계절마다 사진을 찍어 보세요.</a:t>
            </a:r>
          </a:p>
        </p:txBody>
      </p:sp>
    </p:spTree>
  </p:cSld>
  <p:clrMapOvr>
    <a:masterClrMapping/>
  </p:clrMapOvr>
  <p:transition spd="med">
    <p:cover dir="l"/>
  </p:transition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0" sz="quarter"/>
          </p:nvPr>
        </p:nvSpPr>
        <p:spPr/>
        <p:txBody>
          <a:bodyPr/>
          <a:lstStyle/>
          <a:p>
            <a:r>
              <a:rPr lang="ko-KR"/>
              <a:t>TURQUOISE  ·  CARD NEWS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/>
              <a:t>저장해 두고 필요할 때 꺼내 보세요</a:t>
            </a:r>
          </a:p>
        </p:txBody>
      </p:sp>
      <p:sp>
        <p:nvSpPr>
          <p:cNvPr id="4" name="Subtitle 3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ko-KR"/>
              <a:t>마음에 들면 공유해 주세요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idx="11" sz="quarter"/>
          </p:nvPr>
        </p:nvSpPr>
        <p:spPr/>
        <p:txBody>
          <a:bodyPr/>
          <a:lstStyle/>
          <a:p>
            <a:r>
              <a:rPr lang="ko-KR"/>
              <a:t>이름 · 연락처를 입력하세요</a:t>
            </a:r>
          </a:p>
        </p:txBody>
      </p:sp>
    </p:spTree>
  </p:cSld>
  <p:clrMapOvr>
    <a:masterClrMapping/>
  </p:clrMapOvr>
  <p:transition spd="med">
    <p:fade/>
  </p:transition>
</p:sld>
</file>

<file path=ppt/theme/theme1.xml><?xml version="1.0" encoding="utf-8"?>
<a:theme xmlns:a="http://schemas.openxmlformats.org/drawingml/2006/main" name="카드뉴스(계절 안부)">
  <a:themeElements>
    <a:clrScheme name="카드뉴스(계절 안부)">
      <a:dk1>
        <a:srgbClr val="374847"/>
      </a:dk1>
      <a:lt1>
        <a:srgbClr val="FCFDFC"/>
      </a:lt1>
      <a:dk2>
        <a:srgbClr val="16413F"/>
      </a:dk2>
      <a:lt2>
        <a:srgbClr val="F5F8F4"/>
      </a:lt2>
      <a:accent1>
        <a:srgbClr val="1D7F7A"/>
      </a:accent1>
      <a:accent2>
        <a:srgbClr val="C2A25A"/>
      </a:accent2>
      <a:accent3>
        <a:srgbClr val="718B8A"/>
      </a:accent3>
      <a:accent4>
        <a:srgbClr val="CAE0DC"/>
      </a:accent4>
      <a:accent5>
        <a:srgbClr val="C4A45C"/>
      </a:accent5>
      <a:accent6>
        <a:srgbClr val="D9C99F"/>
      </a:accent6>
      <a:hlink>
        <a:srgbClr val="16413F"/>
      </a:hlink>
      <a:folHlink>
        <a:srgbClr val="718B8A"/>
      </a:folHlink>
    </a:clrScheme>
    <a:fontScheme name="카드뉴스(계절 안부)">
      <a:majorFont>
        <a:latin typeface="Garamond"/>
        <a:ea typeface="바탕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맑은 고딕"/>
        <a:ea typeface="맑은 고딕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카드뉴스(계절 안부)</dc:title>
  <dc:subject>카드뉴스 · 계절 안부</dc:subject>
  <dc:creator>우체국보험 상담 안내</dc:creator>
  <cp:keywords>카드뉴스,PPT</cp:keywords>
  <dc:description>자유롭게 편집해서 사용하세요.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>템플릿</cp:category>
  <dc:language>ko-KR</dc:language>
</cp:coreProperties>
</file>