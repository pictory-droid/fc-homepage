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F9E6C11-87B7-4663-BB02-B4B35E7976EE}">
          <p14:sldIdLst>
            <p14:sldId id="256"/>
          </p14:sldIdLst>
        </p14:section>
        <p14:section name="본문" id="{3CE56886-38D8-450B-9CEB-65D10F987BE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9445240-5B6A-4567-902E-7699AE71923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17520" y="1645920"/>
            <a:ext cx="822960" cy="822960"/>
            <a:chOff x="3017520" y="1645920"/>
            <a:chExt cx="822960" cy="822960"/>
          </a:xfrm>
        </p:grpSpPr>
        <p:sp>
          <p:nvSpPr>
            <p:cNvPr id="4" name="Sun 3"/>
            <p:cNvSpPr/>
            <p:nvPr/>
          </p:nvSpPr>
          <p:spPr>
            <a:xfrm>
              <a:off x="3017520" y="1645920"/>
              <a:ext cx="822960" cy="8229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D6B469D-5256-4341-B1F3-34DADCC7A32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943600" y="6172200"/>
            <a:ext cx="365760" cy="365760"/>
            <a:chOff x="5943600" y="6172200"/>
            <a:chExt cx="365760" cy="365760"/>
          </a:xfrm>
        </p:grpSpPr>
        <p:sp>
          <p:nvSpPr>
            <p:cNvPr id="5" name="Sun 4"/>
            <p:cNvSpPr/>
            <p:nvPr/>
          </p:nvSpPr>
          <p:spPr>
            <a:xfrm>
              <a:off x="5943600" y="6172200"/>
              <a:ext cx="365760" cy="3657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17520" y="1645920"/>
            <a:ext cx="822960" cy="822960"/>
            <a:chOff x="3017520" y="1645920"/>
            <a:chExt cx="822960" cy="822960"/>
          </a:xfrm>
        </p:grpSpPr>
        <p:sp>
          <p:nvSpPr>
            <p:cNvPr id="4" name="Sun 3"/>
            <p:cNvSpPr/>
            <p:nvPr/>
          </p:nvSpPr>
          <p:spPr>
            <a:xfrm>
              <a:off x="3017520" y="1645920"/>
              <a:ext cx="822960" cy="8229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B4B34BC-115F-47E7-8014-D0D01110831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943600" y="6172200"/>
            <a:ext cx="365760" cy="365760"/>
            <a:chOff x="5943600" y="6172200"/>
            <a:chExt cx="365760" cy="365760"/>
          </a:xfrm>
        </p:grpSpPr>
        <p:sp>
          <p:nvSpPr>
            <p:cNvPr id="5" name="Sun 4"/>
            <p:cNvSpPr/>
            <p:nvPr/>
          </p:nvSpPr>
          <p:spPr>
            <a:xfrm>
              <a:off x="5943600" y="6172200"/>
              <a:ext cx="365760" cy="36576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5A0DC9C-A102-4280-83F6-BC34E087460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3154680" y="5212080"/>
              <a:ext cx="548640" cy="548640"/>
            </a:xfrm>
            <a:prstGeom prst="su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입춘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봄 알레르기 시즌 생활 습관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4E61B-9F7E-41E3-9E83-D27611E523D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CAE2-83A2-4014-ACC7-E84BE0D1C3A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403BB-B5AE-4944-A3E7-7382D9545E2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AEE59-FCDE-429B-913E-6CB11AEEED2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F1E-5674-4064-8A49-79D12E4C9D6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입춘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55643A"/>
      </a:dk2>
      <a:lt2>
        <a:srgbClr val="F9F3E4"/>
      </a:lt2>
      <a:accent1>
        <a:srgbClr val="D8BA73"/>
      </a:accent1>
      <a:accent2>
        <a:srgbClr val="7CC5AF"/>
      </a:accent2>
      <a:accent3>
        <a:srgbClr val="4E442C"/>
      </a:accent3>
      <a:accent4>
        <a:srgbClr val="F4E7C7"/>
      </a:accent4>
      <a:accent5>
        <a:srgbClr val="B4E0A3"/>
      </a:accent5>
      <a:accent6>
        <a:srgbClr val="E6BCC3"/>
      </a:accent6>
      <a:hlink>
        <a:srgbClr val="55643A"/>
      </a:hlink>
      <a:folHlink>
        <a:srgbClr val="4E442C"/>
      </a:folHlink>
    </a:clrScheme>
    <a:fontScheme name="카드뉴스(건강·안심 습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