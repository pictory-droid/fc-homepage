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DB42AAB-517E-47CE-98D4-D0B2CBD1CB1C}">
          <p14:sldIdLst>
            <p14:sldId id="256"/>
          </p14:sldIdLst>
        </p14:section>
        <p14:section name="본문" id="{81257F3D-2872-4A3A-A7FC-44B91B4864F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3933079-3BAF-4AED-8D34-1B90FB15F07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DECCE907-97C8-41C8-91C8-16D040CDE80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A416DA8E-F413-433B-91C5-A5C1CD339F9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8A1DF82-E0F2-4E1C-BB13-E3F82267F33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7" name="Cloud 6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오늘은 일찍 자는 날로 정했습니다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8C5B6-9A9E-4E01-84CC-C85A49D9A07A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3A322-2288-42BD-8DE3-05FA655FFF4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1D1D-ECFF-4DBB-80E5-B63E14D253C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0DCC-69AD-4674-9B0B-2085A9C51F3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30E1-2ED8-4926-8763-EC39FFE6CCB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643A48"/>
      </a:dk2>
      <a:lt2>
        <a:srgbClr val="F9DEEC"/>
      </a:lt2>
      <a:accent1>
        <a:srgbClr val="E27EB0"/>
      </a:accent1>
      <a:accent2>
        <a:srgbClr val="CF8686"/>
      </a:accent2>
      <a:accent3>
        <a:srgbClr val="4E2C3D"/>
      </a:accent3>
      <a:accent4>
        <a:srgbClr val="F7C5DE"/>
      </a:accent4>
      <a:accent5>
        <a:srgbClr val="E0C4A3"/>
      </a:accent5>
      <a:accent6>
        <a:srgbClr val="D7BCE6"/>
      </a:accent6>
      <a:hlink>
        <a:srgbClr val="643A48"/>
      </a:hlink>
      <a:folHlink>
        <a:srgbClr val="4E2C3D"/>
      </a:folHlink>
    </a:clrScheme>
    <a:fontScheme name="카드뉴스(오늘의 한마디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