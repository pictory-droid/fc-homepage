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7D7B24F-FF6D-4293-8D0D-CAD5CC714962}">
          <p14:sldIdLst>
            <p14:sldId id="256"/>
          </p14:sldIdLst>
        </p14:section>
        <p14:section name="본문" id="{0675F38B-254B-4C06-9ECC-BA7CF35264B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2EC82EE-FEBA-4828-A819-42475622F8A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37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72160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0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3949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411479" y="3154680"/>
            <a:ext cx="6035040" cy="3429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21207" y="3264408"/>
            <a:ext cx="5815583" cy="32095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8B487553-43B1-4857-B012-6002A36A0FF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37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72160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0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3949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411479" y="3154680"/>
            <a:ext cx="6035040" cy="3429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21207" y="3264408"/>
            <a:ext cx="5815583" cy="32095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3DB9E836-49BC-4187-9401-8695E321823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911ECA0D-4122-465A-8DE7-7D3C1E2DD4E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환절기 감기 막는 생활 습관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E32F-615A-46C0-9ED5-9B294CE5315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43B8-3596-4A63-845F-FA6B981C8B4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E478-67E3-4FC3-A0AB-885F7DCD7F4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26B70-048F-4C51-84AD-312B0C00016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6214-1634-46C6-A35C-6BD89BB21C4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FBF6F2"/>
      </a:dk1>
      <a:lt1>
        <a:srgbClr val="242222"/>
      </a:lt1>
      <a:dk2>
        <a:srgbClr val="EFE0D2"/>
      </a:dk2>
      <a:lt2>
        <a:srgbClr val="181717"/>
      </a:lt2>
      <a:accent1>
        <a:srgbClr val="C2794F"/>
      </a:accent1>
      <a:accent2>
        <a:srgbClr val="8E8B86"/>
      </a:accent2>
      <a:accent3>
        <a:srgbClr val="0F0E0E"/>
      </a:accent3>
      <a:accent4>
        <a:srgbClr val="323030"/>
      </a:accent4>
      <a:accent5>
        <a:srgbClr val="D18B62"/>
      </a:accent5>
      <a:accent6>
        <a:srgbClr val="6B6865"/>
      </a:accent6>
      <a:hlink>
        <a:srgbClr val="EFE0D2"/>
      </a:hlink>
      <a:folHlink>
        <a:srgbClr val="0F0E0E"/>
      </a:folHlink>
    </a:clrScheme>
    <a:fontScheme name="카드뉴스(건강·안심 습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