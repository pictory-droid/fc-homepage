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F61605B-7F14-49CC-8502-85904AC363F6}">
          <p14:sldIdLst>
            <p14:sldId id="256"/>
          </p14:sldIdLst>
        </p14:section>
        <p14:section name="본문" id="{5378FFD0-C4F7-4421-B060-2D2001EDB145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9332336B-DE8A-473A-A67F-1FE50BAF79BE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858000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3375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85800" y="3721608"/>
            <a:ext cx="548640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0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489204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39496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A86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411479" y="3154680"/>
            <a:ext cx="6035040" cy="3429000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  <a:effectLst>
            <a:outerShdw blurRad="330200" dist="101600" dir="5400000" algn="t" rotWithShape="0">
              <a:srgbClr val="000000">
                <a:alpha val="4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521207" y="3264408"/>
            <a:ext cx="5815583" cy="32095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65760"/>
            <a:ext cx="466344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4ED3614C-4F30-446E-BC2A-3AD1898EA51B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858000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3375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85800" y="3721608"/>
            <a:ext cx="548640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0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489204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39496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A86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411479" y="3154680"/>
            <a:ext cx="6035040" cy="3429000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  <a:effectLst>
            <a:outerShdw blurRad="330200" dist="101600" dir="5400000" algn="t" rotWithShape="0">
              <a:srgbClr val="000000">
                <a:alpha val="4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521207" y="3264408"/>
            <a:ext cx="5815583" cy="32095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65760"/>
            <a:ext cx="466344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5FCA40CC-12BB-4B73-B82B-79953D1AEBF5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65760"/>
            <a:ext cx="466344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FC08C114-D934-4BB6-9F18-2364F1802D60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COPPER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감기 막는 생활 습관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건강·안심 습관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아침 물 한 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05BA1-5D8B-4D46-91F1-9D54B5AF8FAB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일어나자마자 미지근한 물 한 잔으로 하루를 시작해 보세요.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하루 십 분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02C7C-B833-43EE-9CB3-AF6B47C402D0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점심 식사 후 십 분만 걸어도 몸이 한결 가벼워져요.</a:t>
            </a:r>
          </a:p>
        </p:txBody>
      </p:sp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검진 날짜 적어 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D99E1-4259-49E8-B063-F075C7F8F9B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달력에 검진 예정일을 적어 두면 미루지 않게 돼요.</a:t>
            </a:r>
          </a:p>
        </p:txBody>
      </p:sp>
    </p:spTree>
  </p:cSld>
  <p:clrMapOvr>
    <a:masterClrMapping/>
  </p:clrMapOvr>
  <p:transition spd="med">
    <p:wedg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잠들기 전 스마트폰 내려놓기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0DC92-86EE-4C0E-A9CE-9EE9DFBEA34C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잠자리에 들기 삼십 분 전에는 화면을 꺼 보세요.</a:t>
            </a:r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건강 이야기 나누기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9414AE-7BFD-4E17-A4A4-1E542D85D77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일주일에 한 번, 서로의 안부와 컨디션을 물어보세요.</a:t>
            </a:r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COPPER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건강·안심 습관)">
  <a:themeElements>
    <a:clrScheme name="카드뉴스(건강·안심 습관)">
      <a:dk1>
        <a:srgbClr val="FBF6F2"/>
      </a:dk1>
      <a:lt1>
        <a:srgbClr val="242222"/>
      </a:lt1>
      <a:dk2>
        <a:srgbClr val="EFE0D2"/>
      </a:dk2>
      <a:lt2>
        <a:srgbClr val="181717"/>
      </a:lt2>
      <a:accent1>
        <a:srgbClr val="C2794F"/>
      </a:accent1>
      <a:accent2>
        <a:srgbClr val="8E8B86"/>
      </a:accent2>
      <a:accent3>
        <a:srgbClr val="0F0E0E"/>
      </a:accent3>
      <a:accent4>
        <a:srgbClr val="323030"/>
      </a:accent4>
      <a:accent5>
        <a:srgbClr val="D18B62"/>
      </a:accent5>
      <a:accent6>
        <a:srgbClr val="6B6865"/>
      </a:accent6>
      <a:hlink>
        <a:srgbClr val="EFE0D2"/>
      </a:hlink>
      <a:folHlink>
        <a:srgbClr val="0F0E0E"/>
      </a:folHlink>
    </a:clrScheme>
    <a:fontScheme name="카드뉴스(건강·안심 습관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>카드뉴스 · 건강·안심 습관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