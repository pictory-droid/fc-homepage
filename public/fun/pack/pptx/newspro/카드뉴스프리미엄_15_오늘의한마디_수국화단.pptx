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6858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62C8339-21BD-4F14-B252-71C082600705}">
          <p14:sldIdLst>
            <p14:sldId id="256"/>
          </p14:sldIdLst>
        </p14:section>
        <p14:section name="본문" id="{02B2D1A1-D916-40F0-9D2A-D06BD6B2E87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F03A4A9-7DBE-42BF-BD1C-CB59A9D99823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번호와 글을 눌러 고치세요.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971800" y="640080"/>
            <a:ext cx="914400" cy="914400"/>
            <a:chOff x="2971800" y="640080"/>
            <a:chExt cx="914400" cy="914400"/>
          </a:xfrm>
        </p:grpSpPr>
        <p:sp>
          <p:nvSpPr>
            <p:cNvPr id="5" name="5-Point Star 4"/>
            <p:cNvSpPr/>
            <p:nvPr/>
          </p:nvSpPr>
          <p:spPr>
            <a:xfrm>
              <a:off x="2971800" y="640080"/>
              <a:ext cx="914400" cy="91440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A5F805FB-4893-41FE-BC56-AF07A67B621C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5-Point Star 4"/>
            <p:cNvSpPr/>
            <p:nvPr/>
          </p:nvSpPr>
          <p:spPr>
            <a:xfrm>
              <a:off x="5875020" y="7543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85800" y="3086100"/>
            <a:ext cx="54864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85800" y="3470148"/>
            <a:ext cx="5486400" cy="132588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3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85800" y="4869180"/>
            <a:ext cx="5486400" cy="5029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4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85800" y="5417820"/>
            <a:ext cx="5486400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342900" y="-2057400"/>
            <a:ext cx="6172200" cy="617220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1371600" y="-1028700"/>
            <a:ext cx="4114800" cy="411480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2971800" y="640080"/>
            <a:ext cx="914400" cy="914400"/>
            <a:chOff x="2971800" y="640080"/>
            <a:chExt cx="914400" cy="914400"/>
          </a:xfrm>
        </p:grpSpPr>
        <p:sp>
          <p:nvSpPr>
            <p:cNvPr id="5" name="5-Point Star 4"/>
            <p:cNvSpPr/>
            <p:nvPr/>
          </p:nvSpPr>
          <p:spPr>
            <a:xfrm>
              <a:off x="2971800" y="640080"/>
              <a:ext cx="914400" cy="91440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4251960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983480" y="457200"/>
            <a:ext cx="1142999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88B6CAD-3840-44DD-9906-82EA1CDA2C26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5486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19202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2918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66344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5486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19202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2918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66344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6858000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5875020" y="754380"/>
            <a:ext cx="320040" cy="320040"/>
            <a:chOff x="5875020" y="754380"/>
            <a:chExt cx="320040" cy="320040"/>
          </a:xfrm>
        </p:grpSpPr>
        <p:sp>
          <p:nvSpPr>
            <p:cNvPr id="5" name="5-Point Star 4"/>
            <p:cNvSpPr/>
            <p:nvPr/>
          </p:nvSpPr>
          <p:spPr>
            <a:xfrm>
              <a:off x="5875020" y="754380"/>
              <a:ext cx="320040" cy="320040"/>
            </a:xfrm>
            <a:prstGeom prst="star5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212080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18E7BB36-0728-40B0-AB87-4F4BAB2846B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5943600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822959" y="2331720"/>
            <a:ext cx="5212080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26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6858000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2770632" y="1371600"/>
            <a:ext cx="1316736" cy="548640"/>
            <a:chOff x="2770632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2770632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3538728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3154680" y="5212080"/>
            <a:ext cx="548640" cy="548640"/>
            <a:chOff x="3154680" y="5212080"/>
            <a:chExt cx="548640" cy="548640"/>
          </a:xfrm>
        </p:grpSpPr>
        <p:sp>
          <p:nvSpPr>
            <p:cNvPr id="7" name="5-Point Star 6"/>
            <p:cNvSpPr/>
            <p:nvPr/>
          </p:nvSpPr>
          <p:spPr>
            <a:xfrm>
              <a:off x="3154680" y="5212080"/>
              <a:ext cx="548640" cy="548640"/>
            </a:xfrm>
            <a:prstGeom prst="star5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생각났을 때 바로 메모하세요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옆으로 넘겨 보세요 →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오늘의 한마디 · 카드뉴스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점심은 거르지 마세요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01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50D83A-0692-412D-8C8E-1CD3480D6B7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01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바빠도 한 끼는 앉아서 먹어요. 오후가 달라져요.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전화 한 통 걸어 보세요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02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9B4BAA-AA04-4B6A-A2C5-16D8C6479D0F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02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문자보다 목소리가 먼저 떠오르는 사람이 있다면 지금 걸어 보세요.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메모 한 장 남기기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03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294A8-56B8-4925-ABE7-4C7DCE913AFB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03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생각났을 때 적어 두면 다음 주의 내가 고마워해요.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퇴근길 한 정거장 걷기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04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A5E7C-C6D7-43F3-89F8-E1C3CBAC6377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04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한 정거장 먼저 내려 걸으면 머리가 정리돼요.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오늘은 일찍 자기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05 / 05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D89D43-2AE8-41EE-B65C-E7062550A3E3}" type="slidenum">
              <a:rPr lang="en-US"/>
              <a:t>‹#›</a:t>
            </a:fld>
            <a:endParaRPr lang="en-US"/>
          </a:p>
        </p:txBody>
      </p:sp>
      <p:sp>
        <p:nvSpPr>
          <p:cNvPr id="5" name="번호"/>
          <p:cNvSpPr txBox="1"/>
          <p:nvPr/>
        </p:nvSpPr>
        <p:spPr>
          <a:xfrm>
            <a:off x="548640" y="1737360"/>
            <a:ext cx="2377440" cy="12801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6600" b="1" i="0" lang="ko-KR">
                <a:solidFill>
                  <a:schemeClr val="accent1"/>
                </a:solidFill>
                <a:latin typeface="+mj-lt"/>
                <a:ea typeface="+mj-ea"/>
              </a:rPr>
              <a:t>05</a:t>
            </a:r>
          </a:p>
        </p:txBody>
      </p:sp>
      <p:sp>
        <p:nvSpPr>
          <p:cNvPr id="6" name="본문"/>
          <p:cNvSpPr txBox="1"/>
          <p:nvPr/>
        </p:nvSpPr>
        <p:spPr>
          <a:xfrm>
            <a:off x="548640" y="3291840"/>
            <a:ext cx="5760720" cy="2651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2600" b="0" i="0" lang="ko-KR">
                <a:solidFill>
                  <a:schemeClr val="tx1"/>
                </a:solidFill>
              </a:rPr>
              <a:t>미룬 일은 내일 해도 돼요. 오늘은 불을 일찍 끄세요.</a:t>
            </a:r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CARD NEWS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저장해 두고 필요할 때 꺼내 보세요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마음에 들면 공유해 주세요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이름 · 연락처를 입력하세요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카드뉴스(오늘의 한마디)">
  <a:themeElements>
    <a:clrScheme name="카드뉴스(오늘의 한마디)">
      <a:dk1>
        <a:srgbClr val="2B2724"/>
      </a:dk1>
      <a:lt1>
        <a:srgbClr val="FFFFFF"/>
      </a:lt1>
      <a:dk2>
        <a:srgbClr val="3E3A64"/>
      </a:dk2>
      <a:lt2>
        <a:srgbClr val="E5DEF9"/>
      </a:lt2>
      <a:accent1>
        <a:srgbClr val="977EE2"/>
      </a:accent1>
      <a:accent2>
        <a:srgbClr val="8699CF"/>
      </a:accent2>
      <a:accent3>
        <a:srgbClr val="352C4E"/>
      </a:accent3>
      <a:accent4>
        <a:srgbClr val="D1C5F7"/>
      </a:accent4>
      <a:accent5>
        <a:srgbClr val="E0A3CF"/>
      </a:accent5>
      <a:accent6>
        <a:srgbClr val="BCD6E6"/>
      </a:accent6>
      <a:hlink>
        <a:srgbClr val="3E3A64"/>
      </a:hlink>
      <a:folHlink>
        <a:srgbClr val="352C4E"/>
      </a:folHlink>
    </a:clrScheme>
    <a:fontScheme name="카드뉴스(오늘의 한마디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카드뉴스(오늘의 한마디)</dc:title>
  <dc:subject>카드뉴스 · 오늘의 한마디</dc:subject>
  <dc:creator>우체국보험 상담 안내</dc:creator>
  <cp:keywords>카드뉴스,PPT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