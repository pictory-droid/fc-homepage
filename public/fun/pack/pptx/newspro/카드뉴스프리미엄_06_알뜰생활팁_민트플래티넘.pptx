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25124B7-0A00-408B-92EA-38491D381CE9}">
          <p14:sldIdLst>
            <p14:sldId id="256"/>
          </p14:sldIdLst>
        </p14:section>
        <p14:section name="본문" id="{0F01D785-C664-4082-94AB-A63595771C5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03696C2-0F4D-4228-9118-3C0C54F444A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Rectangle 4"/>
            <p:cNvSpPr/>
            <p:nvPr/>
          </p:nvSpPr>
          <p:spPr>
            <a:xfrm rot="2700000">
              <a:off x="3273552" y="176479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2700000">
              <a:off x="3323295" y="1814535"/>
              <a:ext cx="211409" cy="21140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373038" y="1864278"/>
              <a:ext cx="111922" cy="11192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88FA207F-3B16-40EB-B82C-39AEC4F3B9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Rectangle 4"/>
            <p:cNvSpPr/>
            <p:nvPr/>
          </p:nvSpPr>
          <p:spPr>
            <a:xfrm rot="2700000">
              <a:off x="3273552" y="176479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2700000">
              <a:off x="3323295" y="1814535"/>
              <a:ext cx="211409" cy="21140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3373038" y="1864278"/>
              <a:ext cx="111922" cy="11192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9FD443E4-9F85-4701-A1AD-B2222A0C66A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B117815F-55E4-4B5C-A911-EFC9362680C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고정지출, 한 번 적어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ECD6C-5EF6-4728-91E5-FA0D705497C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2BE99-667C-4D09-9397-D25F85D9751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12745-E522-4BE5-BA97-063F4EA52C5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1426F-5C4F-4046-88D9-B0BD356485A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28E2F-D684-401B-BA1C-020022C6BEE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카드뉴스(알뜰 생활 팁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