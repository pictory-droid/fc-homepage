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85FFD9F-DDBD-4FB2-968D-08AF76F8D4FA}">
          <p14:sldIdLst>
            <p14:sldId id="256"/>
          </p14:sldIdLst>
        </p14:section>
        <p14:section name="본문" id="{A1936839-BCA8-4ED8-AE56-1B7C636F2895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C9B9702-69A7-4D1C-BC4C-820E66E8CBD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205739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534924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78417FC-F1D8-43C0-828A-02E53082930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2218"/>
            <a:ext cx="320040" cy="277163"/>
            <a:chOff x="571500" y="6262218"/>
            <a:chExt cx="320040" cy="277163"/>
          </a:xfrm>
        </p:grpSpPr>
        <p:cxnSp>
          <p:nvCxnSpPr>
            <p:cNvPr id="4" name="Connector 3"/>
            <p:cNvCxnSpPr/>
            <p:nvPr/>
          </p:nvCxnSpPr>
          <p:spPr>
            <a:xfrm>
              <a:off x="571500" y="6400800"/>
              <a:ext cx="3200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5151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65151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테마 장식"/>
          <p:cNvGrpSpPr/>
          <p:nvPr/>
        </p:nvGrpSpPr>
        <p:grpSpPr>
          <a:xfrm>
            <a:off x="5966460" y="6262218"/>
            <a:ext cx="320040" cy="277163"/>
            <a:chOff x="5966460" y="6262218"/>
            <a:chExt cx="320040" cy="277163"/>
          </a:xfrm>
        </p:grpSpPr>
        <p:cxnSp>
          <p:nvCxnSpPr>
            <p:cNvPr id="9" name="Connector 8"/>
            <p:cNvCxnSpPr/>
            <p:nvPr/>
          </p:nvCxnSpPr>
          <p:spPr>
            <a:xfrm>
              <a:off x="5966460" y="6400800"/>
              <a:ext cx="3200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04647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604647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12" name="Oval 11"/>
            <p:cNvSpPr/>
            <p:nvPr/>
          </p:nvSpPr>
          <p:spPr>
            <a:xfrm>
              <a:off x="609447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886968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14400" y="1271016"/>
            <a:ext cx="50292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14400" y="2532888"/>
            <a:ext cx="50292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4526280"/>
            <a:ext cx="576072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205739" y="4251960"/>
            <a:ext cx="1920240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5349240" y="137160"/>
            <a:ext cx="178308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548640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5989320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1133855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5669280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3310128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548640" y="685800"/>
            <a:ext cx="5760720" cy="342900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D5C3F61-9D5A-418D-8DC4-D9DCCB5A687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2218"/>
            <a:ext cx="320040" cy="277163"/>
            <a:chOff x="571500" y="6262218"/>
            <a:chExt cx="320040" cy="277163"/>
          </a:xfrm>
        </p:grpSpPr>
        <p:cxnSp>
          <p:nvCxnSpPr>
            <p:cNvPr id="4" name="Connector 3"/>
            <p:cNvCxnSpPr/>
            <p:nvPr/>
          </p:nvCxnSpPr>
          <p:spPr>
            <a:xfrm>
              <a:off x="571500" y="6400800"/>
              <a:ext cx="3200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5151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65151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" name="테마 장식"/>
          <p:cNvGrpSpPr/>
          <p:nvPr/>
        </p:nvGrpSpPr>
        <p:grpSpPr>
          <a:xfrm>
            <a:off x="5966460" y="6262218"/>
            <a:ext cx="320040" cy="277163"/>
            <a:chOff x="5966460" y="6262218"/>
            <a:chExt cx="320040" cy="277163"/>
          </a:xfrm>
        </p:grpSpPr>
        <p:cxnSp>
          <p:nvCxnSpPr>
            <p:cNvPr id="9" name="Connector 8"/>
            <p:cNvCxnSpPr/>
            <p:nvPr/>
          </p:nvCxnSpPr>
          <p:spPr>
            <a:xfrm>
              <a:off x="5966460" y="6400800"/>
              <a:ext cx="3200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04647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 flipH="1">
              <a:off x="6046470" y="6262218"/>
              <a:ext cx="160020" cy="277163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12" name="Oval 11"/>
            <p:cNvSpPr/>
            <p:nvPr/>
          </p:nvSpPr>
          <p:spPr>
            <a:xfrm>
              <a:off x="6094476" y="6368796"/>
              <a:ext cx="64007" cy="6400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B47C117-1E9B-4DC0-9D1A-6888F2BB343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48831"/>
            <a:ext cx="548640" cy="475137"/>
            <a:chOff x="3154680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3154680" y="5486400"/>
              <a:ext cx="5486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3291840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3374136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쉬는 것도 일정에 넣으세요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4866A-57ED-4ADC-B73A-5F8ADE4F742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7E3F8-435E-4D39-9CC3-B77024C2A87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BE317-51BC-4409-A17C-BE382E77051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71B19-5775-4D97-B474-A34F46AA410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1E757-5E5E-43E6-A36A-FE70A289B87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50643A"/>
      </a:dk2>
      <a:lt2>
        <a:srgbClr val="F7F3EB"/>
      </a:lt2>
      <a:accent1>
        <a:srgbClr val="CCB489"/>
      </a:accent1>
      <a:accent2>
        <a:srgbClr val="8FB7BD"/>
      </a:accent2>
      <a:accent3>
        <a:srgbClr val="4E422C"/>
      </a:accent3>
      <a:accent4>
        <a:srgbClr val="EEE2CE"/>
      </a:accent4>
      <a:accent5>
        <a:srgbClr val="B8E0A3"/>
      </a:accent5>
      <a:accent6>
        <a:srgbClr val="E6BCC6"/>
      </a:accent6>
      <a:hlink>
        <a:srgbClr val="50643A"/>
      </a:hlink>
      <a:folHlink>
        <a:srgbClr val="4E422C"/>
      </a:folHlink>
    </a:clrScheme>
    <a:fontScheme name="카드뉴스(오늘의 한마디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