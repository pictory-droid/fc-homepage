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새해 첫 인사는 고마움으로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91938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고맙다는 말 먼저 건네기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칭찬 한 줄 적어 주기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퇴근한 사람에게 한마디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감사 일기 세 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엽서 한 장 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91938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91938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