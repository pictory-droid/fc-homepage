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C6E"/>
                </a:solidFill>
              </a:rPr>
              <a:t>새해 첫 인사는 고마움으로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1C6E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545E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1C6E"/>
                </a:solidFill>
              </a:rPr>
              <a:t>고맙다는 말 먼저 건네기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45E3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545E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1C6E"/>
                </a:solidFill>
              </a:rPr>
              <a:t>칭찬 한 줄 적어 주기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45E3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545E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1C6E"/>
                </a:solidFill>
              </a:rPr>
              <a:t>퇴근한 사람에게 한마디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45E3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545E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1C6E"/>
                </a:solidFill>
              </a:rPr>
              <a:t>감사 일기 세 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45E3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545E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1C6E"/>
                </a:solidFill>
              </a:rPr>
              <a:t>엽서 한 장 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45E3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C1C6E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1C6E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C1C6E"/>
      </a:dk2>
      <a:lt2>
        <a:srgbClr val="F6F6FE"/>
      </a:lt2>
      <a:accent1>
        <a:srgbClr val="4545E3"/>
      </a:accent1>
      <a:accent2>
        <a:srgbClr val="E25A71"/>
      </a:accent2>
      <a:accent3>
        <a:srgbClr val="1C1C6E"/>
      </a:accent3>
      <a:accent4>
        <a:srgbClr val="DDDDFD"/>
      </a:accent4>
      <a:accent5>
        <a:srgbClr val="9450AA"/>
      </a:accent5>
      <a:accent6>
        <a:srgbClr val="7777A8"/>
      </a:accent6>
      <a:hlink>
        <a:srgbClr val="4545E3"/>
      </a:hlink>
      <a:folHlink>
        <a:srgbClr val="1C1C6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