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45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02920" y="502920"/>
            <a:ext cx="5852160" cy="5852160"/>
          </a:xfrm>
          <a:prstGeom prst="rect">
            <a:avLst/>
          </a:prstGeom>
          <a:solidFill>
            <a:srgbClr val="FFFFFF"/>
          </a:solidFill>
          <a:ln w="38100">
            <a:solidFill>
              <a:srgbClr val="EFD9D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2976372" y="987552"/>
            <a:ext cx="905256" cy="905256"/>
          </a:xfrm>
          <a:prstGeom prst="hear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20520000">
            <a:off x="2507284" y="1670608"/>
            <a:ext cx="526694" cy="526694"/>
          </a:xfrm>
          <a:prstGeom prst="hear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960000">
            <a:off x="3873398" y="1654149"/>
            <a:ext cx="493775" cy="493775"/>
          </a:xfrm>
          <a:prstGeom prst="hear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아랫목처럼 따뜻한 안부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3B2017"/>
                </a:solidFill>
              </a:rPr>
              <a:t>옆으로 넘겨 보세요 →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17820" y="708660"/>
            <a:ext cx="502920" cy="502920"/>
          </a:xfrm>
          <a:prstGeom prst="hear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20520000">
            <a:off x="5157216" y="1088136"/>
            <a:ext cx="292608" cy="292608"/>
          </a:xfrm>
          <a:prstGeom prst="hear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960000">
            <a:off x="5916168" y="1078992"/>
            <a:ext cx="274320" cy="274320"/>
          </a:xfrm>
          <a:prstGeom prst="hear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이번 달 고정지출부터 적어요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01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17820" y="708660"/>
            <a:ext cx="502920" cy="502920"/>
          </a:xfrm>
          <a:prstGeom prst="hear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20520000">
            <a:off x="5157216" y="1088136"/>
            <a:ext cx="292608" cy="292608"/>
          </a:xfrm>
          <a:prstGeom prst="hear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960000">
            <a:off x="5916168" y="1078992"/>
            <a:ext cx="274320" cy="274320"/>
          </a:xfrm>
          <a:prstGeom prst="hear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카드 대신 현금 한 주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02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17820" y="708660"/>
            <a:ext cx="502920" cy="502920"/>
          </a:xfrm>
          <a:prstGeom prst="hear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20520000">
            <a:off x="5157216" y="1088136"/>
            <a:ext cx="292608" cy="292608"/>
          </a:xfrm>
          <a:prstGeom prst="hear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960000">
            <a:off x="5916168" y="1078992"/>
            <a:ext cx="274320" cy="274320"/>
          </a:xfrm>
          <a:prstGeom prst="hear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장보기 전 냉장고 사진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03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17820" y="708660"/>
            <a:ext cx="502920" cy="502920"/>
          </a:xfrm>
          <a:prstGeom prst="hear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20520000">
            <a:off x="5157216" y="1088136"/>
            <a:ext cx="292608" cy="292608"/>
          </a:xfrm>
          <a:prstGeom prst="hear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960000">
            <a:off x="5916168" y="1078992"/>
            <a:ext cx="274320" cy="274320"/>
          </a:xfrm>
          <a:prstGeom prst="hear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작은 목표 통장 만들기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04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17820" y="708660"/>
            <a:ext cx="502920" cy="502920"/>
          </a:xfrm>
          <a:prstGeom prst="hear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20520000">
            <a:off x="5157216" y="1088136"/>
            <a:ext cx="292608" cy="292608"/>
          </a:xfrm>
          <a:prstGeom prst="hear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960000">
            <a:off x="5916168" y="1078992"/>
            <a:ext cx="274320" cy="274320"/>
          </a:xfrm>
          <a:prstGeom prst="hear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주말 5분 가계부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05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45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02920" y="502920"/>
            <a:ext cx="5852160" cy="5852160"/>
          </a:xfrm>
          <a:prstGeom prst="rect">
            <a:avLst/>
          </a:prstGeom>
          <a:solidFill>
            <a:srgbClr val="FFFFFF"/>
          </a:solidFill>
          <a:ln w="38100">
            <a:solidFill>
              <a:srgbClr val="EFD9D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2976372" y="987552"/>
            <a:ext cx="905256" cy="905256"/>
          </a:xfrm>
          <a:prstGeom prst="hear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20520000">
            <a:off x="2507284" y="1670608"/>
            <a:ext cx="526694" cy="526694"/>
          </a:xfrm>
          <a:prstGeom prst="hear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960000">
            <a:off x="3873398" y="1654149"/>
            <a:ext cx="493775" cy="493775"/>
          </a:xfrm>
          <a:prstGeom prst="hear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3B2017"/>
                </a:solidFill>
              </a:rPr>
              <a:t>저장해 두고 필요할 때 꺼내 보세요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3B2017"/>
                </a:solidFill>
              </a:rPr>
              <a:t>마음에 들면 공유해 주세요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3B2017"/>
      </a:dk2>
      <a:lt2>
        <a:srgbClr val="F9F3F0"/>
      </a:lt2>
      <a:accent1>
        <a:srgbClr val="7D4531"/>
      </a:accent1>
      <a:accent2>
        <a:srgbClr val="3B917D"/>
      </a:accent2>
      <a:accent3>
        <a:srgbClr val="3B2017"/>
      </a:accent3>
      <a:accent4>
        <a:srgbClr val="EFD9D1"/>
      </a:accent4>
      <a:accent5>
        <a:srgbClr val="5C6B57"/>
      </a:accent5>
      <a:accent6>
        <a:srgbClr val="897974"/>
      </a:accent6>
      <a:hlink>
        <a:srgbClr val="7D4531"/>
      </a:hlink>
      <a:folHlink>
        <a:srgbClr val="3B201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