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황사 심한 날 이렇게 지내세요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3D2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겉옷 한 벌 챙기세요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계절 인사 한 줄 보내기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제철 음식으로 기운 채우기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창문 열고 환기하기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40233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21"/>
                </a:solidFill>
              </a:rPr>
              <a:t>계절 사진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7724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B8245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77240" y="3108960"/>
            <a:ext cx="530352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77240" y="5852159"/>
            <a:ext cx="530352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3D2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3D2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43D21"/>
      </a:dk2>
      <a:lt2>
        <a:srgbClr val="F0FAF3"/>
      </a:lt2>
      <a:accent1>
        <a:srgbClr val="2B8245"/>
      </a:accent1>
      <a:accent2>
        <a:srgbClr val="803B91"/>
      </a:accent2>
      <a:accent3>
        <a:srgbClr val="143D21"/>
      </a:accent3>
      <a:accent4>
        <a:srgbClr val="D0F1DA"/>
      </a:accent4>
      <a:accent5>
        <a:srgbClr val="565E6B"/>
      </a:accent5>
      <a:accent6>
        <a:srgbClr val="728B7A"/>
      </a:accent6>
      <a:hlink>
        <a:srgbClr val="2B8245"/>
      </a:hlink>
      <a:folHlink>
        <a:srgbClr val="143D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