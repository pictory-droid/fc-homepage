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543232" y="2370136"/>
            <a:ext cx="349758" cy="12084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469108" y="1813640"/>
            <a:ext cx="349758" cy="1151845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14311" y="1521280"/>
            <a:ext cx="349758" cy="114816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409629" y="2702969"/>
            <a:ext cx="349758" cy="908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459489" y="1658853"/>
            <a:ext cx="349758" cy="1265181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432407" y="2118873"/>
            <a:ext cx="349758" cy="110180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한 줄 메모가 바꾸는 한 달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401C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6106757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6070518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5897062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6041440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6065816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6052576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401C"/>
                </a:solidFill>
              </a:rPr>
              <a:t>고맙다는 말 먼저 건네기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A883A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6106757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6070518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5897062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6041440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6065816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6052576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401C"/>
                </a:solidFill>
              </a:rPr>
              <a:t>칭찬 한 줄 적어 주기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A883A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6106757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6070518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5897062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6041440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6065816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6052576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401C"/>
                </a:solidFill>
              </a:rPr>
              <a:t>수고했다는 인사 전하기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A883A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6106757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6070518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5897062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6041440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6065816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6052576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401C"/>
                </a:solidFill>
              </a:rPr>
              <a:t>감사 일기 세 줄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A883A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6106757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6070518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5897062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6041440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6065816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6052576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401C"/>
                </a:solidFill>
              </a:rPr>
              <a:t>손편지 한 통 쓰기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A883A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543232" y="2370136"/>
            <a:ext cx="349758" cy="12084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469108" y="1813640"/>
            <a:ext cx="349758" cy="1151845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14311" y="1521280"/>
            <a:ext cx="349758" cy="114816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409629" y="2702969"/>
            <a:ext cx="349758" cy="9082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459489" y="1658853"/>
            <a:ext cx="349758" cy="1265181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432407" y="2118873"/>
            <a:ext cx="349758" cy="110180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C401C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401C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