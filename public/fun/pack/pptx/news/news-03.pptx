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" y="457200"/>
            <a:ext cx="5943600" cy="594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2701879" y="1847869"/>
            <a:ext cx="467593" cy="467593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3844254" y="969124"/>
            <a:ext cx="369744" cy="369744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3971921" y="1950927"/>
            <a:ext cx="305695" cy="305695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3238834" y="1251101"/>
            <a:ext cx="297506" cy="2975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3392956" y="687133"/>
            <a:ext cx="343973" cy="343973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3353994" y="1322210"/>
            <a:ext cx="288217" cy="28821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2902346" y="899581"/>
            <a:ext cx="469205" cy="469205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2902707" y="819754"/>
            <a:ext cx="471396" cy="471396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벚꽃 엔딩 전에 꼭 해 볼 일</a:t>
            </a:r>
          </a:p>
        </p:txBody>
      </p:sp>
      <p:sp>
        <p:nvSpPr>
          <p:cNvPr id="12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9E2E4A"/>
                </a:solidFill>
              </a:rPr>
              <a:t>옆으로 넘겨 보세요 →</a:t>
            </a:r>
          </a:p>
        </p:txBody>
      </p:sp>
      <p:sp>
        <p:nvSpPr>
          <p:cNvPr id="13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5228600" y="1248768"/>
            <a:ext cx="283389" cy="283389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5920949" y="716195"/>
            <a:ext cx="224087" cy="224087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5998323" y="1311227"/>
            <a:ext cx="185269" cy="185269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5554028" y="887090"/>
            <a:ext cx="180306" cy="1803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5647435" y="545291"/>
            <a:ext cx="208469" cy="208469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5623822" y="930186"/>
            <a:ext cx="174677" cy="17467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5350096" y="674048"/>
            <a:ext cx="284367" cy="284367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5350314" y="625668"/>
            <a:ext cx="285695" cy="285695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9E2E4A"/>
                </a:solidFill>
              </a:rPr>
              <a:t>겉옷 한 벌 챙기세요</a:t>
            </a:r>
          </a:p>
        </p:txBody>
      </p:sp>
      <p:sp>
        <p:nvSpPr>
          <p:cNvPr id="1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1617D"/>
                </a:solidFill>
              </a:rPr>
              <a:t>01</a:t>
            </a:r>
          </a:p>
        </p:txBody>
      </p:sp>
      <p:sp>
        <p:nvSpPr>
          <p:cNvPr id="1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1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5228600" y="1248768"/>
            <a:ext cx="283389" cy="283389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5920949" y="716195"/>
            <a:ext cx="224087" cy="224087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5998323" y="1311227"/>
            <a:ext cx="185269" cy="185269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5554028" y="887090"/>
            <a:ext cx="180306" cy="1803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5647435" y="545291"/>
            <a:ext cx="208469" cy="208469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5623822" y="930186"/>
            <a:ext cx="174677" cy="17467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5350096" y="674048"/>
            <a:ext cx="284367" cy="284367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5350314" y="625668"/>
            <a:ext cx="285695" cy="285695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9E2E4A"/>
                </a:solidFill>
              </a:rPr>
              <a:t>계절 인사 한 줄 보내기</a:t>
            </a:r>
          </a:p>
        </p:txBody>
      </p:sp>
      <p:sp>
        <p:nvSpPr>
          <p:cNvPr id="1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1617D"/>
                </a:solidFill>
              </a:rPr>
              <a:t>02</a:t>
            </a:r>
          </a:p>
        </p:txBody>
      </p:sp>
      <p:sp>
        <p:nvSpPr>
          <p:cNvPr id="1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1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5228600" y="1248768"/>
            <a:ext cx="283389" cy="283389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5920949" y="716195"/>
            <a:ext cx="224087" cy="224087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5998323" y="1311227"/>
            <a:ext cx="185269" cy="185269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5554028" y="887090"/>
            <a:ext cx="180306" cy="1803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5647435" y="545291"/>
            <a:ext cx="208469" cy="208469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5623822" y="930186"/>
            <a:ext cx="174677" cy="17467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5350096" y="674048"/>
            <a:ext cx="284367" cy="284367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5350314" y="625668"/>
            <a:ext cx="285695" cy="285695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9E2E4A"/>
                </a:solidFill>
              </a:rPr>
              <a:t>제철 음식으로 기운 채우기</a:t>
            </a:r>
          </a:p>
        </p:txBody>
      </p:sp>
      <p:sp>
        <p:nvSpPr>
          <p:cNvPr id="1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1617D"/>
                </a:solidFill>
              </a:rPr>
              <a:t>03</a:t>
            </a:r>
          </a:p>
        </p:txBody>
      </p:sp>
      <p:sp>
        <p:nvSpPr>
          <p:cNvPr id="1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1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5228600" y="1248768"/>
            <a:ext cx="283389" cy="283389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5920949" y="716195"/>
            <a:ext cx="224087" cy="224087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5998323" y="1311227"/>
            <a:ext cx="185269" cy="185269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5554028" y="887090"/>
            <a:ext cx="180306" cy="1803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5647435" y="545291"/>
            <a:ext cx="208469" cy="208469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5623822" y="930186"/>
            <a:ext cx="174677" cy="17467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5350096" y="674048"/>
            <a:ext cx="284367" cy="284367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5350314" y="625668"/>
            <a:ext cx="285695" cy="285695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9E2E4A"/>
                </a:solidFill>
              </a:rPr>
              <a:t>창문 열고 환기하기</a:t>
            </a:r>
          </a:p>
        </p:txBody>
      </p:sp>
      <p:sp>
        <p:nvSpPr>
          <p:cNvPr id="1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1617D"/>
                </a:solidFill>
              </a:rPr>
              <a:t>04</a:t>
            </a:r>
          </a:p>
        </p:txBody>
      </p:sp>
      <p:sp>
        <p:nvSpPr>
          <p:cNvPr id="1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1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5228600" y="1248768"/>
            <a:ext cx="283389" cy="283389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5920949" y="716195"/>
            <a:ext cx="224087" cy="224087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5998323" y="1311227"/>
            <a:ext cx="185269" cy="185269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5554028" y="887090"/>
            <a:ext cx="180306" cy="1803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5647435" y="545291"/>
            <a:ext cx="208469" cy="208469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5623822" y="930186"/>
            <a:ext cx="174677" cy="17467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5350096" y="674048"/>
            <a:ext cx="284367" cy="284367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5350314" y="625668"/>
            <a:ext cx="285695" cy="285695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9E2E4A"/>
                </a:solidFill>
              </a:rPr>
              <a:t>계절 사진 한 장 남기기</a:t>
            </a:r>
          </a:p>
        </p:txBody>
      </p:sp>
      <p:sp>
        <p:nvSpPr>
          <p:cNvPr id="1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1617D"/>
                </a:solidFill>
              </a:rPr>
              <a:t>05</a:t>
            </a:r>
          </a:p>
        </p:txBody>
      </p:sp>
      <p:sp>
        <p:nvSpPr>
          <p:cNvPr id="1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1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" y="457200"/>
            <a:ext cx="5943600" cy="594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5143150">
            <a:off x="2701879" y="1847869"/>
            <a:ext cx="467593" cy="467593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10973907">
            <a:off x="3844254" y="969124"/>
            <a:ext cx="369744" cy="369744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3708536">
            <a:off x="3971921" y="1950927"/>
            <a:ext cx="305695" cy="305695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6746451">
            <a:off x="3238834" y="1251101"/>
            <a:ext cx="297506" cy="297506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592492">
            <a:off x="3392956" y="687133"/>
            <a:ext cx="343973" cy="343973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3327126">
            <a:off x="3353994" y="1322210"/>
            <a:ext cx="288217" cy="288217"/>
          </a:xfrm>
          <a:prstGeom prst="teardrop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0002202">
            <a:off x="2902346" y="899581"/>
            <a:ext cx="469205" cy="469205"/>
          </a:xfrm>
          <a:prstGeom prst="teardrop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9217696">
            <a:off x="2902707" y="819754"/>
            <a:ext cx="471396" cy="471396"/>
          </a:xfrm>
          <a:prstGeom prst="teardrop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9E2E4A"/>
                </a:solidFill>
              </a:rPr>
              <a:t>저장해 두고 필요할 때 꺼내 보세요</a:t>
            </a:r>
          </a:p>
        </p:txBody>
      </p:sp>
      <p:sp>
        <p:nvSpPr>
          <p:cNvPr id="12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9E2E4A"/>
                </a:solidFill>
              </a:rPr>
              <a:t>마음에 들면 공유해 주세요</a:t>
            </a:r>
          </a:p>
        </p:txBody>
      </p:sp>
      <p:sp>
        <p:nvSpPr>
          <p:cNvPr id="13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9E2E4A"/>
      </a:dk2>
      <a:lt2>
        <a:srgbClr val="FAEFF2"/>
      </a:lt2>
      <a:accent1>
        <a:srgbClr val="D1617D"/>
      </a:accent1>
      <a:accent2>
        <a:srgbClr val="3B9151"/>
      </a:accent2>
      <a:accent3>
        <a:srgbClr val="9E2E4A"/>
      </a:accent3>
      <a:accent4>
        <a:srgbClr val="F3CED7"/>
      </a:accent4>
      <a:accent5>
        <a:srgbClr val="867967"/>
      </a:accent5>
      <a:accent6>
        <a:srgbClr val="C58292"/>
      </a:accent6>
      <a:hlink>
        <a:srgbClr val="D1617D"/>
      </a:hlink>
      <a:folHlink>
        <a:srgbClr val="9E2E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