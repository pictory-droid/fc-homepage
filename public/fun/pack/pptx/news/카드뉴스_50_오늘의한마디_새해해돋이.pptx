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3E1C"/>
                </a:solidFill>
              </a:rPr>
              <a:t>올해의 마지막 한 주 보내는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3E1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85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3E1C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853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85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3E1C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853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85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3E1C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853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85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3E1C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853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85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3E1C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853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E3E1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3E1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6E3E1C"/>
      </a:dk2>
      <a:lt2>
        <a:srgbClr val="FEF9F6"/>
      </a:lt2>
      <a:accent1>
        <a:srgbClr val="EC853C"/>
      </a:accent1>
      <a:accent2>
        <a:srgbClr val="1990E6"/>
      </a:accent2>
      <a:accent3>
        <a:srgbClr val="6E3E1C"/>
      </a:accent3>
      <a:accent4>
        <a:srgbClr val="FDEADD"/>
      </a:accent4>
      <a:accent5>
        <a:srgbClr val="828A91"/>
      </a:accent5>
      <a:accent6>
        <a:srgbClr val="A88B77"/>
      </a:accent6>
      <a:hlink>
        <a:srgbClr val="EC853C"/>
      </a:hlink>
      <a:folHlink>
        <a:srgbClr val="6E3E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