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올해의 마지막 한 주 보내는 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88411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84111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36C1C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84111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36C1C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84111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36C1C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84111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36C1C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884111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36C1C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88411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88411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884111"/>
      </a:dk2>
      <a:lt2>
        <a:srgbClr val="FDF3ED"/>
      </a:lt2>
      <a:accent1>
        <a:srgbClr val="E36C1C"/>
      </a:accent1>
      <a:accent2>
        <a:srgbClr val="3B9188"/>
      </a:accent2>
      <a:accent3>
        <a:srgbClr val="884111"/>
      </a:accent3>
      <a:accent4>
        <a:srgbClr val="FADBC7"/>
      </a:accent4>
      <a:accent5>
        <a:srgbClr val="8F7E52"/>
      </a:accent5>
      <a:accent6>
        <a:srgbClr val="B88D70"/>
      </a:accent6>
      <a:hlink>
        <a:srgbClr val="E36C1C"/>
      </a:hlink>
      <a:folHlink>
        <a:srgbClr val="88411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