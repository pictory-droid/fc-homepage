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고마운 분께 손편지 쓰기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3A5E88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A5E88"/>
                </a:solidFill>
              </a:rPr>
              <a:t>고맙다는 말 먼저 건네기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6991BF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작은 일에도 ‘고마워요’를 먼저 말해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A5E88"/>
                </a:solidFill>
              </a:rPr>
              <a:t>칭찬 한 줄 적어 주기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6991BF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A5E88"/>
                </a:solidFill>
              </a:rPr>
              <a:t>퇴근한 사람에게 한마디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6991BF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‘오늘도 고생했어’ 한마디면 충분해요.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A5E88"/>
                </a:solidFill>
              </a:rPr>
              <a:t>감사 일기 세 줄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6991BF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고마웠던 일 세 가지를 적어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A5E88"/>
                </a:solidFill>
              </a:rPr>
              <a:t>엽서 한 장 쓰기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6991BF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짧아도 좋아요. 우체통에 넣는 순간 설레요.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3A5E88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3A5E88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3A5E88"/>
      </a:dk2>
      <a:lt2>
        <a:srgbClr val="F1F5F9"/>
      </a:lt2>
      <a:accent1>
        <a:srgbClr val="6991BF"/>
      </a:accent1>
      <a:accent2>
        <a:srgbClr val="8F403D"/>
      </a:accent2>
      <a:accent3>
        <a:srgbClr val="3A5E88"/>
      </a:accent3>
      <a:accent4>
        <a:srgbClr val="D3DFEE"/>
      </a:accent4>
      <a:accent5>
        <a:srgbClr val="7C687E"/>
      </a:accent5>
      <a:accent6>
        <a:srgbClr val="899EB8"/>
      </a:accent6>
      <a:hlink>
        <a:srgbClr val="6991BF"/>
      </a:hlink>
      <a:folHlink>
        <a:srgbClr val="3A5E8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