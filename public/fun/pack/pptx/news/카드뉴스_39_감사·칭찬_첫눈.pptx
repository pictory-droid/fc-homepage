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26E"/>
                </a:solidFill>
              </a:rPr>
              <a:t>고마운 분께 손편지 쓰기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426E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8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26E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8FE3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8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26E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8FE3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8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26E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8FE3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8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26E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8FE3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58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C426E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58FE3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C426E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426E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C426E"/>
      </a:dk2>
      <a:lt2>
        <a:srgbClr val="F6FAFE"/>
      </a:lt2>
      <a:accent1>
        <a:srgbClr val="458FE3"/>
      </a:accent1>
      <a:accent2>
        <a:srgbClr val="E25A71"/>
      </a:accent2>
      <a:accent3>
        <a:srgbClr val="1C426E"/>
      </a:accent3>
      <a:accent4>
        <a:srgbClr val="DDECFD"/>
      </a:accent4>
      <a:accent5>
        <a:srgbClr val="9474AA"/>
      </a:accent5>
      <a:accent6>
        <a:srgbClr val="778EA8"/>
      </a:accent6>
      <a:hlink>
        <a:srgbClr val="458FE3"/>
      </a:hlink>
      <a:folHlink>
        <a:srgbClr val="1C426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