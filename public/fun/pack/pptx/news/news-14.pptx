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C68"/>
                </a:solidFill>
              </a:rPr>
              <a:t>어버이날 편지 이렇게 써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2C68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E6E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2C68"/>
                </a:solidFill>
              </a:rPr>
              <a:t>고맙다는 말 먼저 건네기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6EE0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E6E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2C68"/>
                </a:solidFill>
              </a:rPr>
              <a:t>칭찬 한 줄 적어 주기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6EE0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E6E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2C68"/>
                </a:solidFill>
              </a:rPr>
              <a:t>퇴근한 사람에게 한마디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6EE0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E6E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2C68"/>
                </a:solidFill>
              </a:rPr>
              <a:t>감사 일기 세 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6EE0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E6E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2C68"/>
                </a:solidFill>
              </a:rPr>
              <a:t>엽서 한 장 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6EE0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2C68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2C68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22C68"/>
      </a:dk2>
      <a:lt2>
        <a:srgbClr val="F4F7FD"/>
      </a:lt2>
      <a:accent1>
        <a:srgbClr val="3E6EE0"/>
      </a:accent1>
      <a:accent2>
        <a:srgbClr val="1CA8C4"/>
      </a:accent2>
      <a:accent3>
        <a:srgbClr val="122C68"/>
      </a:accent3>
      <a:accent4>
        <a:srgbClr val="D9E4FC"/>
      </a:accent4>
      <a:accent5>
        <a:srgbClr val="2D8BD2"/>
      </a:accent5>
      <a:accent6>
        <a:srgbClr val="7180A4"/>
      </a:accent6>
      <a:hlink>
        <a:srgbClr val="3E6EE0"/>
      </a:hlink>
      <a:folHlink>
        <a:srgbClr val="122C6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