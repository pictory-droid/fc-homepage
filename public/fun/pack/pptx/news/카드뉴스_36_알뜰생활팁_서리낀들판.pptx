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통장 쪼개기, 이렇게 시작하세요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314149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14149"/>
                </a:solidFill>
              </a:rPr>
              <a:t>이번 달 고정지출부터 적어요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A7887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14149"/>
                </a:solidFill>
              </a:rPr>
              <a:t>카드 대신 현금 한 주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A7887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14149"/>
                </a:solidFill>
              </a:rPr>
              <a:t>장보기 전 냉장고 사진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A7887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14149"/>
                </a:solidFill>
              </a:rPr>
              <a:t>작은 목표 통장 만들기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A7887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14149"/>
                </a:solidFill>
              </a:rPr>
              <a:t>주말 5분 가계부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A7887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영수증을 모아 두었다가 주말에 5분만 적어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314149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314149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314149"/>
      </a:dk2>
      <a:lt2>
        <a:srgbClr val="F3F5F7"/>
      </a:lt2>
      <a:accent1>
        <a:srgbClr val="5A7887"/>
      </a:accent1>
      <a:accent2>
        <a:srgbClr val="7A5258"/>
      </a:accent2>
      <a:accent3>
        <a:srgbClr val="314149"/>
      </a:accent3>
      <a:accent4>
        <a:srgbClr val="D9E3E8"/>
      </a:accent4>
      <a:accent5>
        <a:srgbClr val="6A6570"/>
      </a:accent5>
      <a:accent6>
        <a:srgbClr val="838D92"/>
      </a:accent6>
      <a:hlink>
        <a:srgbClr val="5A7887"/>
      </a:hlink>
      <a:folHlink>
        <a:srgbClr val="314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