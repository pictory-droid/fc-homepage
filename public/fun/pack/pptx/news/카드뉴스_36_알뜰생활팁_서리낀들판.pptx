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통장 쪼개기, 이렇게 시작하세요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1414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149"/>
                </a:solidFill>
              </a:rPr>
              <a:t>이번 달 고정지출부터 적어요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A7887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149"/>
                </a:solidFill>
              </a:rPr>
              <a:t>카드 대신 현금 한 주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A7887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149"/>
                </a:solidFill>
              </a:rPr>
              <a:t>장보기 전 냉장고 사진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A7887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149"/>
                </a:solidFill>
              </a:rPr>
              <a:t>작은 목표 통장 만들기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A7887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149"/>
                </a:solidFill>
              </a:rPr>
              <a:t>주말 5분 가계부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A7887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1414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1414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