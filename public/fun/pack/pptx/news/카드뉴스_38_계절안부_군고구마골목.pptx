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첫서리 오기 전에 할 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92713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2713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5229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2713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5229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2713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5229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2713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5229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92713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5229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92713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92713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