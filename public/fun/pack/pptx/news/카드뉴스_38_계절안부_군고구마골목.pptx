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38100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57200" y="457200"/>
            <a:ext cx="5943600" cy="5943600"/>
          </a:xfrm>
          <a:prstGeom prst="rect">
            <a:avLst/>
          </a:prstGeom>
          <a:noFill/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187517" y="780551"/>
            <a:ext cx="333470" cy="33347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225213" y="1623191"/>
            <a:ext cx="200163" cy="200163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2453241" y="1161505"/>
            <a:ext cx="263527" cy="26352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3698011" y="758859"/>
            <a:ext cx="216496" cy="216496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3401698" y="360190"/>
            <a:ext cx="334832" cy="334832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2770553" y="825259"/>
            <a:ext cx="143688" cy="143688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3883770" y="2104327"/>
            <a:ext cx="285402" cy="285402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3448822" y="917740"/>
            <a:ext cx="267797" cy="26779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3975393" y="1444838"/>
            <a:ext cx="284342" cy="284342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2894909" y="750724"/>
            <a:ext cx="180660" cy="18066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2612256" y="941758"/>
            <a:ext cx="124614" cy="124614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군고구마 같은 따뜻한 말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822959" y="379476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492713"/>
                </a:solidFill>
              </a:rPr>
              <a:t>옆으로 넘겨 보세요 →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59" y="466344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80842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57340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72911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64451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699832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349196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5967650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726012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018551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18283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61253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겉옷 한 벌 챙기세요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01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80842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57340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72911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64451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699832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349196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5967650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726012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018551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18283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61253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계절 인사 한 줄 보내기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02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80842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57340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72911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64451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699832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349196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5967650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726012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018551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18283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61253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제철 음식으로 기운 채우기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03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80842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57340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72911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64451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699832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349196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5967650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726012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018551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18283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61253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창문 열고 환기하기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04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580842" y="631759"/>
            <a:ext cx="185261" cy="185261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6157340" y="1099893"/>
            <a:ext cx="111201" cy="111201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172911" y="843400"/>
            <a:ext cx="146404" cy="146404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64451" y="619708"/>
            <a:ext cx="120275" cy="120275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699832" y="398225"/>
            <a:ext cx="186017" cy="18601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349196" y="656597"/>
            <a:ext cx="79826" cy="79826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5967650" y="1367190"/>
            <a:ext cx="158557" cy="15855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5726012" y="707976"/>
            <a:ext cx="148776" cy="14877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018551" y="1000807"/>
            <a:ext cx="157967" cy="15796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5418283" y="615189"/>
            <a:ext cx="100367" cy="100367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261253" y="721318"/>
            <a:ext cx="69230" cy="69230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92713"/>
                </a:solidFill>
              </a:rPr>
              <a:t>계절 사진 한 장 남기기</a:t>
            </a:r>
          </a:p>
        </p:txBody>
      </p:sp>
      <p:sp>
        <p:nvSpPr>
          <p:cNvPr id="16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5229"/>
                </a:solidFill>
              </a:rPr>
              <a:t>05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18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38100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57200" y="457200"/>
            <a:ext cx="5943600" cy="5943600"/>
          </a:xfrm>
          <a:prstGeom prst="rect">
            <a:avLst/>
          </a:prstGeom>
          <a:noFill/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3187517" y="780551"/>
            <a:ext cx="333470" cy="33347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225213" y="1623191"/>
            <a:ext cx="200163" cy="200163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2453241" y="1161505"/>
            <a:ext cx="263527" cy="263527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3698011" y="758859"/>
            <a:ext cx="216496" cy="216496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3401698" y="360190"/>
            <a:ext cx="334832" cy="334832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2770553" y="825259"/>
            <a:ext cx="143688" cy="143688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3883770" y="2104327"/>
            <a:ext cx="285402" cy="285402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3448822" y="917740"/>
            <a:ext cx="267797" cy="267797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3975393" y="1444838"/>
            <a:ext cx="284342" cy="284342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2894909" y="750724"/>
            <a:ext cx="180660" cy="18066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2612256" y="941758"/>
            <a:ext cx="124614" cy="124614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492713"/>
                </a:solidFill>
              </a:rPr>
              <a:t>저장해 두고 필요할 때 꺼내 보세요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822959" y="379476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492713"/>
                </a:solidFill>
              </a:rPr>
              <a:t>마음에 들면 공유해 주세요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59" y="466344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