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515303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147080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5688542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4541834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003812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3569836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성탄 카드 한 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83A23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348619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220033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6059909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5659471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820797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5320043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아침 물 한 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348619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220033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6059909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5659471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820797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5320043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하루 십 분 걷기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348619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220033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6059909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5659471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820797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5320043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검진 날짜 적어 두기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348619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220033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6059909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5659471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820797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5320043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잠들기 전 스마트폰 내려놓기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348619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220033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6059909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5659471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820797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5320043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83A23"/>
                </a:solidFill>
              </a:rPr>
              <a:t>가족 건강 이야기 나누기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653D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6515303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6147080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5688542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4541834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5003812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3569836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83A23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83A23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