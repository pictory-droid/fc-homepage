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1C29"/>
                </a:solidFill>
              </a:rPr>
              <a:t>눈 오는 날 안부 전화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1C29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C3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1C29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3C59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C3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1C29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3C59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C3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1C29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3C59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C3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1C29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3C59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C3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1C29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3C59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6E1C29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1C29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6E1C29"/>
      </a:dk2>
      <a:lt2>
        <a:srgbClr val="FEF6F7"/>
      </a:lt2>
      <a:accent1>
        <a:srgbClr val="EC3C59"/>
      </a:accent1>
      <a:accent2>
        <a:srgbClr val="1990E6"/>
      </a:accent2>
      <a:accent3>
        <a:srgbClr val="6E1C29"/>
      </a:accent3>
      <a:accent4>
        <a:srgbClr val="FDDDE2"/>
      </a:accent4>
      <a:accent5>
        <a:srgbClr val="8266A0"/>
      </a:accent5>
      <a:accent6>
        <a:srgbClr val="A8777F"/>
      </a:accent6>
      <a:hlink>
        <a:srgbClr val="EC3C59"/>
      </a:hlink>
      <a:folHlink>
        <a:srgbClr val="6E1C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