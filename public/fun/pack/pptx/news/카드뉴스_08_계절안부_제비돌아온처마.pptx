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114800" y="960120"/>
            <a:ext cx="2057400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457700" y="1783080"/>
            <a:ext cx="1371600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4577715" y="3206115"/>
            <a:ext cx="977264" cy="565785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040630" y="3463290"/>
            <a:ext cx="617219" cy="390906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4834890" y="3895344"/>
            <a:ext cx="123444" cy="123444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5143500" y="3895344"/>
            <a:ext cx="123444" cy="123444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5452109" y="3895344"/>
            <a:ext cx="123444" cy="123444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2057400"/>
            <a:ext cx="3429000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돌아온 제비가 알려 주는 안부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480060" y="3703320"/>
            <a:ext cx="329183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6263B"/>
                </a:solidFill>
              </a:rPr>
              <a:t>옆으로 넘겨 보세요 →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480060" y="4572000"/>
            <a:ext cx="329183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계절 안부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358383" y="521208"/>
            <a:ext cx="694944" cy="402336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687568" y="704088"/>
            <a:ext cx="438912" cy="277977"/>
          </a:xfrm>
          <a:prstGeom prst="cloud">
            <a:avLst/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5541264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5760720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5980175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6263B"/>
                </a:solidFill>
              </a:rPr>
              <a:t>겉옷 한 벌 챙기세요</a:t>
            </a:r>
          </a:p>
        </p:txBody>
      </p:sp>
      <p:sp>
        <p:nvSpPr>
          <p:cNvPr id="9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A476F"/>
                </a:solidFill>
              </a:rPr>
              <a:t>01</a:t>
            </a:r>
          </a:p>
        </p:txBody>
      </p:sp>
      <p:sp>
        <p:nvSpPr>
          <p:cNvPr id="10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아침저녁 기온 차가 큰 때에는 얇은 겉옷이 든든해요.</a:t>
            </a:r>
          </a:p>
        </p:txBody>
      </p:sp>
      <p:sp>
        <p:nvSpPr>
          <p:cNvPr id="11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358383" y="521208"/>
            <a:ext cx="694944" cy="402336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687568" y="704088"/>
            <a:ext cx="438912" cy="277977"/>
          </a:xfrm>
          <a:prstGeom prst="cloud">
            <a:avLst/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5541264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5760720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5980175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6263B"/>
                </a:solidFill>
              </a:rPr>
              <a:t>계절 인사 한 줄 보내기</a:t>
            </a:r>
          </a:p>
        </p:txBody>
      </p:sp>
      <p:sp>
        <p:nvSpPr>
          <p:cNvPr id="9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A476F"/>
                </a:solidFill>
              </a:rPr>
              <a:t>02</a:t>
            </a:r>
          </a:p>
        </p:txBody>
      </p:sp>
      <p:sp>
        <p:nvSpPr>
          <p:cNvPr id="10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안부를 묻는 짧은 메시지가 하루를 따뜻하게 해요.</a:t>
            </a:r>
          </a:p>
        </p:txBody>
      </p:sp>
      <p:sp>
        <p:nvSpPr>
          <p:cNvPr id="11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358383" y="521208"/>
            <a:ext cx="694944" cy="402336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687568" y="704088"/>
            <a:ext cx="438912" cy="277977"/>
          </a:xfrm>
          <a:prstGeom prst="cloud">
            <a:avLst/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5541264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5760720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5980175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6263B"/>
                </a:solidFill>
              </a:rPr>
              <a:t>제철 음식으로 기운 채우기</a:t>
            </a:r>
          </a:p>
        </p:txBody>
      </p:sp>
      <p:sp>
        <p:nvSpPr>
          <p:cNvPr id="9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A476F"/>
                </a:solidFill>
              </a:rPr>
              <a:t>03</a:t>
            </a:r>
          </a:p>
        </p:txBody>
      </p:sp>
      <p:sp>
        <p:nvSpPr>
          <p:cNvPr id="10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지금 가장 맛있는 제철 음식을 가족과 나눠 보세요.</a:t>
            </a:r>
          </a:p>
        </p:txBody>
      </p:sp>
      <p:sp>
        <p:nvSpPr>
          <p:cNvPr id="11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358383" y="521208"/>
            <a:ext cx="694944" cy="402336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687568" y="704088"/>
            <a:ext cx="438912" cy="277977"/>
          </a:xfrm>
          <a:prstGeom prst="cloud">
            <a:avLst/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5541264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5760720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5980175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6263B"/>
                </a:solidFill>
              </a:rPr>
              <a:t>창문 열고 환기하기</a:t>
            </a:r>
          </a:p>
        </p:txBody>
      </p:sp>
      <p:sp>
        <p:nvSpPr>
          <p:cNvPr id="9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A476F"/>
                </a:solidFill>
              </a:rPr>
              <a:t>04</a:t>
            </a:r>
          </a:p>
        </p:txBody>
      </p:sp>
      <p:sp>
        <p:nvSpPr>
          <p:cNvPr id="10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하루 두 번 십 분씩 환기하면 집 안 공기가 달라져요.</a:t>
            </a:r>
          </a:p>
        </p:txBody>
      </p:sp>
      <p:sp>
        <p:nvSpPr>
          <p:cNvPr id="11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358383" y="521208"/>
            <a:ext cx="694944" cy="402336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687568" y="704088"/>
            <a:ext cx="438912" cy="277977"/>
          </a:xfrm>
          <a:prstGeom prst="cloud">
            <a:avLst/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5541264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5760720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5980175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6263B"/>
                </a:solidFill>
              </a:rPr>
              <a:t>계절 사진 한 장 남기기</a:t>
            </a:r>
          </a:p>
        </p:txBody>
      </p:sp>
      <p:sp>
        <p:nvSpPr>
          <p:cNvPr id="9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A476F"/>
                </a:solidFill>
              </a:rPr>
              <a:t>05</a:t>
            </a:r>
          </a:p>
        </p:txBody>
      </p:sp>
      <p:sp>
        <p:nvSpPr>
          <p:cNvPr id="10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같은 자리에서 계절마다 사진을 찍어 보세요.</a:t>
            </a:r>
          </a:p>
        </p:txBody>
      </p:sp>
      <p:sp>
        <p:nvSpPr>
          <p:cNvPr id="11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114800" y="960120"/>
            <a:ext cx="2057400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457700" y="1783080"/>
            <a:ext cx="1371600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4577715" y="3206115"/>
            <a:ext cx="977264" cy="565785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040630" y="3463290"/>
            <a:ext cx="617219" cy="390906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4834890" y="3895344"/>
            <a:ext cx="123444" cy="123444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5143500" y="3895344"/>
            <a:ext cx="123444" cy="123444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5452109" y="3895344"/>
            <a:ext cx="123444" cy="123444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2057400"/>
            <a:ext cx="3429000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6263B"/>
                </a:solidFill>
              </a:rPr>
              <a:t>저장해 두고 필요할 때 꺼내 보세요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480060" y="3703320"/>
            <a:ext cx="329183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6263B"/>
                </a:solidFill>
              </a:rPr>
              <a:t>마음에 들면 공유해 주세요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480060" y="4572000"/>
            <a:ext cx="329183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계절 안부)">
  <a:themeElements>
    <a:clrScheme name="Office">
      <a:dk1>
        <a:sysClr val="windowText" lastClr="000000"/>
      </a:dk1>
      <a:lt1>
        <a:sysClr val="window" lastClr="FFFFFF"/>
      </a:lt1>
      <a:dk2>
        <a:srgbClr val="16263B"/>
      </a:dk2>
      <a:lt2>
        <a:srgbClr val="F0F4F9"/>
      </a:lt2>
      <a:accent1>
        <a:srgbClr val="2A476F"/>
      </a:accent1>
      <a:accent2>
        <a:srgbClr val="91423B"/>
      </a:accent2>
      <a:accent3>
        <a:srgbClr val="16263B"/>
      </a:accent3>
      <a:accent4>
        <a:srgbClr val="D1DEF0"/>
      </a:accent4>
      <a:accent5>
        <a:srgbClr val="5E4455"/>
      </a:accent5>
      <a:accent6>
        <a:srgbClr val="737D89"/>
      </a:accent6>
      <a:hlink>
        <a:srgbClr val="2A476F"/>
      </a:hlink>
      <a:folHlink>
        <a:srgbClr val="16263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