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E1E71"/>
                </a:solidFill>
              </a:rPr>
              <a:t>장보기 전에 냉장고부터 열어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E1E71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DD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9E5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E1E71"/>
                </a:solidFill>
              </a:rPr>
              <a:t>이번 달 고정지출부터 적어요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E56D2"/>
                </a:solidFill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DD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9E5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E1E71"/>
                </a:solidFill>
              </a:rPr>
              <a:t>카드 대신 현금 한 주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E56D2"/>
                </a:solidFill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DD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9E5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E1E71"/>
                </a:solidFill>
              </a:rPr>
              <a:t>장보기 전 냉장고 사진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E56D2"/>
                </a:solidFill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DD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9E5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E1E71"/>
                </a:solidFill>
              </a:rPr>
              <a:t>작은 목표 통장 만들기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E56D2"/>
                </a:solidFill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EDDA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9E5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4E1E71"/>
                </a:solidFill>
              </a:rPr>
              <a:t>주말 5분 가계부</a:t>
            </a:r>
          </a:p>
        </p:txBody>
      </p:sp>
      <p:sp>
        <p:nvSpPr>
          <p:cNvPr id="5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9E56D2"/>
                </a:solidFill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7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4E1E71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4E1E71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4E1E71"/>
      </a:dk2>
      <a:lt2>
        <a:srgbClr val="F9F4FD"/>
      </a:lt2>
      <a:accent1>
        <a:srgbClr val="9E56D2"/>
      </a:accent1>
      <a:accent2>
        <a:srgbClr val="30A640"/>
      </a:accent2>
      <a:accent3>
        <a:srgbClr val="4E1E71"/>
      </a:accent3>
      <a:accent4>
        <a:srgbClr val="EDDAFB"/>
      </a:accent4>
      <a:accent5>
        <a:srgbClr val="677E89"/>
      </a:accent5>
      <a:accent6>
        <a:srgbClr val="9578AA"/>
      </a:accent6>
      <a:hlink>
        <a:srgbClr val="9E56D2"/>
      </a:hlink>
      <a:folHlink>
        <a:srgbClr val="4E1E7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