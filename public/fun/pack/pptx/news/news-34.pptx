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3086100" cy="3977639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1783080" cy="233172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4389120" y="0"/>
            <a:ext cx="2468879" cy="274320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12842">
            <a:off x="5289311" y="5970263"/>
            <a:ext cx="652092" cy="652092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90837">
            <a:off x="6911790" y="4365368"/>
            <a:ext cx="385284" cy="38528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193618">
            <a:off x="5210782" y="3199032"/>
            <a:ext cx="585667" cy="585667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996890">
            <a:off x="6864248" y="4917092"/>
            <a:ext cx="530257" cy="53025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031246">
            <a:off x="6076538" y="3356582"/>
            <a:ext cx="490238" cy="490238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21529189">
            <a:off x="6178623" y="5116916"/>
            <a:ext cx="863210" cy="8632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09728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높은 하늘 아래 감사 인사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548640" y="265176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D2019"/>
                </a:solidFill>
              </a:rPr>
              <a:t>옆으로 넘겨 보세요 →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548640" y="3520439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5816470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6411379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5787676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6393947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6105120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6142551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D2019"/>
                </a:solidFill>
              </a:rPr>
              <a:t>고맙다는 말 먼저 건네기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94133"/>
                </a:solidFill>
              </a:rPr>
              <a:t>01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5816470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6411379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5787676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6393947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6105120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6142551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D2019"/>
                </a:solidFill>
              </a:rPr>
              <a:t>칭찬 한 줄 적어 주기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94133"/>
                </a:solidFill>
              </a:rPr>
              <a:t>02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5816470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6411379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5787676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6393947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6105120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6142551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D2019"/>
                </a:solidFill>
              </a:rPr>
              <a:t>수고했다는 인사 전하기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94133"/>
                </a:solidFill>
              </a:rPr>
              <a:t>03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하루를 마치고 돌아온 사람에게 따뜻한 한마디를.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5816470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6411379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5787676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6393947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6105120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6142551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D2019"/>
                </a:solidFill>
              </a:rPr>
              <a:t>감사 일기 세 줄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94133"/>
                </a:solidFill>
              </a:rPr>
              <a:t>04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감사했던 일 세 가지를 적어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5816470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6411379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5787676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6393947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6105120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6142551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D2019"/>
                </a:solidFill>
              </a:rPr>
              <a:t>손편지 한 통 쓰기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94133"/>
                </a:solidFill>
              </a:rPr>
              <a:t>05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손으로 쓴 마음은 오래 남아요.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3086100" cy="3977639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1783080" cy="233172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4389120" y="0"/>
            <a:ext cx="2468879" cy="274320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12842">
            <a:off x="5289311" y="5970263"/>
            <a:ext cx="652092" cy="652092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90837">
            <a:off x="6911790" y="4365368"/>
            <a:ext cx="385284" cy="38528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193618">
            <a:off x="5210782" y="3199032"/>
            <a:ext cx="585667" cy="585667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996890">
            <a:off x="6864248" y="4917092"/>
            <a:ext cx="530257" cy="53025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031246">
            <a:off x="6076538" y="3356582"/>
            <a:ext cx="490238" cy="490238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21529189">
            <a:off x="6178623" y="5116916"/>
            <a:ext cx="863210" cy="8632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097280"/>
            <a:ext cx="425196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4D2019"/>
                </a:solidFill>
              </a:rPr>
              <a:t>저장해 두고 필요할 때 꺼내 보세요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548640" y="2651760"/>
            <a:ext cx="41148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D2019"/>
                </a:solidFill>
              </a:rPr>
              <a:t>마음에 들면 공유해 주세요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548640" y="3520439"/>
            <a:ext cx="4114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4D2019"/>
      </a:dk2>
      <a:lt2>
        <a:srgbClr val="FAF1F0"/>
      </a:lt2>
      <a:accent1>
        <a:srgbClr val="994133"/>
      </a:accent1>
      <a:accent2>
        <a:srgbClr val="3B9171"/>
      </a:accent2>
      <a:accent3>
        <a:srgbClr val="4D2019"/>
      </a:accent3>
      <a:accent4>
        <a:srgbClr val="F1D4D0"/>
      </a:accent4>
      <a:accent5>
        <a:srgbClr val="6A6952"/>
      </a:accent5>
      <a:accent6>
        <a:srgbClr val="947975"/>
      </a:accent6>
      <a:hlink>
        <a:srgbClr val="994133"/>
      </a:hlink>
      <a:folHlink>
        <a:srgbClr val="4D201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