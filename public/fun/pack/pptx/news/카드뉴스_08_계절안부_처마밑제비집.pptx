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봄비 오는 날 우산 챙기셨나요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6263B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계절 안부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6263B"/>
                </a:solidFill>
              </a:rPr>
              <a:t>겉옷 한 벌 챙기세요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A476F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아침저녁 기온 차가 큰 때에는 얇은 겉옷이 든든해요.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6263B"/>
                </a:solidFill>
              </a:rPr>
              <a:t>계절 인사 한 줄 보내기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A476F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안부를 묻는 짧은 메시지가 하루를 따뜻하게 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6263B"/>
                </a:solidFill>
              </a:rPr>
              <a:t>제철 음식으로 기운 채우기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A476F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지금 가장 맛있는 제철 음식을 가족과 나눠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6263B"/>
                </a:solidFill>
              </a:rPr>
              <a:t>창문 열고 환기하기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A476F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 두 번 십 분씩 환기하면 집 안 공기가 달라져요.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6263B"/>
                </a:solidFill>
              </a:rPr>
              <a:t>계절 사진 한 장 남기기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A476F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같은 자리에서 계절마다 사진을 찍어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6263B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6263B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계절 안부)">
  <a:themeElements>
    <a:clrScheme name="Office">
      <a:dk1>
        <a:sysClr val="windowText" lastClr="000000"/>
      </a:dk1>
      <a:lt1>
        <a:sysClr val="window" lastClr="FFFFFF"/>
      </a:lt1>
      <a:dk2>
        <a:srgbClr val="16263B"/>
      </a:dk2>
      <a:lt2>
        <a:srgbClr val="F0F4F9"/>
      </a:lt2>
      <a:accent1>
        <a:srgbClr val="2A476F"/>
      </a:accent1>
      <a:accent2>
        <a:srgbClr val="91423B"/>
      </a:accent2>
      <a:accent3>
        <a:srgbClr val="16263B"/>
      </a:accent3>
      <a:accent4>
        <a:srgbClr val="D1DEF0"/>
      </a:accent4>
      <a:accent5>
        <a:srgbClr val="5E4455"/>
      </a:accent5>
      <a:accent6>
        <a:srgbClr val="737D89"/>
      </a:accent6>
      <a:hlink>
        <a:srgbClr val="2A476F"/>
      </a:hlink>
      <a:folHlink>
        <a:srgbClr val="16263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