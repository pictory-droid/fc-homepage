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D4072"/>
                </a:solidFill>
              </a:rPr>
              <a:t>봄비 오는 날 우산 챙기셨나요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D4072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계절 안부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5303520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4E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4072"/>
                </a:solidFill>
              </a:rPr>
              <a:t>겉옷 한 벌 챙기세요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981D0"/>
                </a:solidFill>
              </a:rPr>
              <a:t>01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아침저녁 기온 차가 큰 때에는 얇은 겉옷이 든든해요.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5303520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4E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4072"/>
                </a:solidFill>
              </a:rPr>
              <a:t>계절 인사 한 줄 보내기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981D0"/>
                </a:solidFill>
              </a:rPr>
              <a:t>02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안부를 묻는 짧은 메시지가 하루를 따뜻하게 해요.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5303520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4E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4072"/>
                </a:solidFill>
              </a:rPr>
              <a:t>제철 음식으로 기운 채우기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981D0"/>
                </a:solidFill>
              </a:rPr>
              <a:t>03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지금 가장 맛있는 제철 음식을 가족과 나눠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5303520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4E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4072"/>
                </a:solidFill>
              </a:rPr>
              <a:t>창문 열고 환기하기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981D0"/>
                </a:solidFill>
              </a:rPr>
              <a:t>04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하루 두 번 십 분씩 환기하면 집 안 공기가 달라져요.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7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 rot="10800000">
            <a:off x="5303520" y="0"/>
            <a:ext cx="914400" cy="1554480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D4E3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4072"/>
                </a:solidFill>
              </a:rPr>
              <a:t>계절 사진 한 장 남기기</a:t>
            </a:r>
          </a:p>
        </p:txBody>
      </p:sp>
      <p:sp>
        <p:nvSpPr>
          <p:cNvPr id="4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4981D0"/>
                </a:solidFill>
              </a:rPr>
              <a:t>05</a:t>
            </a:r>
          </a:p>
        </p:txBody>
      </p:sp>
      <p:sp>
        <p:nvSpPr>
          <p:cNvPr id="5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같은 자리에서 계절마다 사진을 찍어 보세요.</a:t>
            </a:r>
          </a:p>
        </p:txBody>
      </p:sp>
      <p:sp>
        <p:nvSpPr>
          <p:cNvPr id="6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0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4072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D4072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계절 안부)">
  <a:themeElements>
    <a:clrScheme name="Office">
      <a:dk1>
        <a:sysClr val="windowText" lastClr="000000"/>
      </a:dk1>
      <a:lt1>
        <a:sysClr val="window" lastClr="FFFFFF"/>
      </a:lt1>
      <a:dk2>
        <a:srgbClr val="1D4072"/>
      </a:dk2>
      <a:lt2>
        <a:srgbClr val="F3F7FC"/>
      </a:lt2>
      <a:accent1>
        <a:srgbClr val="4981D0"/>
      </a:accent1>
      <a:accent2>
        <a:srgbClr val="339941"/>
      </a:accent2>
      <a:accent3>
        <a:srgbClr val="1D4072"/>
      </a:accent3>
      <a:accent4>
        <a:srgbClr val="D4E3F7"/>
      </a:accent4>
      <a:accent5>
        <a:srgbClr val="3E8D88"/>
      </a:accent5>
      <a:accent6>
        <a:srgbClr val="778CAA"/>
      </a:accent6>
      <a:hlink>
        <a:srgbClr val="4981D0"/>
      </a:hlink>
      <a:folHlink>
        <a:srgbClr val="1D4072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카드뉴스(계절 안부)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