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봄비 오는 날 우산 챙기셨나요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407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E8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88DA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E8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88DA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E8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88DA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E8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88DA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AE8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E88DA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407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407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4F8FD"/>
      </a:lt2>
      <a:accent1>
        <a:srgbClr val="4E88DA"/>
      </a:accent1>
      <a:accent2>
        <a:srgbClr val="30A640"/>
      </a:accent2>
      <a:accent3>
        <a:srgbClr val="1D4072"/>
      </a:accent3>
      <a:accent4>
        <a:srgbClr val="DAE8FB"/>
      </a:accent4>
      <a:accent5>
        <a:srgbClr val="3F978D"/>
      </a:accent5>
      <a:accent6>
        <a:srgbClr val="778CAA"/>
      </a:accent6>
      <a:hlink>
        <a:srgbClr val="4E88DA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