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생각났을 때 바로 메모하세요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7347F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7347F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7347F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