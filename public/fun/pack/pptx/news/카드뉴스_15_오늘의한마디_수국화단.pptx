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81268"/>
                </a:solidFill>
              </a:rPr>
              <a:t>생각났을 때 바로 메모하세요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8126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2D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663E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81268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63EE0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2D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663E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81268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63EE0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2D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663E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81268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63EE0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2D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663E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81268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63EE0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2D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663E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81268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63EE0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8126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8126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281268"/>
      </a:dk2>
      <a:lt2>
        <a:srgbClr val="F6F4FD"/>
      </a:lt2>
      <a:accent1>
        <a:srgbClr val="663EE0"/>
      </a:accent1>
      <a:accent2>
        <a:srgbClr val="1CA8C4"/>
      </a:accent2>
      <a:accent3>
        <a:srgbClr val="281268"/>
      </a:accent3>
      <a:accent4>
        <a:srgbClr val="E2D9FC"/>
      </a:accent4>
      <a:accent5>
        <a:srgbClr val="4173D2"/>
      </a:accent5>
      <a:accent6>
        <a:srgbClr val="7E71A4"/>
      </a:accent6>
      <a:hlink>
        <a:srgbClr val="663EE0"/>
      </a:hlink>
      <a:folHlink>
        <a:srgbClr val="28126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