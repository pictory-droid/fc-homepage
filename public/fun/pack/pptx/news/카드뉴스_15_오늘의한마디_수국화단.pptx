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6858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2130425"/>
            <a:ext cx="58293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28700" y="3886200"/>
            <a:ext cx="48006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1734" y="4406900"/>
            <a:ext cx="58293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1734" y="2906713"/>
            <a:ext cx="58293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42900" y="1600200"/>
            <a:ext cx="302895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86150" y="1600200"/>
            <a:ext cx="302895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0" y="1535113"/>
            <a:ext cx="3030141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2900" y="2174875"/>
            <a:ext cx="3030141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83768" y="1535113"/>
            <a:ext cx="3031331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83768" y="2174875"/>
            <a:ext cx="3031331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2900" y="273050"/>
            <a:ext cx="225623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681287" y="273050"/>
            <a:ext cx="3833812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42900" y="1435100"/>
            <a:ext cx="225623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44216" y="4800600"/>
            <a:ext cx="41148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344216" y="612775"/>
            <a:ext cx="41148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344216" y="5367338"/>
            <a:ext cx="41148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7175" y="0"/>
            <a:ext cx="4629150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72050" y="274638"/>
            <a:ext cx="154305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42900" y="274638"/>
            <a:ext cx="451485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42900" y="274638"/>
            <a:ext cx="61722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0" y="1600200"/>
            <a:ext cx="61722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42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343150" y="6356350"/>
            <a:ext cx="21717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914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news-1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960120"/>
            <a:ext cx="5486400" cy="146304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4115F"/>
                </a:solidFill>
              </a:rPr>
              <a:t>생각났을 때 바로 메모하세요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685800" y="2560320"/>
            <a:ext cx="5486400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24115F"/>
                </a:solidFill>
              </a:rPr>
              <a:t>옆으로 넘겨 보세요 →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685800" y="3429000"/>
            <a:ext cx="5486400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66666"/>
                </a:solidFill>
              </a:rPr>
              <a:t>오늘의 한마디 · 카드뉴스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-182880" y="6144768"/>
            <a:ext cx="7223760" cy="731520"/>
          </a:xfrm>
          <a:prstGeom prst="wave">
            <a:avLst/>
          </a:prstGeom>
          <a:solidFill>
            <a:srgbClr val="DBD1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-182880" y="6400800"/>
            <a:ext cx="7223760" cy="502920"/>
          </a:xfrm>
          <a:prstGeom prst="wave">
            <a:avLst/>
          </a:prstGeom>
          <a:solidFill>
            <a:srgbClr val="4D26C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438912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24115F"/>
                </a:solidFill>
              </a:rPr>
              <a:t>점심은 거르지 마세요</a:t>
            </a:r>
          </a:p>
        </p:txBody>
      </p:sp>
      <p:sp>
        <p:nvSpPr>
          <p:cNvPr id="5" name="번호"/>
          <p:cNvSpPr txBox="1"/>
          <p:nvPr/>
        </p:nvSpPr>
        <p:spPr>
          <a:xfrm>
            <a:off x="640080" y="164592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4D26C5"/>
                </a:solidFill>
              </a:rPr>
              <a:t>01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640080" y="310896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바빠도 한 끼는 앉아서 먹어요. 오후가 달라져요.</a:t>
            </a:r>
          </a:p>
        </p:txBody>
      </p:sp>
      <p:sp>
        <p:nvSpPr>
          <p:cNvPr id="7" name="쪽 번호"/>
          <p:cNvSpPr txBox="1"/>
          <p:nvPr/>
        </p:nvSpPr>
        <p:spPr>
          <a:xfrm>
            <a:off x="640080" y="55778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1 / 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-182880" y="6144768"/>
            <a:ext cx="7223760" cy="731520"/>
          </a:xfrm>
          <a:prstGeom prst="wave">
            <a:avLst/>
          </a:prstGeom>
          <a:solidFill>
            <a:srgbClr val="DBD1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-182880" y="6400800"/>
            <a:ext cx="7223760" cy="502920"/>
          </a:xfrm>
          <a:prstGeom prst="wave">
            <a:avLst/>
          </a:prstGeom>
          <a:solidFill>
            <a:srgbClr val="4D26C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438912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24115F"/>
                </a:solidFill>
              </a:rPr>
              <a:t>전화 한 통 걸어 보세요</a:t>
            </a:r>
          </a:p>
        </p:txBody>
      </p:sp>
      <p:sp>
        <p:nvSpPr>
          <p:cNvPr id="5" name="번호"/>
          <p:cNvSpPr txBox="1"/>
          <p:nvPr/>
        </p:nvSpPr>
        <p:spPr>
          <a:xfrm>
            <a:off x="640080" y="164592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4D26C5"/>
                </a:solidFill>
              </a:rPr>
              <a:t>02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640080" y="310896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문자보다 목소리가 먼저 떠오르는 사람이 있다면 지금 걸어 보세요.</a:t>
            </a:r>
          </a:p>
        </p:txBody>
      </p:sp>
      <p:sp>
        <p:nvSpPr>
          <p:cNvPr id="7" name="쪽 번호"/>
          <p:cNvSpPr txBox="1"/>
          <p:nvPr/>
        </p:nvSpPr>
        <p:spPr>
          <a:xfrm>
            <a:off x="640080" y="55778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2 / 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-182880" y="6144768"/>
            <a:ext cx="7223760" cy="731520"/>
          </a:xfrm>
          <a:prstGeom prst="wave">
            <a:avLst/>
          </a:prstGeom>
          <a:solidFill>
            <a:srgbClr val="DBD1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-182880" y="6400800"/>
            <a:ext cx="7223760" cy="502920"/>
          </a:xfrm>
          <a:prstGeom prst="wave">
            <a:avLst/>
          </a:prstGeom>
          <a:solidFill>
            <a:srgbClr val="4D26C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438912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24115F"/>
                </a:solidFill>
              </a:rPr>
              <a:t>메모 한 장 남기기</a:t>
            </a:r>
          </a:p>
        </p:txBody>
      </p:sp>
      <p:sp>
        <p:nvSpPr>
          <p:cNvPr id="5" name="번호"/>
          <p:cNvSpPr txBox="1"/>
          <p:nvPr/>
        </p:nvSpPr>
        <p:spPr>
          <a:xfrm>
            <a:off x="640080" y="164592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4D26C5"/>
                </a:solidFill>
              </a:rPr>
              <a:t>03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640080" y="310896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생각났을 때 적어 두면 다음 주의 내가 고마워해요.</a:t>
            </a:r>
          </a:p>
        </p:txBody>
      </p:sp>
      <p:sp>
        <p:nvSpPr>
          <p:cNvPr id="7" name="쪽 번호"/>
          <p:cNvSpPr txBox="1"/>
          <p:nvPr/>
        </p:nvSpPr>
        <p:spPr>
          <a:xfrm>
            <a:off x="640080" y="55778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3 / 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-182880" y="6144768"/>
            <a:ext cx="7223760" cy="731520"/>
          </a:xfrm>
          <a:prstGeom prst="wave">
            <a:avLst/>
          </a:prstGeom>
          <a:solidFill>
            <a:srgbClr val="DBD1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-182880" y="6400800"/>
            <a:ext cx="7223760" cy="502920"/>
          </a:xfrm>
          <a:prstGeom prst="wave">
            <a:avLst/>
          </a:prstGeom>
          <a:solidFill>
            <a:srgbClr val="4D26C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438912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24115F"/>
                </a:solidFill>
              </a:rPr>
              <a:t>퇴근길 한 정거장 걷기</a:t>
            </a:r>
          </a:p>
        </p:txBody>
      </p:sp>
      <p:sp>
        <p:nvSpPr>
          <p:cNvPr id="5" name="번호"/>
          <p:cNvSpPr txBox="1"/>
          <p:nvPr/>
        </p:nvSpPr>
        <p:spPr>
          <a:xfrm>
            <a:off x="640080" y="164592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4D26C5"/>
                </a:solidFill>
              </a:rPr>
              <a:t>04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640080" y="310896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한 정거장 먼저 내려 걸으면 머리가 정리돼요.</a:t>
            </a:r>
          </a:p>
        </p:txBody>
      </p:sp>
      <p:sp>
        <p:nvSpPr>
          <p:cNvPr id="7" name="쪽 번호"/>
          <p:cNvSpPr txBox="1"/>
          <p:nvPr/>
        </p:nvSpPr>
        <p:spPr>
          <a:xfrm>
            <a:off x="640080" y="55778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4 /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-182880" y="6144768"/>
            <a:ext cx="7223760" cy="731520"/>
          </a:xfrm>
          <a:prstGeom prst="wave">
            <a:avLst/>
          </a:prstGeom>
          <a:solidFill>
            <a:srgbClr val="DBD1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-182880" y="6400800"/>
            <a:ext cx="7223760" cy="502920"/>
          </a:xfrm>
          <a:prstGeom prst="wave">
            <a:avLst/>
          </a:prstGeom>
          <a:solidFill>
            <a:srgbClr val="4D26C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438912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24115F"/>
                </a:solidFill>
              </a:rPr>
              <a:t>오늘은 일찍 자기</a:t>
            </a:r>
          </a:p>
        </p:txBody>
      </p:sp>
      <p:sp>
        <p:nvSpPr>
          <p:cNvPr id="5" name="번호"/>
          <p:cNvSpPr txBox="1"/>
          <p:nvPr/>
        </p:nvSpPr>
        <p:spPr>
          <a:xfrm>
            <a:off x="640080" y="164592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4D26C5"/>
                </a:solidFill>
              </a:rPr>
              <a:t>05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640080" y="310896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미룬 일은 내일 해도 돼요. 오늘은 불을 일찍 끄세요.</a:t>
            </a:r>
          </a:p>
        </p:txBody>
      </p:sp>
      <p:sp>
        <p:nvSpPr>
          <p:cNvPr id="7" name="쪽 번호"/>
          <p:cNvSpPr txBox="1"/>
          <p:nvPr/>
        </p:nvSpPr>
        <p:spPr>
          <a:xfrm>
            <a:off x="640080" y="55778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5 / 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news-1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960120"/>
            <a:ext cx="5486400" cy="146304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24115F"/>
                </a:solidFill>
              </a:rPr>
              <a:t>저장해 두고 필요할 때 꺼내 보세요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685800" y="2560320"/>
            <a:ext cx="5486400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24115F"/>
                </a:solidFill>
              </a:rPr>
              <a:t>마음에 들면 공유해 주세요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685800" y="3429000"/>
            <a:ext cx="5486400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66666"/>
                </a:solidFill>
              </a:rPr>
              <a:t>이름 · 연락처를 입력하세요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카드뉴스(오늘의 한마디)">
  <a:themeElements>
    <a:clrScheme name="Office">
      <a:dk1>
        <a:sysClr val="windowText" lastClr="000000"/>
      </a:dk1>
      <a:lt1>
        <a:sysClr val="window" lastClr="FFFFFF"/>
      </a:lt1>
      <a:dk2>
        <a:srgbClr val="24115F"/>
      </a:dk2>
      <a:lt2>
        <a:srgbClr val="F1EEFC"/>
      </a:lt2>
      <a:accent1>
        <a:srgbClr val="4D26C5"/>
      </a:accent1>
      <a:accent2>
        <a:srgbClr val="209DB6"/>
      </a:accent2>
      <a:accent3>
        <a:srgbClr val="24115F"/>
      </a:accent3>
      <a:accent4>
        <a:srgbClr val="DBD1FA"/>
      </a:accent4>
      <a:accent5>
        <a:srgbClr val="3662BE"/>
      </a:accent5>
      <a:accent6>
        <a:srgbClr val="7C709F"/>
      </a:accent6>
      <a:hlink>
        <a:srgbClr val="4D26C5"/>
      </a:hlink>
      <a:folHlink>
        <a:srgbClr val="24115F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카드뉴스(오늘의 한마디)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