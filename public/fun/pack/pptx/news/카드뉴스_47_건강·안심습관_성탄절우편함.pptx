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건강 습관 하나만 정해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3291840" y="246888"/>
            <a:ext cx="274320" cy="274320"/>
          </a:xfrm>
          <a:prstGeom prst="sun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아침 물 한 잔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E1B1"/>
                </a:solidFill>
              </a:rPr>
              <a:t>01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3291840" y="246888"/>
            <a:ext cx="274320" cy="274320"/>
          </a:xfrm>
          <a:prstGeom prst="sun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하루 십 분 걷기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E1B1"/>
                </a:solidFill>
              </a:rPr>
              <a:t>02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점심 식사 후 십 분만 걸어도 몸이 한결 가벼워져요.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3291840" y="246888"/>
            <a:ext cx="274320" cy="274320"/>
          </a:xfrm>
          <a:prstGeom prst="sun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검진 날짜 적어 두기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E1B1"/>
                </a:solidFill>
              </a:rPr>
              <a:t>03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달력에 검진 예정일을 적어 두면 미루지 않게 돼요.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3291840" y="246888"/>
            <a:ext cx="274320" cy="274320"/>
          </a:xfrm>
          <a:prstGeom prst="sun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잠들기 전 스마트폰 내려놓기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E1B1"/>
                </a:solidFill>
              </a:rPr>
              <a:t>04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잠자리에 들기 삼십 분 전에는 화면을 꺼 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6858000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3291840" y="246888"/>
            <a:ext cx="274320" cy="274320"/>
          </a:xfrm>
          <a:prstGeom prst="sun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가족 건강 이야기 나누기</a:t>
            </a:r>
          </a:p>
        </p:txBody>
      </p:sp>
      <p:sp>
        <p:nvSpPr>
          <p:cNvPr id="7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8E1B1"/>
                </a:solidFill>
              </a:rPr>
              <a:t>05</a:t>
            </a:r>
          </a:p>
        </p:txBody>
      </p:sp>
      <p:sp>
        <p:nvSpPr>
          <p:cNvPr id="8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9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274932"/>
      </a:dk2>
      <a:lt2>
        <a:srgbClr val="ECFBF1"/>
      </a:lt2>
      <a:accent1>
        <a:srgbClr val="98E1B1"/>
      </a:accent1>
      <a:accent2>
        <a:srgbClr val="B8EAE0"/>
      </a:accent2>
      <a:accent3>
        <a:srgbClr val="274932"/>
      </a:accent3>
      <a:accent4>
        <a:srgbClr val="D5F6E0"/>
      </a:accent4>
      <a:accent5>
        <a:srgbClr val="A8E6C8"/>
      </a:accent5>
      <a:accent6>
        <a:srgbClr val="7D9284"/>
      </a:accent6>
      <a:hlink>
        <a:srgbClr val="98E1B1"/>
      </a:hlink>
      <a:folHlink>
        <a:srgbClr val="27493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