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38100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2976372" y="918971"/>
            <a:ext cx="905256" cy="905256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2507284" y="1602028"/>
            <a:ext cx="526694" cy="526694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3873398" y="1585569"/>
            <a:ext cx="493775" cy="493775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어버이날, 마음 전하는 법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822959" y="379476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7A1F2E"/>
                </a:solidFill>
              </a:rPr>
              <a:t>옆으로 넘겨 보세요 →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822959" y="466344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63540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202936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5961888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A1F2E"/>
                </a:solidFill>
              </a:rPr>
              <a:t>천천히 가도 괜찮아요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C334D"/>
                </a:solidFill>
              </a:rPr>
              <a:t>01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하루도 충분히 잘하고 있어요.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63540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202936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5961888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A1F2E"/>
                </a:solidFill>
              </a:rPr>
              <a:t>쉬어 가도 괜찮아요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C334D"/>
                </a:solidFill>
              </a:rPr>
              <a:t>02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잠깐 멈추는 것도 앞으로 가는 방법이에요.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63540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202936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5961888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A1F2E"/>
                </a:solidFill>
              </a:rPr>
              <a:t>이미 잘하고 있어요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C334D"/>
                </a:solidFill>
              </a:rPr>
              <a:t>03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남과 비교하지 말고 어제의 나와 비교해 보세요.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63540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202936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5961888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A1F2E"/>
                </a:solidFill>
              </a:rPr>
              <a:t>작은 기쁨을 놓치지 마세요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C334D"/>
                </a:solidFill>
              </a:rPr>
              <a:t>04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따뜻한 차 한 잔, 좋은 노래 한 곡이면 충분해요.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63540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202936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5961888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A1F2E"/>
                </a:solidFill>
              </a:rPr>
              <a:t>내일은 내일의 해가 떠요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C334D"/>
                </a:solidFill>
              </a:rPr>
              <a:t>05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오늘은 푹 쉬고 내일 다시 시작해요.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38100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2976372" y="918971"/>
            <a:ext cx="905256" cy="905256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2507284" y="1602028"/>
            <a:ext cx="526694" cy="526694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3873398" y="1585569"/>
            <a:ext cx="493775" cy="493775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7A1F2E"/>
                </a:solidFill>
              </a:rPr>
              <a:t>저장해 두고 필요할 때 꺼내 보세요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822959" y="379476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7A1F2E"/>
                </a:solidFill>
              </a:rPr>
              <a:t>마음에 들면 공유해 주세요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822959" y="466344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7A1F2E"/>
      </a:dk2>
      <a:lt2>
        <a:srgbClr val="FBEFF1"/>
      </a:lt2>
      <a:accent1>
        <a:srgbClr val="CC334D"/>
      </a:accent1>
      <a:accent2>
        <a:srgbClr val="3B9158"/>
      </a:accent2>
      <a:accent3>
        <a:srgbClr val="7A1F2E"/>
      </a:accent3>
      <a:accent4>
        <a:srgbClr val="F4CDD3"/>
      </a:accent4>
      <a:accent5>
        <a:srgbClr val="846252"/>
      </a:accent5>
      <a:accent6>
        <a:srgbClr val="AF7982"/>
      </a:accent6>
      <a:hlink>
        <a:srgbClr val="CC334D"/>
      </a:hlink>
      <a:folHlink>
        <a:srgbClr val="7A1F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