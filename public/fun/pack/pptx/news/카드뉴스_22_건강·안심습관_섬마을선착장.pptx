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더위 먹지 않게 챙길 것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2A3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2A3F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75A86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22A3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2A3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