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3B5F"/>
                </a:solidFill>
              </a:rPr>
              <a:t>더위 먹지 않게 챙길 것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3B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3B5F"/>
                </a:solidFill>
              </a:rPr>
              <a:t>아침 물 한 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7BC5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3B5F"/>
                </a:solidFill>
              </a:rPr>
              <a:t>하루 십 분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7BC5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3B5F"/>
                </a:solidFill>
              </a:rPr>
              <a:t>검진 날짜 적어 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7BC5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3B5F"/>
                </a:solidFill>
              </a:rPr>
              <a:t>잠들기 전 스마트폰 내려놓기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7BC5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E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3B5F"/>
                </a:solidFill>
              </a:rPr>
              <a:t>가족 건강 이야기 나누기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7BC5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3B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3B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13B5F"/>
      </a:dk2>
      <a:lt2>
        <a:srgbClr val="EEF5FC"/>
      </a:lt2>
      <a:accent1>
        <a:srgbClr val="267BC5"/>
      </a:accent1>
      <a:accent2>
        <a:srgbClr val="209DB6"/>
      </a:accent2>
      <a:accent3>
        <a:srgbClr val="113B5F"/>
      </a:accent3>
      <a:accent4>
        <a:srgbClr val="D1E7FA"/>
      </a:accent4>
      <a:accent5>
        <a:srgbClr val="238CBE"/>
      </a:accent5>
      <a:accent6>
        <a:srgbClr val="70899F"/>
      </a:accent6>
      <a:hlink>
        <a:srgbClr val="267BC5"/>
      </a:hlink>
      <a:folHlink>
        <a:srgbClr val="113B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