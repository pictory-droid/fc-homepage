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지치지 않게 챙길 것 다섯 가지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109728"/>
          </a:xfrm>
          <a:prstGeom prst="wav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B6EA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109728"/>
          </a:xfrm>
          <a:prstGeom prst="wav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B6EA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109728"/>
          </a:xfrm>
          <a:prstGeom prst="wav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B6EA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109728"/>
          </a:xfrm>
          <a:prstGeom prst="wav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B6EA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3291840" y="246888"/>
            <a:ext cx="274320" cy="109728"/>
          </a:xfrm>
          <a:prstGeom prst="wav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017520" y="1572768"/>
            <a:ext cx="822960" cy="22860"/>
          </a:xfrm>
          <a:prstGeom prst="rect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7BB6EA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7BB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5CF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273949"/>
      </a:dk2>
      <a:lt2>
        <a:srgbClr val="EAF4FD"/>
      </a:lt2>
      <a:accent1>
        <a:srgbClr val="7BB6EA"/>
      </a:accent1>
      <a:accent2>
        <a:srgbClr val="9FA4EF"/>
      </a:accent2>
      <a:accent3>
        <a:srgbClr val="273949"/>
      </a:accent3>
      <a:accent4>
        <a:srgbClr val="D1E7FA"/>
      </a:accent4>
      <a:accent5>
        <a:srgbClr val="8DADEC"/>
      </a:accent5>
      <a:accent6>
        <a:srgbClr val="7D8892"/>
      </a:accent6>
      <a:hlink>
        <a:srgbClr val="7BB6EA"/>
      </a:hlink>
      <a:folHlink>
        <a:srgbClr val="2739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