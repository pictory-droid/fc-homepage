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114800" y="960120"/>
            <a:ext cx="2057400" cy="58978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457700" y="1783080"/>
            <a:ext cx="1371600" cy="50749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526280" y="3257550"/>
            <a:ext cx="1234439" cy="308609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4526280" y="3525012"/>
            <a:ext cx="1234439" cy="308609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4526280" y="3792474"/>
            <a:ext cx="1234439" cy="308609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2057400"/>
            <a:ext cx="3429000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섬에서 온 편지처럼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480060" y="3703320"/>
            <a:ext cx="329183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2A3F"/>
                </a:solidFill>
              </a:rPr>
              <a:t>옆으로 넘겨 보세요 →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480060" y="4572000"/>
            <a:ext cx="329183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21808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21808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321808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아침 물 한 잔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01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21808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21808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321808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하루 십 분 걷기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02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21808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21808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321808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검진 날짜 적어 두기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03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21808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21808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321808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잠들기 전 스마트폰 내려놓기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04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21808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21808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321808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가족 건강 이야기 나누기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05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114800" y="960120"/>
            <a:ext cx="2057400" cy="58978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457700" y="1783080"/>
            <a:ext cx="1371600" cy="50749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526280" y="3257550"/>
            <a:ext cx="1234439" cy="308609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4526280" y="3525012"/>
            <a:ext cx="1234439" cy="308609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4526280" y="3792474"/>
            <a:ext cx="1234439" cy="308609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2057400"/>
            <a:ext cx="3429000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22A3F"/>
                </a:solidFill>
              </a:rPr>
              <a:t>저장해 두고 필요할 때 꺼내 보세요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480060" y="3703320"/>
            <a:ext cx="329183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2A3F"/>
                </a:solidFill>
              </a:rPr>
              <a:t>마음에 들면 공유해 주세요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480060" y="4572000"/>
            <a:ext cx="329183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122A3F"/>
      </a:dk2>
      <a:lt2>
        <a:srgbClr val="EFF5FA"/>
      </a:lt2>
      <a:accent1>
        <a:srgbClr val="275A86"/>
      </a:accent1>
      <a:accent2>
        <a:srgbClr val="913B3E"/>
      </a:accent2>
      <a:accent3>
        <a:srgbClr val="122A3F"/>
      </a:accent3>
      <a:accent4>
        <a:srgbClr val="CEE2F3"/>
      </a:accent4>
      <a:accent5>
        <a:srgbClr val="5C4A62"/>
      </a:accent5>
      <a:accent6>
        <a:srgbClr val="717F8C"/>
      </a:accent6>
      <a:hlink>
        <a:srgbClr val="275A86"/>
      </a:hlink>
      <a:folHlink>
        <a:srgbClr val="122A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