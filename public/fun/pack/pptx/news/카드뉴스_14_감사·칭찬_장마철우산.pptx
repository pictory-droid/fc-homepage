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어버이날 편지 이렇게 써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9294D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294D"/>
                </a:solidFill>
              </a:rPr>
              <a:t>고맙다는 말 먼저 건네기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35299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294D"/>
                </a:solidFill>
              </a:rPr>
              <a:t>칭찬 한 줄 적어 주기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35299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294D"/>
                </a:solidFill>
              </a:rPr>
              <a:t>퇴근한 사람에게 한마디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35299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‘오늘도 고생했어’ 한마디면 충분해요.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294D"/>
                </a:solidFill>
              </a:rPr>
              <a:t>감사 일기 세 줄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35299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고마웠던 일 세 가지를 적어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294D"/>
                </a:solidFill>
              </a:rPr>
              <a:t>엽서 한 장 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35299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우체통에 넣는 순간 설레요.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9294D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9294D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19294D"/>
      </a:dk2>
      <a:lt2>
        <a:srgbClr val="F0F3FA"/>
      </a:lt2>
      <a:accent1>
        <a:srgbClr val="335299"/>
      </a:accent1>
      <a:accent2>
        <a:srgbClr val="914C3B"/>
      </a:accent2>
      <a:accent3>
        <a:srgbClr val="19294D"/>
      </a:accent3>
      <a:accent4>
        <a:srgbClr val="D0DAF1"/>
      </a:accent4>
      <a:accent5>
        <a:srgbClr val="624F6A"/>
      </a:accent5>
      <a:accent6>
        <a:srgbClr val="757F94"/>
      </a:accent6>
      <a:hlink>
        <a:srgbClr val="335299"/>
      </a:hlink>
      <a:folHlink>
        <a:srgbClr val="19294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