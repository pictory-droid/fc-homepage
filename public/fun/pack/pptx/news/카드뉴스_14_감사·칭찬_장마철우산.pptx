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285F"/>
                </a:solidFill>
              </a:rPr>
              <a:t>어버이날 편지 이렇게 써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285F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285F"/>
                </a:solidFill>
              </a:rPr>
              <a:t>고맙다는 말 먼저 건네기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55C5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285F"/>
                </a:solidFill>
              </a:rPr>
              <a:t>칭찬 한 줄 적어 주기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55C5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285F"/>
                </a:solidFill>
              </a:rPr>
              <a:t>퇴근한 사람에게 한마디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55C5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285F"/>
                </a:solidFill>
              </a:rPr>
              <a:t>감사 일기 세 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55C5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65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209D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285F"/>
                </a:solidFill>
              </a:rPr>
              <a:t>엽서 한 장 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55C5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1285F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285F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11285F"/>
      </a:dk2>
      <a:lt2>
        <a:srgbClr val="EEF2FC"/>
      </a:lt2>
      <a:accent1>
        <a:srgbClr val="2655C5"/>
      </a:accent1>
      <a:accent2>
        <a:srgbClr val="209DB6"/>
      </a:accent2>
      <a:accent3>
        <a:srgbClr val="11285F"/>
      </a:accent3>
      <a:accent4>
        <a:srgbClr val="D1DDFA"/>
      </a:accent4>
      <a:accent5>
        <a:srgbClr val="2379BE"/>
      </a:accent5>
      <a:accent6>
        <a:srgbClr val="707E9F"/>
      </a:accent6>
      <a:hlink>
        <a:srgbClr val="2655C5"/>
      </a:hlink>
      <a:folHlink>
        <a:srgbClr val="1128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