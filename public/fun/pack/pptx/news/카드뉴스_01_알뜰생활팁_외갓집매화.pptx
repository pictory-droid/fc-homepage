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ED97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F2A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시작 전에 점검할 지출 다섯 가지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옆으로 넘겨 보세요 →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star4">
            <a:avLst/>
          </a:prstGeom>
          <a:solidFill>
            <a:srgbClr val="ED97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이번 달 고정지출부터 적어요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97BB"/>
                </a:solidFill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star4">
            <a:avLst/>
          </a:prstGeom>
          <a:solidFill>
            <a:srgbClr val="ED97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카드 대신 현금 한 주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97BB"/>
                </a:solidFill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star4">
            <a:avLst/>
          </a:prstGeom>
          <a:solidFill>
            <a:srgbClr val="ED97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장보기 전 냉장고 사진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97BB"/>
                </a:solidFill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star4">
            <a:avLst/>
          </a:prstGeom>
          <a:solidFill>
            <a:srgbClr val="ED97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작은 목표 통장 만들기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97BB"/>
                </a:solidFill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5577840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5" name="포인트"/>
          <p:cNvSpPr/>
          <p:nvPr/>
        </p:nvSpPr>
        <p:spPr>
          <a:xfrm>
            <a:off x="5870448" y="246888"/>
            <a:ext cx="237744" cy="237744"/>
          </a:xfrm>
          <a:prstGeom prst="star4">
            <a:avLst/>
          </a:prstGeom>
          <a:solidFill>
            <a:srgbClr val="ED97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557784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6231F"/>
                </a:solidFill>
              </a:rPr>
              <a:t>주말 5분 가계부</a:t>
            </a:r>
          </a:p>
        </p:txBody>
      </p:sp>
      <p:sp>
        <p:nvSpPr>
          <p:cNvPr id="6" name="번호"/>
          <p:cNvSpPr txBox="1"/>
          <p:nvPr/>
        </p:nvSpPr>
        <p:spPr>
          <a:xfrm>
            <a:off x="640080" y="1874519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ED97BB"/>
                </a:solidFill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33756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6231F"/>
                </a:solidFill>
              </a:rPr>
              <a:t>영수증을 모아 두었다가 주말에 5분만 적어 보세요.</a:t>
            </a:r>
          </a:p>
        </p:txBody>
      </p:sp>
      <p:sp>
        <p:nvSpPr>
          <p:cNvPr id="8" name="쪽 번호"/>
          <p:cNvSpPr txBox="1"/>
          <p:nvPr/>
        </p:nvSpPr>
        <p:spPr>
          <a:xfrm>
            <a:off x="640080" y="598932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EA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600200" y="822960"/>
            <a:ext cx="3657600" cy="3657600"/>
          </a:xfrm>
          <a:prstGeom prst="ellipse">
            <a:avLst/>
          </a:prstGeom>
          <a:solidFill>
            <a:srgbClr val="ED97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246120" y="502920"/>
            <a:ext cx="822960" cy="822960"/>
          </a:xfrm>
          <a:prstGeom prst="ellipse">
            <a:avLst/>
          </a:prstGeom>
          <a:solidFill>
            <a:srgbClr val="F2A6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731520" y="4572000"/>
            <a:ext cx="53949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CARD NEWS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892040"/>
            <a:ext cx="5394960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26231F"/>
                </a:solidFill>
              </a:rPr>
              <a:t>저장해 두고 필요할 때 꺼내 보세요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731520" y="5806440"/>
            <a:ext cx="53949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마음에 들면 공유해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731520" y="6675120"/>
            <a:ext cx="53949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26231F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492735"/>
      </a:dk2>
      <a:lt2>
        <a:srgbClr val="FDEAF2"/>
      </a:lt2>
      <a:accent1>
        <a:srgbClr val="ED97BB"/>
      </a:accent1>
      <a:accent2>
        <a:srgbClr val="F3BCBA"/>
      </a:accent2>
      <a:accent3>
        <a:srgbClr val="492735"/>
      </a:accent3>
      <a:accent4>
        <a:srgbClr val="FAD1E2"/>
      </a:accent4>
      <a:accent5>
        <a:srgbClr val="F0AABA"/>
      </a:accent5>
      <a:accent6>
        <a:srgbClr val="927D86"/>
      </a:accent6>
      <a:hlink>
        <a:srgbClr val="ED97BB"/>
      </a:hlink>
      <a:folHlink>
        <a:srgbClr val="49273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