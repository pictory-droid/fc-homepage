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04F1A"/>
                </a:solidFill>
              </a:rPr>
              <a:t>스승의 날 엽서 한 장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04F1A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DF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EDA6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4F1A"/>
                </a:solidFill>
              </a:rPr>
              <a:t>고맙다는 말 먼저 건네기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A631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DF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EDA6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4F1A"/>
                </a:solidFill>
              </a:rPr>
              <a:t>칭찬 한 줄 적어 주기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A631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DF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EDA6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4F1A"/>
                </a:solidFill>
              </a:rPr>
              <a:t>퇴근한 사람에게 한마디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A631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‘오늘도 고생했어’ 한마디면 충분해요.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DF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EDA6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4F1A"/>
                </a:solidFill>
              </a:rPr>
              <a:t>감사 일기 세 줄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A631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고마웠던 일 세 가지를 적어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DF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EDA6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4F1A"/>
                </a:solidFill>
              </a:rPr>
              <a:t>엽서 한 장 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A631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우체통에 넣는 순간 설레요.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04F1A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04F1A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704F1A"/>
      </a:dk2>
      <a:lt2>
        <a:srgbClr val="FEFBF6"/>
      </a:lt2>
      <a:accent1>
        <a:srgbClr val="EDA631"/>
      </a:accent1>
      <a:accent2>
        <a:srgbClr val="29A39B"/>
      </a:accent2>
      <a:accent3>
        <a:srgbClr val="704F1A"/>
      </a:accent3>
      <a:accent4>
        <a:srgbClr val="FDF1DD"/>
      </a:accent4>
      <a:accent5>
        <a:srgbClr val="8BA466"/>
      </a:accent5>
      <a:accent6>
        <a:srgbClr val="A99576"/>
      </a:accent6>
      <a:hlink>
        <a:srgbClr val="EDA631"/>
      </a:hlink>
      <a:folHlink>
        <a:srgbClr val="704F1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