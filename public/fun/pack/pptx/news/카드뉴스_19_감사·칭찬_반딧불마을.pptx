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EB2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동료에게 고맙다고 말해 본 적 있나요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AC5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AC5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AC5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AC5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AC5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EB2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493E"/>
      </a:dk2>
      <a:lt2>
        <a:srgbClr val="EAFDF7"/>
      </a:lt2>
      <a:accent1>
        <a:srgbClr val="7BEAC5"/>
      </a:accent1>
      <a:accent2>
        <a:srgbClr val="9FE5EF"/>
      </a:accent2>
      <a:accent3>
        <a:srgbClr val="27493E"/>
      </a:accent3>
      <a:accent4>
        <a:srgbClr val="D1FAEC"/>
      </a:accent4>
      <a:accent5>
        <a:srgbClr val="8DE8DA"/>
      </a:accent5>
      <a:accent6>
        <a:srgbClr val="7D928B"/>
      </a:accent6>
      <a:hlink>
        <a:srgbClr val="7BEAC5"/>
      </a:hlink>
      <a:folHlink>
        <a:srgbClr val="27493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