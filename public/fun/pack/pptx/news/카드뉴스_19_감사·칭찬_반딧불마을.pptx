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5"/>
                </a:solidFill>
              </a:rPr>
              <a:t>동료에게 고맙다고 말해 본 적 있나요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15F45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감사·칭찬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1FA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F45"/>
                </a:solidFill>
              </a:rPr>
              <a:t>고맙다는 말 먼저 건네기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C590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작은 일에도 ‘고마워요’를 먼저 말해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1FA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F45"/>
                </a:solidFill>
              </a:rPr>
              <a:t>칭찬 한 줄 적어 주기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C590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메모지에 칭찬 한 줄을 적어 가족 책상에 붙여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1FA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F45"/>
                </a:solidFill>
              </a:rPr>
              <a:t>퇴근한 사람에게 한마디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C590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‘오늘도 고생했어’ 한마디면 충분해요.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1FA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F45"/>
                </a:solidFill>
              </a:rPr>
              <a:t>감사 일기 세 줄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C590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오늘 고마웠던 일 세 가지를 적어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1FA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F45"/>
                </a:solidFill>
              </a:rPr>
              <a:t>엽서 한 장 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C590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짧아도 좋아요. 우체통에 넣는 순간 설레요.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15F45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15F45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감사·칭찬)">
  <a:themeElements>
    <a:clrScheme name="Office">
      <a:dk1>
        <a:sysClr val="windowText" lastClr="000000"/>
      </a:dk1>
      <a:lt1>
        <a:sysClr val="window" lastClr="FFFFFF"/>
      </a:lt1>
      <a:dk2>
        <a:srgbClr val="115F45"/>
      </a:dk2>
      <a:lt2>
        <a:srgbClr val="EEFCF7"/>
      </a:lt2>
      <a:accent1>
        <a:srgbClr val="26C590"/>
      </a:accent1>
      <a:accent2>
        <a:srgbClr val="209DB6"/>
      </a:accent2>
      <a:accent3>
        <a:srgbClr val="115F45"/>
      </a:accent3>
      <a:accent4>
        <a:srgbClr val="D1FAEC"/>
      </a:accent4>
      <a:accent5>
        <a:srgbClr val="23B1A3"/>
      </a:accent5>
      <a:accent6>
        <a:srgbClr val="709F8F"/>
      </a:accent6>
      <a:hlink>
        <a:srgbClr val="26C590"/>
      </a:hlink>
      <a:folHlink>
        <a:srgbClr val="115F4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