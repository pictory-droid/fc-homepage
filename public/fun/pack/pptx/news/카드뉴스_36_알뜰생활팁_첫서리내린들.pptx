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114800" y="960120"/>
            <a:ext cx="2057400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457700" y="1783080"/>
            <a:ext cx="1371600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470026">
            <a:off x="5212469" y="3603305"/>
            <a:ext cx="276391" cy="276391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64870">
            <a:off x="5527973" y="3476916"/>
            <a:ext cx="334969" cy="334969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54661">
            <a:off x="4579083" y="2914148"/>
            <a:ext cx="176002" cy="176002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590954">
            <a:off x="4726672" y="3016978"/>
            <a:ext cx="235973" cy="235973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596874">
            <a:off x="4676705" y="3740171"/>
            <a:ext cx="194889" cy="194889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94529">
            <a:off x="5082907" y="3030767"/>
            <a:ext cx="301721" cy="301721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42900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첫서리 내리기 전에 챙길 일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480060" y="3703320"/>
            <a:ext cx="329183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14149"/>
                </a:solidFill>
              </a:rPr>
              <a:t>옆으로 넘겨 보세요 →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480060" y="4572000"/>
            <a:ext cx="329183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5809765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6034123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5359356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5464309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5428777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5717631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149"/>
                </a:solidFill>
              </a:rPr>
              <a:t>이번 달 고정지출부터 적어요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A7887"/>
                </a:solidFill>
              </a:rPr>
              <a:t>01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5809765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6034123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5359356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5464309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5428777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5717631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149"/>
                </a:solidFill>
              </a:rPr>
              <a:t>카드 대신 현금 한 주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A7887"/>
                </a:solidFill>
              </a:rPr>
              <a:t>02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5809765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6034123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5359356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5464309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5428777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5717631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149"/>
                </a:solidFill>
              </a:rPr>
              <a:t>장보기 전 냉장고 사진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A7887"/>
                </a:solidFill>
              </a:rPr>
              <a:t>03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5809765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6034123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5359356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5464309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5428777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5717631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149"/>
                </a:solidFill>
              </a:rPr>
              <a:t>작은 목표 통장 만들기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A7887"/>
                </a:solidFill>
              </a:rPr>
              <a:t>04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5809765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6034123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5359356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5464309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5428777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5717631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149"/>
                </a:solidFill>
              </a:rPr>
              <a:t>주말 5분 가계부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A7887"/>
                </a:solidFill>
              </a:rPr>
              <a:t>05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114800" y="960120"/>
            <a:ext cx="2057400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457700" y="1783080"/>
            <a:ext cx="1371600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470026">
            <a:off x="5212469" y="3603305"/>
            <a:ext cx="276391" cy="276391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64870">
            <a:off x="5527973" y="3476916"/>
            <a:ext cx="334969" cy="334969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54661">
            <a:off x="4579083" y="2914148"/>
            <a:ext cx="176002" cy="176002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590954">
            <a:off x="4726672" y="3016978"/>
            <a:ext cx="235973" cy="235973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596874">
            <a:off x="4676705" y="3740171"/>
            <a:ext cx="194889" cy="194889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94529">
            <a:off x="5082907" y="3030767"/>
            <a:ext cx="301721" cy="301721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42900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314149"/>
                </a:solidFill>
              </a:rPr>
              <a:t>저장해 두고 필요할 때 꺼내 보세요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480060" y="3703320"/>
            <a:ext cx="329183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14149"/>
                </a:solidFill>
              </a:rPr>
              <a:t>마음에 들면 공유해 주세요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480060" y="4572000"/>
            <a:ext cx="329183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