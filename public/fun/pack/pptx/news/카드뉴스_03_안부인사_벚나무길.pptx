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쌀쌀한 날 챙길 겉옷 한 벌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AC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AC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AC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AC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sun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AC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9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A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492730"/>
      </a:dk2>
      <a:lt2>
        <a:srgbClr val="FDEAEF"/>
      </a:lt2>
      <a:accent1>
        <a:srgbClr val="ED97AC"/>
      </a:accent1>
      <a:accent2>
        <a:srgbClr val="F3C6BA"/>
      </a:accent2>
      <a:accent3>
        <a:srgbClr val="492730"/>
      </a:accent3>
      <a:accent4>
        <a:srgbClr val="FAD1DB"/>
      </a:accent4>
      <a:accent5>
        <a:srgbClr val="F0AEB3"/>
      </a:accent5>
      <a:accent6>
        <a:srgbClr val="927D83"/>
      </a:accent6>
      <a:hlink>
        <a:srgbClr val="ED97AC"/>
      </a:hlink>
      <a:folHlink>
        <a:srgbClr val="4927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