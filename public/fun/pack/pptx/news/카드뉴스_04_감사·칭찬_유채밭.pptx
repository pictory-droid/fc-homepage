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F2E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오늘 고마웠던 일 세 가지 적기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옆으로 넘겨 보세요 →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감사·칭찬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846320" y="-1645920"/>
            <a:ext cx="3474720" cy="3474720"/>
          </a:xfrm>
          <a:prstGeom prst="ellipse">
            <a:avLst/>
          </a:prstGeom>
          <a:solidFill>
            <a:srgbClr val="F2E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715000" y="502919"/>
            <a:ext cx="274320" cy="274320"/>
          </a:xfrm>
          <a:prstGeom prst="round2Same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3749039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고맙다는 말 먼저 건네기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E197"/>
                </a:solidFill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작은 일에도 ‘고마워요’를 먼저 말해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846320" y="-1645920"/>
            <a:ext cx="3474720" cy="3474720"/>
          </a:xfrm>
          <a:prstGeom prst="ellipse">
            <a:avLst/>
          </a:prstGeom>
          <a:solidFill>
            <a:srgbClr val="F2E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715000" y="502919"/>
            <a:ext cx="274320" cy="274320"/>
          </a:xfrm>
          <a:prstGeom prst="round2Same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3749039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칭찬 한 줄 적어 주기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E197"/>
                </a:solidFill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메모지에 칭찬 한 줄을 적어 가족 책상에 붙여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846320" y="-1645920"/>
            <a:ext cx="3474720" cy="3474720"/>
          </a:xfrm>
          <a:prstGeom prst="ellipse">
            <a:avLst/>
          </a:prstGeom>
          <a:solidFill>
            <a:srgbClr val="F2E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715000" y="502919"/>
            <a:ext cx="274320" cy="274320"/>
          </a:xfrm>
          <a:prstGeom prst="round2Same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3749039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퇴근한 사람에게 한마디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E197"/>
                </a:solidFill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‘오늘도 고생했어’ 한마디면 충분해요.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846320" y="-1645920"/>
            <a:ext cx="3474720" cy="3474720"/>
          </a:xfrm>
          <a:prstGeom prst="ellipse">
            <a:avLst/>
          </a:prstGeom>
          <a:solidFill>
            <a:srgbClr val="F2E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715000" y="502919"/>
            <a:ext cx="274320" cy="274320"/>
          </a:xfrm>
          <a:prstGeom prst="round2Same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3749039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감사 일기 세 줄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E197"/>
                </a:solidFill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오늘 고마웠던 일 세 가지를 적어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846320" y="-1645920"/>
            <a:ext cx="3474720" cy="3474720"/>
          </a:xfrm>
          <a:prstGeom prst="ellipse">
            <a:avLst/>
          </a:prstGeom>
          <a:solidFill>
            <a:srgbClr val="F2E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715000" y="502919"/>
            <a:ext cx="274320" cy="274320"/>
          </a:xfrm>
          <a:prstGeom prst="round2Same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3749039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엽서 한 장 쓰기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E197"/>
                </a:solidFill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짧아도 좋아요. 우체통에 넣는 순간 설레요.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EDE1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F2E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26231F"/>
                </a:solidFill>
              </a:rPr>
              <a:t>저장해 두고 필요할 때 꺼내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마음에 들면 공유해 주세요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감사·칭찬)">
  <a:themeElements>
    <a:clrScheme name="Office">
      <a:dk1>
        <a:sysClr val="windowText" lastClr="000000"/>
      </a:dk1>
      <a:lt1>
        <a:sysClr val="window" lastClr="FFFFFF"/>
      </a:lt1>
      <a:dk2>
        <a:srgbClr val="494427"/>
      </a:dk2>
      <a:lt2>
        <a:srgbClr val="FDFAEA"/>
      </a:lt2>
      <a:accent1>
        <a:srgbClr val="EDE197"/>
      </a:accent1>
      <a:accent2>
        <a:srgbClr val="E0F3BA"/>
      </a:accent2>
      <a:accent3>
        <a:srgbClr val="494427"/>
      </a:accent3>
      <a:accent4>
        <a:srgbClr val="FAF4D1"/>
      </a:accent4>
      <a:accent5>
        <a:srgbClr val="E6EAA8"/>
      </a:accent5>
      <a:accent6>
        <a:srgbClr val="928F7D"/>
      </a:accent6>
      <a:hlink>
        <a:srgbClr val="EDE197"/>
      </a:hlink>
      <a:folHlink>
        <a:srgbClr val="4944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