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0261A"/>
                </a:solidFill>
              </a:rPr>
              <a:t>명절에 어른께 드리는 말씀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70261A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감사·칭찬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DE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ED4A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0261A"/>
                </a:solidFill>
              </a:rPr>
              <a:t>고맙다는 말 먼저 건네기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4A31"/>
                </a:solidFill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작은 일에도 ‘고마워요’를 먼저 말해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DE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ED4A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0261A"/>
                </a:solidFill>
              </a:rPr>
              <a:t>칭찬 한 줄 적어 주기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4A31"/>
                </a:solidFill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메모지에 칭찬 한 줄을 적어 가족 책상에 붙여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DE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ED4A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0261A"/>
                </a:solidFill>
              </a:rPr>
              <a:t>퇴근한 사람에게 한마디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4A31"/>
                </a:solidFill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‘오늘도 고생했어’ 한마디면 충분해요.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DE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ED4A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0261A"/>
                </a:solidFill>
              </a:rPr>
              <a:t>감사 일기 세 줄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4A31"/>
                </a:solidFill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오늘 고마웠던 일 세 가지를 적어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DE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ED4A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0261A"/>
                </a:solidFill>
              </a:rPr>
              <a:t>엽서 한 장 쓰기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4A31"/>
                </a:solidFill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짧아도 좋아요. 우체통에 넣는 순간 설레요.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70261A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70261A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감사·칭찬)">
  <a:themeElements>
    <a:clrScheme name="Office">
      <a:dk1>
        <a:sysClr val="windowText" lastClr="000000"/>
      </a:dk1>
      <a:lt1>
        <a:sysClr val="window" lastClr="FFFFFF"/>
      </a:lt1>
      <a:dk2>
        <a:srgbClr val="70261A"/>
      </a:dk2>
      <a:lt2>
        <a:srgbClr val="FEF7F6"/>
      </a:lt2>
      <a:accent1>
        <a:srgbClr val="ED4A31"/>
      </a:accent1>
      <a:accent2>
        <a:srgbClr val="29A39B"/>
      </a:accent2>
      <a:accent3>
        <a:srgbClr val="70261A"/>
      </a:accent3>
      <a:accent4>
        <a:srgbClr val="FDE1DD"/>
      </a:accent4>
      <a:accent5>
        <a:srgbClr val="8B7666"/>
      </a:accent5>
      <a:accent6>
        <a:srgbClr val="A97D76"/>
      </a:accent6>
      <a:hlink>
        <a:srgbClr val="ED4A31"/>
      </a:hlink>
      <a:folHlink>
        <a:srgbClr val="70261A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카드뉴스(감사·칭찬)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