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0451A"/>
                </a:solidFill>
              </a:rPr>
              <a:t>추석 인사 한 줄 보내기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0451A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8F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9A3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0451A"/>
                </a:solidFill>
              </a:rPr>
              <a:t>겉옷 한 벌 챙기세요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8F31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8F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9A3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0451A"/>
                </a:solidFill>
              </a:rPr>
              <a:t>계절 인사 한 줄 보내기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8F31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8F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9A3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0451A"/>
                </a:solidFill>
              </a:rPr>
              <a:t>제철 음식으로 기운 채우기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8F31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8F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9A3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0451A"/>
                </a:solidFill>
              </a:rPr>
              <a:t>창문 열고 환기하기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8F31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8F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9A3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0451A"/>
                </a:solidFill>
              </a:rPr>
              <a:t>계절 사진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8F31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0451A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0451A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70451A"/>
      </a:dk2>
      <a:lt2>
        <a:srgbClr val="FEFAF6"/>
      </a:lt2>
      <a:accent1>
        <a:srgbClr val="ED8F31"/>
      </a:accent1>
      <a:accent2>
        <a:srgbClr val="29A39B"/>
      </a:accent2>
      <a:accent3>
        <a:srgbClr val="70451A"/>
      </a:accent3>
      <a:accent4>
        <a:srgbClr val="FDEDDD"/>
      </a:accent4>
      <a:accent5>
        <a:srgbClr val="8B9966"/>
      </a:accent5>
      <a:accent6>
        <a:srgbClr val="A98F76"/>
      </a:accent6>
      <a:hlink>
        <a:srgbClr val="ED8F31"/>
      </a:hlink>
      <a:folHlink>
        <a:srgbClr val="70451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