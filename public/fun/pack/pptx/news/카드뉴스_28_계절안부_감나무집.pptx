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추석 인사 한 줄 보내기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3F13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3F13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91440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A7021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914400" y="315468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914400" y="60350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3F13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3F13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