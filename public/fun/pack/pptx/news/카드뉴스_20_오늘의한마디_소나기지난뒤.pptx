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퇴근길 한 정거장 걷기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25F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25F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AAC5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25F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AAC5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25F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AAC5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25F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AAC5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1525F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6AAC5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1525F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1525F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11525F"/>
      </a:dk2>
      <a:lt2>
        <a:srgbClr val="EEFAFC"/>
      </a:lt2>
      <a:accent1>
        <a:srgbClr val="26AAC5"/>
      </a:accent1>
      <a:accent2>
        <a:srgbClr val="209DB6"/>
      </a:accent2>
      <a:accent3>
        <a:srgbClr val="11525F"/>
      </a:accent3>
      <a:accent4>
        <a:srgbClr val="D1F3FA"/>
      </a:accent4>
      <a:accent5>
        <a:srgbClr val="23A4BE"/>
      </a:accent5>
      <a:accent6>
        <a:srgbClr val="70979F"/>
      </a:accent6>
      <a:hlink>
        <a:srgbClr val="26AAC5"/>
      </a:hlink>
      <a:folHlink>
        <a:srgbClr val="1152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