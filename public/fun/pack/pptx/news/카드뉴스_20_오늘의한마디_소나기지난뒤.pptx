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퇴근길 한 정거장 걷기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3535C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점심은 거르지 마세요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전화 한 통 걸어 보세요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메모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퇴근길 한 정거장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오늘은 일찍 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3535C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3535C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