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5A68"/>
                </a:solidFill>
              </a:rPr>
              <a:t>퇴근길 한 정거장 걷기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5A6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9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EC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5A68"/>
                </a:solidFill>
              </a:rPr>
              <a:t>점심은 거르지 마세요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C5E0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9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EC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5A68"/>
                </a:solidFill>
              </a:rPr>
              <a:t>전화 한 통 걸어 보세요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C5E0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9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EC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5A68"/>
                </a:solidFill>
              </a:rPr>
              <a:t>메모 한 장 남기기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C5E0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9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EC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5A68"/>
                </a:solidFill>
              </a:rPr>
              <a:t>퇴근길 한 정거장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C5E0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9F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EC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25A68"/>
                </a:solidFill>
              </a:rPr>
              <a:t>오늘은 일찍 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EC5E0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25A6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25A6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125A68"/>
      </a:dk2>
      <a:lt2>
        <a:srgbClr val="F4FCFD"/>
      </a:lt2>
      <a:accent1>
        <a:srgbClr val="3EC5E0"/>
      </a:accent1>
      <a:accent2>
        <a:srgbClr val="1CA8C4"/>
      </a:accent2>
      <a:accent3>
        <a:srgbClr val="125A68"/>
      </a:accent3>
      <a:accent4>
        <a:srgbClr val="D9F6FC"/>
      </a:accent4>
      <a:accent5>
        <a:srgbClr val="2DB6D2"/>
      </a:accent5>
      <a:accent6>
        <a:srgbClr val="719CA4"/>
      </a:accent6>
      <a:hlink>
        <a:srgbClr val="3EC5E0"/>
      </a:hlink>
      <a:folHlink>
        <a:srgbClr val="125A6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