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375404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743870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923927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4105693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새해 첫 해돋이 다짐 한 줄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84111"/>
                </a:solidFill>
              </a:rPr>
              <a:t>옆으로 넘겨 보세요 →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36692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86807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67571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26809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천천히 가도 괜찮아요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01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36692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86807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67571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26809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쉬어 가도 괜찮아요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02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36692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86807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67571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26809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이미 잘하고 있어요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03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36692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86807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67571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26809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작은 기쁨을 놓치지 마세요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04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36692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686807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67571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26809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884111"/>
                </a:solidFill>
              </a:rPr>
              <a:t>내일은 내일의 해가 떠요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36C1C"/>
                </a:solidFill>
              </a:rPr>
              <a:t>05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375404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743870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923927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4105693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884111"/>
                </a:solidFill>
              </a:rPr>
              <a:t>저장해 두고 필요할 때 꺼내 보세요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84111"/>
                </a:solidFill>
              </a:rPr>
              <a:t>마음에 들면 공유해 주세요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