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2606040" cy="6858000"/>
          </a:xfrm>
          <a:prstGeom prst="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548640" y="4251960"/>
            <a:ext cx="2057400" cy="2057400"/>
          </a:xfrm>
          <a:prstGeom prst="ellipse">
            <a:avLst/>
          </a:prstGeom>
          <a:solidFill>
            <a:srgbClr val="CFA9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212598" y="2091690"/>
            <a:ext cx="617219" cy="10287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366903" y="1988820"/>
            <a:ext cx="308609" cy="102870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366903" y="3120390"/>
            <a:ext cx="308609" cy="102870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994410" y="2462022"/>
            <a:ext cx="617219" cy="864108"/>
          </a:xfrm>
          <a:prstGeom prst="roundRect">
            <a:avLst/>
          </a:prstGeom>
          <a:solidFill>
            <a:srgbClr val="F2E5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48715" y="2359152"/>
            <a:ext cx="308609" cy="102870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48715" y="3326129"/>
            <a:ext cx="308609" cy="102870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776222" y="2091690"/>
            <a:ext cx="617219" cy="1028700"/>
          </a:xfrm>
          <a:prstGeom prst="round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930527" y="1988820"/>
            <a:ext cx="308609" cy="10287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930527" y="3120390"/>
            <a:ext cx="308609" cy="10287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48940" y="2057400"/>
            <a:ext cx="3566160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C5D27"/>
                </a:solidFill>
              </a:rPr>
              <a:t>한지 등불 같은 따뜻함</a:t>
            </a:r>
          </a:p>
        </p:txBody>
      </p:sp>
      <p:sp>
        <p:nvSpPr>
          <p:cNvPr id="14" name="한 줄 문구"/>
          <p:cNvSpPr txBox="1"/>
          <p:nvPr/>
        </p:nvSpPr>
        <p:spPr>
          <a:xfrm>
            <a:off x="2948940" y="3703320"/>
            <a:ext cx="356616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7C5D27"/>
                </a:solidFill>
              </a:rPr>
              <a:t>옆으로 넘겨 보세요 →</a:t>
            </a:r>
          </a:p>
        </p:txBody>
      </p:sp>
      <p:sp>
        <p:nvSpPr>
          <p:cNvPr id="15" name="안내 문구"/>
          <p:cNvSpPr txBox="1"/>
          <p:nvPr/>
        </p:nvSpPr>
        <p:spPr>
          <a:xfrm>
            <a:off x="2948940" y="4572000"/>
            <a:ext cx="356616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오늘의 한마디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6858000" cy="274320"/>
          </a:xfrm>
          <a:prstGeom prst="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6858000" cy="54864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456224" y="525780"/>
            <a:ext cx="301752" cy="502920"/>
          </a:xfrm>
          <a:prstGeom prst="round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5531662" y="475487"/>
            <a:ext cx="150876" cy="50292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5531662" y="1028700"/>
            <a:ext cx="150876" cy="50292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5838444" y="706831"/>
            <a:ext cx="301752" cy="422452"/>
          </a:xfrm>
          <a:prstGeom prst="roundRect">
            <a:avLst/>
          </a:prstGeom>
          <a:solidFill>
            <a:srgbClr val="F2E5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5913881" y="656539"/>
            <a:ext cx="150876" cy="50292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5913881" y="1129284"/>
            <a:ext cx="150876" cy="50292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6220663" y="525780"/>
            <a:ext cx="301752" cy="502920"/>
          </a:xfrm>
          <a:prstGeom prst="round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6296101" y="475487"/>
            <a:ext cx="150876" cy="50292"/>
          </a:xfrm>
          <a:prstGeom prst="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6296101" y="1028700"/>
            <a:ext cx="150876" cy="50292"/>
          </a:xfrm>
          <a:prstGeom prst="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7C5D27"/>
                </a:solidFill>
              </a:rPr>
              <a:t>천천히 가도 괜찮아요</a:t>
            </a:r>
          </a:p>
        </p:txBody>
      </p:sp>
      <p:sp>
        <p:nvSpPr>
          <p:cNvPr id="14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C49645"/>
                </a:solidFill>
              </a:rPr>
              <a:t>01</a:t>
            </a:r>
          </a:p>
        </p:txBody>
      </p:sp>
      <p:sp>
        <p:nvSpPr>
          <p:cNvPr id="15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오늘 하루도 충분히 잘하고 있어요.</a:t>
            </a:r>
          </a:p>
        </p:txBody>
      </p:sp>
      <p:sp>
        <p:nvSpPr>
          <p:cNvPr id="16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6858000" cy="274320"/>
          </a:xfrm>
          <a:prstGeom prst="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6858000" cy="54864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456224" y="525780"/>
            <a:ext cx="301752" cy="502920"/>
          </a:xfrm>
          <a:prstGeom prst="round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5531662" y="475487"/>
            <a:ext cx="150876" cy="50292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5531662" y="1028700"/>
            <a:ext cx="150876" cy="50292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5838444" y="706831"/>
            <a:ext cx="301752" cy="422452"/>
          </a:xfrm>
          <a:prstGeom prst="roundRect">
            <a:avLst/>
          </a:prstGeom>
          <a:solidFill>
            <a:srgbClr val="F2E5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5913881" y="656539"/>
            <a:ext cx="150876" cy="50292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5913881" y="1129284"/>
            <a:ext cx="150876" cy="50292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6220663" y="525780"/>
            <a:ext cx="301752" cy="502920"/>
          </a:xfrm>
          <a:prstGeom prst="round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6296101" y="475487"/>
            <a:ext cx="150876" cy="50292"/>
          </a:xfrm>
          <a:prstGeom prst="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6296101" y="1028700"/>
            <a:ext cx="150876" cy="50292"/>
          </a:xfrm>
          <a:prstGeom prst="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7C5D27"/>
                </a:solidFill>
              </a:rPr>
              <a:t>쉬어 가도 괜찮아요</a:t>
            </a:r>
          </a:p>
        </p:txBody>
      </p:sp>
      <p:sp>
        <p:nvSpPr>
          <p:cNvPr id="14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C49645"/>
                </a:solidFill>
              </a:rPr>
              <a:t>02</a:t>
            </a:r>
          </a:p>
        </p:txBody>
      </p:sp>
      <p:sp>
        <p:nvSpPr>
          <p:cNvPr id="15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잠깐 멈추는 것도 앞으로 가는 방법이에요.</a:t>
            </a:r>
          </a:p>
        </p:txBody>
      </p:sp>
      <p:sp>
        <p:nvSpPr>
          <p:cNvPr id="16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6858000" cy="274320"/>
          </a:xfrm>
          <a:prstGeom prst="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6858000" cy="54864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456224" y="525780"/>
            <a:ext cx="301752" cy="502920"/>
          </a:xfrm>
          <a:prstGeom prst="round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5531662" y="475487"/>
            <a:ext cx="150876" cy="50292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5531662" y="1028700"/>
            <a:ext cx="150876" cy="50292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5838444" y="706831"/>
            <a:ext cx="301752" cy="422452"/>
          </a:xfrm>
          <a:prstGeom prst="roundRect">
            <a:avLst/>
          </a:prstGeom>
          <a:solidFill>
            <a:srgbClr val="F2E5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5913881" y="656539"/>
            <a:ext cx="150876" cy="50292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5913881" y="1129284"/>
            <a:ext cx="150876" cy="50292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6220663" y="525780"/>
            <a:ext cx="301752" cy="502920"/>
          </a:xfrm>
          <a:prstGeom prst="round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6296101" y="475487"/>
            <a:ext cx="150876" cy="50292"/>
          </a:xfrm>
          <a:prstGeom prst="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6296101" y="1028700"/>
            <a:ext cx="150876" cy="50292"/>
          </a:xfrm>
          <a:prstGeom prst="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7C5D27"/>
                </a:solidFill>
              </a:rPr>
              <a:t>이미 잘하고 있어요</a:t>
            </a:r>
          </a:p>
        </p:txBody>
      </p:sp>
      <p:sp>
        <p:nvSpPr>
          <p:cNvPr id="14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C49645"/>
                </a:solidFill>
              </a:rPr>
              <a:t>03</a:t>
            </a:r>
          </a:p>
        </p:txBody>
      </p:sp>
      <p:sp>
        <p:nvSpPr>
          <p:cNvPr id="15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남과 비교하지 말고 어제의 나와 비교해 보세요.</a:t>
            </a:r>
          </a:p>
        </p:txBody>
      </p:sp>
      <p:sp>
        <p:nvSpPr>
          <p:cNvPr id="16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6858000" cy="274320"/>
          </a:xfrm>
          <a:prstGeom prst="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6858000" cy="54864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456224" y="525780"/>
            <a:ext cx="301752" cy="502920"/>
          </a:xfrm>
          <a:prstGeom prst="round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5531662" y="475487"/>
            <a:ext cx="150876" cy="50292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5531662" y="1028700"/>
            <a:ext cx="150876" cy="50292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5838444" y="706831"/>
            <a:ext cx="301752" cy="422452"/>
          </a:xfrm>
          <a:prstGeom prst="roundRect">
            <a:avLst/>
          </a:prstGeom>
          <a:solidFill>
            <a:srgbClr val="F2E5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5913881" y="656539"/>
            <a:ext cx="150876" cy="50292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5913881" y="1129284"/>
            <a:ext cx="150876" cy="50292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6220663" y="525780"/>
            <a:ext cx="301752" cy="502920"/>
          </a:xfrm>
          <a:prstGeom prst="round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6296101" y="475487"/>
            <a:ext cx="150876" cy="50292"/>
          </a:xfrm>
          <a:prstGeom prst="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6296101" y="1028700"/>
            <a:ext cx="150876" cy="50292"/>
          </a:xfrm>
          <a:prstGeom prst="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7C5D27"/>
                </a:solidFill>
              </a:rPr>
              <a:t>작은 기쁨을 놓치지 마세요</a:t>
            </a:r>
          </a:p>
        </p:txBody>
      </p:sp>
      <p:sp>
        <p:nvSpPr>
          <p:cNvPr id="14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C49645"/>
                </a:solidFill>
              </a:rPr>
              <a:t>04</a:t>
            </a:r>
          </a:p>
        </p:txBody>
      </p:sp>
      <p:sp>
        <p:nvSpPr>
          <p:cNvPr id="15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따뜻한 차 한 잔, 좋은 노래 한 곡이면 충분해요.</a:t>
            </a:r>
          </a:p>
        </p:txBody>
      </p:sp>
      <p:sp>
        <p:nvSpPr>
          <p:cNvPr id="16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6858000" cy="274320"/>
          </a:xfrm>
          <a:prstGeom prst="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6858000" cy="54864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456224" y="525780"/>
            <a:ext cx="301752" cy="502920"/>
          </a:xfrm>
          <a:prstGeom prst="round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5531662" y="475487"/>
            <a:ext cx="150876" cy="50292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5531662" y="1028700"/>
            <a:ext cx="150876" cy="50292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5838444" y="706831"/>
            <a:ext cx="301752" cy="422452"/>
          </a:xfrm>
          <a:prstGeom prst="roundRect">
            <a:avLst/>
          </a:prstGeom>
          <a:solidFill>
            <a:srgbClr val="F2E5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5913881" y="656539"/>
            <a:ext cx="150876" cy="50292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5913881" y="1129284"/>
            <a:ext cx="150876" cy="50292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6220663" y="525780"/>
            <a:ext cx="301752" cy="502920"/>
          </a:xfrm>
          <a:prstGeom prst="round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6296101" y="475487"/>
            <a:ext cx="150876" cy="50292"/>
          </a:xfrm>
          <a:prstGeom prst="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6296101" y="1028700"/>
            <a:ext cx="150876" cy="50292"/>
          </a:xfrm>
          <a:prstGeom prst="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7C5D27"/>
                </a:solidFill>
              </a:rPr>
              <a:t>내일은 내일의 해가 떠요</a:t>
            </a:r>
          </a:p>
        </p:txBody>
      </p:sp>
      <p:sp>
        <p:nvSpPr>
          <p:cNvPr id="14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C49645"/>
                </a:solidFill>
              </a:rPr>
              <a:t>05</a:t>
            </a:r>
          </a:p>
        </p:txBody>
      </p:sp>
      <p:sp>
        <p:nvSpPr>
          <p:cNvPr id="15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오늘은 푹 쉬고 내일 다시 시작해요.</a:t>
            </a:r>
          </a:p>
        </p:txBody>
      </p:sp>
      <p:sp>
        <p:nvSpPr>
          <p:cNvPr id="16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2606040" cy="6858000"/>
          </a:xfrm>
          <a:prstGeom prst="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548640" y="4251960"/>
            <a:ext cx="2057400" cy="2057400"/>
          </a:xfrm>
          <a:prstGeom prst="ellipse">
            <a:avLst/>
          </a:prstGeom>
          <a:solidFill>
            <a:srgbClr val="CFA9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212598" y="2091690"/>
            <a:ext cx="617219" cy="10287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366903" y="1988820"/>
            <a:ext cx="308609" cy="102870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366903" y="3120390"/>
            <a:ext cx="308609" cy="102870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994410" y="2462022"/>
            <a:ext cx="617219" cy="864108"/>
          </a:xfrm>
          <a:prstGeom prst="roundRect">
            <a:avLst/>
          </a:prstGeom>
          <a:solidFill>
            <a:srgbClr val="F2E5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48715" y="2359152"/>
            <a:ext cx="308609" cy="102870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48715" y="3326129"/>
            <a:ext cx="308609" cy="102870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776222" y="2091690"/>
            <a:ext cx="617219" cy="1028700"/>
          </a:xfrm>
          <a:prstGeom prst="round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930527" y="1988820"/>
            <a:ext cx="308609" cy="10287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930527" y="3120390"/>
            <a:ext cx="308609" cy="10287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48940" y="2057400"/>
            <a:ext cx="3566160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7C5D27"/>
                </a:solidFill>
              </a:rPr>
              <a:t>저장해 두고 필요할 때 꺼내 보세요</a:t>
            </a:r>
          </a:p>
        </p:txBody>
      </p:sp>
      <p:sp>
        <p:nvSpPr>
          <p:cNvPr id="14" name="한 줄 문구"/>
          <p:cNvSpPr txBox="1"/>
          <p:nvPr/>
        </p:nvSpPr>
        <p:spPr>
          <a:xfrm>
            <a:off x="2948940" y="3703320"/>
            <a:ext cx="356616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7C5D27"/>
                </a:solidFill>
              </a:rPr>
              <a:t>마음에 들면 공유해 주세요</a:t>
            </a:r>
          </a:p>
        </p:txBody>
      </p:sp>
      <p:sp>
        <p:nvSpPr>
          <p:cNvPr id="15" name="안내 문구"/>
          <p:cNvSpPr txBox="1"/>
          <p:nvPr/>
        </p:nvSpPr>
        <p:spPr>
          <a:xfrm>
            <a:off x="2948940" y="4572000"/>
            <a:ext cx="356616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오늘의 한마디)">
  <a:themeElements>
    <a:clrScheme name="Office">
      <a:dk1>
        <a:sysClr val="windowText" lastClr="000000"/>
      </a:dk1>
      <a:lt1>
        <a:sysClr val="window" lastClr="FFFFFF"/>
      </a:lt1>
      <a:dk2>
        <a:srgbClr val="7C5D27"/>
      </a:dk2>
      <a:lt2>
        <a:srgbClr val="FAF6EF"/>
      </a:lt2>
      <a:accent1>
        <a:srgbClr val="C49645"/>
      </a:accent1>
      <a:accent2>
        <a:srgbClr val="3B8591"/>
      </a:accent2>
      <a:accent3>
        <a:srgbClr val="7C5D27"/>
      </a:accent3>
      <a:accent4>
        <a:srgbClr val="F2E5CF"/>
      </a:accent4>
      <a:accent5>
        <a:srgbClr val="808E6B"/>
      </a:accent5>
      <a:accent6>
        <a:srgbClr val="B09E7D"/>
      </a:accent6>
      <a:hlink>
        <a:srgbClr val="C49645"/>
      </a:hlink>
      <a:folHlink>
        <a:srgbClr val="7C5D27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카드뉴스(오늘의 한마디)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