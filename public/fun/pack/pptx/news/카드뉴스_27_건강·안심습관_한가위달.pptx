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환절기 감기 막는 생활 습관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15214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5214"/>
                </a:solidFill>
              </a:rPr>
              <a:t>아침 물 한 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79123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5214"/>
                </a:solidFill>
              </a:rPr>
              <a:t>하루 십 분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79123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5214"/>
                </a:solidFill>
              </a:rPr>
              <a:t>검진 날짜 적어 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79123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5214"/>
                </a:solidFill>
              </a:rPr>
              <a:t>잠들기 전 스마트폰 내려놓기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79123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15214"/>
                </a:solidFill>
              </a:rPr>
              <a:t>가족 건강 이야기 나누기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79123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15214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15214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