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첫 인사는 고마움으로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79592" y="6473952"/>
            <a:ext cx="219456" cy="219456"/>
          </a:xfrm>
          <a:prstGeom prst="mathPlus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고맙다는 말 먼저 건네기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98E1"/>
                </a:solidFill>
              </a:rPr>
              <a:t>01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작은 일에도 ‘고마워요’를 먼저 말해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79592" y="6473952"/>
            <a:ext cx="219456" cy="219456"/>
          </a:xfrm>
          <a:prstGeom prst="mathPlus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칭찬 한 줄 적어 주기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98E1"/>
                </a:solidFill>
              </a:rPr>
              <a:t>02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79592" y="6473952"/>
            <a:ext cx="219456" cy="219456"/>
          </a:xfrm>
          <a:prstGeom prst="mathPlus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퇴근한 사람에게 한마디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98E1"/>
                </a:solidFill>
              </a:rPr>
              <a:t>03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‘오늘도 고생했어’ 한마디면 충분해요.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79592" y="6473952"/>
            <a:ext cx="219456" cy="219456"/>
          </a:xfrm>
          <a:prstGeom prst="mathPlus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감사 일기 세 줄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98E1"/>
                </a:solidFill>
              </a:rPr>
              <a:t>04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오늘 고마웠던 일 세 가지를 적어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6" name="포인트"/>
          <p:cNvSpPr/>
          <p:nvPr/>
        </p:nvSpPr>
        <p:spPr>
          <a:xfrm>
            <a:off x="5879592" y="6473952"/>
            <a:ext cx="219456" cy="219456"/>
          </a:xfrm>
          <a:prstGeom prst="mathPlus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엽서 한 장 쓰기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98E1"/>
                </a:solidFill>
              </a:rPr>
              <a:t>05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짧아도 좋아요. 우체통에 넣는 순간 설레요.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272749"/>
      </a:dk2>
      <a:lt2>
        <a:srgbClr val="ECECFB"/>
      </a:lt2>
      <a:accent1>
        <a:srgbClr val="9898E1"/>
      </a:accent1>
      <a:accent2>
        <a:srgbClr val="CFB8EA"/>
      </a:accent2>
      <a:accent3>
        <a:srgbClr val="272749"/>
      </a:accent3>
      <a:accent4>
        <a:srgbClr val="D5D5F6"/>
      </a:accent4>
      <a:accent5>
        <a:srgbClr val="B4A8E6"/>
      </a:accent5>
      <a:accent6>
        <a:srgbClr val="7D7D92"/>
      </a:accent6>
      <a:hlink>
        <a:srgbClr val="9898E1"/>
      </a:hlink>
      <a:folHlink>
        <a:srgbClr val="272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