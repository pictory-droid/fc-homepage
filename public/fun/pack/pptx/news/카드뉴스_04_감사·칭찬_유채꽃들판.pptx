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5760720" cy="1828800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5349240" cy="64008"/>
          </a:xfrm>
          <a:prstGeom prst="rect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779387" y="1299213"/>
            <a:ext cx="482319" cy="48231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4900613" y="857271"/>
            <a:ext cx="286788" cy="286788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4953396" y="390456"/>
            <a:ext cx="223673" cy="22367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084651" y="307216"/>
            <a:ext cx="174751" cy="17475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505782" y="2224597"/>
            <a:ext cx="380667" cy="38066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533295" y="1556591"/>
            <a:ext cx="392544" cy="392544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955082" y="2432493"/>
            <a:ext cx="426223" cy="42622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401724" y="730194"/>
            <a:ext cx="219896" cy="219896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603509" y="2332720"/>
            <a:ext cx="237649" cy="237649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090785" y="2350999"/>
            <a:ext cx="185613" cy="18561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4861315" y="2286417"/>
            <a:ext cx="199980" cy="199980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79" y="2167128"/>
            <a:ext cx="4937759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노란 하루를 만드는 작은 약속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411479" y="4160520"/>
            <a:ext cx="48006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05610"/>
                </a:solidFill>
              </a:rPr>
              <a:t>옆으로 넘겨 보세요 →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411479" y="5029200"/>
            <a:ext cx="48006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879038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99959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22728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010721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761012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204253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386201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716124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234542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581994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483007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고맙다는 말 먼저 건네기</a:t>
            </a:r>
          </a:p>
        </p:txBody>
      </p:sp>
      <p:sp>
        <p:nvSpPr>
          <p:cNvPr id="15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B8A41E"/>
                </a:solidFill>
              </a:rPr>
              <a:t>01</a:t>
            </a:r>
          </a:p>
        </p:txBody>
      </p:sp>
      <p:sp>
        <p:nvSpPr>
          <p:cNvPr id="16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1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879038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99959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22728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010721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761012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204253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386201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716124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234542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581994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483007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칭찬 한 줄 적어 주기</a:t>
            </a:r>
          </a:p>
        </p:txBody>
      </p:sp>
      <p:sp>
        <p:nvSpPr>
          <p:cNvPr id="15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B8A41E"/>
                </a:solidFill>
              </a:rPr>
              <a:t>02</a:t>
            </a:r>
          </a:p>
        </p:txBody>
      </p:sp>
      <p:sp>
        <p:nvSpPr>
          <p:cNvPr id="16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1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879038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99959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22728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010721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761012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204253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386201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716124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234542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581994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483007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수고했다는 인사 전하기</a:t>
            </a:r>
          </a:p>
        </p:txBody>
      </p:sp>
      <p:sp>
        <p:nvSpPr>
          <p:cNvPr id="15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B8A41E"/>
                </a:solidFill>
              </a:rPr>
              <a:t>03</a:t>
            </a:r>
          </a:p>
        </p:txBody>
      </p:sp>
      <p:sp>
        <p:nvSpPr>
          <p:cNvPr id="16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하루를 마치고 돌아온 사람에게 따뜻한 한마디를.</a:t>
            </a:r>
          </a:p>
        </p:txBody>
      </p:sp>
      <p:sp>
        <p:nvSpPr>
          <p:cNvPr id="1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879038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99959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22728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010721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761012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204253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386201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716124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234542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581994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483007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감사 일기 세 줄</a:t>
            </a:r>
          </a:p>
        </p:txBody>
      </p:sp>
      <p:sp>
        <p:nvSpPr>
          <p:cNvPr id="15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B8A41E"/>
                </a:solidFill>
              </a:rPr>
              <a:t>04</a:t>
            </a:r>
          </a:p>
        </p:txBody>
      </p:sp>
      <p:sp>
        <p:nvSpPr>
          <p:cNvPr id="16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감사했던 일 세 가지를 적어 보세요.</a:t>
            </a:r>
          </a:p>
        </p:txBody>
      </p:sp>
      <p:sp>
        <p:nvSpPr>
          <p:cNvPr id="1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5349240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879038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99959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22728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010721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761012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204253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386201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716124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234542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581994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483007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42519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</a:rPr>
              <a:t>손편지 한 통 쓰기</a:t>
            </a:r>
          </a:p>
        </p:txBody>
      </p:sp>
      <p:sp>
        <p:nvSpPr>
          <p:cNvPr id="15" name="번호"/>
          <p:cNvSpPr txBox="1"/>
          <p:nvPr/>
        </p:nvSpPr>
        <p:spPr>
          <a:xfrm>
            <a:off x="640080" y="173736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B8A41E"/>
                </a:solidFill>
              </a:rPr>
              <a:t>05</a:t>
            </a:r>
          </a:p>
        </p:txBody>
      </p:sp>
      <p:sp>
        <p:nvSpPr>
          <p:cNvPr id="16" name="본문"/>
          <p:cNvSpPr txBox="1"/>
          <p:nvPr/>
        </p:nvSpPr>
        <p:spPr>
          <a:xfrm>
            <a:off x="640080" y="320040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손으로 쓴 마음은 오래 남아요.</a:t>
            </a:r>
          </a:p>
        </p:txBody>
      </p:sp>
      <p:sp>
        <p:nvSpPr>
          <p:cNvPr id="1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5760720" cy="1828800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5349240" cy="64008"/>
          </a:xfrm>
          <a:prstGeom prst="rect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779387" y="1299213"/>
            <a:ext cx="482319" cy="48231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4900613" y="857271"/>
            <a:ext cx="286788" cy="286788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4953396" y="390456"/>
            <a:ext cx="223673" cy="22367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084651" y="307216"/>
            <a:ext cx="174751" cy="17475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505782" y="2224597"/>
            <a:ext cx="380667" cy="38066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533295" y="1556591"/>
            <a:ext cx="392544" cy="392544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955082" y="2432493"/>
            <a:ext cx="426223" cy="42622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401724" y="730194"/>
            <a:ext cx="219896" cy="219896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603509" y="2332720"/>
            <a:ext cx="237649" cy="237649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090785" y="2350999"/>
            <a:ext cx="185613" cy="18561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4861315" y="2286417"/>
            <a:ext cx="199980" cy="199980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79" y="2167128"/>
            <a:ext cx="4937759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</a:rPr>
              <a:t>저장해 두고 필요할 때 꺼내 보세요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411479" y="4160520"/>
            <a:ext cx="48006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605610"/>
                </a:solidFill>
              </a:rPr>
              <a:t>마음에 들면 공유해 주세요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411479" y="5029200"/>
            <a:ext cx="48006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605610"/>
      </a:dk2>
      <a:lt2>
        <a:srgbClr val="FCFAED"/>
      </a:lt2>
      <a:accent1>
        <a:srgbClr val="B8A41E"/>
      </a:accent1>
      <a:accent2>
        <a:srgbClr val="3B7191"/>
      </a:accent2>
      <a:accent3>
        <a:srgbClr val="605610"/>
      </a:accent3>
      <a:accent4>
        <a:srgbClr val="F8F2C9"/>
      </a:accent4>
      <a:accent5>
        <a:srgbClr val="7A8A58"/>
      </a:accent5>
      <a:accent6>
        <a:srgbClr val="A09A70"/>
      </a:accent6>
      <a:hlink>
        <a:srgbClr val="B8A41E"/>
      </a:hlink>
      <a:folHlink>
        <a:srgbClr val="6056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