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겨울철 빙판길 조심하세요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151B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B151B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151B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