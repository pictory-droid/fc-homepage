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겨울철 빙판길 조심하세요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B151B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151B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2934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151B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2934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151B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2934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151B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2934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151B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2934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B151B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B151B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5B151B"/>
      </a:dk2>
      <a:lt2>
        <a:srgbClr val="FBEEF0"/>
      </a:lt2>
      <a:accent1>
        <a:srgbClr val="AE2934"/>
      </a:accent1>
      <a:accent2>
        <a:srgbClr val="3B915F"/>
      </a:accent2>
      <a:accent3>
        <a:srgbClr val="5B151B"/>
      </a:accent3>
      <a:accent4>
        <a:srgbClr val="F5CCCF"/>
      </a:accent4>
      <a:accent5>
        <a:srgbClr val="745D4A"/>
      </a:accent5>
      <a:accent6>
        <a:srgbClr val="9D7376"/>
      </a:accent6>
      <a:hlink>
        <a:srgbClr val="AE2934"/>
      </a:hlink>
      <a:folHlink>
        <a:srgbClr val="5B15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