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5B"/>
                </a:solidFill>
              </a:rPr>
              <a:t>여름 전기요금 줄이는 다섯 가지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5F5B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26C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5B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BD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26C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5B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BD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26C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5B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BD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26C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5B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BD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D1FA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26C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5B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BD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15F5B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5F5B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15F5B"/>
      </a:dk2>
      <a:lt2>
        <a:srgbClr val="EEFCFB"/>
      </a:lt2>
      <a:accent1>
        <a:srgbClr val="26C5BD"/>
      </a:accent1>
      <a:accent2>
        <a:srgbClr val="209DB6"/>
      </a:accent2>
      <a:accent3>
        <a:srgbClr val="115F5B"/>
      </a:accent3>
      <a:accent4>
        <a:srgbClr val="D1FAF8"/>
      </a:accent4>
      <a:accent5>
        <a:srgbClr val="23B1BA"/>
      </a:accent5>
      <a:accent6>
        <a:srgbClr val="709F9D"/>
      </a:accent6>
      <a:hlink>
        <a:srgbClr val="26C5BD"/>
      </a:hlink>
      <a:folHlink>
        <a:srgbClr val="115F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