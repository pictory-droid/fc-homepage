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5EB2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전기요금 줄이는 다섯 가지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이번 달 고정지출부터 적어요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B3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카드 대신 현금 한 주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B3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장보기 전 냉장고 사진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B3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작은 목표 통장 만들기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B3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주말 5분 가계부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B3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영수증을 모아 두었다가 주말에 5분만 적어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5EB2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274938"/>
      </a:dk2>
      <a:lt2>
        <a:srgbClr val="EAFDF4"/>
      </a:lt2>
      <a:accent1>
        <a:srgbClr val="7BEAB3"/>
      </a:accent1>
      <a:accent2>
        <a:srgbClr val="9FEFED"/>
      </a:accent2>
      <a:accent3>
        <a:srgbClr val="274938"/>
      </a:accent3>
      <a:accent4>
        <a:srgbClr val="D1FAE6"/>
      </a:accent4>
      <a:accent5>
        <a:srgbClr val="8DECD0"/>
      </a:accent5>
      <a:accent6>
        <a:srgbClr val="7D9288"/>
      </a:accent6>
      <a:hlink>
        <a:srgbClr val="7BEAB3"/>
      </a:hlink>
      <a:folHlink>
        <a:srgbClr val="274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