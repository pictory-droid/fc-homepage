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3629"/>
                </a:solidFill>
              </a:rPr>
              <a:t>여름 전기요금 줄이는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362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629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96F54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629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96F54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629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96F54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629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96F54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3629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96F54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C362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362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1C3629"/>
      </a:dk2>
      <a:lt2>
        <a:srgbClr val="F2F8F5"/>
      </a:lt2>
      <a:accent1>
        <a:srgbClr val="396F54"/>
      </a:accent1>
      <a:accent2>
        <a:srgbClr val="874587"/>
      </a:accent2>
      <a:accent3>
        <a:srgbClr val="1C3629"/>
      </a:accent3>
      <a:accent4>
        <a:srgbClr val="D5ECE0"/>
      </a:accent4>
      <a:accent5>
        <a:srgbClr val="605A6E"/>
      </a:accent5>
      <a:accent6>
        <a:srgbClr val="77867F"/>
      </a:accent6>
      <a:hlink>
        <a:srgbClr val="396F54"/>
      </a:hlink>
      <a:folHlink>
        <a:srgbClr val="1C362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