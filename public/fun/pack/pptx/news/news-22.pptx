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4068"/>
                </a:solidFill>
              </a:rPr>
              <a:t>더위 먹지 않게 챙길 것 다섯 가지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4068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C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4068"/>
                </a:solidFill>
              </a:rPr>
              <a:t>아침 물 한 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94E0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C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4068"/>
                </a:solidFill>
              </a:rPr>
              <a:t>하루 십 분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94E0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C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4068"/>
                </a:solidFill>
              </a:rPr>
              <a:t>검진 날짜 적어 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94E0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C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4068"/>
                </a:solidFill>
              </a:rPr>
              <a:t>잠들기 전 스마트폰 내려놓기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94E0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C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4068"/>
                </a:solidFill>
              </a:rPr>
              <a:t>가족 건강 이야기 나누기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94E0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4068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4068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24068"/>
      </a:dk2>
      <a:lt2>
        <a:srgbClr val="F4F9FD"/>
      </a:lt2>
      <a:accent1>
        <a:srgbClr val="3E94E0"/>
      </a:accent1>
      <a:accent2>
        <a:srgbClr val="1CA8C4"/>
      </a:accent2>
      <a:accent3>
        <a:srgbClr val="124068"/>
      </a:accent3>
      <a:accent4>
        <a:srgbClr val="D9ECFC"/>
      </a:accent4>
      <a:accent5>
        <a:srgbClr val="2D9ED2"/>
      </a:accent5>
      <a:accent6>
        <a:srgbClr val="718CA4"/>
      </a:accent6>
      <a:hlink>
        <a:srgbClr val="3E94E0"/>
      </a:hlink>
      <a:folHlink>
        <a:srgbClr val="12406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