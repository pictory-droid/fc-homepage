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66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전화 한 통이면 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3291840" y="246888"/>
            <a:ext cx="274320" cy="274320"/>
          </a:xfrm>
          <a:prstGeom prst="round2Same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점심은 거르지 마세요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8C79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바빠도 한 끼는 앉아서 먹어요. 오후가 달라져요.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3291840" y="246888"/>
            <a:ext cx="274320" cy="274320"/>
          </a:xfrm>
          <a:prstGeom prst="round2Same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전화 한 통 걸어 보세요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8C79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3291840" y="246888"/>
            <a:ext cx="274320" cy="274320"/>
          </a:xfrm>
          <a:prstGeom prst="round2Same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메모 한 장 남기기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8C79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생각났을 때 적어 두면 다음 주의 내가 고마워해요.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3291840" y="246888"/>
            <a:ext cx="274320" cy="274320"/>
          </a:xfrm>
          <a:prstGeom prst="round2Same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퇴근길 한 정거장 걷기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8C79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한 정거장 먼저 내려 걸으면 머리가 정리돼요.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3291840" y="246888"/>
            <a:ext cx="274320" cy="274320"/>
          </a:xfrm>
          <a:prstGeom prst="round2Same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017520" y="1572768"/>
            <a:ext cx="822960" cy="22860"/>
          </a:xfrm>
          <a:prstGeom prst="rect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411480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오늘은 일찍 자기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D88C79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미룬 일은 내일 해도 돼요. 오늘은 불을 일찍 끄세요.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2E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A66B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FFFFF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492E27"/>
      </a:dk2>
      <a:lt2>
        <a:srgbClr val="FBEFEC"/>
      </a:lt2>
      <a:accent1>
        <a:srgbClr val="D88C79"/>
      </a:accent1>
      <a:accent2>
        <a:srgbClr val="E1C998"/>
      </a:accent2>
      <a:accent3>
        <a:srgbClr val="492E27"/>
      </a:accent3>
      <a:accent4>
        <a:srgbClr val="F6DCD5"/>
      </a:accent4>
      <a:accent5>
        <a:srgbClr val="DCAA88"/>
      </a:accent5>
      <a:accent6>
        <a:srgbClr val="92827D"/>
      </a:accent6>
      <a:hlink>
        <a:srgbClr val="D88C79"/>
      </a:hlink>
      <a:folHlink>
        <a:srgbClr val="492E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