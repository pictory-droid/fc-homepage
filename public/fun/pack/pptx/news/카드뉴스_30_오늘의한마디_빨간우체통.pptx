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전화 한 통이면 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2315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2315"/>
                </a:solidFill>
              </a:rPr>
              <a:t>점심은 거르지 마세요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4329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바빠도 한 끼는 앉아서 먹어요. 오후가 달라져요.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2315"/>
                </a:solidFill>
              </a:rPr>
              <a:t>전화 한 통 걸어 보세요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4329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2315"/>
                </a:solidFill>
              </a:rPr>
              <a:t>메모 한 장 남기기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4329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생각났을 때 적어 두면 다음 주의 내가 고마워해요.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2315"/>
                </a:solidFill>
              </a:rPr>
              <a:t>퇴근길 한 정거장 걷기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4329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한 정거장 먼저 내려 걸으면 머리가 정리돼요.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B2315"/>
                </a:solidFill>
              </a:rPr>
              <a:t>오늘은 일찍 자기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E4329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미룬 일은 내일 해도 돼요. 오늘은 불을 일찍 끄세요.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B2315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B2315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