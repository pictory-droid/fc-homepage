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전화 한 통이면 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2315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2315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4329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2315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4329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2315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4329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2315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4329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B2315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4329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B2315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2315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