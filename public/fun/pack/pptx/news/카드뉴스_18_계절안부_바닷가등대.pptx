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94A"/>
                </a:solidFill>
              </a:rPr>
              <a:t>장마철 빨래 잘 말리는 법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394A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겉옷 한 벌 챙기세요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5799D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계절 인사 한 줄 보내기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5799D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제철 음식으로 기운 채우기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5799D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창문 열고 환기하기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5799D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계절 사진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5799D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1394A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394A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11394A"/>
      </a:dk2>
      <a:lt2>
        <a:srgbClr val="EEF7FB"/>
      </a:lt2>
      <a:accent1>
        <a:srgbClr val="25799D"/>
      </a:accent1>
      <a:accent2>
        <a:srgbClr val="913B4C"/>
      </a:accent2>
      <a:accent3>
        <a:srgbClr val="11394A"/>
      </a:accent3>
      <a:accent4>
        <a:srgbClr val="CCE9F5"/>
      </a:accent4>
      <a:accent5>
        <a:srgbClr val="5B5A74"/>
      </a:accent5>
      <a:accent6>
        <a:srgbClr val="708892"/>
      </a:accent6>
      <a:hlink>
        <a:srgbClr val="25799D"/>
      </a:hlink>
      <a:folHlink>
        <a:srgbClr val="1139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