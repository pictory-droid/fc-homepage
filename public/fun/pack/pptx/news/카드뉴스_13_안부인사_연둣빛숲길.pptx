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공기 나쁜 날 이렇게 지내세요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안부 인사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87782"/>
          </a:xfrm>
          <a:prstGeom prst="wav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겉옷 한 벌 챙기세요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EDB1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옷차림이 애매한 날에는 얇은 겉옷이 든든해요.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87782"/>
          </a:xfrm>
          <a:prstGeom prst="wav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안부 인사 한 줄 보내기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EDB1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안부를 묻는 짧은 메시지가 하루를 따뜻하게 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87782"/>
          </a:xfrm>
          <a:prstGeom prst="wav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맛있는 음식으로 기운 채우기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EDB1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좋아하는 음식을 가족과 나눠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87782"/>
          </a:xfrm>
          <a:prstGeom prst="wav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창문 열고 환기하기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EDB1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하루 두 번 십 분씩 환기하면 집 안 공기가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87782"/>
          </a:xfrm>
          <a:prstGeom prst="wav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사진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EDB1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같은 자리에서 가끔 사진을 찍어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안부 인사)">
  <a:themeElements>
    <a:clrScheme name="Office">
      <a:dk1>
        <a:sysClr val="windowText" lastClr="000000"/>
      </a:dk1>
      <a:lt1>
        <a:sysClr val="window" lastClr="FFFFFF"/>
      </a:lt1>
      <a:dk2>
        <a:srgbClr val="274931"/>
      </a:dk2>
      <a:lt2>
        <a:srgbClr val="EAFDF0"/>
      </a:lt2>
      <a:accent1>
        <a:srgbClr val="97EDB1"/>
      </a:accent1>
      <a:accent2>
        <a:srgbClr val="BAF3E5"/>
      </a:accent2>
      <a:accent3>
        <a:srgbClr val="274931"/>
      </a:accent3>
      <a:accent4>
        <a:srgbClr val="D1FADD"/>
      </a:accent4>
      <a:accent5>
        <a:srgbClr val="A8F0CB"/>
      </a:accent5>
      <a:accent6>
        <a:srgbClr val="7D9283"/>
      </a:accent6>
      <a:hlink>
        <a:srgbClr val="97EDB1"/>
      </a:hlink>
      <a:folHlink>
        <a:srgbClr val="27493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