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EBA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안부 전화 걸어 보기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안부 인사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EBA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EBA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>
            <a:off x="5715000" y="502919"/>
            <a:ext cx="274320" cy="109728"/>
          </a:xfrm>
          <a:prstGeom prst="wav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겉옷 한 벌 챙기세요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198A4"/>
                </a:solidFill>
              </a:rPr>
              <a:t>01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옷차림이 애매한 날에는 얇은 겉옷이 든든해요.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EBA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EBA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>
            <a:off x="5715000" y="502919"/>
            <a:ext cx="274320" cy="109728"/>
          </a:xfrm>
          <a:prstGeom prst="wav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안부 인사 한 줄 보내기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198A4"/>
                </a:solidFill>
              </a:rPr>
              <a:t>02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안부를 묻는 짧은 메시지가 하루를 따뜻하게 해요.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EBA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EBA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>
            <a:off x="5715000" y="502919"/>
            <a:ext cx="274320" cy="109728"/>
          </a:xfrm>
          <a:prstGeom prst="wav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맛있는 음식으로 기운 채우기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198A4"/>
                </a:solidFill>
              </a:rPr>
              <a:t>03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좋아하는 음식을 가족과 나눠 보세요.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EBA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EBA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>
            <a:off x="5715000" y="502919"/>
            <a:ext cx="274320" cy="109728"/>
          </a:xfrm>
          <a:prstGeom prst="wav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창문 열고 환기하기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198A4"/>
                </a:solidFill>
              </a:rPr>
              <a:t>04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하루 두 번 십 분씩 환기하면 집 안 공기가 달라져요.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EBA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EBA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>
            <a:off x="5715000" y="502919"/>
            <a:ext cx="274320" cy="109728"/>
          </a:xfrm>
          <a:prstGeom prst="wav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사진 한 장 남기기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198A4"/>
                </a:solidFill>
              </a:rPr>
              <a:t>05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같은 자리에서 가끔 사진을 찍어 보세요.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EBA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26231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안부 인사)">
  <a:themeElements>
    <a:clrScheme name="Office">
      <a:dk1>
        <a:sysClr val="windowText" lastClr="000000"/>
      </a:dk1>
      <a:lt1>
        <a:sysClr val="window" lastClr="FFFFFF"/>
      </a:lt1>
      <a:dk2>
        <a:srgbClr val="49272D"/>
      </a:dk2>
      <a:lt2>
        <a:srgbClr val="FBECEF"/>
      </a:lt2>
      <a:accent1>
        <a:srgbClr val="E198A4"/>
      </a:accent1>
      <a:accent2>
        <a:srgbClr val="EAC7B8"/>
      </a:accent2>
      <a:accent3>
        <a:srgbClr val="49272D"/>
      </a:accent3>
      <a:accent4>
        <a:srgbClr val="F6D5DA"/>
      </a:accent4>
      <a:accent5>
        <a:srgbClr val="E6B0AE"/>
      </a:accent5>
      <a:accent6>
        <a:srgbClr val="927D81"/>
      </a:accent6>
      <a:hlink>
        <a:srgbClr val="E198A4"/>
      </a:hlink>
      <a:folHlink>
        <a:srgbClr val="49272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카드뉴스(안부 인사)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