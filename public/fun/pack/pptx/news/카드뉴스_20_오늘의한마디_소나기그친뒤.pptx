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3086100" cy="3977639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1783080" cy="233172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4389120" y="0"/>
            <a:ext cx="2468879" cy="274320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4251959" y="3840480"/>
            <a:ext cx="2606039" cy="1508760"/>
          </a:xfrm>
          <a:prstGeom prst="cloud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486400" y="4526280"/>
            <a:ext cx="1645919" cy="1042416"/>
          </a:xfrm>
          <a:prstGeom prst="cloud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4937760" y="5678424"/>
            <a:ext cx="329184" cy="329184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5760720" y="5678424"/>
            <a:ext cx="329184" cy="329184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6583680" y="5678424"/>
            <a:ext cx="329184" cy="329184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097280"/>
            <a:ext cx="425196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3535C"/>
                </a:solidFill>
              </a:rPr>
              <a:t>소나기 뒤에 오는 맑음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548640" y="2651760"/>
            <a:ext cx="41148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23535C"/>
                </a:solidFill>
              </a:rPr>
              <a:t>옆으로 넘겨 보세요 →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548640" y="3520439"/>
            <a:ext cx="41148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오늘의 한마디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436107" y="425196"/>
            <a:ext cx="955547" cy="553212"/>
          </a:xfrm>
          <a:prstGeom prst="cloud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888736" y="676656"/>
            <a:ext cx="603504" cy="382219"/>
          </a:xfrm>
          <a:prstGeom prst="cloud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5687568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5989320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6291072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3535C"/>
                </a:solidFill>
              </a:rPr>
              <a:t>천천히 가도 괜찮아요</a:t>
            </a:r>
          </a:p>
        </p:txBody>
      </p:sp>
      <p:sp>
        <p:nvSpPr>
          <p:cNvPr id="10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F95A6"/>
                </a:solidFill>
              </a:rPr>
              <a:t>01</a:t>
            </a:r>
          </a:p>
        </p:txBody>
      </p:sp>
      <p:sp>
        <p:nvSpPr>
          <p:cNvPr id="11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오늘 하루도 충분히 잘하고 있어요.</a:t>
            </a:r>
          </a:p>
        </p:txBody>
      </p:sp>
      <p:sp>
        <p:nvSpPr>
          <p:cNvPr id="12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436107" y="425196"/>
            <a:ext cx="955547" cy="553212"/>
          </a:xfrm>
          <a:prstGeom prst="cloud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888736" y="676656"/>
            <a:ext cx="603504" cy="382219"/>
          </a:xfrm>
          <a:prstGeom prst="cloud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5687568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5989320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6291072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3535C"/>
                </a:solidFill>
              </a:rPr>
              <a:t>쉬어 가도 괜찮아요</a:t>
            </a:r>
          </a:p>
        </p:txBody>
      </p:sp>
      <p:sp>
        <p:nvSpPr>
          <p:cNvPr id="10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F95A6"/>
                </a:solidFill>
              </a:rPr>
              <a:t>02</a:t>
            </a:r>
          </a:p>
        </p:txBody>
      </p:sp>
      <p:sp>
        <p:nvSpPr>
          <p:cNvPr id="11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잠깐 멈추는 것도 앞으로 가는 방법이에요.</a:t>
            </a:r>
          </a:p>
        </p:txBody>
      </p:sp>
      <p:sp>
        <p:nvSpPr>
          <p:cNvPr id="12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436107" y="425196"/>
            <a:ext cx="955547" cy="553212"/>
          </a:xfrm>
          <a:prstGeom prst="cloud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888736" y="676656"/>
            <a:ext cx="603504" cy="382219"/>
          </a:xfrm>
          <a:prstGeom prst="cloud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5687568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5989320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6291072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3535C"/>
                </a:solidFill>
              </a:rPr>
              <a:t>이미 잘하고 있어요</a:t>
            </a:r>
          </a:p>
        </p:txBody>
      </p:sp>
      <p:sp>
        <p:nvSpPr>
          <p:cNvPr id="10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F95A6"/>
                </a:solidFill>
              </a:rPr>
              <a:t>03</a:t>
            </a:r>
          </a:p>
        </p:txBody>
      </p:sp>
      <p:sp>
        <p:nvSpPr>
          <p:cNvPr id="11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남과 비교하지 말고 어제의 나와 비교해 보세요.</a:t>
            </a:r>
          </a:p>
        </p:txBody>
      </p:sp>
      <p:sp>
        <p:nvSpPr>
          <p:cNvPr id="12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436107" y="425196"/>
            <a:ext cx="955547" cy="553212"/>
          </a:xfrm>
          <a:prstGeom prst="cloud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888736" y="676656"/>
            <a:ext cx="603504" cy="382219"/>
          </a:xfrm>
          <a:prstGeom prst="cloud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5687568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5989320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6291072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3535C"/>
                </a:solidFill>
              </a:rPr>
              <a:t>작은 기쁨을 놓치지 마세요</a:t>
            </a:r>
          </a:p>
        </p:txBody>
      </p:sp>
      <p:sp>
        <p:nvSpPr>
          <p:cNvPr id="10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F95A6"/>
                </a:solidFill>
              </a:rPr>
              <a:t>04</a:t>
            </a:r>
          </a:p>
        </p:txBody>
      </p:sp>
      <p:sp>
        <p:nvSpPr>
          <p:cNvPr id="11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따뜻한 차 한 잔, 좋은 노래 한 곡이면 충분해요.</a:t>
            </a:r>
          </a:p>
        </p:txBody>
      </p:sp>
      <p:sp>
        <p:nvSpPr>
          <p:cNvPr id="12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436107" y="425196"/>
            <a:ext cx="955547" cy="553212"/>
          </a:xfrm>
          <a:prstGeom prst="cloud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888736" y="676656"/>
            <a:ext cx="603504" cy="382219"/>
          </a:xfrm>
          <a:prstGeom prst="cloud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5687568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5989320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6291072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3535C"/>
                </a:solidFill>
              </a:rPr>
              <a:t>내일은 내일의 해가 떠요</a:t>
            </a:r>
          </a:p>
        </p:txBody>
      </p:sp>
      <p:sp>
        <p:nvSpPr>
          <p:cNvPr id="10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F95A6"/>
                </a:solidFill>
              </a:rPr>
              <a:t>05</a:t>
            </a:r>
          </a:p>
        </p:txBody>
      </p:sp>
      <p:sp>
        <p:nvSpPr>
          <p:cNvPr id="11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오늘은 푹 쉬고 내일 다시 시작해요.</a:t>
            </a:r>
          </a:p>
        </p:txBody>
      </p:sp>
      <p:sp>
        <p:nvSpPr>
          <p:cNvPr id="12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3086100" cy="3977639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1783080" cy="233172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4389120" y="0"/>
            <a:ext cx="2468879" cy="274320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4251959" y="3840480"/>
            <a:ext cx="2606039" cy="1508760"/>
          </a:xfrm>
          <a:prstGeom prst="cloud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486400" y="4526280"/>
            <a:ext cx="1645919" cy="1042416"/>
          </a:xfrm>
          <a:prstGeom prst="cloud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4937760" y="5678424"/>
            <a:ext cx="329184" cy="329184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5760720" y="5678424"/>
            <a:ext cx="329184" cy="329184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6583680" y="5678424"/>
            <a:ext cx="329184" cy="329184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097280"/>
            <a:ext cx="425196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23535C"/>
                </a:solidFill>
              </a:rPr>
              <a:t>저장해 두고 필요할 때 꺼내 보세요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548640" y="2651760"/>
            <a:ext cx="41148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23535C"/>
                </a:solidFill>
              </a:rPr>
              <a:t>마음에 들면 공유해 주세요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548640" y="3520439"/>
            <a:ext cx="41148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오늘의 한마디)">
  <a:themeElements>
    <a:clrScheme name="Office">
      <a:dk1>
        <a:sysClr val="windowText" lastClr="000000"/>
      </a:dk1>
      <a:lt1>
        <a:sysClr val="window" lastClr="FFFFFF"/>
      </a:lt1>
      <a:dk2>
        <a:srgbClr val="23535C"/>
      </a:dk2>
      <a:lt2>
        <a:srgbClr val="F0F8F9"/>
      </a:lt2>
      <a:accent1>
        <a:srgbClr val="3F95A6"/>
      </a:accent1>
      <a:accent2>
        <a:srgbClr val="913B58"/>
      </a:accent2>
      <a:accent3>
        <a:srgbClr val="23535C"/>
      </a:accent3>
      <a:accent4>
        <a:srgbClr val="D1EBF0"/>
      </a:accent4>
      <a:accent5>
        <a:srgbClr val="68687F"/>
      </a:accent5>
      <a:accent6>
        <a:srgbClr val="7B989D"/>
      </a:accent6>
      <a:hlink>
        <a:srgbClr val="3F95A6"/>
      </a:hlink>
      <a:folHlink>
        <a:srgbClr val="23535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