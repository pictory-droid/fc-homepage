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5760720" cy="1828800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5349240" cy="64008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752594" y="555497"/>
            <a:ext cx="2215134" cy="1282446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801868" y="1138428"/>
            <a:ext cx="1399032" cy="886053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335524" y="2117750"/>
            <a:ext cx="279806" cy="279806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035040" y="2117750"/>
            <a:ext cx="279806" cy="279806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8900000">
            <a:off x="6734556" y="2117750"/>
            <a:ext cx="279806" cy="279806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79" y="2167128"/>
            <a:ext cx="4937759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새벽 시장의 부지런함</a:t>
            </a:r>
          </a:p>
        </p:txBody>
      </p:sp>
      <p:sp>
        <p:nvSpPr>
          <p:cNvPr id="10" name="한 줄 문구"/>
          <p:cNvSpPr txBox="1"/>
          <p:nvPr/>
        </p:nvSpPr>
        <p:spPr>
          <a:xfrm>
            <a:off x="411479" y="4160520"/>
            <a:ext cx="48006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53A41"/>
                </a:solidFill>
              </a:rPr>
              <a:t>옆으로 넘겨 보세요 →</a:t>
            </a:r>
          </a:p>
        </p:txBody>
      </p:sp>
      <p:sp>
        <p:nvSpPr>
          <p:cNvPr id="11" name="안내 문구"/>
          <p:cNvSpPr txBox="1"/>
          <p:nvPr/>
        </p:nvSpPr>
        <p:spPr>
          <a:xfrm>
            <a:off x="411479" y="5029200"/>
            <a:ext cx="48006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36107" y="425196"/>
            <a:ext cx="955547" cy="553212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88736" y="676656"/>
            <a:ext cx="603504" cy="382219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18900000">
            <a:off x="5687568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989320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291072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이번 달 고정지출부터 적어요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01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36107" y="425196"/>
            <a:ext cx="955547" cy="553212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88736" y="676656"/>
            <a:ext cx="603504" cy="382219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18900000">
            <a:off x="5687568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989320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291072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카드 대신 현금 한 주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02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36107" y="425196"/>
            <a:ext cx="955547" cy="553212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88736" y="676656"/>
            <a:ext cx="603504" cy="382219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18900000">
            <a:off x="5687568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989320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291072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장보기 전 냉장고 사진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03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36107" y="425196"/>
            <a:ext cx="955547" cy="553212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88736" y="676656"/>
            <a:ext cx="603504" cy="382219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18900000">
            <a:off x="5687568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989320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291072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작은 목표 통장 만들기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04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436107" y="425196"/>
            <a:ext cx="955547" cy="553212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888736" y="676656"/>
            <a:ext cx="603504" cy="382219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18900000">
            <a:off x="5687568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989320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291072" y="1099108"/>
            <a:ext cx="120700" cy="120700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주말 5분 가계부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05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5760720" cy="1828800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5349240" cy="64008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752594" y="555497"/>
            <a:ext cx="2215134" cy="1282446"/>
          </a:xfrm>
          <a:prstGeom prst="cloud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801868" y="1138428"/>
            <a:ext cx="1399032" cy="886053"/>
          </a:xfrm>
          <a:prstGeom prst="cloud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900000">
            <a:off x="5335524" y="2117750"/>
            <a:ext cx="279806" cy="279806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8900000">
            <a:off x="6035040" y="2117750"/>
            <a:ext cx="279806" cy="279806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8900000">
            <a:off x="6734556" y="2117750"/>
            <a:ext cx="279806" cy="279806"/>
          </a:xfrm>
          <a:prstGeom prst="teardrop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79" y="2167128"/>
            <a:ext cx="4937759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10" name="한 줄 문구"/>
          <p:cNvSpPr txBox="1"/>
          <p:nvPr/>
        </p:nvSpPr>
        <p:spPr>
          <a:xfrm>
            <a:off x="411479" y="4160520"/>
            <a:ext cx="48006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53A41"/>
                </a:solidFill>
              </a:rPr>
              <a:t>마음에 들면 공유해 주세요</a:t>
            </a:r>
          </a:p>
        </p:txBody>
      </p:sp>
      <p:sp>
        <p:nvSpPr>
          <p:cNvPr id="11" name="안내 문구"/>
          <p:cNvSpPr txBox="1"/>
          <p:nvPr/>
        </p:nvSpPr>
        <p:spPr>
          <a:xfrm>
            <a:off x="411479" y="5029200"/>
            <a:ext cx="48006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