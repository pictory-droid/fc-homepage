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53227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5931551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567245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483400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457490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37667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405160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428603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402793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3633985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364861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3991355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716933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725452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95588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68612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81803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702862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진달래 핀 길 따라 산책해요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1285B"/>
                </a:solidFill>
              </a:rPr>
              <a:t>옆으로 넘겨 보세요 →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285B"/>
                </a:solidFill>
              </a:rPr>
              <a:t>아침 물 한 잔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D4298"/>
                </a:solidFill>
              </a:rPr>
              <a:t>01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285B"/>
                </a:solidFill>
              </a:rPr>
              <a:t>하루 십 분 걷기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D4298"/>
                </a:solidFill>
              </a:rPr>
              <a:t>02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285B"/>
                </a:solidFill>
              </a:rPr>
              <a:t>검진 날짜 적어 두기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D4298"/>
                </a:solidFill>
              </a:rPr>
              <a:t>03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285B"/>
                </a:solidFill>
              </a:rPr>
              <a:t>잠들기 전 스마트폰 내려놓기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D4298"/>
                </a:solidFill>
              </a:rPr>
              <a:t>04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285B"/>
                </a:solidFill>
              </a:rPr>
              <a:t>가족 건강 이야기 나누기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D4298"/>
                </a:solidFill>
              </a:rPr>
              <a:t>05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53227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5931551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567245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483400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457490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37667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405160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428603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402793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3633985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364861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3991355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716933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725452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95588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68612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81803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702862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1285B"/>
                </a:solidFill>
              </a:rPr>
              <a:t>저장해 두고 필요할 때 꺼내 보세요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1285B"/>
                </a:solidFill>
              </a:rPr>
              <a:t>마음에 들면 공유해 주세요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