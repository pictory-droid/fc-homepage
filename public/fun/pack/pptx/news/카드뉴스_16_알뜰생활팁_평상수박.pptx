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53C26"/>
                </a:solidFill>
              </a:rPr>
              <a:t>한 달 용돈, 어디로 갔을까요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53C26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30885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D0F1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53C26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08854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53C26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53C26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153C26"/>
      </a:dk2>
      <a:lt2>
        <a:srgbClr val="F0FAF4"/>
      </a:lt2>
      <a:accent1>
        <a:srgbClr val="308854"/>
      </a:accent1>
      <a:accent2>
        <a:srgbClr val="8A3B91"/>
      </a:accent2>
      <a:accent3>
        <a:srgbClr val="153C26"/>
      </a:accent3>
      <a:accent4>
        <a:srgbClr val="D0F1DE"/>
      </a:accent4>
      <a:accent5>
        <a:srgbClr val="5D6272"/>
      </a:accent5>
      <a:accent6>
        <a:srgbClr val="738A7D"/>
      </a:accent6>
      <a:hlink>
        <a:srgbClr val="308854"/>
      </a:hlink>
      <a:folHlink>
        <a:srgbClr val="153C2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