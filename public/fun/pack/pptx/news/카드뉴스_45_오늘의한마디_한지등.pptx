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A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쉬는 것도 일정에 넣으세요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870448" y="246888"/>
            <a:ext cx="237744" cy="237744"/>
          </a:xfrm>
          <a:prstGeom prst="hear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점심은 거르지 마세요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698"/>
                </a:solidFill>
              </a:rPr>
              <a:t>01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바빠도 한 끼는 앉아서 먹어요. 오후가 달라져요.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870448" y="246888"/>
            <a:ext cx="237744" cy="237744"/>
          </a:xfrm>
          <a:prstGeom prst="hear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전화 한 통 걸어 보세요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698"/>
                </a:solidFill>
              </a:rPr>
              <a:t>02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870448" y="246888"/>
            <a:ext cx="237744" cy="237744"/>
          </a:xfrm>
          <a:prstGeom prst="hear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메모 한 장 남기기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698"/>
                </a:solidFill>
              </a:rPr>
              <a:t>03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생각났을 때 적어 두면 다음 주의 내가 고마워해요.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870448" y="246888"/>
            <a:ext cx="237744" cy="237744"/>
          </a:xfrm>
          <a:prstGeom prst="hear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퇴근길 한 정거장 걷기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698"/>
                </a:solidFill>
              </a:rPr>
              <a:t>04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한 정거장 먼저 내려 걸으면 머리가 정리돼요.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870448" y="246888"/>
            <a:ext cx="237744" cy="237744"/>
          </a:xfrm>
          <a:prstGeom prst="hear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오늘은 일찍 자기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C698"/>
                </a:solidFill>
              </a:rPr>
              <a:t>05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미룬 일은 내일 해도 돼요. 오늘은 불을 일찍 끄세요.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A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6231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493D27"/>
      </a:dk2>
      <a:lt2>
        <a:srgbClr val="FBF6EC"/>
      </a:lt2>
      <a:accent1>
        <a:srgbClr val="E1C698"/>
      </a:accent1>
      <a:accent2>
        <a:srgbClr val="E5EAB8"/>
      </a:accent2>
      <a:accent3>
        <a:srgbClr val="493D27"/>
      </a:accent3>
      <a:accent4>
        <a:srgbClr val="F6EAD5"/>
      </a:accent4>
      <a:accent5>
        <a:srgbClr val="E3D8A8"/>
      </a:accent5>
      <a:accent6>
        <a:srgbClr val="928B7D"/>
      </a:accent6>
      <a:hlink>
        <a:srgbClr val="E1C698"/>
      </a:hlink>
      <a:folHlink>
        <a:srgbClr val="493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