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481C"/>
                </a:solidFill>
              </a:rPr>
              <a:t>쉬는 것도 일정에 넣으세요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E481C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EC9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481C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9A3C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EC9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481C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9A3C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EC9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481C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9A3C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EC9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481C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9A3C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EC9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1990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481C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C9A3C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6E481C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E481C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6E481C"/>
      </a:dk2>
      <a:lt2>
        <a:srgbClr val="FEFAF6"/>
      </a:lt2>
      <a:accent1>
        <a:srgbClr val="EC9A3C"/>
      </a:accent1>
      <a:accent2>
        <a:srgbClr val="1990E6"/>
      </a:accent2>
      <a:accent3>
        <a:srgbClr val="6E481C"/>
      </a:accent3>
      <a:accent4>
        <a:srgbClr val="FDEEDD"/>
      </a:accent4>
      <a:accent5>
        <a:srgbClr val="829591"/>
      </a:accent5>
      <a:accent6>
        <a:srgbClr val="A89177"/>
      </a:accent6>
      <a:hlink>
        <a:srgbClr val="EC9A3C"/>
      </a:hlink>
      <a:folHlink>
        <a:srgbClr val="6E481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