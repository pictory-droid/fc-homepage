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오늘은 일찍 자는 날로 정했습니다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115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115F"/>
                </a:solidFill>
              </a:rPr>
              <a:t>점심은 거르지 마세요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D26C5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115F"/>
                </a:solidFill>
              </a:rPr>
              <a:t>전화 한 통 걸어 보세요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D26C5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115F"/>
                </a:solidFill>
              </a:rPr>
              <a:t>메모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D26C5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115F"/>
                </a:solidFill>
              </a:rPr>
              <a:t>퇴근길 한 정거장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D26C5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115F"/>
                </a:solidFill>
              </a:rPr>
              <a:t>오늘은 일찍 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D26C5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115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115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1D115F"/>
      </a:dk2>
      <a:lt2>
        <a:srgbClr val="F0EEFC"/>
      </a:lt2>
      <a:accent1>
        <a:srgbClr val="3D26C5"/>
      </a:accent1>
      <a:accent2>
        <a:srgbClr val="209DB6"/>
      </a:accent2>
      <a:accent3>
        <a:srgbClr val="1D115F"/>
      </a:accent3>
      <a:accent4>
        <a:srgbClr val="D7D1FA"/>
      </a:accent4>
      <a:accent5>
        <a:srgbClr val="2E62BE"/>
      </a:accent5>
      <a:accent6>
        <a:srgbClr val="77709F"/>
      </a:accent6>
      <a:hlink>
        <a:srgbClr val="3D26C5"/>
      </a:hlink>
      <a:folHlink>
        <a:srgbClr val="1D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