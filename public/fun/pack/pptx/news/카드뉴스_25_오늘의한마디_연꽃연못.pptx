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37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" y="457200"/>
            <a:ext cx="5943600" cy="5943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25317" y="662482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3598395" y="933539"/>
            <a:ext cx="407365" cy="63367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3455892" y="1372119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2994742" y="1372119"/>
            <a:ext cx="407365" cy="63367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2852239" y="933539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3293211" y="1235811"/>
            <a:ext cx="271576" cy="27157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2564424" y="1707812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2693360" y="1898967"/>
            <a:ext cx="203682" cy="31683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2551403" y="2080662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2334734" y="2001801"/>
            <a:ext cx="203682" cy="31683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2342781" y="1771367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2531287" y="1982647"/>
            <a:ext cx="135788" cy="13578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4279174" y="1866696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4326030" y="2054626"/>
            <a:ext cx="171093" cy="266145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4161778" y="2157262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4013408" y="2032765"/>
            <a:ext cx="171093" cy="266145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4085963" y="1853185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4201786" y="2068948"/>
            <a:ext cx="114062" cy="11406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26314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연꽃이 알려 주는 마음 다스리기</a:t>
            </a:r>
          </a:p>
        </p:txBody>
      </p:sp>
      <p:sp>
        <p:nvSpPr>
          <p:cNvPr id="22" name="한 줄 문구"/>
          <p:cNvSpPr txBox="1"/>
          <p:nvPr/>
        </p:nvSpPr>
        <p:spPr>
          <a:xfrm>
            <a:off x="822959" y="372618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7B3759"/>
                </a:solidFill>
              </a:rPr>
              <a:t>옆으로 넘겨 보세요 →</a:t>
            </a:r>
          </a:p>
        </p:txBody>
      </p:sp>
      <p:sp>
        <p:nvSpPr>
          <p:cNvPr id="23" name="안내 문구"/>
          <p:cNvSpPr txBox="1"/>
          <p:nvPr/>
        </p:nvSpPr>
        <p:spPr>
          <a:xfrm>
            <a:off x="822959" y="459486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5836" y="530352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5771943" y="694629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5685578" y="960434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5406093" y="960434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5319728" y="694629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586984" y="877824"/>
            <a:ext cx="164592" cy="16459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5145294" y="1163884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5223437" y="1279736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5137403" y="1389855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5006088" y="1342060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5010965" y="1202403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125212" y="1330452"/>
            <a:ext cx="82296" cy="8229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6184537" y="1260178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6212935" y="1374075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6113388" y="1436279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6023467" y="1360826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6067439" y="1251990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6137635" y="1382755"/>
            <a:ext cx="69128" cy="6912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B3759"/>
                </a:solidFill>
              </a:rPr>
              <a:t>천천히 가도 괜찮아요</a:t>
            </a:r>
          </a:p>
        </p:txBody>
      </p:sp>
      <p:sp>
        <p:nvSpPr>
          <p:cNvPr id="22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618C"/>
                </a:solidFill>
              </a:rPr>
              <a:t>01</a:t>
            </a:r>
          </a:p>
        </p:txBody>
      </p:sp>
      <p:sp>
        <p:nvSpPr>
          <p:cNvPr id="23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하루도 충분히 잘하고 있어요.</a:t>
            </a:r>
          </a:p>
        </p:txBody>
      </p:sp>
      <p:sp>
        <p:nvSpPr>
          <p:cNvPr id="24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5836" y="530352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5771943" y="694629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5685578" y="960434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5406093" y="960434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5319728" y="694629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586984" y="877824"/>
            <a:ext cx="164592" cy="16459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5145294" y="1163884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5223437" y="1279736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5137403" y="1389855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5006088" y="1342060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5010965" y="1202403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125212" y="1330452"/>
            <a:ext cx="82296" cy="8229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6184537" y="1260178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6212935" y="1374075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6113388" y="1436279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6023467" y="1360826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6067439" y="1251990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6137635" y="1382755"/>
            <a:ext cx="69128" cy="6912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B3759"/>
                </a:solidFill>
              </a:rPr>
              <a:t>쉬어 가도 괜찮아요</a:t>
            </a:r>
          </a:p>
        </p:txBody>
      </p:sp>
      <p:sp>
        <p:nvSpPr>
          <p:cNvPr id="22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618C"/>
                </a:solidFill>
              </a:rPr>
              <a:t>02</a:t>
            </a:r>
          </a:p>
        </p:txBody>
      </p:sp>
      <p:sp>
        <p:nvSpPr>
          <p:cNvPr id="23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잠깐 멈추는 것도 앞으로 가는 방법이에요.</a:t>
            </a:r>
          </a:p>
        </p:txBody>
      </p:sp>
      <p:sp>
        <p:nvSpPr>
          <p:cNvPr id="24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5836" y="530352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5771943" y="694629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5685578" y="960434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5406093" y="960434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5319728" y="694629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586984" y="877824"/>
            <a:ext cx="164592" cy="16459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5145294" y="1163884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5223437" y="1279736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5137403" y="1389855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5006088" y="1342060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5010965" y="1202403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125212" y="1330452"/>
            <a:ext cx="82296" cy="8229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6184537" y="1260178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6212935" y="1374075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6113388" y="1436279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6023467" y="1360826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6067439" y="1251990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6137635" y="1382755"/>
            <a:ext cx="69128" cy="6912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B3759"/>
                </a:solidFill>
              </a:rPr>
              <a:t>이미 잘하고 있어요</a:t>
            </a:r>
          </a:p>
        </p:txBody>
      </p:sp>
      <p:sp>
        <p:nvSpPr>
          <p:cNvPr id="22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618C"/>
                </a:solidFill>
              </a:rPr>
              <a:t>03</a:t>
            </a:r>
          </a:p>
        </p:txBody>
      </p:sp>
      <p:sp>
        <p:nvSpPr>
          <p:cNvPr id="23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남과 비교하지 말고 어제의 나와 비교해 보세요.</a:t>
            </a:r>
          </a:p>
        </p:txBody>
      </p:sp>
      <p:sp>
        <p:nvSpPr>
          <p:cNvPr id="24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5836" y="530352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5771943" y="694629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5685578" y="960434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5406093" y="960434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5319728" y="694629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586984" y="877824"/>
            <a:ext cx="164592" cy="16459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5145294" y="1163884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5223437" y="1279736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5137403" y="1389855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5006088" y="1342060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5010965" y="1202403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125212" y="1330452"/>
            <a:ext cx="82296" cy="8229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6184537" y="1260178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6212935" y="1374075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6113388" y="1436279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6023467" y="1360826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6067439" y="1251990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6137635" y="1382755"/>
            <a:ext cx="69128" cy="6912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B3759"/>
                </a:solidFill>
              </a:rPr>
              <a:t>작은 기쁨을 놓치지 마세요</a:t>
            </a:r>
          </a:p>
        </p:txBody>
      </p:sp>
      <p:sp>
        <p:nvSpPr>
          <p:cNvPr id="22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618C"/>
                </a:solidFill>
              </a:rPr>
              <a:t>04</a:t>
            </a:r>
          </a:p>
        </p:txBody>
      </p:sp>
      <p:sp>
        <p:nvSpPr>
          <p:cNvPr id="23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따뜻한 차 한 잔, 좋은 노래 한 곡이면 충분해요.</a:t>
            </a:r>
          </a:p>
        </p:txBody>
      </p:sp>
      <p:sp>
        <p:nvSpPr>
          <p:cNvPr id="24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5836" y="530352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5771943" y="694629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5685578" y="960434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5406093" y="960434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5319728" y="694629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586984" y="877824"/>
            <a:ext cx="164592" cy="16459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5145294" y="1163884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5223437" y="1279736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5137403" y="1389855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5006088" y="1342060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5010965" y="1202403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125212" y="1330452"/>
            <a:ext cx="82296" cy="8229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6184537" y="1260178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6212935" y="1374075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6113388" y="1436279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6023467" y="1360826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6067439" y="1251990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6137635" y="1382755"/>
            <a:ext cx="69128" cy="6912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B3759"/>
                </a:solidFill>
              </a:rPr>
              <a:t>내일은 내일의 해가 떠요</a:t>
            </a:r>
          </a:p>
        </p:txBody>
      </p:sp>
      <p:sp>
        <p:nvSpPr>
          <p:cNvPr id="22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618C"/>
                </a:solidFill>
              </a:rPr>
              <a:t>05</a:t>
            </a:r>
          </a:p>
        </p:txBody>
      </p:sp>
      <p:sp>
        <p:nvSpPr>
          <p:cNvPr id="23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오늘은 푹 쉬고 내일 다시 시작해요.</a:t>
            </a:r>
          </a:p>
        </p:txBody>
      </p:sp>
      <p:sp>
        <p:nvSpPr>
          <p:cNvPr id="24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37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" y="457200"/>
            <a:ext cx="5943600" cy="5943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25317" y="662482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3598395" y="933539"/>
            <a:ext cx="407365" cy="63367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3455892" y="1372119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2994742" y="1372119"/>
            <a:ext cx="407365" cy="63367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2852239" y="933539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3293211" y="1235811"/>
            <a:ext cx="271576" cy="27157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2564424" y="1707812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2693360" y="1898967"/>
            <a:ext cx="203682" cy="31683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2551403" y="2080662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2334734" y="2001801"/>
            <a:ext cx="203682" cy="31683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2342781" y="1771367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2531287" y="1982647"/>
            <a:ext cx="135788" cy="13578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4279174" y="1866696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4326030" y="2054626"/>
            <a:ext cx="171093" cy="266145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4161778" y="2157262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4013408" y="2032765"/>
            <a:ext cx="171093" cy="266145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4085963" y="1853185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4201786" y="2068948"/>
            <a:ext cx="114062" cy="11406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26314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7B3759"/>
                </a:solidFill>
              </a:rPr>
              <a:t>저장해 두고 필요할 때 꺼내 보세요</a:t>
            </a:r>
          </a:p>
        </p:txBody>
      </p:sp>
      <p:sp>
        <p:nvSpPr>
          <p:cNvPr id="22" name="한 줄 문구"/>
          <p:cNvSpPr txBox="1"/>
          <p:nvPr/>
        </p:nvSpPr>
        <p:spPr>
          <a:xfrm>
            <a:off x="822959" y="372618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7B3759"/>
                </a:solidFill>
              </a:rPr>
              <a:t>마음에 들면 공유해 주세요</a:t>
            </a:r>
          </a:p>
        </p:txBody>
      </p:sp>
      <p:sp>
        <p:nvSpPr>
          <p:cNvPr id="23" name="안내 문구"/>
          <p:cNvSpPr txBox="1"/>
          <p:nvPr/>
        </p:nvSpPr>
        <p:spPr>
          <a:xfrm>
            <a:off x="822959" y="459486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7B3759"/>
      </a:dk2>
      <a:lt2>
        <a:srgbClr val="F9F1F5"/>
      </a:lt2>
      <a:accent1>
        <a:srgbClr val="B8618C"/>
      </a:accent1>
      <a:accent2>
        <a:srgbClr val="3F8D3F"/>
      </a:accent2>
      <a:accent3>
        <a:srgbClr val="7B3759"/>
      </a:accent3>
      <a:accent4>
        <a:srgbClr val="EED3E0"/>
      </a:accent4>
      <a:accent5>
        <a:srgbClr val="7C7766"/>
      </a:accent5>
      <a:accent6>
        <a:srgbClr val="B0879B"/>
      </a:accent6>
      <a:hlink>
        <a:srgbClr val="B8618C"/>
      </a:hlink>
      <a:folHlink>
        <a:srgbClr val="7B37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