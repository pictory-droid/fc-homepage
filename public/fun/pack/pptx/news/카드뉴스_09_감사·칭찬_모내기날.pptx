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가족에게 칭찬 한 줄 써 주기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401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01C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A883A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01C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A883A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01C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A883A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01C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A883A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01C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A883A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C401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401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