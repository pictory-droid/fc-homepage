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가족에게 칭찬 한 줄 써 주기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97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97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97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97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97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274927"/>
      </a:dk2>
      <a:lt2>
        <a:srgbClr val="EAFDEA"/>
      </a:lt2>
      <a:accent1>
        <a:srgbClr val="97ED97"/>
      </a:accent1>
      <a:accent2>
        <a:srgbClr val="BAF3D4"/>
      </a:accent2>
      <a:accent3>
        <a:srgbClr val="274927"/>
      </a:accent3>
      <a:accent4>
        <a:srgbClr val="D1FAD1"/>
      </a:accent4>
      <a:accent5>
        <a:srgbClr val="A8F0B6"/>
      </a:accent5>
      <a:accent6>
        <a:srgbClr val="7D927D"/>
      </a:accent6>
      <a:hlink>
        <a:srgbClr val="97ED97"/>
      </a:hlink>
      <a:folHlink>
        <a:srgbClr val="27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