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16E21"/>
                </a:solidFill>
              </a:rPr>
              <a:t>가족에게 칭찬 한 줄 써 주기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16E21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4ECA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16E21"/>
                </a:solidFill>
              </a:rPr>
              <a:t>고맙다는 말 먼저 건네기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ECA4E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4ECA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16E21"/>
                </a:solidFill>
              </a:rPr>
              <a:t>칭찬 한 줄 적어 주기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ECA4E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4ECA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16E21"/>
                </a:solidFill>
              </a:rPr>
              <a:t>퇴근한 사람에게 한마디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ECA4E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4ECA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16E21"/>
                </a:solidFill>
              </a:rPr>
              <a:t>감사 일기 세 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ECA4E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4ECA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16E21"/>
                </a:solidFill>
              </a:rPr>
              <a:t>엽서 한 장 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ECA4E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216E21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16E21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216E21"/>
      </a:dk2>
      <a:lt2>
        <a:srgbClr val="F3FCF3"/>
      </a:lt2>
      <a:accent1>
        <a:srgbClr val="4ECA4E"/>
      </a:accent1>
      <a:accent2>
        <a:srgbClr val="339941"/>
      </a:accent2>
      <a:accent3>
        <a:srgbClr val="216E21"/>
      </a:accent3>
      <a:accent4>
        <a:srgbClr val="D4F7D4"/>
      </a:accent4>
      <a:accent5>
        <a:srgbClr val="40B248"/>
      </a:accent5>
      <a:accent6>
        <a:srgbClr val="7AA87A"/>
      </a:accent6>
      <a:hlink>
        <a:srgbClr val="4ECA4E"/>
      </a:hlink>
      <a:folHlink>
        <a:srgbClr val="216E2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