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가을 건강검진 챙기는 순서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B204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B2041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8438A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B2041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8438A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B2041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8438A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B2041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8438A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B2041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8438A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B204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B204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B2041"/>
      </a:dk2>
      <a:lt2>
        <a:srgbClr val="F1F2F9"/>
      </a:lt2>
      <a:accent1>
        <a:srgbClr val="38438A"/>
      </a:accent1>
      <a:accent2>
        <a:srgbClr val="915B3B"/>
      </a:accent2>
      <a:accent3>
        <a:srgbClr val="1B2041"/>
      </a:accent3>
      <a:accent4>
        <a:srgbClr val="D2D6EF"/>
      </a:accent4>
      <a:accent5>
        <a:srgbClr val="644F62"/>
      </a:accent5>
      <a:accent6>
        <a:srgbClr val="76798D"/>
      </a:accent6>
      <a:hlink>
        <a:srgbClr val="38438A"/>
      </a:hlink>
      <a:folHlink>
        <a:srgbClr val="1B20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