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가을 건강검진 챙기는 순서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B2041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B2041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B2041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