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A3F70"/>
                </a:solidFill>
              </a:rPr>
              <a:t>가을 건강검진 챙기는 순서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A3F70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3183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29A3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A3F70"/>
                </a:solidFill>
              </a:rPr>
              <a:t>아침 물 한 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183ED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3183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29A3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A3F70"/>
                </a:solidFill>
              </a:rPr>
              <a:t>하루 십 분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183ED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3183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29A3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A3F70"/>
                </a:solidFill>
              </a:rPr>
              <a:t>검진 날짜 적어 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183ED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3183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29A3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A3F70"/>
                </a:solidFill>
              </a:rPr>
              <a:t>잠들기 전 스마트폰 내려놓기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183ED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3183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29A3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A3F70"/>
                </a:solidFill>
              </a:rPr>
              <a:t>가족 건강 이야기 나누기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3183ED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A3F70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A3F70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1A3F70"/>
      </a:dk2>
      <a:lt2>
        <a:srgbClr val="F6F9FE"/>
      </a:lt2>
      <a:accent1>
        <a:srgbClr val="3183ED"/>
      </a:accent1>
      <a:accent2>
        <a:srgbClr val="29A39B"/>
      </a:accent2>
      <a:accent3>
        <a:srgbClr val="1A3F70"/>
      </a:accent3>
      <a:accent4>
        <a:srgbClr val="DDEBFD"/>
      </a:accent4>
      <a:accent5>
        <a:srgbClr val="2D93C4"/>
      </a:accent5>
      <a:accent6>
        <a:srgbClr val="768CA9"/>
      </a:accent6>
      <a:hlink>
        <a:srgbClr val="3183ED"/>
      </a:hlink>
      <a:folHlink>
        <a:srgbClr val="1A3F7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