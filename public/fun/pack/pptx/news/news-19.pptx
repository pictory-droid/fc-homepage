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77639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49240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103085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699100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4250073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465242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427123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175236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7719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작은 빛이 되어 주는 안부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480060" y="3611880"/>
            <a:ext cx="34290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30"/>
                </a:solidFill>
              </a:rPr>
              <a:t>옆으로 넘겨 보세요 →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480060" y="4480560"/>
            <a:ext cx="34290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204670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412802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5557586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331138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317826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229866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고맙다는 말 먼저 건네기</a:t>
            </a:r>
          </a:p>
        </p:txBody>
      </p:sp>
      <p:sp>
        <p:nvSpPr>
          <p:cNvPr id="11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01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13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204670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412802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5557586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331138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317826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229866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칭찬 한 줄 적어 주기</a:t>
            </a:r>
          </a:p>
        </p:txBody>
      </p:sp>
      <p:sp>
        <p:nvSpPr>
          <p:cNvPr id="11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02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13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204670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412802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5557586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331138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317826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229866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수고했다는 인사 전하기</a:t>
            </a:r>
          </a:p>
        </p:txBody>
      </p:sp>
      <p:sp>
        <p:nvSpPr>
          <p:cNvPr id="11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03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하루를 마치고 돌아온 사람에게 따뜻한 한마디를.</a:t>
            </a:r>
          </a:p>
        </p:txBody>
      </p:sp>
      <p:sp>
        <p:nvSpPr>
          <p:cNvPr id="13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204670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412802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5557586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331138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317826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229866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감사 일기 세 줄</a:t>
            </a:r>
          </a:p>
        </p:txBody>
      </p:sp>
      <p:sp>
        <p:nvSpPr>
          <p:cNvPr id="11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04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감사했던 일 세 가지를 적어 보세요.</a:t>
            </a:r>
          </a:p>
        </p:txBody>
      </p:sp>
      <p:sp>
        <p:nvSpPr>
          <p:cNvPr id="13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204670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412802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5557586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331138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317826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229866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손편지 한 통 쓰기</a:t>
            </a:r>
          </a:p>
        </p:txBody>
      </p:sp>
      <p:sp>
        <p:nvSpPr>
          <p:cNvPr id="11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05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손으로 쓴 마음은 오래 남아요.</a:t>
            </a:r>
          </a:p>
        </p:txBody>
      </p:sp>
      <p:sp>
        <p:nvSpPr>
          <p:cNvPr id="13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77639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49240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6103085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6699100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4250073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6465242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6427123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6175236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2057400"/>
            <a:ext cx="37719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3D30"/>
                </a:solidFill>
              </a:rPr>
              <a:t>저장해 두고 필요할 때 꺼내 보세요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480060" y="3611880"/>
            <a:ext cx="34290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30"/>
                </a:solidFill>
              </a:rPr>
              <a:t>마음에 들면 공유해 주세요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480060" y="4480560"/>
            <a:ext cx="34290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