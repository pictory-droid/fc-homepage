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684B"/>
                </a:solidFill>
              </a:rPr>
              <a:t>동료에게 고맙다고 말해 본 적 있나요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84B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9F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3EE0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B"/>
                </a:solidFill>
              </a:rPr>
              <a:t>고맙다는 말 먼저 건네기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A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9F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3EE0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B"/>
                </a:solidFill>
              </a:rPr>
              <a:t>칭찬 한 줄 적어 주기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A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9F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3EE0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B"/>
                </a:solidFill>
              </a:rPr>
              <a:t>퇴근한 사람에게 한마디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A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9F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3EE0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B"/>
                </a:solidFill>
              </a:rPr>
              <a:t>감사 일기 세 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A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9F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3EE0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B"/>
                </a:solidFill>
              </a:rPr>
              <a:t>엽서 한 장 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A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2684B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84B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2684B"/>
      </a:dk2>
      <a:lt2>
        <a:srgbClr val="F4FDFA"/>
      </a:lt2>
      <a:accent1>
        <a:srgbClr val="3EE0AA"/>
      </a:accent1>
      <a:accent2>
        <a:srgbClr val="1CA8C4"/>
      </a:accent2>
      <a:accent3>
        <a:srgbClr val="12684B"/>
      </a:accent3>
      <a:accent4>
        <a:srgbClr val="D9FCF0"/>
      </a:accent4>
      <a:accent5>
        <a:srgbClr val="2DC4B7"/>
      </a:accent5>
      <a:accent6>
        <a:srgbClr val="71A493"/>
      </a:accent6>
      <a:hlink>
        <a:srgbClr val="3EE0AA"/>
      </a:hlink>
      <a:folHlink>
        <a:srgbClr val="12684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