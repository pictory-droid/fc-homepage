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95F"/>
                </a:solidFill>
              </a:rPr>
              <a:t>수고했다는 말, 퇴근하는 사람에게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9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95F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B8C5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95F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B8C5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95F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B8C5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95F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B8C5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95F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B8C5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59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9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1595F"/>
      </a:dk2>
      <a:lt2>
        <a:srgbClr val="EEFBFC"/>
      </a:lt2>
      <a:accent1>
        <a:srgbClr val="26B8C5"/>
      </a:accent1>
      <a:accent2>
        <a:srgbClr val="209DB6"/>
      </a:accent2>
      <a:accent3>
        <a:srgbClr val="11595F"/>
      </a:accent3>
      <a:accent4>
        <a:srgbClr val="D1F7FA"/>
      </a:accent4>
      <a:accent5>
        <a:srgbClr val="23AABE"/>
      </a:accent5>
      <a:accent6>
        <a:srgbClr val="709B9F"/>
      </a:accent6>
      <a:hlink>
        <a:srgbClr val="26B8C5"/>
      </a:hlink>
      <a:folHlink>
        <a:srgbClr val="1159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