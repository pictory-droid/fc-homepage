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수고했다는 말, 퇴근하는 사람에게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74649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74649"/>
                </a:solidFill>
              </a:rPr>
              <a:t>고맙다는 말 먼저 건네기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B868B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74649"/>
                </a:solidFill>
              </a:rPr>
              <a:t>칭찬 한 줄 적어 주기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B868B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74649"/>
                </a:solidFill>
              </a:rPr>
              <a:t>퇴근한 사람에게 한마디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B868B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74649"/>
                </a:solidFill>
              </a:rPr>
              <a:t>감사 일기 세 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B868B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6345936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6089904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3931920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74649"/>
                </a:solidFill>
              </a:rPr>
              <a:t>엽서 한 장 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822960" y="164592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B868B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822960" y="3108960"/>
            <a:ext cx="5212079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822960" y="5806440"/>
            <a:ext cx="5212079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274649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274649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274649"/>
      </a:dk2>
      <a:lt2>
        <a:srgbClr val="F2F7F8"/>
      </a:lt2>
      <a:accent1>
        <a:srgbClr val="4B868B"/>
      </a:accent1>
      <a:accent2>
        <a:srgbClr val="854761"/>
      </a:accent2>
      <a:accent3>
        <a:srgbClr val="274649"/>
      </a:accent3>
      <a:accent4>
        <a:srgbClr val="D6E9EB"/>
      </a:accent4>
      <a:accent5>
        <a:srgbClr val="686676"/>
      </a:accent5>
      <a:accent6>
        <a:srgbClr val="7D9092"/>
      </a:accent6>
      <a:hlink>
        <a:srgbClr val="4B868B"/>
      </a:hlink>
      <a:folHlink>
        <a:srgbClr val="2746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