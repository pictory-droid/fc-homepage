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46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7BE0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5EAA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수고했다는 말, 퇴근하는 사람에게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219456"/>
          </a:xfrm>
          <a:prstGeom prst="sun">
            <a:avLst/>
          </a:prstGeom>
          <a:solidFill>
            <a:srgbClr val="7BE0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고맙다는 말 먼저 건네기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E0EA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작은 일에도 ‘고마워요’를 먼저 말해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219456"/>
          </a:xfrm>
          <a:prstGeom prst="sun">
            <a:avLst/>
          </a:prstGeom>
          <a:solidFill>
            <a:srgbClr val="7BE0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칭찬 한 줄 적어 주기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E0EA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219456"/>
          </a:xfrm>
          <a:prstGeom prst="sun">
            <a:avLst/>
          </a:prstGeom>
          <a:solidFill>
            <a:srgbClr val="7BE0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퇴근한 사람에게 한마디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E0EA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‘오늘도 고생했어’ 한마디면 충분해요.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219456"/>
          </a:xfrm>
          <a:prstGeom prst="sun">
            <a:avLst/>
          </a:prstGeom>
          <a:solidFill>
            <a:srgbClr val="7BE0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감사 일기 세 줄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E0EA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오늘 고마웠던 일 세 가지를 적어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9592" y="6473952"/>
            <a:ext cx="219456" cy="219456"/>
          </a:xfrm>
          <a:prstGeom prst="sun">
            <a:avLst/>
          </a:prstGeom>
          <a:solidFill>
            <a:srgbClr val="7BE0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557784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엽서 한 장 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E0EA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짧아도 좋아요. 우체통에 넣는 순간 설레요.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46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7BE0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5EAA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274649"/>
      </a:dk2>
      <a:lt2>
        <a:srgbClr val="EAFBFD"/>
      </a:lt2>
      <a:accent1>
        <a:srgbClr val="7BE0EA"/>
      </a:accent1>
      <a:accent2>
        <a:srgbClr val="9FC3EF"/>
      </a:accent2>
      <a:accent3>
        <a:srgbClr val="274649"/>
      </a:accent3>
      <a:accent4>
        <a:srgbClr val="D1F7FA"/>
      </a:accent4>
      <a:accent5>
        <a:srgbClr val="8DD2EC"/>
      </a:accent5>
      <a:accent6>
        <a:srgbClr val="7D9092"/>
      </a:accent6>
      <a:hlink>
        <a:srgbClr val="7BE0EA"/>
      </a:hlink>
      <a:folHlink>
        <a:srgbClr val="2746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