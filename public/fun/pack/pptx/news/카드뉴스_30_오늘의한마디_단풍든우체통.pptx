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114800" y="960120"/>
            <a:ext cx="2057400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457700" y="1783080"/>
            <a:ext cx="1371600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556238">
            <a:off x="4663977" y="3308931"/>
            <a:ext cx="174879" cy="59882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249702">
            <a:off x="4674493" y="3200630"/>
            <a:ext cx="174879" cy="610449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81322">
            <a:off x="4894879" y="3433841"/>
            <a:ext cx="174879" cy="547097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823128">
            <a:off x="5061499" y="3045421"/>
            <a:ext cx="174879" cy="436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551995">
            <a:off x="5515573" y="3076669"/>
            <a:ext cx="174879" cy="561086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7758521">
            <a:off x="5100421" y="3447751"/>
            <a:ext cx="174879" cy="498203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2057400"/>
            <a:ext cx="3429000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단풍 편지 쓰는 날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480060" y="3703320"/>
            <a:ext cx="329183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5B2315"/>
                </a:solidFill>
              </a:rPr>
              <a:t>옆으로 넘겨 보세요 →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480060" y="4572000"/>
            <a:ext cx="329183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5419726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5427204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5583923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5702408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6025305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5730086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B2315"/>
                </a:solidFill>
              </a:rPr>
              <a:t>천천히 가도 괜찮아요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4329"/>
                </a:solidFill>
              </a:rPr>
              <a:t>01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하루도 충분히 잘하고 있어요.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5419726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5427204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5583923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5702408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6025305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5730086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B2315"/>
                </a:solidFill>
              </a:rPr>
              <a:t>쉬어 가도 괜찮아요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4329"/>
                </a:solidFill>
              </a:rPr>
              <a:t>02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잠깐 멈추는 것도 앞으로 가는 방법이에요.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5419726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5427204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5583923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5702408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6025305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5730086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B2315"/>
                </a:solidFill>
              </a:rPr>
              <a:t>이미 잘하고 있어요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4329"/>
                </a:solidFill>
              </a:rPr>
              <a:t>03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남과 비교하지 말고 어제의 나와 비교해 보세요.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5419726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5427204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5583923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5702408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6025305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5730086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B2315"/>
                </a:solidFill>
              </a:rPr>
              <a:t>작은 기쁨을 놓치지 마세요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4329"/>
                </a:solidFill>
              </a:rPr>
              <a:t>04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따뜻한 차 한 잔, 좋은 노래 한 곡이면 충분해요.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5419726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5427204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5583923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5702408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6025305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5730086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B2315"/>
                </a:solidFill>
              </a:rPr>
              <a:t>내일은 내일의 해가 떠요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4329"/>
                </a:solidFill>
              </a:rPr>
              <a:t>05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오늘은 푹 쉬고 내일 다시 시작해요.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114800" y="960120"/>
            <a:ext cx="2057400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457700" y="1783080"/>
            <a:ext cx="1371600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556238">
            <a:off x="4663977" y="3308931"/>
            <a:ext cx="174879" cy="59882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249702">
            <a:off x="4674493" y="3200630"/>
            <a:ext cx="174879" cy="610449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81322">
            <a:off x="4894879" y="3433841"/>
            <a:ext cx="174879" cy="547097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823128">
            <a:off x="5061499" y="3045421"/>
            <a:ext cx="174879" cy="436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551995">
            <a:off x="5515573" y="3076669"/>
            <a:ext cx="174879" cy="561086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7758521">
            <a:off x="5100421" y="3447751"/>
            <a:ext cx="174879" cy="498203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2057400"/>
            <a:ext cx="3429000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5B2315"/>
                </a:solidFill>
              </a:rPr>
              <a:t>저장해 두고 필요할 때 꺼내 보세요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480060" y="3703320"/>
            <a:ext cx="329183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5B2315"/>
                </a:solidFill>
              </a:rPr>
              <a:t>마음에 들면 공유해 주세요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480060" y="4572000"/>
            <a:ext cx="329183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5B2315"/>
      </a:dk2>
      <a:lt2>
        <a:srgbClr val="FBF1EE"/>
      </a:lt2>
      <a:accent1>
        <a:srgbClr val="AE4329"/>
      </a:accent1>
      <a:accent2>
        <a:srgbClr val="3B9177"/>
      </a:accent2>
      <a:accent3>
        <a:srgbClr val="5B2315"/>
      </a:accent3>
      <a:accent4>
        <a:srgbClr val="F5D4CC"/>
      </a:accent4>
      <a:accent5>
        <a:srgbClr val="746A50"/>
      </a:accent5>
      <a:accent6>
        <a:srgbClr val="9D7B73"/>
      </a:accent6>
      <a:hlink>
        <a:srgbClr val="AE4329"/>
      </a:hlink>
      <a:folHlink>
        <a:srgbClr val="5B231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