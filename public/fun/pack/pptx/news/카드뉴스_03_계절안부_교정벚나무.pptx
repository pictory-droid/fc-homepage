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꽃샘추위에 챙길 겉옷 한 벌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1D32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32"/>
                </a:solidFill>
              </a:rPr>
              <a:t>겉옷 한 벌 챙기세요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B3D65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32"/>
                </a:solidFill>
              </a:rPr>
              <a:t>계절 인사 한 줄 보내기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B3D65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32"/>
                </a:solidFill>
              </a:rPr>
              <a:t>제철 음식으로 기운 채우기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B3D65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32"/>
                </a:solidFill>
              </a:rPr>
              <a:t>창문 열고 환기하기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B3D65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32"/>
                </a:solidFill>
              </a:rPr>
              <a:t>계절 사진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B3D65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21D32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1D32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721D32"/>
      </a:dk2>
      <a:lt2>
        <a:srgbClr val="FCF3F5"/>
      </a:lt2>
      <a:accent1>
        <a:srgbClr val="DB3D65"/>
      </a:accent1>
      <a:accent2>
        <a:srgbClr val="339941"/>
      </a:accent2>
      <a:accent3>
        <a:srgbClr val="721D32"/>
      </a:accent3>
      <a:accent4>
        <a:srgbClr val="F7D4DD"/>
      </a:accent4>
      <a:accent5>
        <a:srgbClr val="876B53"/>
      </a:accent5>
      <a:accent6>
        <a:srgbClr val="AA7784"/>
      </a:accent6>
      <a:hlink>
        <a:srgbClr val="DB3D65"/>
      </a:hlink>
      <a:folHlink>
        <a:srgbClr val="721D3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