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9E2E4A"/>
                </a:solidFill>
              </a:rPr>
              <a:t>꽃샘추위에 챙길 겉옷 한 벌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9E2E4A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9E2E4A"/>
                </a:solidFill>
              </a:rPr>
              <a:t>겉옷 한 벌 챙기세요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1617D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9E2E4A"/>
                </a:solidFill>
              </a:rPr>
              <a:t>계절 인사 한 줄 보내기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1617D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9E2E4A"/>
                </a:solidFill>
              </a:rPr>
              <a:t>제철 음식으로 기운 채우기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1617D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9E2E4A"/>
                </a:solidFill>
              </a:rPr>
              <a:t>창문 열고 환기하기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1617D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61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9E2E4A"/>
                </a:solidFill>
              </a:rPr>
              <a:t>계절 사진 한 장 남기기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1617D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9E2E4A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9E2E4A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9E2E4A"/>
      </a:dk2>
      <a:lt2>
        <a:srgbClr val="FAEFF2"/>
      </a:lt2>
      <a:accent1>
        <a:srgbClr val="D1617D"/>
      </a:accent1>
      <a:accent2>
        <a:srgbClr val="3B9151"/>
      </a:accent2>
      <a:accent3>
        <a:srgbClr val="9E2E4A"/>
      </a:accent3>
      <a:accent4>
        <a:srgbClr val="F3CED7"/>
      </a:accent4>
      <a:accent5>
        <a:srgbClr val="867967"/>
      </a:accent5>
      <a:accent6>
        <a:srgbClr val="C58292"/>
      </a:accent6>
      <a:hlink>
        <a:srgbClr val="D1617D"/>
      </a:hlink>
      <a:folHlink>
        <a:srgbClr val="9E2E4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