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7406640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7406640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496818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421545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520697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528829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517659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624776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바람 부는 날 떠올리는 사람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48640" y="292608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9472C"/>
                </a:solidFill>
              </a:rPr>
              <a:t>옆으로 넘겨 보세요 →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48640" y="3794760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5749014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5473013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5836572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5866390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5825432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6218194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9472C"/>
                </a:solidFill>
              </a:rPr>
              <a:t>고맙다는 말 먼저 건네기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D7D4D"/>
                </a:solidFill>
              </a:rPr>
              <a:t>01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5749014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5473013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5836572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5866390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5825432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6218194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9472C"/>
                </a:solidFill>
              </a:rPr>
              <a:t>칭찬 한 줄 적어 주기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D7D4D"/>
                </a:solidFill>
              </a:rPr>
              <a:t>02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5749014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5473013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5836572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5866390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5825432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6218194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9472C"/>
                </a:solidFill>
              </a:rPr>
              <a:t>수고했다는 인사 전하기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D7D4D"/>
                </a:solidFill>
              </a:rPr>
              <a:t>03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하루를 마치고 돌아온 사람에게 따뜻한 한마디를.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5749014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5473013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5836572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5866390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5825432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6218194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9472C"/>
                </a:solidFill>
              </a:rPr>
              <a:t>감사 일기 세 줄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D7D4D"/>
                </a:solidFill>
              </a:rPr>
              <a:t>04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감사했던 일 세 가지를 적어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5749014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5473013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5836572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5866390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5825432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6218194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9472C"/>
                </a:solidFill>
              </a:rPr>
              <a:t>손편지 한 통 쓰기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D7D4D"/>
                </a:solidFill>
              </a:rPr>
              <a:t>05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손으로 쓴 마음은 오래 남아요.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7406640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7406640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496818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421545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520697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528829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517659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624776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9472C"/>
                </a:solidFill>
              </a:rPr>
              <a:t>저장해 두고 필요할 때 꺼내 보세요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48640" y="292608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9472C"/>
                </a:solidFill>
              </a:rPr>
              <a:t>마음에 들면 공유해 주세요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48640" y="3794760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59472C"/>
      </a:dk2>
      <a:lt2>
        <a:srgbClr val="F8F5F1"/>
      </a:lt2>
      <a:accent1>
        <a:srgbClr val="9D7D4D"/>
      </a:accent1>
      <a:accent2>
        <a:srgbClr val="438289"/>
      </a:accent2>
      <a:accent3>
        <a:srgbClr val="59472C"/>
      </a:accent3>
      <a:accent4>
        <a:srgbClr val="ECE3D4"/>
      </a:accent4>
      <a:accent5>
        <a:srgbClr val="70806B"/>
      </a:accent5>
      <a:accent6>
        <a:srgbClr val="9B9180"/>
      </a:accent6>
      <a:hlink>
        <a:srgbClr val="9D7D4D"/>
      </a:hlink>
      <a:folHlink>
        <a:srgbClr val="59472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