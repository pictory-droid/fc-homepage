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5796929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4855199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6899880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6219263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4673545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6029749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가을 독서 한 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7261A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5886605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5480369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6362388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6068789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5402008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5987037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아침 물 한 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65037"/>
                </a:solidFill>
              </a:rPr>
              <a:t>01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5886605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5480369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6362388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6068789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5402008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5987037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하루 십 분 걷기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65037"/>
                </a:solidFill>
              </a:rPr>
              <a:t>02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5886605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5480369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6362388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6068789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5402008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5987037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검진 날짜 적어 두기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65037"/>
                </a:solidFill>
              </a:rPr>
              <a:t>03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5886605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5480369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6362388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6068789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5402008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5987037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잠들기 전 스마트폰 내려놓기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65037"/>
                </a:solidFill>
              </a:rPr>
              <a:t>04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5886605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5480369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6362388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6068789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5402008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5987037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가족 건강 이야기 나누기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65037"/>
                </a:solidFill>
              </a:rPr>
              <a:t>05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5796929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4855199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6899880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6219263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4673545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6029749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7261A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