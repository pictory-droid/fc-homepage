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6E37"/>
                </a:solidFill>
              </a:rPr>
              <a:t>새해 건강 습관 하나만 정해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6E37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DF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45E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6E37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E379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DF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45E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6E37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E379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DF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45E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6E37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E379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DF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45E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6E37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E379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DF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45E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6E37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E379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C6E37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6E37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C6E37"/>
      </a:dk2>
      <a:lt2>
        <a:srgbClr val="F6FEF9"/>
      </a:lt2>
      <a:accent1>
        <a:srgbClr val="45E379"/>
      </a:accent1>
      <a:accent2>
        <a:srgbClr val="E25A71"/>
      </a:accent2>
      <a:accent3>
        <a:srgbClr val="1C6E37"/>
      </a:accent3>
      <a:accent4>
        <a:srgbClr val="DDFDE8"/>
      </a:accent4>
      <a:accent5>
        <a:srgbClr val="949E75"/>
      </a:accent5>
      <a:accent6>
        <a:srgbClr val="77A887"/>
      </a:accent6>
      <a:hlink>
        <a:srgbClr val="45E379"/>
      </a:hlink>
      <a:folHlink>
        <a:srgbClr val="1C6E3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