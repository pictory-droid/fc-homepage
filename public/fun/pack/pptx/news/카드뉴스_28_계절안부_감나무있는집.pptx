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97280" y="0"/>
            <a:ext cx="91440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148353" y="5720942"/>
            <a:ext cx="378565" cy="37856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251777" y="4250576"/>
            <a:ext cx="266570" cy="266570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663445" y="6174481"/>
            <a:ext cx="323198" cy="323198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3922425" y="4737459"/>
            <a:ext cx="474992" cy="474992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4364701" y="5272314"/>
            <a:ext cx="388548" cy="388548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390037" y="4712558"/>
            <a:ext cx="498682" cy="498682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323501" y="4791664"/>
            <a:ext cx="261803" cy="261803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314460" y="5118979"/>
            <a:ext cx="330386" cy="330386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342446" y="3885044"/>
            <a:ext cx="463289" cy="463289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3980029" y="3779005"/>
            <a:ext cx="483178" cy="483178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4965705" y="5755658"/>
            <a:ext cx="237791" cy="23779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19" y="219456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감 익는 계절의 안부 인사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1645919" y="3749039"/>
            <a:ext cx="4251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23F13"/>
                </a:solidFill>
              </a:rPr>
              <a:t>옆으로 넘겨 보세요 →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1645919" y="4617720"/>
            <a:ext cx="4251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계절 안부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1597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301140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061449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352145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532331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50061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330361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326678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930672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375613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777185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3F13"/>
                </a:solidFill>
              </a:rPr>
              <a:t>겉옷 한 벌 챙기세요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A7021"/>
                </a:solidFill>
              </a:rPr>
              <a:t>01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아침저녁 기온 차가 큰 때에는 얇은 겉옷이 든든해요.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1597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301140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061449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352145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532331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50061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330361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326678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930672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375613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777185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3F13"/>
                </a:solidFill>
              </a:rPr>
              <a:t>계절 인사 한 줄 보내기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A7021"/>
                </a:solidFill>
              </a:rPr>
              <a:t>02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안부를 묻는 짧은 메시지가 하루를 따뜻하게 해요.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1597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301140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061449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352145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532331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50061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330361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326678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930672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375613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777185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3F13"/>
                </a:solidFill>
              </a:rPr>
              <a:t>제철 음식으로 기운 채우기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A7021"/>
                </a:solidFill>
              </a:rPr>
              <a:t>03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지금 가장 맛있는 제철 음식을 가족과 나눠 보세요.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1597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301140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061449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352145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532331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50061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330361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326678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930672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375613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777185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3F13"/>
                </a:solidFill>
              </a:rPr>
              <a:t>창문 열고 환기하기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A7021"/>
                </a:solidFill>
              </a:rPr>
              <a:t>04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 두 번 십 분씩 환기하면 집 안 공기가 달라져요.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1597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301140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061449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352145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532331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50061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330361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326678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930672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375613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777185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3F13"/>
                </a:solidFill>
              </a:rPr>
              <a:t>계절 사진 한 장 남기기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A7021"/>
                </a:solidFill>
              </a:rPr>
              <a:t>05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같은 자리에서 계절마다 사진을 찍어 보세요.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97280" y="0"/>
            <a:ext cx="91440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148353" y="5720942"/>
            <a:ext cx="378565" cy="37856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251777" y="4250576"/>
            <a:ext cx="266570" cy="266570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663445" y="6174481"/>
            <a:ext cx="323198" cy="323198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3922425" y="4737459"/>
            <a:ext cx="474992" cy="474992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4364701" y="5272314"/>
            <a:ext cx="388548" cy="388548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390037" y="4712558"/>
            <a:ext cx="498682" cy="498682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323501" y="4791664"/>
            <a:ext cx="261803" cy="261803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314460" y="5118979"/>
            <a:ext cx="330386" cy="330386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342446" y="3885044"/>
            <a:ext cx="463289" cy="463289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3980029" y="3779005"/>
            <a:ext cx="483178" cy="483178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4965705" y="5755658"/>
            <a:ext cx="237791" cy="23779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19" y="219456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723F13"/>
                </a:solidFill>
              </a:rPr>
              <a:t>저장해 두고 필요할 때 꺼내 보세요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1645919" y="3749039"/>
            <a:ext cx="4251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23F13"/>
                </a:solidFill>
              </a:rPr>
              <a:t>마음에 들면 공유해 주세요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1645919" y="4617720"/>
            <a:ext cx="4251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계절 안부)">
  <a:themeElements>
    <a:clrScheme name="Office">
      <a:dk1>
        <a:sysClr val="windowText" lastClr="000000"/>
      </a:dk1>
      <a:lt1>
        <a:sysClr val="window" lastClr="FFFFFF"/>
      </a:lt1>
      <a:dk2>
        <a:srgbClr val="723F13"/>
      </a:dk2>
      <a:lt2>
        <a:srgbClr val="FCF4ED"/>
      </a:lt2>
      <a:accent1>
        <a:srgbClr val="CA7021"/>
      </a:accent1>
      <a:accent2>
        <a:srgbClr val="3B918E"/>
      </a:accent2>
      <a:accent3>
        <a:srgbClr val="723F13"/>
      </a:accent3>
      <a:accent4>
        <a:srgbClr val="F8DFC9"/>
      </a:accent4>
      <a:accent5>
        <a:srgbClr val="828058"/>
      </a:accent5>
      <a:accent6>
        <a:srgbClr val="AA8C71"/>
      </a:accent6>
      <a:hlink>
        <a:srgbClr val="CA7021"/>
      </a:hlink>
      <a:folHlink>
        <a:srgbClr val="723F1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