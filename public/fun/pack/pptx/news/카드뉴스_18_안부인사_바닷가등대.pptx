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5D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빨래 잘 말리는 법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A5D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C9EA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A5D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C9EA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A5D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C9EA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A5D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C9EA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A5D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C9EA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5D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273F49"/>
      </a:dk2>
      <a:lt2>
        <a:srgbClr val="EAF7FD"/>
      </a:lt2>
      <a:accent1>
        <a:srgbClr val="7BC9EA"/>
      </a:accent1>
      <a:accent2>
        <a:srgbClr val="9FB1EF"/>
      </a:accent2>
      <a:accent3>
        <a:srgbClr val="273F49"/>
      </a:accent3>
      <a:accent4>
        <a:srgbClr val="D1EEFA"/>
      </a:accent4>
      <a:accent5>
        <a:srgbClr val="8DBDEC"/>
      </a:accent5>
      <a:accent6>
        <a:srgbClr val="7D8C92"/>
      </a:accent6>
      <a:hlink>
        <a:srgbClr val="7BC9EA"/>
      </a:hlink>
      <a:folHlink>
        <a:srgbClr val="273F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