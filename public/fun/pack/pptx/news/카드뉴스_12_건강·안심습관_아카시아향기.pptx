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5588674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4693286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6630229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5042551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5735412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6279399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4751559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5523222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달콤한 휴식 한 조각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9562E"/>
                </a:solidFill>
              </a:rPr>
              <a:t>옆으로 넘겨 보세요 →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5926236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5597927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6308140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5725991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5980040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6179502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5619294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5902237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562E"/>
                </a:solidFill>
              </a:rPr>
              <a:t>아침 물 한 잔</a:t>
            </a:r>
          </a:p>
        </p:txBody>
      </p:sp>
      <p:sp>
        <p:nvSpPr>
          <p:cNvPr id="1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19852"/>
                </a:solidFill>
              </a:rPr>
              <a:t>01</a:t>
            </a:r>
          </a:p>
        </p:txBody>
      </p:sp>
      <p:sp>
        <p:nvSpPr>
          <p:cNvPr id="1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1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5926236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5597927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6308140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5725991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5980040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6179502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5619294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5902237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562E"/>
                </a:solidFill>
              </a:rPr>
              <a:t>하루 십 분 걷기</a:t>
            </a:r>
          </a:p>
        </p:txBody>
      </p:sp>
      <p:sp>
        <p:nvSpPr>
          <p:cNvPr id="1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19852"/>
                </a:solidFill>
              </a:rPr>
              <a:t>02</a:t>
            </a:r>
          </a:p>
        </p:txBody>
      </p:sp>
      <p:sp>
        <p:nvSpPr>
          <p:cNvPr id="1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1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5926236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5597927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6308140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5725991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5980040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6179502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5619294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5902237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562E"/>
                </a:solidFill>
              </a:rPr>
              <a:t>검진 날짜 적어 두기</a:t>
            </a:r>
          </a:p>
        </p:txBody>
      </p:sp>
      <p:sp>
        <p:nvSpPr>
          <p:cNvPr id="1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19852"/>
                </a:solidFill>
              </a:rPr>
              <a:t>03</a:t>
            </a:r>
          </a:p>
        </p:txBody>
      </p:sp>
      <p:sp>
        <p:nvSpPr>
          <p:cNvPr id="1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1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5926236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5597927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6308140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5725991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5980040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6179502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5619294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5902237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562E"/>
                </a:solidFill>
              </a:rPr>
              <a:t>잠들기 전 스마트폰 내려놓기</a:t>
            </a:r>
          </a:p>
        </p:txBody>
      </p:sp>
      <p:sp>
        <p:nvSpPr>
          <p:cNvPr id="1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19852"/>
                </a:solidFill>
              </a:rPr>
              <a:t>04</a:t>
            </a:r>
          </a:p>
        </p:txBody>
      </p:sp>
      <p:sp>
        <p:nvSpPr>
          <p:cNvPr id="1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1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5926236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5597927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6308140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5725991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5980040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6179502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5619294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5902237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562E"/>
                </a:solidFill>
              </a:rPr>
              <a:t>가족 건강 이야기 나누기</a:t>
            </a:r>
          </a:p>
        </p:txBody>
      </p:sp>
      <p:sp>
        <p:nvSpPr>
          <p:cNvPr id="1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19852"/>
                </a:solidFill>
              </a:rPr>
              <a:t>05</a:t>
            </a:r>
          </a:p>
        </p:txBody>
      </p:sp>
      <p:sp>
        <p:nvSpPr>
          <p:cNvPr id="1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1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5588674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4693286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6630229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5042551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5735412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6279399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4751559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5523222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9562E"/>
                </a:solidFill>
              </a:rPr>
              <a:t>저장해 두고 필요할 때 꺼내 보세요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9562E"/>
                </a:solidFill>
              </a:rPr>
              <a:t>마음에 들면 공유해 주세요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