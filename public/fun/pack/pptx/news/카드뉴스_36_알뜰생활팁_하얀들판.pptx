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C8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통장 쪼개기, 이렇게 시작하세요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이번 달 고정지출부터 적어요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B8D8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카드 대신 현금 한 주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B8D8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장보기 전 냉장고 사진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B8D8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작은 목표 통장 만들기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B8D8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star4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주말 5분 가계부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B8D8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영수증을 모아 두었다가 주말에 5분만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3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C8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