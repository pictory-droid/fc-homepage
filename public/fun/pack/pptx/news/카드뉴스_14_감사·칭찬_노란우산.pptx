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어버이날 편지 이렇게 써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9CEA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9CEA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9CEA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9CEA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mathPlus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9CEA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3149"/>
      </a:dk2>
      <a:lt2>
        <a:srgbClr val="EAF0FD"/>
      </a:lt2>
      <a:accent1>
        <a:srgbClr val="7B9CEA"/>
      </a:accent1>
      <a:accent2>
        <a:srgbClr val="AC9FEF"/>
      </a:accent2>
      <a:accent3>
        <a:srgbClr val="273149"/>
      </a:accent3>
      <a:accent4>
        <a:srgbClr val="D1DDFA"/>
      </a:accent4>
      <a:accent5>
        <a:srgbClr val="949EEC"/>
      </a:accent5>
      <a:accent6>
        <a:srgbClr val="7D8392"/>
      </a:accent6>
      <a:hlink>
        <a:srgbClr val="7B9CEA"/>
      </a:hlink>
      <a:folHlink>
        <a:srgbClr val="273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