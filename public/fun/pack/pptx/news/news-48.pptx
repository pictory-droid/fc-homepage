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3086100" cy="3977639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1783080" cy="233172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4389120" y="0"/>
            <a:ext cx="2468879" cy="274320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53912">
            <a:off x="5487328" y="4964211"/>
            <a:ext cx="571084" cy="571084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60014">
            <a:off x="6523011" y="5706804"/>
            <a:ext cx="623847" cy="623847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3169356">
            <a:off x="6576478" y="4103456"/>
            <a:ext cx="810947" cy="8109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34522">
            <a:off x="5343993" y="5867452"/>
            <a:ext cx="740597" cy="7405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533256">
            <a:off x="6990340" y="3610104"/>
            <a:ext cx="466923" cy="466923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7563">
            <a:off x="5431036" y="3872736"/>
            <a:ext cx="870340" cy="870340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09728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눈사람 같은 포근한 하루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548640" y="2651760"/>
            <a:ext cx="41148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394660"/>
                </a:solidFill>
              </a:rPr>
              <a:t>옆으로 넘겨 보세요 →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548640" y="3520439"/>
            <a:ext cx="41148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계절 안부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53912">
            <a:off x="5889076" y="837230"/>
            <a:ext cx="209397" cy="2093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560014">
            <a:off x="6268826" y="1109514"/>
            <a:ext cx="228744" cy="228744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169356">
            <a:off x="6288431" y="521620"/>
            <a:ext cx="297347" cy="2973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34522">
            <a:off x="5836520" y="1168419"/>
            <a:ext cx="271552" cy="271552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533256">
            <a:off x="6440180" y="340725"/>
            <a:ext cx="171205" cy="171205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27563">
            <a:off x="5868436" y="437023"/>
            <a:ext cx="319124" cy="319124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94660"/>
                </a:solidFill>
              </a:rPr>
              <a:t>겉옷 한 벌 챙기세요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E74A1"/>
                </a:solidFill>
              </a:rPr>
              <a:t>01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아침저녁 기온 차가 큰 때에는 얇은 겉옷이 든든해요.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53912">
            <a:off x="5889076" y="837230"/>
            <a:ext cx="209397" cy="2093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560014">
            <a:off x="6268826" y="1109514"/>
            <a:ext cx="228744" cy="228744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169356">
            <a:off x="6288431" y="521620"/>
            <a:ext cx="297347" cy="2973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34522">
            <a:off x="5836520" y="1168419"/>
            <a:ext cx="271552" cy="271552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533256">
            <a:off x="6440180" y="340725"/>
            <a:ext cx="171205" cy="171205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27563">
            <a:off x="5868436" y="437023"/>
            <a:ext cx="319124" cy="319124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94660"/>
                </a:solidFill>
              </a:rPr>
              <a:t>계절 인사 한 줄 보내기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E74A1"/>
                </a:solidFill>
              </a:rPr>
              <a:t>02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안부를 묻는 짧은 메시지가 하루를 따뜻하게 해요.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53912">
            <a:off x="5889076" y="837230"/>
            <a:ext cx="209397" cy="2093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560014">
            <a:off x="6268826" y="1109514"/>
            <a:ext cx="228744" cy="228744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169356">
            <a:off x="6288431" y="521620"/>
            <a:ext cx="297347" cy="2973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34522">
            <a:off x="5836520" y="1168419"/>
            <a:ext cx="271552" cy="271552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533256">
            <a:off x="6440180" y="340725"/>
            <a:ext cx="171205" cy="171205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27563">
            <a:off x="5868436" y="437023"/>
            <a:ext cx="319124" cy="319124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94660"/>
                </a:solidFill>
              </a:rPr>
              <a:t>제철 음식으로 기운 채우기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E74A1"/>
                </a:solidFill>
              </a:rPr>
              <a:t>03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지금 가장 맛있는 제철 음식을 가족과 나눠 보세요.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53912">
            <a:off x="5889076" y="837230"/>
            <a:ext cx="209397" cy="2093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560014">
            <a:off x="6268826" y="1109514"/>
            <a:ext cx="228744" cy="228744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169356">
            <a:off x="6288431" y="521620"/>
            <a:ext cx="297347" cy="2973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34522">
            <a:off x="5836520" y="1168419"/>
            <a:ext cx="271552" cy="271552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533256">
            <a:off x="6440180" y="340725"/>
            <a:ext cx="171205" cy="171205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27563">
            <a:off x="5868436" y="437023"/>
            <a:ext cx="319124" cy="319124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94660"/>
                </a:solidFill>
              </a:rPr>
              <a:t>창문 열고 환기하기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E74A1"/>
                </a:solidFill>
              </a:rPr>
              <a:t>04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 두 번 십 분씩 환기하면 집 안 공기가 달라져요.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53912">
            <a:off x="5889076" y="837230"/>
            <a:ext cx="209397" cy="2093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560014">
            <a:off x="6268826" y="1109514"/>
            <a:ext cx="228744" cy="228744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169356">
            <a:off x="6288431" y="521620"/>
            <a:ext cx="297347" cy="2973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34522">
            <a:off x="5836520" y="1168419"/>
            <a:ext cx="271552" cy="271552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533256">
            <a:off x="6440180" y="340725"/>
            <a:ext cx="171205" cy="171205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27563">
            <a:off x="5868436" y="437023"/>
            <a:ext cx="319124" cy="319124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94660"/>
                </a:solidFill>
              </a:rPr>
              <a:t>계절 사진 한 장 남기기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E74A1"/>
                </a:solidFill>
              </a:rPr>
              <a:t>05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같은 자리에서 계절마다 사진을 찍어 보세요.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3086100" cy="3977639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1783080" cy="233172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4389120" y="0"/>
            <a:ext cx="2468879" cy="274320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53912">
            <a:off x="5487328" y="4964211"/>
            <a:ext cx="571084" cy="571084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60014">
            <a:off x="6523011" y="5706804"/>
            <a:ext cx="623847" cy="623847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3169356">
            <a:off x="6576478" y="4103456"/>
            <a:ext cx="810947" cy="8109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34522">
            <a:off x="5343993" y="5867452"/>
            <a:ext cx="740597" cy="7405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533256">
            <a:off x="6990340" y="3610104"/>
            <a:ext cx="466923" cy="466923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7563">
            <a:off x="5431036" y="3872736"/>
            <a:ext cx="870340" cy="870340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09728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394660"/>
                </a:solidFill>
              </a:rPr>
              <a:t>저장해 두고 필요할 때 꺼내 보세요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548640" y="2651760"/>
            <a:ext cx="41148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394660"/>
                </a:solidFill>
              </a:rPr>
              <a:t>마음에 들면 공유해 주세요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548640" y="3520439"/>
            <a:ext cx="41148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계절 안부)">
  <a:themeElements>
    <a:clrScheme name="Office">
      <a:dk1>
        <a:sysClr val="windowText" lastClr="000000"/>
      </a:dk1>
      <a:lt1>
        <a:sysClr val="window" lastClr="FFFFFF"/>
      </a:lt1>
      <a:dk2>
        <a:srgbClr val="394660"/>
      </a:dk2>
      <a:lt2>
        <a:srgbClr val="F2F4F7"/>
      </a:lt2>
      <a:accent1>
        <a:srgbClr val="5E74A1"/>
      </a:accent1>
      <a:accent2>
        <a:srgbClr val="81544B"/>
      </a:accent2>
      <a:accent3>
        <a:srgbClr val="394660"/>
      </a:accent3>
      <a:accent4>
        <a:srgbClr val="D7DDEA"/>
      </a:accent4>
      <a:accent5>
        <a:srgbClr val="706476"/>
      </a:accent5>
      <a:accent6>
        <a:srgbClr val="8890A0"/>
      </a:accent6>
      <a:hlink>
        <a:srgbClr val="5E74A1"/>
      </a:hlink>
      <a:folHlink>
        <a:srgbClr val="39466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