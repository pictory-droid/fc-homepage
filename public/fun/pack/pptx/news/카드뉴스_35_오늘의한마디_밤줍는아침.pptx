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7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5852160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E0D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972575" y="467436"/>
            <a:ext cx="145927" cy="14592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611612" y="715600"/>
            <a:ext cx="262036" cy="26203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838338" y="1471598"/>
            <a:ext cx="326739" cy="326739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3457246" y="2182998"/>
            <a:ext cx="186392" cy="186392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3703997" y="1800461"/>
            <a:ext cx="164409" cy="16440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026146" y="464431"/>
            <a:ext cx="212011" cy="212011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4114437" y="1454819"/>
            <a:ext cx="236418" cy="236418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4190226" y="1810825"/>
            <a:ext cx="286929" cy="28692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2974386" y="2077086"/>
            <a:ext cx="231738" cy="231738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016385" y="984970"/>
            <a:ext cx="224886" cy="224886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2771601" y="1883540"/>
            <a:ext cx="219837" cy="219837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26314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밤 줍는 아침의 소소한 행복</a:t>
            </a:r>
          </a:p>
        </p:txBody>
      </p:sp>
      <p:sp>
        <p:nvSpPr>
          <p:cNvPr id="15" name="한 줄 문구"/>
          <p:cNvSpPr txBox="1"/>
          <p:nvPr/>
        </p:nvSpPr>
        <p:spPr>
          <a:xfrm>
            <a:off x="822959" y="372618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3A2918"/>
                </a:solidFill>
              </a:rPr>
              <a:t>옆으로 넘겨 보세요 →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822959" y="459486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971266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770731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96690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684972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22056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445472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050078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92183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416716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440049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304058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2918"/>
                </a:solidFill>
              </a:rPr>
              <a:t>천천히 가도 괜찮아요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5732"/>
                </a:solidFill>
              </a:rPr>
              <a:t>01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하루도 충분히 잘하고 있어요.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971266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770731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96690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684972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22056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445472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050078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92183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416716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440049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304058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2918"/>
                </a:solidFill>
              </a:rPr>
              <a:t>쉬어 가도 괜찮아요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5732"/>
                </a:solidFill>
              </a:rPr>
              <a:t>02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잠깐 멈추는 것도 앞으로 가는 방법이에요.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971266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770731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96690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684972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22056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445472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050078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92183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416716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440049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304058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2918"/>
                </a:solidFill>
              </a:rPr>
              <a:t>이미 잘하고 있어요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5732"/>
                </a:solidFill>
              </a:rPr>
              <a:t>03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남과 비교하지 말고 어제의 나와 비교해 보세요.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971266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770731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96690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684972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22056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445472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050078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92183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416716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440049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304058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2918"/>
                </a:solidFill>
              </a:rPr>
              <a:t>작은 기쁨을 놓치지 마세요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5732"/>
                </a:solidFill>
              </a:rPr>
              <a:t>04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따뜻한 차 한 잔, 좋은 노래 한 곡이면 충분해요.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971266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770731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96690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684972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22056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445472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050078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92183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416716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440049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304058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2918"/>
                </a:solidFill>
              </a:rPr>
              <a:t>내일은 내일의 해가 떠요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5732"/>
                </a:solidFill>
              </a:rPr>
              <a:t>05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오늘은 푹 쉬고 내일 다시 시작해요.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7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5852160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E0D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972575" y="467436"/>
            <a:ext cx="145927" cy="14592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611612" y="715600"/>
            <a:ext cx="262036" cy="26203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838338" y="1471598"/>
            <a:ext cx="326739" cy="326739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3457246" y="2182998"/>
            <a:ext cx="186392" cy="186392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3703997" y="1800461"/>
            <a:ext cx="164409" cy="16440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026146" y="464431"/>
            <a:ext cx="212011" cy="212011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4114437" y="1454819"/>
            <a:ext cx="236418" cy="236418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4190226" y="1810825"/>
            <a:ext cx="286929" cy="28692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2974386" y="2077086"/>
            <a:ext cx="231738" cy="231738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016385" y="984970"/>
            <a:ext cx="224886" cy="224886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2771601" y="1883540"/>
            <a:ext cx="219837" cy="219837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26314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3A2918"/>
                </a:solidFill>
              </a:rPr>
              <a:t>저장해 두고 필요할 때 꺼내 보세요</a:t>
            </a:r>
          </a:p>
        </p:txBody>
      </p:sp>
      <p:sp>
        <p:nvSpPr>
          <p:cNvPr id="15" name="한 줄 문구"/>
          <p:cNvSpPr txBox="1"/>
          <p:nvPr/>
        </p:nvSpPr>
        <p:spPr>
          <a:xfrm>
            <a:off x="822959" y="372618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3A2918"/>
                </a:solidFill>
              </a:rPr>
              <a:t>마음에 들면 공유해 주세요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822959" y="459486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3A2918"/>
      </a:dk2>
      <a:lt2>
        <a:srgbClr val="F9F5F1"/>
      </a:lt2>
      <a:accent1>
        <a:srgbClr val="7B5732"/>
      </a:accent1>
      <a:accent2>
        <a:srgbClr val="3B9191"/>
      </a:accent2>
      <a:accent3>
        <a:srgbClr val="3A2918"/>
      </a:accent3>
      <a:accent4>
        <a:srgbClr val="EFE0D2"/>
      </a:accent4>
      <a:accent5>
        <a:srgbClr val="5B7462"/>
      </a:accent5>
      <a:accent6>
        <a:srgbClr val="897F74"/>
      </a:accent6>
      <a:hlink>
        <a:srgbClr val="7B5732"/>
      </a:hlink>
      <a:folHlink>
        <a:srgbClr val="3A291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