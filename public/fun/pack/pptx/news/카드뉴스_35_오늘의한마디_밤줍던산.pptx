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미뤄 둔 일 하나만 끝내기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A2918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A2918"/>
                </a:solidFill>
              </a:rPr>
              <a:t>점심은 거르지 마세요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5732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A2918"/>
                </a:solidFill>
              </a:rPr>
              <a:t>전화 한 통 걸어 보세요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5732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A2918"/>
                </a:solidFill>
              </a:rPr>
              <a:t>메모 한 장 남기기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5732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A2918"/>
                </a:solidFill>
              </a:rPr>
              <a:t>퇴근길 한 정거장 걷기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5732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A2918"/>
                </a:solidFill>
              </a:rPr>
              <a:t>오늘은 일찍 자기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5732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3A2918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A2918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3A2918"/>
      </a:dk2>
      <a:lt2>
        <a:srgbClr val="F9F5F1"/>
      </a:lt2>
      <a:accent1>
        <a:srgbClr val="7B5732"/>
      </a:accent1>
      <a:accent2>
        <a:srgbClr val="3B9191"/>
      </a:accent2>
      <a:accent3>
        <a:srgbClr val="3A2918"/>
      </a:accent3>
      <a:accent4>
        <a:srgbClr val="EFE0D2"/>
      </a:accent4>
      <a:accent5>
        <a:srgbClr val="5B7462"/>
      </a:accent5>
      <a:accent6>
        <a:srgbClr val="897F74"/>
      </a:accent6>
      <a:hlink>
        <a:srgbClr val="7B5732"/>
      </a:hlink>
      <a:folHlink>
        <a:srgbClr val="3A291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