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D8A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81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미뤄 둔 일 하나만 끝내기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219456"/>
          </a:xfrm>
          <a:prstGeom prst="star4">
            <a:avLst/>
          </a:prstGeom>
          <a:solidFill>
            <a:srgbClr val="D8A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점심은 거르지 마세요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A879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바빠도 한 끼는 앉아서 먹어요. 오후가 달라져요.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219456"/>
          </a:xfrm>
          <a:prstGeom prst="star4">
            <a:avLst/>
          </a:prstGeom>
          <a:solidFill>
            <a:srgbClr val="D8A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전화 한 통 걸어 보세요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A879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문자보다 목소리가 먼저 떠오르는 사람이 있다면 지금 걸어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219456"/>
          </a:xfrm>
          <a:prstGeom prst="star4">
            <a:avLst/>
          </a:prstGeom>
          <a:solidFill>
            <a:srgbClr val="D8A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메모 한 장 남기기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A879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생각났을 때 적어 두면 다음 주의 내가 고마워해요.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219456"/>
          </a:xfrm>
          <a:prstGeom prst="star4">
            <a:avLst/>
          </a:prstGeom>
          <a:solidFill>
            <a:srgbClr val="D8A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퇴근길 한 정거장 걷기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A879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한 정거장 먼저 내려 걸으면 머리가 정리돼요.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219456"/>
          </a:xfrm>
          <a:prstGeom prst="star4">
            <a:avLst/>
          </a:prstGeom>
          <a:solidFill>
            <a:srgbClr val="D8A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오늘은 일찍 자기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A879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미룬 일은 내일 해도 돼요. 오늘은 불을 일찍 끄세요.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D8A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81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493827"/>
      </a:dk2>
      <a:lt2>
        <a:srgbClr val="FBF4EC"/>
      </a:lt2>
      <a:accent1>
        <a:srgbClr val="D8A879"/>
      </a:accent1>
      <a:accent2>
        <a:srgbClr val="E1DF98"/>
      </a:accent2>
      <a:accent3>
        <a:srgbClr val="493827"/>
      </a:accent3>
      <a:accent4>
        <a:srgbClr val="F6E6D5"/>
      </a:accent4>
      <a:accent5>
        <a:srgbClr val="DCC488"/>
      </a:accent5>
      <a:accent6>
        <a:srgbClr val="92887D"/>
      </a:accent6>
      <a:hlink>
        <a:srgbClr val="D8A879"/>
      </a:hlink>
      <a:folHlink>
        <a:srgbClr val="4938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