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274320" y="4251960"/>
            <a:ext cx="7406640" cy="274320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274320" y="5074920"/>
            <a:ext cx="7406640" cy="23317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169663" y="1234440"/>
            <a:ext cx="822959" cy="137160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375403" y="109728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4375403" y="260604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212079" y="1728216"/>
            <a:ext cx="822959" cy="1152144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417819" y="1591056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417819" y="288036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54495" y="1234440"/>
            <a:ext cx="822959" cy="137160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460235" y="109728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460235" y="260604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371600"/>
            <a:ext cx="425196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새해 덕담 한 줄</a:t>
            </a:r>
          </a:p>
        </p:txBody>
      </p:sp>
      <p:sp>
        <p:nvSpPr>
          <p:cNvPr id="14" name="한 줄 문구"/>
          <p:cNvSpPr txBox="1"/>
          <p:nvPr/>
        </p:nvSpPr>
        <p:spPr>
          <a:xfrm>
            <a:off x="548640" y="2926080"/>
            <a:ext cx="41148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31920"/>
                </a:solidFill>
              </a:rPr>
              <a:t>옆으로 넘겨 보세요 →</a:t>
            </a:r>
          </a:p>
        </p:txBody>
      </p:sp>
      <p:sp>
        <p:nvSpPr>
          <p:cNvPr id="15" name="안내 문구"/>
          <p:cNvSpPr txBox="1"/>
          <p:nvPr/>
        </p:nvSpPr>
        <p:spPr>
          <a:xfrm>
            <a:off x="548640" y="3794760"/>
            <a:ext cx="41148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456224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531662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31662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38444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913881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913881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20663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296101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296101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겉옷 한 벌 챙기세요</a:t>
            </a:r>
          </a:p>
        </p:txBody>
      </p:sp>
      <p:sp>
        <p:nvSpPr>
          <p:cNvPr id="14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01</a:t>
            </a:r>
          </a:p>
        </p:txBody>
      </p:sp>
      <p:sp>
        <p:nvSpPr>
          <p:cNvPr id="15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16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456224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531662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31662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38444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913881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913881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20663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296101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296101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계절 인사 한 줄 보내기</a:t>
            </a:r>
          </a:p>
        </p:txBody>
      </p:sp>
      <p:sp>
        <p:nvSpPr>
          <p:cNvPr id="14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02</a:t>
            </a:r>
          </a:p>
        </p:txBody>
      </p:sp>
      <p:sp>
        <p:nvSpPr>
          <p:cNvPr id="15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16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456224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531662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31662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38444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913881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913881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20663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296101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296101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제철 음식으로 기운 채우기</a:t>
            </a:r>
          </a:p>
        </p:txBody>
      </p:sp>
      <p:sp>
        <p:nvSpPr>
          <p:cNvPr id="14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03</a:t>
            </a:r>
          </a:p>
        </p:txBody>
      </p:sp>
      <p:sp>
        <p:nvSpPr>
          <p:cNvPr id="15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16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456224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531662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31662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38444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913881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913881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20663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296101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296101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창문 열고 환기하기</a:t>
            </a:r>
          </a:p>
        </p:txBody>
      </p:sp>
      <p:sp>
        <p:nvSpPr>
          <p:cNvPr id="14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04</a:t>
            </a:r>
          </a:p>
        </p:txBody>
      </p:sp>
      <p:sp>
        <p:nvSpPr>
          <p:cNvPr id="15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16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5456224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5531662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5531662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838444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913881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913881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20663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296101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296101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31920"/>
                </a:solidFill>
              </a:rPr>
              <a:t>계절 사진 한 장 남기기</a:t>
            </a:r>
          </a:p>
        </p:txBody>
      </p:sp>
      <p:sp>
        <p:nvSpPr>
          <p:cNvPr id="14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8D3443"/>
                </a:solidFill>
              </a:rPr>
              <a:t>05</a:t>
            </a:r>
          </a:p>
        </p:txBody>
      </p:sp>
      <p:sp>
        <p:nvSpPr>
          <p:cNvPr id="15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16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274320" y="4251960"/>
            <a:ext cx="7406640" cy="274320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274320" y="5074920"/>
            <a:ext cx="7406640" cy="23317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4169663" y="1234440"/>
            <a:ext cx="822959" cy="137160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4375403" y="109728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4375403" y="260604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5212079" y="1728216"/>
            <a:ext cx="822959" cy="1152144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5417819" y="1591056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5417819" y="288036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6254495" y="1234440"/>
            <a:ext cx="822959" cy="137160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6460235" y="109728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6460235" y="260604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371600"/>
            <a:ext cx="425196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31920"/>
                </a:solidFill>
              </a:rPr>
              <a:t>저장해 두고 필요할 때 꺼내 보세요</a:t>
            </a:r>
          </a:p>
        </p:txBody>
      </p:sp>
      <p:sp>
        <p:nvSpPr>
          <p:cNvPr id="14" name="한 줄 문구"/>
          <p:cNvSpPr txBox="1"/>
          <p:nvPr/>
        </p:nvSpPr>
        <p:spPr>
          <a:xfrm>
            <a:off x="548640" y="2926080"/>
            <a:ext cx="41148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31920"/>
                </a:solidFill>
              </a:rPr>
              <a:t>마음에 들면 공유해 주세요</a:t>
            </a:r>
          </a:p>
        </p:txBody>
      </p:sp>
      <p:sp>
        <p:nvSpPr>
          <p:cNvPr id="15" name="안내 문구"/>
          <p:cNvSpPr txBox="1"/>
          <p:nvPr/>
        </p:nvSpPr>
        <p:spPr>
          <a:xfrm>
            <a:off x="548640" y="3794760"/>
            <a:ext cx="41148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