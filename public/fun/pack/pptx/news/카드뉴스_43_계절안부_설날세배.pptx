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눈 오는 날 안부 전화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31920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431920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31920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