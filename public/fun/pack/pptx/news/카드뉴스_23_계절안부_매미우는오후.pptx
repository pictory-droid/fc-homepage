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70517" y="1438260"/>
            <a:ext cx="307255" cy="307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740564" y="3232890"/>
            <a:ext cx="348180" cy="348180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4654" y="1858192"/>
            <a:ext cx="285115" cy="28511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429580" y="3471459"/>
            <a:ext cx="272300" cy="27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807688" y="3137647"/>
            <a:ext cx="375755" cy="375755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64026" y="2015025"/>
            <a:ext cx="384047" cy="384047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426617" y="3397687"/>
            <a:ext cx="437765" cy="43776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85447" y="1454357"/>
            <a:ext cx="164276" cy="164276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8818" y="2082293"/>
            <a:ext cx="278801" cy="278801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67980" y="1918789"/>
            <a:ext cx="307632" cy="3076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1705" y="1417855"/>
            <a:ext cx="220299" cy="22029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14F22"/>
                </a:solidFill>
              </a:rPr>
              <a:t>여름 오후 3시의 쉼표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14F22"/>
                </a:solidFill>
              </a:rPr>
              <a:t>옆으로 넘겨 보세요 →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계절 안부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82318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03230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7007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051194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36046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2478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49745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87395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3487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776634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920232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F22"/>
                </a:solidFill>
              </a:rPr>
              <a:t>겉옷 한 벌 챙기세요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D9640"/>
                </a:solidFill>
              </a:rPr>
              <a:t>01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아침저녁 기온 차가 큰 때에는 얇은 겉옷이 든든해요.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82318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03230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7007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051194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36046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2478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49745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87395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3487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776634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920232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F22"/>
                </a:solidFill>
              </a:rPr>
              <a:t>계절 인사 한 줄 보내기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D9640"/>
                </a:solidFill>
              </a:rPr>
              <a:t>02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안부를 묻는 짧은 메시지가 하루를 따뜻하게 해요.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82318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03230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7007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051194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36046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2478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49745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87395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3487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776634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920232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F22"/>
                </a:solidFill>
              </a:rPr>
              <a:t>제철 음식으로 기운 채우기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D9640"/>
                </a:solidFill>
              </a:rPr>
              <a:t>03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지금 가장 맛있는 제철 음식을 가족과 나눠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82318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03230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7007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051194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36046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2478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49745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87395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3487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776634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920232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F22"/>
                </a:solidFill>
              </a:rPr>
              <a:t>창문 열고 환기하기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D9640"/>
                </a:solidFill>
              </a:rPr>
              <a:t>04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하루 두 번 십 분씩 환기하면 집 안 공기가 달라져요.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6858000" cy="27432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6858000" cy="54864"/>
          </a:xfrm>
          <a:prstGeom prst="rect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582318" y="206325"/>
            <a:ext cx="150213" cy="150213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203230" y="1083700"/>
            <a:ext cx="170221" cy="170221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687007" y="411625"/>
            <a:ext cx="139389" cy="139389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051194" y="1200334"/>
            <a:ext cx="133124" cy="133124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236046" y="1037137"/>
            <a:ext cx="183702" cy="183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2478" y="488299"/>
            <a:ext cx="187756" cy="187756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049745" y="1164267"/>
            <a:ext cx="214018" cy="21401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87395" y="214195"/>
            <a:ext cx="80312" cy="8031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933487" y="521186"/>
            <a:ext cx="136303" cy="136303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776634" y="441250"/>
            <a:ext cx="150398" cy="150398"/>
          </a:xfrm>
          <a:prstGeom prst="ellipse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920232" y="196349"/>
            <a:ext cx="107702" cy="107702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314F22"/>
                </a:solidFill>
              </a:rPr>
              <a:t>계절 사진 한 장 남기기</a:t>
            </a:r>
          </a:p>
        </p:txBody>
      </p:sp>
      <p:sp>
        <p:nvSpPr>
          <p:cNvPr id="16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D9640"/>
                </a:solidFill>
              </a:rPr>
              <a:t>05</a:t>
            </a:r>
          </a:p>
        </p:txBody>
      </p:sp>
      <p:sp>
        <p:nvSpPr>
          <p:cNvPr id="17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같은 자리에서 계절마다 사진을 찍어 보세요.</a:t>
            </a:r>
          </a:p>
        </p:txBody>
      </p:sp>
      <p:sp>
        <p:nvSpPr>
          <p:cNvPr id="18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9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2606040" cy="6858000"/>
          </a:xfrm>
          <a:prstGeom prst="rect">
            <a:avLst/>
          </a:prstGeom>
          <a:solidFill>
            <a:srgbClr val="5D96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-548640" y="4251960"/>
            <a:ext cx="2057400" cy="2057400"/>
          </a:xfrm>
          <a:prstGeom prst="ellipse">
            <a:avLst/>
          </a:prstGeom>
          <a:solidFill>
            <a:srgbClr val="7AA9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470517" y="1438260"/>
            <a:ext cx="307255" cy="307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740564" y="3232890"/>
            <a:ext cx="348180" cy="348180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84654" y="1858192"/>
            <a:ext cx="285115" cy="285115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429580" y="3471459"/>
            <a:ext cx="272300" cy="272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807688" y="3137647"/>
            <a:ext cx="375755" cy="375755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64026" y="2015025"/>
            <a:ext cx="384047" cy="384047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426617" y="3397687"/>
            <a:ext cx="437765" cy="43776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85447" y="1454357"/>
            <a:ext cx="164276" cy="164276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88818" y="2082293"/>
            <a:ext cx="278801" cy="278801"/>
          </a:xfrm>
          <a:prstGeom prst="ellipse">
            <a:avLst/>
          </a:prstGeom>
          <a:solidFill>
            <a:srgbClr val="4B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867980" y="1918789"/>
            <a:ext cx="307632" cy="3076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161705" y="1417855"/>
            <a:ext cx="220299" cy="220299"/>
          </a:xfrm>
          <a:prstGeom prst="ellipse">
            <a:avLst/>
          </a:prstGeom>
          <a:solidFill>
            <a:srgbClr val="DCEE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8940" y="2057400"/>
            <a:ext cx="3566160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314F22"/>
                </a:solidFill>
              </a:rPr>
              <a:t>저장해 두고 필요할 때 꺼내 보세요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2948940" y="3703320"/>
            <a:ext cx="356616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314F22"/>
                </a:solidFill>
              </a:rPr>
              <a:t>마음에 들면 공유해 주세요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2948940" y="4572000"/>
            <a:ext cx="356616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계절 안부)">
  <a:themeElements>
    <a:clrScheme name="Office">
      <a:dk1>
        <a:sysClr val="windowText" lastClr="000000"/>
      </a:dk1>
      <a:lt1>
        <a:sysClr val="window" lastClr="FFFFFF"/>
      </a:lt1>
      <a:dk2>
        <a:srgbClr val="314F22"/>
      </a:dk2>
      <a:lt2>
        <a:srgbClr val="F3F9F1"/>
      </a:lt2>
      <a:accent1>
        <a:srgbClr val="5D9640"/>
      </a:accent1>
      <a:accent2>
        <a:srgbClr val="4B3D8F"/>
      </a:accent2>
      <a:accent3>
        <a:srgbClr val="314F22"/>
      </a:accent3>
      <a:accent4>
        <a:srgbClr val="DCEED3"/>
      </a:accent4>
      <a:accent5>
        <a:srgbClr val="546A68"/>
      </a:accent5>
      <a:accent6>
        <a:srgbClr val="83957A"/>
      </a:accent6>
      <a:hlink>
        <a:srgbClr val="5D9640"/>
      </a:hlink>
      <a:folHlink>
        <a:srgbClr val="314F2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