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2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마무리 한 주 보내는 법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오늘의 한마디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B5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6" name="포인트"/>
          <p:cNvSpPr/>
          <p:nvPr/>
        </p:nvSpPr>
        <p:spPr>
          <a:xfrm>
            <a:off x="5833872" y="667512"/>
            <a:ext cx="310896" cy="310896"/>
          </a:xfrm>
          <a:prstGeom prst="moon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점심은 거르지 마세요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1B598"/>
                </a:solidFill>
              </a:rPr>
              <a:t>01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바빠도 한 끼는 앉아서 먹어요. 오후가 달라져요.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B5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6" name="포인트"/>
          <p:cNvSpPr/>
          <p:nvPr/>
        </p:nvSpPr>
        <p:spPr>
          <a:xfrm>
            <a:off x="5833872" y="667512"/>
            <a:ext cx="310896" cy="310896"/>
          </a:xfrm>
          <a:prstGeom prst="moon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전화 한 통 걸어 보세요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1B598"/>
                </a:solidFill>
              </a:rPr>
              <a:t>02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문자보다 목소리가 먼저 떠오르는 사람이 있다면 지금 걸어 보세요.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B5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6" name="포인트"/>
          <p:cNvSpPr/>
          <p:nvPr/>
        </p:nvSpPr>
        <p:spPr>
          <a:xfrm>
            <a:off x="5833872" y="667512"/>
            <a:ext cx="310896" cy="310896"/>
          </a:xfrm>
          <a:prstGeom prst="moon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메모 한 장 남기기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1B598"/>
                </a:solidFill>
              </a:rPr>
              <a:t>03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생각났을 때 적어 두면 다음 주의 내가 고마워해요.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B5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6" name="포인트"/>
          <p:cNvSpPr/>
          <p:nvPr/>
        </p:nvSpPr>
        <p:spPr>
          <a:xfrm>
            <a:off x="5833872" y="667512"/>
            <a:ext cx="310896" cy="310896"/>
          </a:xfrm>
          <a:prstGeom prst="moon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퇴근길 한 정거장 걷기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1B598"/>
                </a:solidFill>
              </a:rPr>
              <a:t>04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한 정거장 먼저 내려 걸으면 머리가 정리돼요.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B5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6" name="포인트"/>
          <p:cNvSpPr/>
          <p:nvPr/>
        </p:nvSpPr>
        <p:spPr>
          <a:xfrm>
            <a:off x="5833872" y="667512"/>
            <a:ext cx="310896" cy="310896"/>
          </a:xfrm>
          <a:prstGeom prst="moon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오늘은 일찍 자기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1B598"/>
                </a:solidFill>
              </a:rPr>
              <a:t>05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미룬 일은 내일 해도 돼요. 오늘은 불을 일찍 끄세요.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2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26231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오늘의 한마디)">
  <a:themeElements>
    <a:clrScheme name="Office">
      <a:dk1>
        <a:sysClr val="windowText" lastClr="000000"/>
      </a:dk1>
      <a:lt1>
        <a:sysClr val="window" lastClr="FFFFFF"/>
      </a:lt1>
      <a:dk2>
        <a:srgbClr val="493527"/>
      </a:dk2>
      <a:lt2>
        <a:srgbClr val="FBF2EC"/>
      </a:lt2>
      <a:accent1>
        <a:srgbClr val="E1B598"/>
      </a:accent1>
      <a:accent2>
        <a:srgbClr val="EAE4B8"/>
      </a:accent2>
      <a:accent3>
        <a:srgbClr val="493527"/>
      </a:accent3>
      <a:accent4>
        <a:srgbClr val="F6E2D5"/>
      </a:accent4>
      <a:accent5>
        <a:srgbClr val="E6CCA8"/>
      </a:accent5>
      <a:accent6>
        <a:srgbClr val="92867D"/>
      </a:accent6>
      <a:hlink>
        <a:srgbClr val="E1B598"/>
      </a:hlink>
      <a:folHlink>
        <a:srgbClr val="4935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