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바빠도 점심은 챙겨 드세요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21D2B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E740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BDA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2B"/>
                </a:solidFill>
              </a:rPr>
              <a:t>점심은 거르지 마세요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7405C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E740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BDA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2B"/>
                </a:solidFill>
              </a:rPr>
              <a:t>전화 한 통 걸어 보세요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7405C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E740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BDA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2B"/>
                </a:solidFill>
              </a:rPr>
              <a:t>메모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7405C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E740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BDA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2B"/>
                </a:solidFill>
              </a:rPr>
              <a:t>퇴근길 한 정거장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7405C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E740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BDA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2B"/>
                </a:solidFill>
              </a:rPr>
              <a:t>오늘은 일찍 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7405C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21D2B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21D2B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721D2B"/>
      </a:dk2>
      <a:lt2>
        <a:srgbClr val="FDF4F6"/>
      </a:lt2>
      <a:accent1>
        <a:srgbClr val="E7405C"/>
      </a:accent1>
      <a:accent2>
        <a:srgbClr val="30A640"/>
      </a:accent2>
      <a:accent3>
        <a:srgbClr val="721D2B"/>
      </a:accent3>
      <a:accent4>
        <a:srgbClr val="FBDAE0"/>
      </a:accent4>
      <a:accent5>
        <a:srgbClr val="8C734E"/>
      </a:accent5>
      <a:accent6>
        <a:srgbClr val="AA7780"/>
      </a:accent6>
      <a:hlink>
        <a:srgbClr val="E7405C"/>
      </a:hlink>
      <a:folHlink>
        <a:srgbClr val="721D2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