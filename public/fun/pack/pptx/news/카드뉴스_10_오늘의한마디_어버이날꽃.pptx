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F2A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바빠도 점심은 챙겨 드세요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hear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점심은 거르지 마세요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97A5"/>
                </a:solidFill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바빠도 한 끼는 앉아서 먹어요. 오후가 달라져요.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hear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전화 한 통 걸어 보세요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97A5"/>
                </a:solidFill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hear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메모 한 장 남기기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97A5"/>
                </a:solidFill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생각났을 때 적어 두면 다음 주의 내가 고마워해요.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hear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퇴근길 한 정거장 걷기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97A5"/>
                </a:solidFill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한 정거장 먼저 내려 걸으면 머리가 정리돼요.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heart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오늘은 일찍 자기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97A5"/>
                </a:solidFill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미룬 일은 내일 해도 돼요. 오늘은 불을 일찍 끄세요.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ED97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F2A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6231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49272D"/>
      </a:dk2>
      <a:lt2>
        <a:srgbClr val="FDEAED"/>
      </a:lt2>
      <a:accent1>
        <a:srgbClr val="ED97A5"/>
      </a:accent1>
      <a:accent2>
        <a:srgbClr val="F3CBBA"/>
      </a:accent2>
      <a:accent3>
        <a:srgbClr val="49272D"/>
      </a:accent3>
      <a:accent4>
        <a:srgbClr val="FAD1D8"/>
      </a:accent4>
      <a:accent5>
        <a:srgbClr val="F0B1B0"/>
      </a:accent5>
      <a:accent6>
        <a:srgbClr val="927D81"/>
      </a:accent6>
      <a:hlink>
        <a:srgbClr val="ED97A5"/>
      </a:hlink>
      <a:folHlink>
        <a:srgbClr val="49272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