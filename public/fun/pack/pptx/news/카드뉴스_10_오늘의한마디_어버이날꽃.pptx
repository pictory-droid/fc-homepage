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2B"/>
                </a:solidFill>
              </a:rPr>
              <a:t>바빠도 점심은 챙겨 드세요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2B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2B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3A55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2B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3A55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2B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3A55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2B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3A55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DF3A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7D4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2B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3A55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1D2B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2B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21D2B"/>
      </a:dk2>
      <a:lt2>
        <a:srgbClr val="FCF3F4"/>
      </a:lt2>
      <a:accent1>
        <a:srgbClr val="DF3A55"/>
      </a:accent1>
      <a:accent2>
        <a:srgbClr val="339941"/>
      </a:accent2>
      <a:accent3>
        <a:srgbClr val="721D2B"/>
      </a:accent3>
      <a:accent4>
        <a:srgbClr val="F7D4DA"/>
      </a:accent4>
      <a:accent5>
        <a:srgbClr val="896A4B"/>
      </a:accent5>
      <a:accent6>
        <a:srgbClr val="AA7780"/>
      </a:accent6>
      <a:hlink>
        <a:srgbClr val="DF3A55"/>
      </a:hlink>
      <a:folHlink>
        <a:srgbClr val="721D2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