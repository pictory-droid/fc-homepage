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바빠도 점심은 챙겨 드세요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A1F2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A1F2E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C334D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A1F2E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C334D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A1F2E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C334D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A1F2E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C334D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A1F2E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C334D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A1F2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A1F2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7A1F2E"/>
      </a:dk2>
      <a:lt2>
        <a:srgbClr val="FBEFF1"/>
      </a:lt2>
      <a:accent1>
        <a:srgbClr val="CC334D"/>
      </a:accent1>
      <a:accent2>
        <a:srgbClr val="3B9158"/>
      </a:accent2>
      <a:accent3>
        <a:srgbClr val="7A1F2E"/>
      </a:accent3>
      <a:accent4>
        <a:srgbClr val="F4CDD3"/>
      </a:accent4>
      <a:accent5>
        <a:srgbClr val="846252"/>
      </a:accent5>
      <a:accent6>
        <a:srgbClr val="AF7982"/>
      </a:accent6>
      <a:hlink>
        <a:srgbClr val="CC334D"/>
      </a:hlink>
      <a:folHlink>
        <a:srgbClr val="7A1F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