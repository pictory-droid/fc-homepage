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5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5943600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2750058" y="692658"/>
            <a:ext cx="1357884" cy="1357884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3845412" y="2220833"/>
            <a:ext cx="150876" cy="150876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2743755" y="2350169"/>
            <a:ext cx="150876" cy="150876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3675318" y="2338935"/>
            <a:ext cx="150876" cy="150876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2263140"/>
            <a:ext cx="5212080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6E570C"/>
                </a:solidFill>
              </a:rPr>
              <a:t>해바라기처럼 웃는 하루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822959" y="3726180"/>
            <a:ext cx="521208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1">
                <a:solidFill>
                  <a:srgbClr val="6E570C"/>
                </a:solidFill>
              </a:rPr>
              <a:t>옆으로 넘겨 보세요 →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822959" y="4594860"/>
            <a:ext cx="521208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건강·안심 습관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AA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257800" y="548640"/>
            <a:ext cx="822960" cy="822960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921651" y="1474807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253980" y="1553192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818563" y="1546383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6E570C"/>
                </a:solidFill>
              </a:rPr>
              <a:t>아침 물 한 잔</a:t>
            </a:r>
          </a:p>
        </p:txBody>
      </p:sp>
      <p:sp>
        <p:nvSpPr>
          <p:cNvPr id="8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AA016"/>
                </a:solidFill>
              </a:rPr>
              <a:t>01</a:t>
            </a:r>
          </a:p>
        </p:txBody>
      </p:sp>
      <p:sp>
        <p:nvSpPr>
          <p:cNvPr id="9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일어나자마자 미지근한 물 한 잔으로 하루를 시작해 보세요.</a:t>
            </a:r>
          </a:p>
        </p:txBody>
      </p:sp>
      <p:sp>
        <p:nvSpPr>
          <p:cNvPr id="10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AA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257800" y="548640"/>
            <a:ext cx="822960" cy="822960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921651" y="1474807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253980" y="1553192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818563" y="1546383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6E570C"/>
                </a:solidFill>
              </a:rPr>
              <a:t>하루 십 분 걷기</a:t>
            </a:r>
          </a:p>
        </p:txBody>
      </p:sp>
      <p:sp>
        <p:nvSpPr>
          <p:cNvPr id="8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AA016"/>
                </a:solidFill>
              </a:rPr>
              <a:t>02</a:t>
            </a:r>
          </a:p>
        </p:txBody>
      </p:sp>
      <p:sp>
        <p:nvSpPr>
          <p:cNvPr id="9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점심 식사 후 십 분만 걸어도 몸이 한결 가벼워져요.</a:t>
            </a:r>
          </a:p>
        </p:txBody>
      </p:sp>
      <p:sp>
        <p:nvSpPr>
          <p:cNvPr id="10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AA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257800" y="548640"/>
            <a:ext cx="822960" cy="822960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921651" y="1474807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253980" y="1553192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818563" y="1546383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6E570C"/>
                </a:solidFill>
              </a:rPr>
              <a:t>검진 날짜 적어 두기</a:t>
            </a:r>
          </a:p>
        </p:txBody>
      </p:sp>
      <p:sp>
        <p:nvSpPr>
          <p:cNvPr id="8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AA016"/>
                </a:solidFill>
              </a:rPr>
              <a:t>03</a:t>
            </a:r>
          </a:p>
        </p:txBody>
      </p:sp>
      <p:sp>
        <p:nvSpPr>
          <p:cNvPr id="9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달력에 검진 예정일을 적어 두면 미루지 않게 돼요.</a:t>
            </a:r>
          </a:p>
        </p:txBody>
      </p:sp>
      <p:sp>
        <p:nvSpPr>
          <p:cNvPr id="10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AA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257800" y="548640"/>
            <a:ext cx="822960" cy="822960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921651" y="1474807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253980" y="1553192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818563" y="1546383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6E570C"/>
                </a:solidFill>
              </a:rPr>
              <a:t>잠들기 전 스마트폰 내려놓기</a:t>
            </a:r>
          </a:p>
        </p:txBody>
      </p:sp>
      <p:sp>
        <p:nvSpPr>
          <p:cNvPr id="8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AA016"/>
                </a:solidFill>
              </a:rPr>
              <a:t>04</a:t>
            </a:r>
          </a:p>
        </p:txBody>
      </p:sp>
      <p:sp>
        <p:nvSpPr>
          <p:cNvPr id="9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잠자리에 들기 삼십 분 전에는 화면을 꺼 보세요.</a:t>
            </a:r>
          </a:p>
        </p:txBody>
      </p:sp>
      <p:sp>
        <p:nvSpPr>
          <p:cNvPr id="10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AA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257800" y="548640"/>
            <a:ext cx="822960" cy="822960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921651" y="1474807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253980" y="1553192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818563" y="1546383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6E570C"/>
                </a:solidFill>
              </a:rPr>
              <a:t>가족 건강 이야기 나누기</a:t>
            </a:r>
          </a:p>
        </p:txBody>
      </p:sp>
      <p:sp>
        <p:nvSpPr>
          <p:cNvPr id="8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AA016"/>
                </a:solidFill>
              </a:rPr>
              <a:t>05</a:t>
            </a:r>
          </a:p>
        </p:txBody>
      </p:sp>
      <p:sp>
        <p:nvSpPr>
          <p:cNvPr id="9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일주일에 한 번, 서로의 안부와 컨디션을 물어보세요.</a:t>
            </a:r>
          </a:p>
        </p:txBody>
      </p:sp>
      <p:sp>
        <p:nvSpPr>
          <p:cNvPr id="10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5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5943600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2750058" y="692658"/>
            <a:ext cx="1357884" cy="1357884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3845412" y="2220833"/>
            <a:ext cx="150876" cy="150876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2743755" y="2350169"/>
            <a:ext cx="150876" cy="150876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3675318" y="2338935"/>
            <a:ext cx="150876" cy="150876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2263140"/>
            <a:ext cx="5212080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6E570C"/>
                </a:solidFill>
              </a:rPr>
              <a:t>저장해 두고 필요할 때 꺼내 보세요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822959" y="3726180"/>
            <a:ext cx="521208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1">
                <a:solidFill>
                  <a:srgbClr val="6E570C"/>
                </a:solidFill>
              </a:rPr>
              <a:t>마음에 들면 공유해 주세요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822959" y="4594860"/>
            <a:ext cx="521208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건강·안심 습관)">
  <a:themeElements>
    <a:clrScheme name="Office">
      <a:dk1>
        <a:sysClr val="windowText" lastClr="000000"/>
      </a:dk1>
      <a:lt1>
        <a:sysClr val="window" lastClr="FFFFFF"/>
      </a:lt1>
      <a:dk2>
        <a:srgbClr val="6E570C"/>
      </a:dk2>
      <a:lt2>
        <a:srgbClr val="FDF9ED"/>
      </a:lt2>
      <a:accent1>
        <a:srgbClr val="CAA016"/>
      </a:accent1>
      <a:accent2>
        <a:srgbClr val="3B7A91"/>
      </a:accent2>
      <a:accent3>
        <a:srgbClr val="6E570C"/>
      </a:accent3>
      <a:accent4>
        <a:srgbClr val="FAEEC6"/>
      </a:accent4>
      <a:accent5>
        <a:srgbClr val="828D54"/>
      </a:accent5>
      <a:accent6>
        <a:srgbClr val="A89A6D"/>
      </a:accent6>
      <a:hlink>
        <a:srgbClr val="CAA016"/>
      </a:hlink>
      <a:folHlink>
        <a:srgbClr val="6E570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