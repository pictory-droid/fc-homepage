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6828"/>
                </a:solidFill>
              </a:rPr>
              <a:t>하루 십 분 걷기 시작하기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682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E0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28"/>
                </a:solidFill>
              </a:rPr>
              <a:t>아침 물 한 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67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E0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28"/>
                </a:solidFill>
              </a:rPr>
              <a:t>하루 십 분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67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E0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28"/>
                </a:solidFill>
              </a:rPr>
              <a:t>검진 날짜 적어 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67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E0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28"/>
                </a:solidFill>
              </a:rPr>
              <a:t>잠들기 전 스마트폰 내려놓기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67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E0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6828"/>
                </a:solidFill>
              </a:rPr>
              <a:t>가족 건강 이야기 나누기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E067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2682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682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26828"/>
      </a:dk2>
      <a:lt2>
        <a:srgbClr val="F4FDF6"/>
      </a:lt2>
      <a:accent1>
        <a:srgbClr val="3EE067"/>
      </a:accent1>
      <a:accent2>
        <a:srgbClr val="1CA8C4"/>
      </a:accent2>
      <a:accent3>
        <a:srgbClr val="126828"/>
      </a:accent3>
      <a:accent4>
        <a:srgbClr val="D9FCE2"/>
      </a:accent4>
      <a:accent5>
        <a:srgbClr val="2DC496"/>
      </a:accent5>
      <a:accent6>
        <a:srgbClr val="71A47E"/>
      </a:accent6>
      <a:hlink>
        <a:srgbClr val="3EE067"/>
      </a:hlink>
      <a:folHlink>
        <a:srgbClr val="12682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