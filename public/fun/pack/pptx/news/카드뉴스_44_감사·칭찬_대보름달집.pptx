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6858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2130425"/>
            <a:ext cx="58293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700" y="3886200"/>
            <a:ext cx="48006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734" y="4406900"/>
            <a:ext cx="58293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1734" y="2906713"/>
            <a:ext cx="58293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290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86150" y="1600200"/>
            <a:ext cx="30289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535113"/>
            <a:ext cx="303014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2900" y="2174875"/>
            <a:ext cx="303014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83768" y="1535113"/>
            <a:ext cx="303133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83768" y="2174875"/>
            <a:ext cx="303133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273050"/>
            <a:ext cx="225623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681287" y="273050"/>
            <a:ext cx="3833812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1435100"/>
            <a:ext cx="225623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44216" y="4800600"/>
            <a:ext cx="41148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4216" y="612775"/>
            <a:ext cx="41148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44216" y="5367338"/>
            <a:ext cx="41148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175" y="0"/>
            <a:ext cx="4629150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175" y="0"/>
            <a:ext cx="4629150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72050" y="274638"/>
            <a:ext cx="154305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2900" y="274638"/>
            <a:ext cx="451485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257175" y="0"/>
            <a:ext cx="1200150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757362" y="0"/>
            <a:ext cx="16287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686175" y="0"/>
            <a:ext cx="1200150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2900" y="274638"/>
            <a:ext cx="6172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2900" y="1600200"/>
            <a:ext cx="6172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2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43150" y="6356350"/>
            <a:ext cx="21717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914900" y="635635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올해 고마웠던 사람 떠올려 보기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44212"/>
                </a:solidFill>
              </a:rPr>
              <a:t>옆으로 넘겨 보세요 →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감사·칭찬 · 카드뉴스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44212"/>
                </a:solidFill>
              </a:rPr>
              <a:t>고맙다는 말 먼저 건네기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78425"/>
                </a:solidFill>
              </a:rPr>
              <a:t>01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작은 일에도 ‘고마워요’를 먼저 말해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1 /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44212"/>
                </a:solidFill>
              </a:rPr>
              <a:t>칭찬 한 줄 적어 주기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78425"/>
                </a:solidFill>
              </a:rPr>
              <a:t>02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메모지에 칭찬 한 줄을 적어 가족 책상에 붙여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2 /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44212"/>
                </a:solidFill>
              </a:rPr>
              <a:t>퇴근한 사람에게 한마디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78425"/>
                </a:solidFill>
              </a:rPr>
              <a:t>03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‘오늘도 고생했어’ 한마디면 충분해요.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3 /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44212"/>
                </a:solidFill>
              </a:rPr>
              <a:t>감사 일기 세 줄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78425"/>
                </a:solidFill>
              </a:rPr>
              <a:t>04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오늘 고마웠던 일 세 가지를 적어 보세요.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4 /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5303520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4389120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600" b="1" i="0">
                <a:solidFill>
                  <a:srgbClr val="544212"/>
                </a:solidFill>
              </a:rPr>
              <a:t>엽서 한 장 쓰기</a:t>
            </a:r>
          </a:p>
        </p:txBody>
      </p:sp>
      <p:sp>
        <p:nvSpPr>
          <p:cNvPr id="4" name="번호"/>
          <p:cNvSpPr txBox="1"/>
          <p:nvPr/>
        </p:nvSpPr>
        <p:spPr>
          <a:xfrm>
            <a:off x="640080" y="1691640"/>
            <a:ext cx="2194560" cy="12801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6600" b="1" i="0">
                <a:solidFill>
                  <a:srgbClr val="A78425"/>
                </a:solidFill>
              </a:rPr>
              <a:t>05</a:t>
            </a:r>
          </a:p>
        </p:txBody>
      </p:sp>
      <p:sp>
        <p:nvSpPr>
          <p:cNvPr id="5" name="본문"/>
          <p:cNvSpPr txBox="1"/>
          <p:nvPr/>
        </p:nvSpPr>
        <p:spPr>
          <a:xfrm>
            <a:off x="640080" y="3154680"/>
            <a:ext cx="5577840" cy="2651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2800" b="0" i="0">
                <a:solidFill>
                  <a:srgbClr val="2B2B2B"/>
                </a:solidFill>
              </a:rPr>
              <a:t>짧아도 좋아요. 우체통에 넣는 순간 설레요.</a:t>
            </a:r>
          </a:p>
        </p:txBody>
      </p:sp>
      <p:sp>
        <p:nvSpPr>
          <p:cNvPr id="6" name="쪽 번호"/>
          <p:cNvSpPr txBox="1"/>
          <p:nvPr/>
        </p:nvSpPr>
        <p:spPr>
          <a:xfrm>
            <a:off x="640080" y="6035040"/>
            <a:ext cx="5577840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888888"/>
                </a:solidFill>
              </a:rPr>
              <a:t>5 / 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news-4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960120"/>
            <a:ext cx="5486400" cy="146304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2800" b="1" i="0">
                <a:solidFill>
                  <a:srgbClr val="544212"/>
                </a:solidFill>
              </a:rPr>
              <a:t>저장해 두고 필요할 때 꺼내 보세요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685800" y="2560320"/>
            <a:ext cx="5486400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1">
                <a:solidFill>
                  <a:srgbClr val="544212"/>
                </a:solidFill>
              </a:rPr>
              <a:t>마음에 들면 공유해 주세요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685800" y="3429000"/>
            <a:ext cx="5486400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666666"/>
                </a:solidFill>
              </a:rPr>
              <a:t>이름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카드뉴스(감사·칭찬)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카드뉴스(감사·칭찬)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