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올해 고마웠던 사람 떠올려 보기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44212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44212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44212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