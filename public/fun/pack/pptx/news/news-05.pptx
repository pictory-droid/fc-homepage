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77639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49240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5366662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5986954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6059518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4539586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4441128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4978858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7719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F481E"/>
                </a:solidFill>
              </a:rPr>
              <a:t>푸르게 자라는 우리 가족 건강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80060" y="3611880"/>
            <a:ext cx="34290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F481E"/>
                </a:solidFill>
              </a:rPr>
              <a:t>옆으로 넘겨 보세요 →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80060" y="448056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오늘의 한마디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5947507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6164116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6189456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5658686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5624304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5812083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F481E"/>
                </a:solidFill>
              </a:rPr>
              <a:t>천천히 가도 괜찮아요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F913B"/>
                </a:solidFill>
              </a:rPr>
              <a:t>01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하루도 충분히 잘하고 있어요.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5947507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6164116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6189456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5658686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5624304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5812083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F481E"/>
                </a:solidFill>
              </a:rPr>
              <a:t>쉬어 가도 괜찮아요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F913B"/>
                </a:solidFill>
              </a:rPr>
              <a:t>02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잠깐 멈추는 것도 앞으로 가는 방법이에요.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5947507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6164116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6189456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5658686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5624304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5812083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F481E"/>
                </a:solidFill>
              </a:rPr>
              <a:t>이미 잘하고 있어요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F913B"/>
                </a:solidFill>
              </a:rPr>
              <a:t>03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남과 비교하지 말고 어제의 나와 비교해 보세요.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5947507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6164116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6189456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5658686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5624304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5812083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F481E"/>
                </a:solidFill>
              </a:rPr>
              <a:t>작은 기쁨을 놓치지 마세요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F913B"/>
                </a:solidFill>
              </a:rPr>
              <a:t>04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따뜻한 차 한 잔, 좋은 노래 한 곡이면 충분해요.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0" y="-1463040"/>
            <a:ext cx="3840480" cy="384048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760720" y="274320"/>
            <a:ext cx="411480" cy="41148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5947507" y="274490"/>
            <a:ext cx="170992" cy="615731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6164116" y="241464"/>
            <a:ext cx="170992" cy="50617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6189456" y="180020"/>
            <a:ext cx="170992" cy="617192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5658686" y="282598"/>
            <a:ext cx="170992" cy="508064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5624304" y="771413"/>
            <a:ext cx="170992" cy="450977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5812083" y="298558"/>
            <a:ext cx="170992" cy="481866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2F481E"/>
                </a:solidFill>
              </a:rPr>
              <a:t>내일은 내일의 해가 떠요</a:t>
            </a:r>
          </a:p>
        </p:txBody>
      </p:sp>
      <p:sp>
        <p:nvSpPr>
          <p:cNvPr id="11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5F913B"/>
                </a:solidFill>
              </a:rPr>
              <a:t>05</a:t>
            </a:r>
          </a:p>
        </p:txBody>
      </p:sp>
      <p:sp>
        <p:nvSpPr>
          <p:cNvPr id="12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오늘은 푹 쉬고 내일 다시 시작해요.</a:t>
            </a:r>
          </a:p>
        </p:txBody>
      </p:sp>
      <p:sp>
        <p:nvSpPr>
          <p:cNvPr id="13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77639" y="-1714500"/>
            <a:ext cx="7886700" cy="7886700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349240" y="3977639"/>
            <a:ext cx="3429000" cy="342900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3630823">
            <a:off x="5366662" y="206228"/>
            <a:ext cx="489661" cy="1763230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18990706">
            <a:off x="5986954" y="111652"/>
            <a:ext cx="489661" cy="144950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21395858">
            <a:off x="6059518" y="-64298"/>
            <a:ext cx="489661" cy="1767415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0165198">
            <a:off x="4539586" y="229447"/>
            <a:ext cx="489661" cy="1454912"/>
          </a:xfrm>
          <a:prstGeom prst="ellipse">
            <a:avLst/>
          </a:prstGeom>
          <a:solidFill>
            <a:srgbClr val="5F91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0480185">
            <a:off x="4441128" y="1629234"/>
            <a:ext cx="489661" cy="1291436"/>
          </a:xfrm>
          <a:prstGeom prst="ellipse">
            <a:avLst/>
          </a:prstGeom>
          <a:solidFill>
            <a:srgbClr val="DEEF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3120916">
            <a:off x="4978858" y="275150"/>
            <a:ext cx="489661" cy="1379889"/>
          </a:xfrm>
          <a:prstGeom prst="ellipse">
            <a:avLst/>
          </a:prstGeom>
          <a:solidFill>
            <a:srgbClr val="42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2057400"/>
            <a:ext cx="37719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2F481E"/>
                </a:solidFill>
              </a:rPr>
              <a:t>저장해 두고 필요할 때 꺼내 보세요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480060" y="3611880"/>
            <a:ext cx="34290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2F481E"/>
                </a:solidFill>
              </a:rPr>
              <a:t>마음에 들면 공유해 주세요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480060" y="4480560"/>
            <a:ext cx="34290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오늘의 한마디)">
  <a:themeElements>
    <a:clrScheme name="Office">
      <a:dk1>
        <a:sysClr val="windowText" lastClr="000000"/>
      </a:dk1>
      <a:lt1>
        <a:sysClr val="window" lastClr="FFFFFF"/>
      </a:lt1>
      <a:dk2>
        <a:srgbClr val="2F481E"/>
      </a:dk2>
      <a:lt2>
        <a:srgbClr val="F4F9F1"/>
      </a:lt2>
      <a:accent1>
        <a:srgbClr val="5F913B"/>
      </a:accent1>
      <a:accent2>
        <a:srgbClr val="423B91"/>
      </a:accent2>
      <a:accent3>
        <a:srgbClr val="2F481E"/>
      </a:accent3>
      <a:accent4>
        <a:srgbClr val="DEEFD2"/>
      </a:accent4>
      <a:accent5>
        <a:srgbClr val="506666"/>
      </a:accent5>
      <a:accent6>
        <a:srgbClr val="829178"/>
      </a:accent6>
      <a:hlink>
        <a:srgbClr val="5F913B"/>
      </a:hlink>
      <a:folHlink>
        <a:srgbClr val="2F481E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