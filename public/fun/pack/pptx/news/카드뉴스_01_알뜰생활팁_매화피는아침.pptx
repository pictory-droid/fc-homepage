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2606040" cy="68580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548640" y="4251960"/>
            <a:ext cx="2057400" cy="2057400"/>
          </a:xfrm>
          <a:prstGeom prst="ellipse">
            <a:avLst/>
          </a:prstGeom>
          <a:solidFill>
            <a:srgbClr val="C570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25271" y="1639062"/>
            <a:ext cx="555497" cy="8641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534013" y="2008685"/>
            <a:ext cx="555497" cy="864107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339691" y="2606748"/>
            <a:ext cx="555497" cy="8641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710850" y="2606748"/>
            <a:ext cx="555497" cy="864107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16528" y="2008685"/>
            <a:ext cx="555497" cy="8641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17854" y="2420874"/>
            <a:ext cx="370332" cy="370332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24052" y="3064510"/>
            <a:ext cx="277748" cy="4320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299874" y="3325177"/>
            <a:ext cx="277748" cy="4320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6298" y="3572943"/>
            <a:ext cx="277748" cy="4320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-189160" y="3465405"/>
            <a:ext cx="277748" cy="4320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-178187" y="3151176"/>
            <a:ext cx="277748" cy="4320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78867" y="3439287"/>
            <a:ext cx="185166" cy="185166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2462349" y="3281171"/>
            <a:ext cx="233309" cy="362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2526244" y="3537439"/>
            <a:ext cx="233309" cy="362925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2302263" y="3677398"/>
            <a:ext cx="233309" cy="362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2099940" y="3507629"/>
            <a:ext cx="233309" cy="362925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2198879" y="3262747"/>
            <a:ext cx="233309" cy="362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2356820" y="3556970"/>
            <a:ext cx="155539" cy="155539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940" y="2057400"/>
            <a:ext cx="356616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봄은 작은 습관에서 시작돼요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2948940" y="3703320"/>
            <a:ext cx="35661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42F4C"/>
                </a:solidFill>
              </a:rPr>
              <a:t>옆으로 넘겨 보세요 →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2948940" y="4572000"/>
            <a:ext cx="35661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42F4C"/>
                </a:solidFill>
              </a:rPr>
              <a:t>이번 달 고정지출부터 적어요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8517C"/>
                </a:solidFill>
              </a:rPr>
              <a:t>01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42F4C"/>
                </a:solidFill>
              </a:rPr>
              <a:t>카드 대신 현금 한 주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8517C"/>
                </a:solidFill>
              </a:rPr>
              <a:t>02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42F4C"/>
                </a:solidFill>
              </a:rPr>
              <a:t>장보기 전 냉장고 사진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8517C"/>
                </a:solidFill>
              </a:rPr>
              <a:t>03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42F4C"/>
                </a:solidFill>
              </a:rPr>
              <a:t>작은 목표 통장 만들기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8517C"/>
                </a:solidFill>
              </a:rPr>
              <a:t>04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42F4C"/>
                </a:solidFill>
              </a:rPr>
              <a:t>주말 5분 가계부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8517C"/>
                </a:solidFill>
              </a:rPr>
              <a:t>05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2606040" cy="68580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548640" y="4251960"/>
            <a:ext cx="2057400" cy="2057400"/>
          </a:xfrm>
          <a:prstGeom prst="ellipse">
            <a:avLst/>
          </a:prstGeom>
          <a:solidFill>
            <a:srgbClr val="C570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25271" y="1639062"/>
            <a:ext cx="555497" cy="8641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534013" y="2008685"/>
            <a:ext cx="555497" cy="864107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339691" y="2606748"/>
            <a:ext cx="555497" cy="8641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710850" y="2606748"/>
            <a:ext cx="555497" cy="864107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16528" y="2008685"/>
            <a:ext cx="555497" cy="8641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17854" y="2420874"/>
            <a:ext cx="370332" cy="370332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24052" y="3064510"/>
            <a:ext cx="277748" cy="4320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299874" y="3325177"/>
            <a:ext cx="277748" cy="4320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6298" y="3572943"/>
            <a:ext cx="277748" cy="4320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-189160" y="3465405"/>
            <a:ext cx="277748" cy="4320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-178187" y="3151176"/>
            <a:ext cx="277748" cy="4320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78867" y="3439287"/>
            <a:ext cx="185166" cy="185166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2462349" y="3281171"/>
            <a:ext cx="233309" cy="362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2526244" y="3537439"/>
            <a:ext cx="233309" cy="362925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2302263" y="3677398"/>
            <a:ext cx="233309" cy="362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2099940" y="3507629"/>
            <a:ext cx="233309" cy="362925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2198879" y="3262747"/>
            <a:ext cx="233309" cy="362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2356820" y="3556970"/>
            <a:ext cx="155539" cy="155539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940" y="2057400"/>
            <a:ext cx="356616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42F4C"/>
                </a:solidFill>
              </a:rPr>
              <a:t>저장해 두고 필요할 때 꺼내 보세요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2948940" y="3703320"/>
            <a:ext cx="35661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42F4C"/>
                </a:solidFill>
              </a:rPr>
              <a:t>마음에 들면 공유해 주세요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2948940" y="4572000"/>
            <a:ext cx="35661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742F4C"/>
      </a:dk2>
      <a:lt2>
        <a:srgbClr val="F9F1F4"/>
      </a:lt2>
      <a:accent1>
        <a:srgbClr val="B8517C"/>
      </a:accent1>
      <a:accent2>
        <a:srgbClr val="3B9142"/>
      </a:accent2>
      <a:accent3>
        <a:srgbClr val="742F4C"/>
      </a:accent3>
      <a:accent4>
        <a:srgbClr val="EFD2DE"/>
      </a:accent4>
      <a:accent5>
        <a:srgbClr val="7A715F"/>
      </a:accent5>
      <a:accent6>
        <a:srgbClr val="AC8294"/>
      </a:accent6>
      <a:hlink>
        <a:srgbClr val="B8517C"/>
      </a:hlink>
      <a:folHlink>
        <a:srgbClr val="742F4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