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9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02920" y="502920"/>
            <a:ext cx="5852160" cy="5852160"/>
          </a:xfrm>
          <a:prstGeom prst="rect">
            <a:avLst/>
          </a:prstGeom>
          <a:solidFill>
            <a:srgbClr val="FFFFFF"/>
          </a:solidFill>
          <a:ln w="38100">
            <a:solidFill>
              <a:srgbClr val="F7E8C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2935224" y="617220"/>
            <a:ext cx="987551" cy="1645919"/>
          </a:xfrm>
          <a:prstGeom prst="moon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600111" y="1113320"/>
            <a:ext cx="316610" cy="316610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4255278" y="1924901"/>
            <a:ext cx="216856" cy="216856"/>
          </a:xfrm>
          <a:prstGeom prst="star5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3651889" y="2024778"/>
            <a:ext cx="240807" cy="240807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보름달 소원 쓰는 법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715214"/>
                </a:solidFill>
              </a:rPr>
              <a:t>옆으로 넘겨 보세요 →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94960" y="502920"/>
            <a:ext cx="548640" cy="914400"/>
          </a:xfrm>
          <a:prstGeom prst="moon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764342" y="778531"/>
            <a:ext cx="175894" cy="175894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28323" y="1229409"/>
            <a:ext cx="120475" cy="120475"/>
          </a:xfrm>
          <a:prstGeom prst="star5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793107" y="1284896"/>
            <a:ext cx="133782" cy="133782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아침 물 한 잔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01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94960" y="502920"/>
            <a:ext cx="548640" cy="914400"/>
          </a:xfrm>
          <a:prstGeom prst="moon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764342" y="778531"/>
            <a:ext cx="175894" cy="175894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28323" y="1229409"/>
            <a:ext cx="120475" cy="120475"/>
          </a:xfrm>
          <a:prstGeom prst="star5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793107" y="1284896"/>
            <a:ext cx="133782" cy="133782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하루 십 분 걷기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02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94960" y="502920"/>
            <a:ext cx="548640" cy="914400"/>
          </a:xfrm>
          <a:prstGeom prst="moon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764342" y="778531"/>
            <a:ext cx="175894" cy="175894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28323" y="1229409"/>
            <a:ext cx="120475" cy="120475"/>
          </a:xfrm>
          <a:prstGeom prst="star5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793107" y="1284896"/>
            <a:ext cx="133782" cy="133782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검진 날짜 적어 두기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03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94960" y="502920"/>
            <a:ext cx="548640" cy="914400"/>
          </a:xfrm>
          <a:prstGeom prst="moon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764342" y="778531"/>
            <a:ext cx="175894" cy="175894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28323" y="1229409"/>
            <a:ext cx="120475" cy="120475"/>
          </a:xfrm>
          <a:prstGeom prst="star5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793107" y="1284896"/>
            <a:ext cx="133782" cy="133782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잠들기 전 스마트폰 내려놓기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04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394960" y="502920"/>
            <a:ext cx="548640" cy="914400"/>
          </a:xfrm>
          <a:prstGeom prst="moon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764342" y="778531"/>
            <a:ext cx="175894" cy="175894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28323" y="1229409"/>
            <a:ext cx="120475" cy="120475"/>
          </a:xfrm>
          <a:prstGeom prst="star5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793107" y="1284896"/>
            <a:ext cx="133782" cy="133782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15214"/>
                </a:solidFill>
              </a:rPr>
              <a:t>가족 건강 이야기 나누기</a:t>
            </a:r>
          </a:p>
        </p:txBody>
      </p:sp>
      <p:sp>
        <p:nvSpPr>
          <p:cNvPr id="8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79123"/>
                </a:solidFill>
              </a:rPr>
              <a:t>05</a:t>
            </a:r>
          </a:p>
        </p:txBody>
      </p:sp>
      <p:sp>
        <p:nvSpPr>
          <p:cNvPr id="9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10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9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02920" y="502920"/>
            <a:ext cx="5852160" cy="5852160"/>
          </a:xfrm>
          <a:prstGeom prst="rect">
            <a:avLst/>
          </a:prstGeom>
          <a:solidFill>
            <a:srgbClr val="FFFFFF"/>
          </a:solidFill>
          <a:ln w="38100">
            <a:solidFill>
              <a:srgbClr val="F7E8C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2935224" y="617220"/>
            <a:ext cx="987551" cy="1645919"/>
          </a:xfrm>
          <a:prstGeom prst="moon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600111" y="1113320"/>
            <a:ext cx="316610" cy="316610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4255278" y="1924901"/>
            <a:ext cx="216856" cy="216856"/>
          </a:xfrm>
          <a:prstGeom prst="star5">
            <a:avLst/>
          </a:prstGeom>
          <a:solidFill>
            <a:srgbClr val="3B83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3651889" y="2024778"/>
            <a:ext cx="240807" cy="240807"/>
          </a:xfrm>
          <a:prstGeom prst="star5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715214"/>
                </a:solidFill>
              </a:rPr>
              <a:t>저장해 두고 필요할 때 꺼내 보세요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715214"/>
                </a:solidFill>
              </a:rPr>
              <a:t>마음에 들면 공유해 주세요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715214"/>
      </a:dk2>
      <a:lt2>
        <a:srgbClr val="FCF7EE"/>
      </a:lt2>
      <a:accent1>
        <a:srgbClr val="C79123"/>
      </a:accent1>
      <a:accent2>
        <a:srgbClr val="3B8391"/>
      </a:accent2>
      <a:accent3>
        <a:srgbClr val="715214"/>
      </a:accent3>
      <a:accent4>
        <a:srgbClr val="F7E8C9"/>
      </a:accent4>
      <a:accent5>
        <a:srgbClr val="818A5A"/>
      </a:accent5>
      <a:accent6>
        <a:srgbClr val="AA9772"/>
      </a:accent6>
      <a:hlink>
        <a:srgbClr val="C79123"/>
      </a:hlink>
      <a:folHlink>
        <a:srgbClr val="71521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