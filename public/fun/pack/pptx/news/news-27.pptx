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531A"/>
                </a:solidFill>
              </a:rPr>
              <a:t>환절기 감기 막는 생활 습관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53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AE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531A"/>
                </a:solidFill>
              </a:rPr>
              <a:t>아침 물 한 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E31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AE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531A"/>
                </a:solidFill>
              </a:rPr>
              <a:t>하루 십 분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E31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AE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531A"/>
                </a:solidFill>
              </a:rPr>
              <a:t>검진 날짜 적어 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E31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AE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531A"/>
                </a:solidFill>
              </a:rPr>
              <a:t>잠들기 전 스마트폰 내려놓기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E31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AE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531A"/>
                </a:solidFill>
              </a:rPr>
              <a:t>가족 건강 이야기 나누기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AE31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53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53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70531A"/>
      </a:dk2>
      <a:lt2>
        <a:srgbClr val="FEFBF6"/>
      </a:lt2>
      <a:accent1>
        <a:srgbClr val="EDAE31"/>
      </a:accent1>
      <a:accent2>
        <a:srgbClr val="29A39B"/>
      </a:accent2>
      <a:accent3>
        <a:srgbClr val="70531A"/>
      </a:accent3>
      <a:accent4>
        <a:srgbClr val="FDF3DD"/>
      </a:accent4>
      <a:accent5>
        <a:srgbClr val="8BA866"/>
      </a:accent5>
      <a:accent6>
        <a:srgbClr val="A99876"/>
      </a:accent6>
      <a:hlink>
        <a:srgbClr val="EDAE31"/>
      </a:hlink>
      <a:folHlink>
        <a:srgbClr val="7053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