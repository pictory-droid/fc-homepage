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0481A"/>
                </a:solidFill>
              </a:rPr>
              <a:t>미뤄 둔 일 하나만 끝내기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0481A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오늘의 한마디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E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ED9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0481A"/>
                </a:solidFill>
              </a:rPr>
              <a:t>점심은 거르지 마세요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9531"/>
                </a:solidFill>
              </a:rPr>
              <a:t>01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바빠도 한 끼는 앉아서 먹어요. 오후가 달라져요.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E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ED9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0481A"/>
                </a:solidFill>
              </a:rPr>
              <a:t>전화 한 통 걸어 보세요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9531"/>
                </a:solidFill>
              </a:rPr>
              <a:t>02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문자보다 목소리가 먼저 떠오르는 사람이 있다면 지금 걸어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E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ED9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0481A"/>
                </a:solidFill>
              </a:rPr>
              <a:t>메모 한 장 남기기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9531"/>
                </a:solidFill>
              </a:rPr>
              <a:t>03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생각났을 때 적어 두면 다음 주의 내가 고마워해요.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E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ED9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0481A"/>
                </a:solidFill>
              </a:rPr>
              <a:t>퇴근길 한 정거장 걷기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9531"/>
                </a:solidFill>
              </a:rPr>
              <a:t>04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한 정거장 먼저 내려 걸으면 머리가 정리돼요.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E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ED9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0481A"/>
                </a:solidFill>
              </a:rPr>
              <a:t>오늘은 일찍 자기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9531"/>
                </a:solidFill>
              </a:rPr>
              <a:t>05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미룬 일은 내일 해도 돼요. 오늘은 불을 일찍 끄세요.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70481A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0481A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오늘의 한마디)">
  <a:themeElements>
    <a:clrScheme name="Office">
      <a:dk1>
        <a:sysClr val="windowText" lastClr="000000"/>
      </a:dk1>
      <a:lt1>
        <a:sysClr val="window" lastClr="FFFFFF"/>
      </a:lt1>
      <a:dk2>
        <a:srgbClr val="70481A"/>
      </a:dk2>
      <a:lt2>
        <a:srgbClr val="FEFAF6"/>
      </a:lt2>
      <a:accent1>
        <a:srgbClr val="ED9531"/>
      </a:accent1>
      <a:accent2>
        <a:srgbClr val="29A39B"/>
      </a:accent2>
      <a:accent3>
        <a:srgbClr val="70481A"/>
      </a:accent3>
      <a:accent4>
        <a:srgbClr val="FDEEDD"/>
      </a:accent4>
      <a:accent5>
        <a:srgbClr val="8B9C66"/>
      </a:accent5>
      <a:accent6>
        <a:srgbClr val="A99176"/>
      </a:accent6>
      <a:hlink>
        <a:srgbClr val="ED9531"/>
      </a:hlink>
      <a:folHlink>
        <a:srgbClr val="70481A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카드뉴스(오늘의 한마디)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