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6847"/>
                </a:solidFill>
              </a:rPr>
              <a:t>열대야에 잠 잘 자는 방법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847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EE0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7"/>
                </a:solidFill>
              </a:rPr>
              <a:t>겉옷 한 벌 챙기세요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2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EE0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7"/>
                </a:solidFill>
              </a:rPr>
              <a:t>계절 인사 한 줄 보내기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2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EE0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7"/>
                </a:solidFill>
              </a:rPr>
              <a:t>제철 음식으로 기운 채우기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2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EE0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7"/>
                </a:solidFill>
              </a:rPr>
              <a:t>창문 열고 환기하기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2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EE0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1CA8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26847"/>
                </a:solidFill>
              </a:rPr>
              <a:t>계절 사진 한 장 남기기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EE0A2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26847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26847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26847"/>
      </a:dk2>
      <a:lt2>
        <a:srgbClr val="F4FDFA"/>
      </a:lt2>
      <a:accent1>
        <a:srgbClr val="3EE0A2"/>
      </a:accent1>
      <a:accent2>
        <a:srgbClr val="1CA8C4"/>
      </a:accent2>
      <a:accent3>
        <a:srgbClr val="126847"/>
      </a:accent3>
      <a:accent4>
        <a:srgbClr val="D9FCEF"/>
      </a:accent4>
      <a:accent5>
        <a:srgbClr val="2DC4B3"/>
      </a:accent5>
      <a:accent6>
        <a:srgbClr val="71A491"/>
      </a:accent6>
      <a:hlink>
        <a:srgbClr val="3EE0A2"/>
      </a:hlink>
      <a:folHlink>
        <a:srgbClr val="12684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