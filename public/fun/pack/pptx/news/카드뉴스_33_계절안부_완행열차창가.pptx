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3977639" y="-1714500"/>
            <a:ext cx="7886700" cy="788670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349240" y="3977639"/>
            <a:ext cx="3429000" cy="34290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4749267" y="2472946"/>
            <a:ext cx="623387" cy="623387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4635892" y="2854006"/>
            <a:ext cx="598264" cy="598264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4732689" y="93467"/>
            <a:ext cx="559067" cy="559067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4094147" y="-27881"/>
            <a:ext cx="388751" cy="388751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6168516" y="1960365"/>
            <a:ext cx="346058" cy="346058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842339" y="1617785"/>
            <a:ext cx="625026" cy="625026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649860" y="2693105"/>
            <a:ext cx="315539" cy="315539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384920" y="1952049"/>
            <a:ext cx="308845" cy="30884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4889076" y="-133108"/>
            <a:ext cx="429689" cy="429689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281965" y="2897749"/>
            <a:ext cx="340893" cy="340893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934363" y="1130122"/>
            <a:ext cx="307256" cy="307256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2057400"/>
            <a:ext cx="37719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기차 타고 떠나는 마음 여행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480060" y="3611880"/>
            <a:ext cx="34290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422D24"/>
                </a:solidFill>
              </a:rPr>
              <a:t>옆으로 넘겨 보세요 →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480060" y="4480560"/>
            <a:ext cx="34290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계절 안부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731908" y="1066042"/>
            <a:ext cx="217690" cy="21769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692317" y="1199111"/>
            <a:ext cx="208917" cy="208917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726119" y="235113"/>
            <a:ext cx="195229" cy="195229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503136" y="192737"/>
            <a:ext cx="135754" cy="135754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6227519" y="887046"/>
            <a:ext cx="120845" cy="12084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113616" y="767415"/>
            <a:ext cx="218263" cy="218263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395607" y="1142923"/>
            <a:ext cx="110188" cy="110188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953882" y="884142"/>
            <a:ext cx="107850" cy="10785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780730" y="155991"/>
            <a:ext cx="150050" cy="150050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917930" y="1214386"/>
            <a:ext cx="119042" cy="119042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6145751" y="597120"/>
            <a:ext cx="107295" cy="10729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22D24"/>
                </a:solidFill>
              </a:rPr>
              <a:t>겉옷 한 벌 챙기세요</a:t>
            </a:r>
          </a:p>
        </p:txBody>
      </p:sp>
      <p:sp>
        <p:nvSpPr>
          <p:cNvPr id="16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855A47"/>
                </a:solidFill>
              </a:rPr>
              <a:t>01</a:t>
            </a:r>
          </a:p>
        </p:txBody>
      </p:sp>
      <p:sp>
        <p:nvSpPr>
          <p:cNvPr id="17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아침저녁 기온 차가 큰 때에는 얇은 겉옷이 든든해요.</a:t>
            </a:r>
          </a:p>
        </p:txBody>
      </p:sp>
      <p:sp>
        <p:nvSpPr>
          <p:cNvPr id="18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731908" y="1066042"/>
            <a:ext cx="217690" cy="21769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692317" y="1199111"/>
            <a:ext cx="208917" cy="208917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726119" y="235113"/>
            <a:ext cx="195229" cy="195229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503136" y="192737"/>
            <a:ext cx="135754" cy="135754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6227519" y="887046"/>
            <a:ext cx="120845" cy="12084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113616" y="767415"/>
            <a:ext cx="218263" cy="218263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395607" y="1142923"/>
            <a:ext cx="110188" cy="110188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953882" y="884142"/>
            <a:ext cx="107850" cy="10785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780730" y="155991"/>
            <a:ext cx="150050" cy="150050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917930" y="1214386"/>
            <a:ext cx="119042" cy="119042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6145751" y="597120"/>
            <a:ext cx="107295" cy="10729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22D24"/>
                </a:solidFill>
              </a:rPr>
              <a:t>계절 인사 한 줄 보내기</a:t>
            </a:r>
          </a:p>
        </p:txBody>
      </p:sp>
      <p:sp>
        <p:nvSpPr>
          <p:cNvPr id="16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855A47"/>
                </a:solidFill>
              </a:rPr>
              <a:t>02</a:t>
            </a:r>
          </a:p>
        </p:txBody>
      </p:sp>
      <p:sp>
        <p:nvSpPr>
          <p:cNvPr id="17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안부를 묻는 짧은 메시지가 하루를 따뜻하게 해요.</a:t>
            </a:r>
          </a:p>
        </p:txBody>
      </p:sp>
      <p:sp>
        <p:nvSpPr>
          <p:cNvPr id="18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731908" y="1066042"/>
            <a:ext cx="217690" cy="21769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692317" y="1199111"/>
            <a:ext cx="208917" cy="208917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726119" y="235113"/>
            <a:ext cx="195229" cy="195229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503136" y="192737"/>
            <a:ext cx="135754" cy="135754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6227519" y="887046"/>
            <a:ext cx="120845" cy="12084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113616" y="767415"/>
            <a:ext cx="218263" cy="218263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395607" y="1142923"/>
            <a:ext cx="110188" cy="110188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953882" y="884142"/>
            <a:ext cx="107850" cy="10785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780730" y="155991"/>
            <a:ext cx="150050" cy="150050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917930" y="1214386"/>
            <a:ext cx="119042" cy="119042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6145751" y="597120"/>
            <a:ext cx="107295" cy="10729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22D24"/>
                </a:solidFill>
              </a:rPr>
              <a:t>제철 음식으로 기운 채우기</a:t>
            </a:r>
          </a:p>
        </p:txBody>
      </p:sp>
      <p:sp>
        <p:nvSpPr>
          <p:cNvPr id="16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855A47"/>
                </a:solidFill>
              </a:rPr>
              <a:t>03</a:t>
            </a:r>
          </a:p>
        </p:txBody>
      </p:sp>
      <p:sp>
        <p:nvSpPr>
          <p:cNvPr id="17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지금 가장 맛있는 제철 음식을 가족과 나눠 보세요.</a:t>
            </a:r>
          </a:p>
        </p:txBody>
      </p:sp>
      <p:sp>
        <p:nvSpPr>
          <p:cNvPr id="18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731908" y="1066042"/>
            <a:ext cx="217690" cy="21769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692317" y="1199111"/>
            <a:ext cx="208917" cy="208917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726119" y="235113"/>
            <a:ext cx="195229" cy="195229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503136" y="192737"/>
            <a:ext cx="135754" cy="135754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6227519" y="887046"/>
            <a:ext cx="120845" cy="12084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113616" y="767415"/>
            <a:ext cx="218263" cy="218263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395607" y="1142923"/>
            <a:ext cx="110188" cy="110188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953882" y="884142"/>
            <a:ext cx="107850" cy="10785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780730" y="155991"/>
            <a:ext cx="150050" cy="150050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917930" y="1214386"/>
            <a:ext cx="119042" cy="119042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6145751" y="597120"/>
            <a:ext cx="107295" cy="10729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22D24"/>
                </a:solidFill>
              </a:rPr>
              <a:t>창문 열고 환기하기</a:t>
            </a:r>
          </a:p>
        </p:txBody>
      </p:sp>
      <p:sp>
        <p:nvSpPr>
          <p:cNvPr id="16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855A47"/>
                </a:solidFill>
              </a:rPr>
              <a:t>04</a:t>
            </a:r>
          </a:p>
        </p:txBody>
      </p:sp>
      <p:sp>
        <p:nvSpPr>
          <p:cNvPr id="17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하루 두 번 십 분씩 환기하면 집 안 공기가 달라져요.</a:t>
            </a:r>
          </a:p>
        </p:txBody>
      </p:sp>
      <p:sp>
        <p:nvSpPr>
          <p:cNvPr id="18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731908" y="1066042"/>
            <a:ext cx="217690" cy="21769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692317" y="1199111"/>
            <a:ext cx="208917" cy="208917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726119" y="235113"/>
            <a:ext cx="195229" cy="195229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503136" y="192737"/>
            <a:ext cx="135754" cy="135754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6227519" y="887046"/>
            <a:ext cx="120845" cy="12084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113616" y="767415"/>
            <a:ext cx="218263" cy="218263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395607" y="1142923"/>
            <a:ext cx="110188" cy="110188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953882" y="884142"/>
            <a:ext cx="107850" cy="10785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780730" y="155991"/>
            <a:ext cx="150050" cy="150050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917930" y="1214386"/>
            <a:ext cx="119042" cy="119042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6145751" y="597120"/>
            <a:ext cx="107295" cy="10729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22D24"/>
                </a:solidFill>
              </a:rPr>
              <a:t>계절 사진 한 장 남기기</a:t>
            </a:r>
          </a:p>
        </p:txBody>
      </p:sp>
      <p:sp>
        <p:nvSpPr>
          <p:cNvPr id="16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855A47"/>
                </a:solidFill>
              </a:rPr>
              <a:t>05</a:t>
            </a:r>
          </a:p>
        </p:txBody>
      </p:sp>
      <p:sp>
        <p:nvSpPr>
          <p:cNvPr id="17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같은 자리에서 계절마다 사진을 찍어 보세요.</a:t>
            </a:r>
          </a:p>
        </p:txBody>
      </p:sp>
      <p:sp>
        <p:nvSpPr>
          <p:cNvPr id="18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3977639" y="-1714500"/>
            <a:ext cx="7886700" cy="788670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349240" y="3977639"/>
            <a:ext cx="3429000" cy="34290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4749267" y="2472946"/>
            <a:ext cx="623387" cy="623387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4635892" y="2854006"/>
            <a:ext cx="598264" cy="598264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4732689" y="93467"/>
            <a:ext cx="559067" cy="559067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4094147" y="-27881"/>
            <a:ext cx="388751" cy="388751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6168516" y="1960365"/>
            <a:ext cx="346058" cy="346058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842339" y="1617785"/>
            <a:ext cx="625026" cy="625026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649860" y="2693105"/>
            <a:ext cx="315539" cy="315539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384920" y="1952049"/>
            <a:ext cx="308845" cy="30884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4889076" y="-133108"/>
            <a:ext cx="429689" cy="429689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281965" y="2897749"/>
            <a:ext cx="340893" cy="340893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934363" y="1130122"/>
            <a:ext cx="307256" cy="307256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2057400"/>
            <a:ext cx="37719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422D24"/>
                </a:solidFill>
              </a:rPr>
              <a:t>저장해 두고 필요할 때 꺼내 보세요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480060" y="3611880"/>
            <a:ext cx="34290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422D24"/>
                </a:solidFill>
              </a:rPr>
              <a:t>마음에 들면 공유해 주세요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480060" y="4480560"/>
            <a:ext cx="34290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계절 안부)">
  <a:themeElements>
    <a:clrScheme name="Office">
      <a:dk1>
        <a:sysClr val="windowText" lastClr="000000"/>
      </a:dk1>
      <a:lt1>
        <a:sysClr val="window" lastClr="FFFFFF"/>
      </a:lt1>
      <a:dk2>
        <a:srgbClr val="422D24"/>
      </a:dk2>
      <a:lt2>
        <a:srgbClr val="F8F4F2"/>
      </a:lt2>
      <a:accent1>
        <a:srgbClr val="855A47"/>
      </a:accent1>
      <a:accent2>
        <a:srgbClr val="478578"/>
      </a:accent2>
      <a:accent3>
        <a:srgbClr val="422D24"/>
      </a:accent3>
      <a:accent4>
        <a:srgbClr val="EBDCD6"/>
      </a:accent4>
      <a:accent5>
        <a:srgbClr val="667060"/>
      </a:accent5>
      <a:accent6>
        <a:srgbClr val="8E817C"/>
      </a:accent6>
      <a:hlink>
        <a:srgbClr val="855A47"/>
      </a:hlink>
      <a:folHlink>
        <a:srgbClr val="422D24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