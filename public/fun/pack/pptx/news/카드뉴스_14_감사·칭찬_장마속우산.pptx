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4847395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513040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568880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852601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782552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6248615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4364715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장마철 마음 건강 챙기기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9294D"/>
                </a:solidFill>
              </a:rPr>
              <a:t>옆으로 넘겨 보세요 →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728984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407580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430330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6138513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109974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6299852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532337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고맙다는 말 먼저 건네기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01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728984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407580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430330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6138513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109974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6299852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532337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칭찬 한 줄 적어 주기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02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728984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407580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430330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6138513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109974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6299852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532337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수고했다는 인사 전하기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03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하루를 마치고 돌아온 사람에게 따뜻한 한마디를.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728984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407580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430330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6138513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109974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6299852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532337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감사 일기 세 줄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04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감사했던 일 세 가지를 적어 보세요.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5728984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407580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430330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6138513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6109974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6299852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5532337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294D"/>
                </a:solidFill>
              </a:rPr>
              <a:t>손편지 한 통 쓰기</a:t>
            </a:r>
          </a:p>
        </p:txBody>
      </p:sp>
      <p:sp>
        <p:nvSpPr>
          <p:cNvPr id="12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35299"/>
                </a:solidFill>
              </a:rPr>
              <a:t>05</a:t>
            </a:r>
          </a:p>
        </p:txBody>
      </p:sp>
      <p:sp>
        <p:nvSpPr>
          <p:cNvPr id="13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손으로 쓴 마음은 오래 남아요.</a:t>
            </a:r>
          </a:p>
        </p:txBody>
      </p:sp>
      <p:sp>
        <p:nvSpPr>
          <p:cNvPr id="14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4847395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6513040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6568880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852601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782552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6248615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4364715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9294D"/>
                </a:solidFill>
              </a:rPr>
              <a:t>저장해 두고 필요할 때 꺼내 보세요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9294D"/>
                </a:solidFill>
              </a:rPr>
              <a:t>마음에 들면 공유해 주세요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19294D"/>
      </a:dk2>
      <a:lt2>
        <a:srgbClr val="F0F3FA"/>
      </a:lt2>
      <a:accent1>
        <a:srgbClr val="335299"/>
      </a:accent1>
      <a:accent2>
        <a:srgbClr val="914C3B"/>
      </a:accent2>
      <a:accent3>
        <a:srgbClr val="19294D"/>
      </a:accent3>
      <a:accent4>
        <a:srgbClr val="D0DAF1"/>
      </a:accent4>
      <a:accent5>
        <a:srgbClr val="624F6A"/>
      </a:accent5>
      <a:accent6>
        <a:srgbClr val="757F94"/>
      </a:accent6>
      <a:hlink>
        <a:srgbClr val="335299"/>
      </a:hlink>
      <a:folHlink>
        <a:srgbClr val="19294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