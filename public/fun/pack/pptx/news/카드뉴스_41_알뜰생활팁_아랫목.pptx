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연말 모임비 부담 줄이는 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B2017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이번 달 고정지출부터 적어요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카드 대신 현금 한 주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장보기 전 냉장고 사진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작은 목표 통장 만들기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B2017"/>
                </a:solidFill>
              </a:rPr>
              <a:t>주말 5분 가계부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D4531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3B2017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B2017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3B2017"/>
      </a:dk2>
      <a:lt2>
        <a:srgbClr val="F9F3F0"/>
      </a:lt2>
      <a:accent1>
        <a:srgbClr val="7D4531"/>
      </a:accent1>
      <a:accent2>
        <a:srgbClr val="3B917D"/>
      </a:accent2>
      <a:accent3>
        <a:srgbClr val="3B2017"/>
      </a:accent3>
      <a:accent4>
        <a:srgbClr val="EFD9D1"/>
      </a:accent4>
      <a:accent5>
        <a:srgbClr val="5C6B57"/>
      </a:accent5>
      <a:accent6>
        <a:srgbClr val="897974"/>
      </a:accent6>
      <a:hlink>
        <a:srgbClr val="7D4531"/>
      </a:hlink>
      <a:folHlink>
        <a:srgbClr val="3B201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