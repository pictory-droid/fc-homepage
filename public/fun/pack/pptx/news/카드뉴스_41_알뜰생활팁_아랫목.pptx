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0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C81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모임비 부담 줄이는 법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AC98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AC98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AC98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AC98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1AC98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0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C81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493027"/>
      </a:dk2>
      <a:lt2>
        <a:srgbClr val="FBF0EC"/>
      </a:lt2>
      <a:accent1>
        <a:srgbClr val="E1AC98"/>
      </a:accent1>
      <a:accent2>
        <a:srgbClr val="EADDB8"/>
      </a:accent2>
      <a:accent3>
        <a:srgbClr val="493027"/>
      </a:accent3>
      <a:accent4>
        <a:srgbClr val="F6DED5"/>
      </a:accent4>
      <a:accent5>
        <a:srgbClr val="E6C4A8"/>
      </a:accent5>
      <a:accent6>
        <a:srgbClr val="92837D"/>
      </a:accent6>
      <a:hlink>
        <a:srgbClr val="E1AC98"/>
      </a:hlink>
      <a:folHlink>
        <a:srgbClr val="493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