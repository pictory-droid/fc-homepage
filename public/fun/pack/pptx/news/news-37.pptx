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12598" y="2091690"/>
            <a:ext cx="617219" cy="102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66903" y="1988820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66903" y="3120390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94410" y="2462022"/>
            <a:ext cx="617219" cy="864108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48715" y="2359152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8715" y="3326129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776222" y="2091690"/>
            <a:ext cx="617219" cy="102870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930527" y="198882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930527" y="312039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B2041"/>
                </a:solidFill>
              </a:rPr>
              <a:t>종소리처럼 울리는 응원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B2041"/>
                </a:solidFill>
              </a:rPr>
              <a:t>옆으로 넘겨 보세요 →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아침 물 한 잔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01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하루 십 분 걷기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02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검진 날짜 적어 두기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03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잠들기 전 스마트폰 내려놓기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04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456224" y="525780"/>
            <a:ext cx="301752" cy="502920"/>
          </a:xfrm>
          <a:prstGeom prst="round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531662" y="475487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531662" y="1028700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38444" y="706831"/>
            <a:ext cx="301752" cy="422452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13881" y="656539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13881" y="1129284"/>
            <a:ext cx="150876" cy="50292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220663" y="525780"/>
            <a:ext cx="301752" cy="50292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296101" y="475487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296101" y="1028700"/>
            <a:ext cx="150876" cy="50292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B2041"/>
                </a:solidFill>
              </a:rPr>
              <a:t>가족 건강 이야기 나누기</a:t>
            </a:r>
          </a:p>
        </p:txBody>
      </p:sp>
      <p:sp>
        <p:nvSpPr>
          <p:cNvPr id="1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38438A"/>
                </a:solidFill>
              </a:rPr>
              <a:t>05</a:t>
            </a:r>
          </a:p>
        </p:txBody>
      </p:sp>
      <p:sp>
        <p:nvSpPr>
          <p:cNvPr id="1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1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5C65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212598" y="2091690"/>
            <a:ext cx="617219" cy="1028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66903" y="1988820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66903" y="3120390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94410" y="2462022"/>
            <a:ext cx="617219" cy="864108"/>
          </a:xfrm>
          <a:prstGeom prst="roundRect">
            <a:avLst/>
          </a:prstGeom>
          <a:solidFill>
            <a:srgbClr val="D2D6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48715" y="2359152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8715" y="3326129"/>
            <a:ext cx="308609" cy="102870"/>
          </a:xfrm>
          <a:prstGeom prst="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776222" y="2091690"/>
            <a:ext cx="617219" cy="1028700"/>
          </a:xfrm>
          <a:prstGeom prst="roundRect">
            <a:avLst/>
          </a:prstGeom>
          <a:solidFill>
            <a:srgbClr val="915B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930527" y="198882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930527" y="3120390"/>
            <a:ext cx="308609" cy="1028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B2041"/>
                </a:solidFill>
              </a:rPr>
              <a:t>저장해 두고 필요할 때 꺼내 보세요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B2041"/>
                </a:solidFill>
              </a:rPr>
              <a:t>마음에 들면 공유해 주세요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B2041"/>
      </a:dk2>
      <a:lt2>
        <a:srgbClr val="F1F2F9"/>
      </a:lt2>
      <a:accent1>
        <a:srgbClr val="38438A"/>
      </a:accent1>
      <a:accent2>
        <a:srgbClr val="915B3B"/>
      </a:accent2>
      <a:accent3>
        <a:srgbClr val="1B2041"/>
      </a:accent3>
      <a:accent4>
        <a:srgbClr val="D2D6EF"/>
      </a:accent4>
      <a:accent5>
        <a:srgbClr val="644F62"/>
      </a:accent5>
      <a:accent6>
        <a:srgbClr val="76798D"/>
      </a:accent6>
      <a:hlink>
        <a:srgbClr val="38438A"/>
      </a:hlink>
      <a:folHlink>
        <a:srgbClr val="1B204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