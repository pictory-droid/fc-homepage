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460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91328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39014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95324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416766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8710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53068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496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463120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478099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91194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수국처럼 번지는 따뜻한 말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7347F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49368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62219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7069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76872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55492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22620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00139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25501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25458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80377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461727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천천히 가도 괜찮아요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01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49368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62219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7069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76872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55492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22620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00139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25501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25458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80377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461727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쉬어 가도 괜찮아요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02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49368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62219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7069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76872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55492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22620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00139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25501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25458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80377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461727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이미 잘하고 있어요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03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49368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62219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7069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76872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55492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22620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00139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25501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25458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80377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461727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작은 기쁨을 놓치지 마세요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04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49368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62219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7069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76872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55492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22620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00139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25501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25458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80377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461727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7347F"/>
                </a:solidFill>
              </a:rPr>
              <a:t>내일은 내일의 해가 떠요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45CBC"/>
                </a:solidFill>
              </a:rPr>
              <a:t>05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460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91328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39014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95324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416766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8710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53068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99496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463120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478099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691194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7347F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7347F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