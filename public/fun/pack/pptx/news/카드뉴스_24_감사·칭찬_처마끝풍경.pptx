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556662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2680106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2680106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182112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305556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3305556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807561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931005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931005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풍경 소리 같은 위로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822959" y="379476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274649"/>
                </a:solidFill>
              </a:rPr>
              <a:t>옆으로 넘겨 보세요 →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822959" y="466344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30368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98948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298948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77840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46420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646420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925312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93892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93892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74649"/>
                </a:solidFill>
              </a:rPr>
              <a:t>고맙다는 말 먼저 건네기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B868B"/>
                </a:solidFill>
              </a:rPr>
              <a:t>01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30368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98948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298948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77840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46420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646420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925312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93892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93892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74649"/>
                </a:solidFill>
              </a:rPr>
              <a:t>칭찬 한 줄 적어 주기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B868B"/>
                </a:solidFill>
              </a:rPr>
              <a:t>02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30368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98948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298948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77840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46420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646420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925312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93892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93892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74649"/>
                </a:solidFill>
              </a:rPr>
              <a:t>수고했다는 인사 전하기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B868B"/>
                </a:solidFill>
              </a:rPr>
              <a:t>03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30368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98948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298948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77840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46420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646420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925312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93892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93892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74649"/>
                </a:solidFill>
              </a:rPr>
              <a:t>감사 일기 세 줄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B868B"/>
                </a:solidFill>
              </a:rPr>
              <a:t>04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30368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98948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298948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77840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46420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646420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925312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93892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93892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74649"/>
                </a:solidFill>
              </a:rPr>
              <a:t>손편지 한 통 쓰기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B868B"/>
                </a:solidFill>
              </a:rPr>
              <a:t>05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556662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2680106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2680106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182112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305556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3305556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807561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931005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931005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74649"/>
                </a:solidFill>
              </a:rPr>
              <a:t>저장해 두고 필요할 때 꺼내 보세요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822959" y="379476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274649"/>
                </a:solidFill>
              </a:rPr>
              <a:t>마음에 들면 공유해 주세요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822959" y="466344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F2F7F8"/>
      </a:lt2>
      <a:accent1>
        <a:srgbClr val="4B868B"/>
      </a:accent1>
      <a:accent2>
        <a:srgbClr val="854761"/>
      </a:accent2>
      <a:accent3>
        <a:srgbClr val="274649"/>
      </a:accent3>
      <a:accent4>
        <a:srgbClr val="D6E9EB"/>
      </a:accent4>
      <a:accent5>
        <a:srgbClr val="686676"/>
      </a:accent5>
      <a:accent6>
        <a:srgbClr val="7D9092"/>
      </a:accent6>
      <a:hlink>
        <a:srgbClr val="4B868B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