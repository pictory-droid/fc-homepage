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2591D"/>
                </a:solidFill>
              </a:rPr>
              <a:t>봄 알레르기 시즌 생활 습관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2591D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E7B54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B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591D"/>
                </a:solidFill>
              </a:rPr>
              <a:t>아침 물 한 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7B540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E7B54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B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591D"/>
                </a:solidFill>
              </a:rPr>
              <a:t>하루 십 분 걷기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7B540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E7B54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B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591D"/>
                </a:solidFill>
              </a:rPr>
              <a:t>검진 날짜 적어 두기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7B540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E7B54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B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591D"/>
                </a:solidFill>
              </a:rPr>
              <a:t>잠들기 전 스마트폰 내려놓기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7B540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6345936" cy="6345936"/>
          </a:xfrm>
          <a:prstGeom prst="rect">
            <a:avLst/>
          </a:prstGeom>
          <a:noFill/>
          <a:ln w="28575">
            <a:solidFill>
              <a:srgbClr val="E7B54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6089904" cy="6089904"/>
          </a:xfrm>
          <a:prstGeom prst="rect">
            <a:avLst/>
          </a:prstGeom>
          <a:noFill/>
          <a:ln w="9525">
            <a:solidFill>
              <a:srgbClr val="FBF1D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393192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2591D"/>
                </a:solidFill>
              </a:rPr>
              <a:t>가족 건강 이야기 나누기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82296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7B540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822960" y="3108960"/>
            <a:ext cx="5212079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822960" y="5806440"/>
            <a:ext cx="5212079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2591D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2591D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72591D"/>
      </a:dk2>
      <a:lt2>
        <a:srgbClr val="FDFAF4"/>
      </a:lt2>
      <a:accent1>
        <a:srgbClr val="E7B540"/>
      </a:accent1>
      <a:accent2>
        <a:srgbClr val="30A640"/>
      </a:accent2>
      <a:accent3>
        <a:srgbClr val="72591D"/>
      </a:accent3>
      <a:accent4>
        <a:srgbClr val="FBF1DA"/>
      </a:accent4>
      <a:accent5>
        <a:srgbClr val="8CAE40"/>
      </a:accent5>
      <a:accent6>
        <a:srgbClr val="AA9B77"/>
      </a:accent6>
      <a:hlink>
        <a:srgbClr val="E7B540"/>
      </a:hlink>
      <a:folHlink>
        <a:srgbClr val="72591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