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38100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5943600" cy="5943600"/>
          </a:xfrm>
          <a:prstGeom prst="rect">
            <a:avLst/>
          </a:prstGeom>
          <a:noFill/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2688336" y="630936"/>
            <a:ext cx="1481328" cy="1481328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2465698" y="2158513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3217342" y="2393660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2715377" y="2158532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오늘의 한 줄 안부</a:t>
            </a:r>
          </a:p>
        </p:txBody>
      </p:sp>
      <p:sp>
        <p:nvSpPr>
          <p:cNvPr id="9" name="한 줄 문구"/>
          <p:cNvSpPr txBox="1"/>
          <p:nvPr/>
        </p:nvSpPr>
        <p:spPr>
          <a:xfrm>
            <a:off x="822959" y="379476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4591B"/>
                </a:solidFill>
              </a:rPr>
              <a:t>옆으로 넘겨 보세요 →</a:t>
            </a:r>
          </a:p>
        </p:txBody>
      </p:sp>
      <p:sp>
        <p:nvSpPr>
          <p:cNvPr id="10" name="안내 문구"/>
          <p:cNvSpPr txBox="1"/>
          <p:nvPr/>
        </p:nvSpPr>
        <p:spPr>
          <a:xfrm>
            <a:off x="822959" y="466344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03520" y="548640"/>
            <a:ext cx="822960" cy="822960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179832" y="139729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97412" y="1527931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318542" y="139730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아침 물 한 잔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01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03520" y="548640"/>
            <a:ext cx="822960" cy="822960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179832" y="139729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97412" y="1527931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318542" y="139730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하루 십 분 걷기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02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03520" y="548640"/>
            <a:ext cx="822960" cy="822960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179832" y="139729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97412" y="1527931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318542" y="139730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검진 날짜 적어 두기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03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03520" y="548640"/>
            <a:ext cx="822960" cy="822960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179832" y="139729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97412" y="1527931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318542" y="139730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잠들기 전 스마트폰 내려놓기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04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303520" y="548640"/>
            <a:ext cx="822960" cy="822960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179832" y="139729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97412" y="1527931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318542" y="1397304"/>
            <a:ext cx="91440" cy="91440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가족 건강 이야기 나누기</a:t>
            </a:r>
          </a:p>
        </p:txBody>
      </p:sp>
      <p:sp>
        <p:nvSpPr>
          <p:cNvPr id="9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05</a:t>
            </a:r>
          </a:p>
        </p:txBody>
      </p:sp>
      <p:sp>
        <p:nvSpPr>
          <p:cNvPr id="10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11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38100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57200" y="457200"/>
            <a:ext cx="5943600" cy="5943600"/>
          </a:xfrm>
          <a:prstGeom prst="rect">
            <a:avLst/>
          </a:prstGeom>
          <a:noFill/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2688336" y="630936"/>
            <a:ext cx="1481328" cy="1481328"/>
          </a:xfrm>
          <a:prstGeom prst="sun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2465698" y="2158513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3217342" y="2393660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2715377" y="2158532"/>
            <a:ext cx="164592" cy="164592"/>
          </a:xfrm>
          <a:prstGeom prst="ellipse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74591B"/>
                </a:solidFill>
              </a:rPr>
              <a:t>저장해 두고 필요할 때 꺼내 보세요</a:t>
            </a:r>
          </a:p>
        </p:txBody>
      </p:sp>
      <p:sp>
        <p:nvSpPr>
          <p:cNvPr id="9" name="한 줄 문구"/>
          <p:cNvSpPr txBox="1"/>
          <p:nvPr/>
        </p:nvSpPr>
        <p:spPr>
          <a:xfrm>
            <a:off x="822959" y="379476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74591B"/>
                </a:solidFill>
              </a:rPr>
              <a:t>마음에 들면 공유해 주세요</a:t>
            </a:r>
          </a:p>
        </p:txBody>
      </p:sp>
      <p:sp>
        <p:nvSpPr>
          <p:cNvPr id="10" name="안내 문구"/>
          <p:cNvSpPr txBox="1"/>
          <p:nvPr/>
        </p:nvSpPr>
        <p:spPr>
          <a:xfrm>
            <a:off x="822959" y="466344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