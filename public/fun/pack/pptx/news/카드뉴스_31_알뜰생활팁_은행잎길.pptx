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05E1A"/>
                </a:solidFill>
              </a:rPr>
              <a:t>가을 옷 정리하고 알뜰하게 시작하기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05E1A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C7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05E1A"/>
                </a:solidFill>
              </a:rPr>
              <a:t>이번 달 고정지출부터 적어요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C731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C7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05E1A"/>
                </a:solidFill>
              </a:rPr>
              <a:t>카드 대신 현금 한 주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C731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C7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05E1A"/>
                </a:solidFill>
              </a:rPr>
              <a:t>장보기 전 냉장고 사진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C731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C7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05E1A"/>
                </a:solidFill>
              </a:rPr>
              <a:t>작은 목표 통장 만들기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C731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C7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05E1A"/>
                </a:solidFill>
              </a:rPr>
              <a:t>주말 5분 가계부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C731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05E1A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05E1A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705E1A"/>
      </a:dk2>
      <a:lt2>
        <a:srgbClr val="FEFCF6"/>
      </a:lt2>
      <a:accent1>
        <a:srgbClr val="EDC731"/>
      </a:accent1>
      <a:accent2>
        <a:srgbClr val="29A39B"/>
      </a:accent2>
      <a:accent3>
        <a:srgbClr val="705E1A"/>
      </a:accent3>
      <a:accent4>
        <a:srgbClr val="FDF7DD"/>
      </a:accent4>
      <a:accent5>
        <a:srgbClr val="8BB566"/>
      </a:accent5>
      <a:accent6>
        <a:srgbClr val="A99E76"/>
      </a:accent6>
      <a:hlink>
        <a:srgbClr val="EDC731"/>
      </a:hlink>
      <a:folHlink>
        <a:srgbClr val="705E1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