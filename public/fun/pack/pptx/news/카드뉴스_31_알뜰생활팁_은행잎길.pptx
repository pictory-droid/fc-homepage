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4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97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옷 정리하고 알뜰하게 시작하기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33872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C579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33872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C579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33872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C579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33872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C579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33872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C579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4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97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494227"/>
      </a:dk2>
      <a:lt2>
        <a:srgbClr val="FBF8EC"/>
      </a:lt2>
      <a:accent1>
        <a:srgbClr val="D8C579"/>
      </a:accent1>
      <a:accent2>
        <a:srgbClr val="CEE198"/>
      </a:accent2>
      <a:accent3>
        <a:srgbClr val="494227"/>
      </a:accent3>
      <a:accent4>
        <a:srgbClr val="F6EFD5"/>
      </a:accent4>
      <a:accent5>
        <a:srgbClr val="D3D388"/>
      </a:accent5>
      <a:accent6>
        <a:srgbClr val="928E7D"/>
      </a:accent6>
      <a:hlink>
        <a:srgbClr val="D8C579"/>
      </a:hlink>
      <a:folHlink>
        <a:srgbClr val="4942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