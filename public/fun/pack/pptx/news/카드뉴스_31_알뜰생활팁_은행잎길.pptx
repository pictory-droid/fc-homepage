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가을 옷 정리하고 알뜰하게 시작하기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56110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56110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56110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