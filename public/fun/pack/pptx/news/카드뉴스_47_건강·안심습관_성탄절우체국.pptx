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새해 건강 습관 하나만 정해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83A23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83A23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83A23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