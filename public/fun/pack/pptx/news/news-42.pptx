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153101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5763592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5530405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4775796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4542609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264200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4071639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4282625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4050333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3695783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3708951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4017416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877595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954268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685492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442705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561431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750960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동백이 전하는 겨울 위로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151B"/>
                </a:solidFill>
              </a:rPr>
              <a:t>옆으로 넘겨 보세요 →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아침 물 한 잔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01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하루 십 분 걷기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02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검진 날짜 적어 두기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03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잠들기 전 스마트폰 내려놓기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04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3531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6102250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6007248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5699814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5604812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898794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5412936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498893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5404255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5259809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5265174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5390845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556103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587340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477838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378925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427295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504511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151B"/>
                </a:solidFill>
              </a:rPr>
              <a:t>가족 건강 이야기 나누기</a:t>
            </a:r>
          </a:p>
        </p:txBody>
      </p:sp>
      <p:sp>
        <p:nvSpPr>
          <p:cNvPr id="23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2934"/>
                </a:solidFill>
              </a:rPr>
              <a:t>05</a:t>
            </a:r>
          </a:p>
        </p:txBody>
      </p:sp>
      <p:sp>
        <p:nvSpPr>
          <p:cNvPr id="24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25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97280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153101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5763592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5530405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4775796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4542609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264200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4071639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4282625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4050333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3695783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3708951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4017416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6877595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6954268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6685492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6442705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6561431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6750960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19" y="219456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B151B"/>
                </a:solidFill>
              </a:rPr>
              <a:t>저장해 두고 필요할 때 꺼내 보세요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1645919" y="3749039"/>
            <a:ext cx="4251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151B"/>
                </a:solidFill>
              </a:rPr>
              <a:t>마음에 들면 공유해 주세요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1645919" y="4617720"/>
            <a:ext cx="4251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