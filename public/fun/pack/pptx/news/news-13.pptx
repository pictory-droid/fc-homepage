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82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502920" y="502920"/>
            <a:ext cx="5852160" cy="5852160"/>
          </a:xfrm>
          <a:prstGeom prst="rect">
            <a:avLst/>
          </a:prstGeom>
          <a:solidFill>
            <a:srgbClr val="FFFFFF"/>
          </a:solidFill>
          <a:ln w="38100">
            <a:solidFill>
              <a:srgbClr val="D0F1D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 rot="19590045">
            <a:off x="4001949" y="1317686"/>
            <a:ext cx="279806" cy="729871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756906">
            <a:off x="3603369" y="971513"/>
            <a:ext cx="279806" cy="865814"/>
          </a:xfrm>
          <a:prstGeom prst="ellipse">
            <a:avLst/>
          </a:prstGeom>
          <a:solidFill>
            <a:srgbClr val="D0F1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20024567">
            <a:off x="3189536" y="1405971"/>
            <a:ext cx="279806" cy="937396"/>
          </a:xfrm>
          <a:prstGeom prst="ellipse">
            <a:avLst/>
          </a:prstGeom>
          <a:solidFill>
            <a:srgbClr val="80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865516">
            <a:off x="2750759" y="839014"/>
            <a:ext cx="279806" cy="813094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2327404">
            <a:off x="2773834" y="935019"/>
            <a:ext cx="279806" cy="760831"/>
          </a:xfrm>
          <a:prstGeom prst="ellipse">
            <a:avLst/>
          </a:prstGeom>
          <a:solidFill>
            <a:srgbClr val="D0F1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19375483">
            <a:off x="3393349" y="1289571"/>
            <a:ext cx="279806" cy="787212"/>
          </a:xfrm>
          <a:prstGeom prst="ellipse">
            <a:avLst/>
          </a:prstGeom>
          <a:solidFill>
            <a:srgbClr val="80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59" y="2263140"/>
            <a:ext cx="5212080" cy="13716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143D21"/>
                </a:solidFill>
              </a:rPr>
              <a:t>초록이 건네는 위로</a:t>
            </a:r>
          </a:p>
        </p:txBody>
      </p:sp>
      <p:sp>
        <p:nvSpPr>
          <p:cNvPr id="10" name="한 줄 문구"/>
          <p:cNvSpPr txBox="1"/>
          <p:nvPr/>
        </p:nvSpPr>
        <p:spPr>
          <a:xfrm>
            <a:off x="822959" y="3726180"/>
            <a:ext cx="521208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143D21"/>
                </a:solidFill>
              </a:rPr>
              <a:t>옆으로 넘겨 보세요 →</a:t>
            </a:r>
          </a:p>
        </p:txBody>
      </p:sp>
      <p:sp>
        <p:nvSpPr>
          <p:cNvPr id="11" name="안내 문구"/>
          <p:cNvSpPr txBox="1"/>
          <p:nvPr/>
        </p:nvSpPr>
        <p:spPr>
          <a:xfrm>
            <a:off x="822959" y="4594860"/>
            <a:ext cx="521208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계절 안부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 rot="19590045">
            <a:off x="5987585" y="892068"/>
            <a:ext cx="155448" cy="405484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756906">
            <a:off x="5766152" y="699749"/>
            <a:ext cx="155448" cy="481008"/>
          </a:xfrm>
          <a:prstGeom prst="ellipse">
            <a:avLst/>
          </a:prstGeom>
          <a:solidFill>
            <a:srgbClr val="D0F1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20024567">
            <a:off x="5536244" y="941115"/>
            <a:ext cx="155448" cy="520775"/>
          </a:xfrm>
          <a:prstGeom prst="ellipse">
            <a:avLst/>
          </a:prstGeom>
          <a:solidFill>
            <a:srgbClr val="80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865516">
            <a:off x="5292479" y="626139"/>
            <a:ext cx="155448" cy="451719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2327404">
            <a:off x="5305299" y="679475"/>
            <a:ext cx="155448" cy="422684"/>
          </a:xfrm>
          <a:prstGeom prst="ellipse">
            <a:avLst/>
          </a:prstGeom>
          <a:solidFill>
            <a:srgbClr val="D0F1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19375483">
            <a:off x="5649474" y="876448"/>
            <a:ext cx="155448" cy="437340"/>
          </a:xfrm>
          <a:prstGeom prst="ellipse">
            <a:avLst/>
          </a:prstGeom>
          <a:solidFill>
            <a:srgbClr val="80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43D21"/>
                </a:solidFill>
              </a:rPr>
              <a:t>겉옷 한 벌 챙기세요</a:t>
            </a:r>
          </a:p>
        </p:txBody>
      </p:sp>
      <p:sp>
        <p:nvSpPr>
          <p:cNvPr id="10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B8245"/>
                </a:solidFill>
              </a:rPr>
              <a:t>01</a:t>
            </a:r>
          </a:p>
        </p:txBody>
      </p:sp>
      <p:sp>
        <p:nvSpPr>
          <p:cNvPr id="11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아침저녁 기온 차가 큰 때에는 얇은 겉옷이 든든해요.</a:t>
            </a:r>
          </a:p>
        </p:txBody>
      </p:sp>
      <p:sp>
        <p:nvSpPr>
          <p:cNvPr id="12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 rot="19590045">
            <a:off x="5987585" y="892068"/>
            <a:ext cx="155448" cy="405484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756906">
            <a:off x="5766152" y="699749"/>
            <a:ext cx="155448" cy="481008"/>
          </a:xfrm>
          <a:prstGeom prst="ellipse">
            <a:avLst/>
          </a:prstGeom>
          <a:solidFill>
            <a:srgbClr val="D0F1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20024567">
            <a:off x="5536244" y="941115"/>
            <a:ext cx="155448" cy="520775"/>
          </a:xfrm>
          <a:prstGeom prst="ellipse">
            <a:avLst/>
          </a:prstGeom>
          <a:solidFill>
            <a:srgbClr val="80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865516">
            <a:off x="5292479" y="626139"/>
            <a:ext cx="155448" cy="451719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2327404">
            <a:off x="5305299" y="679475"/>
            <a:ext cx="155448" cy="422684"/>
          </a:xfrm>
          <a:prstGeom prst="ellipse">
            <a:avLst/>
          </a:prstGeom>
          <a:solidFill>
            <a:srgbClr val="D0F1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19375483">
            <a:off x="5649474" y="876448"/>
            <a:ext cx="155448" cy="437340"/>
          </a:xfrm>
          <a:prstGeom prst="ellipse">
            <a:avLst/>
          </a:prstGeom>
          <a:solidFill>
            <a:srgbClr val="80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43D21"/>
                </a:solidFill>
              </a:rPr>
              <a:t>계절 인사 한 줄 보내기</a:t>
            </a:r>
          </a:p>
        </p:txBody>
      </p:sp>
      <p:sp>
        <p:nvSpPr>
          <p:cNvPr id="10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B8245"/>
                </a:solidFill>
              </a:rPr>
              <a:t>02</a:t>
            </a:r>
          </a:p>
        </p:txBody>
      </p:sp>
      <p:sp>
        <p:nvSpPr>
          <p:cNvPr id="11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안부를 묻는 짧은 메시지가 하루를 따뜻하게 해요.</a:t>
            </a:r>
          </a:p>
        </p:txBody>
      </p:sp>
      <p:sp>
        <p:nvSpPr>
          <p:cNvPr id="12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 rot="19590045">
            <a:off x="5987585" y="892068"/>
            <a:ext cx="155448" cy="405484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756906">
            <a:off x="5766152" y="699749"/>
            <a:ext cx="155448" cy="481008"/>
          </a:xfrm>
          <a:prstGeom prst="ellipse">
            <a:avLst/>
          </a:prstGeom>
          <a:solidFill>
            <a:srgbClr val="D0F1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20024567">
            <a:off x="5536244" y="941115"/>
            <a:ext cx="155448" cy="520775"/>
          </a:xfrm>
          <a:prstGeom prst="ellipse">
            <a:avLst/>
          </a:prstGeom>
          <a:solidFill>
            <a:srgbClr val="80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865516">
            <a:off x="5292479" y="626139"/>
            <a:ext cx="155448" cy="451719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2327404">
            <a:off x="5305299" y="679475"/>
            <a:ext cx="155448" cy="422684"/>
          </a:xfrm>
          <a:prstGeom prst="ellipse">
            <a:avLst/>
          </a:prstGeom>
          <a:solidFill>
            <a:srgbClr val="D0F1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19375483">
            <a:off x="5649474" y="876448"/>
            <a:ext cx="155448" cy="437340"/>
          </a:xfrm>
          <a:prstGeom prst="ellipse">
            <a:avLst/>
          </a:prstGeom>
          <a:solidFill>
            <a:srgbClr val="80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43D21"/>
                </a:solidFill>
              </a:rPr>
              <a:t>제철 음식으로 기운 채우기</a:t>
            </a:r>
          </a:p>
        </p:txBody>
      </p:sp>
      <p:sp>
        <p:nvSpPr>
          <p:cNvPr id="10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B8245"/>
                </a:solidFill>
              </a:rPr>
              <a:t>03</a:t>
            </a:r>
          </a:p>
        </p:txBody>
      </p:sp>
      <p:sp>
        <p:nvSpPr>
          <p:cNvPr id="11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지금 가장 맛있는 제철 음식을 가족과 나눠 보세요.</a:t>
            </a:r>
          </a:p>
        </p:txBody>
      </p:sp>
      <p:sp>
        <p:nvSpPr>
          <p:cNvPr id="12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 rot="19590045">
            <a:off x="5987585" y="892068"/>
            <a:ext cx="155448" cy="405484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756906">
            <a:off x="5766152" y="699749"/>
            <a:ext cx="155448" cy="481008"/>
          </a:xfrm>
          <a:prstGeom prst="ellipse">
            <a:avLst/>
          </a:prstGeom>
          <a:solidFill>
            <a:srgbClr val="D0F1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20024567">
            <a:off x="5536244" y="941115"/>
            <a:ext cx="155448" cy="520775"/>
          </a:xfrm>
          <a:prstGeom prst="ellipse">
            <a:avLst/>
          </a:prstGeom>
          <a:solidFill>
            <a:srgbClr val="80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865516">
            <a:off x="5292479" y="626139"/>
            <a:ext cx="155448" cy="451719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2327404">
            <a:off x="5305299" y="679475"/>
            <a:ext cx="155448" cy="422684"/>
          </a:xfrm>
          <a:prstGeom prst="ellipse">
            <a:avLst/>
          </a:prstGeom>
          <a:solidFill>
            <a:srgbClr val="D0F1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19375483">
            <a:off x="5649474" y="876448"/>
            <a:ext cx="155448" cy="437340"/>
          </a:xfrm>
          <a:prstGeom prst="ellipse">
            <a:avLst/>
          </a:prstGeom>
          <a:solidFill>
            <a:srgbClr val="80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43D21"/>
                </a:solidFill>
              </a:rPr>
              <a:t>창문 열고 환기하기</a:t>
            </a:r>
          </a:p>
        </p:txBody>
      </p:sp>
      <p:sp>
        <p:nvSpPr>
          <p:cNvPr id="10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B8245"/>
                </a:solidFill>
              </a:rPr>
              <a:t>04</a:t>
            </a:r>
          </a:p>
        </p:txBody>
      </p:sp>
      <p:sp>
        <p:nvSpPr>
          <p:cNvPr id="11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하루 두 번 십 분씩 환기하면 집 안 공기가 달라져요.</a:t>
            </a:r>
          </a:p>
        </p:txBody>
      </p:sp>
      <p:sp>
        <p:nvSpPr>
          <p:cNvPr id="12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 rot="19590045">
            <a:off x="5987585" y="892068"/>
            <a:ext cx="155448" cy="405484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756906">
            <a:off x="5766152" y="699749"/>
            <a:ext cx="155448" cy="481008"/>
          </a:xfrm>
          <a:prstGeom prst="ellipse">
            <a:avLst/>
          </a:prstGeom>
          <a:solidFill>
            <a:srgbClr val="D0F1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20024567">
            <a:off x="5536244" y="941115"/>
            <a:ext cx="155448" cy="520775"/>
          </a:xfrm>
          <a:prstGeom prst="ellipse">
            <a:avLst/>
          </a:prstGeom>
          <a:solidFill>
            <a:srgbClr val="80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865516">
            <a:off x="5292479" y="626139"/>
            <a:ext cx="155448" cy="451719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2327404">
            <a:off x="5305299" y="679475"/>
            <a:ext cx="155448" cy="422684"/>
          </a:xfrm>
          <a:prstGeom prst="ellipse">
            <a:avLst/>
          </a:prstGeom>
          <a:solidFill>
            <a:srgbClr val="D0F1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19375483">
            <a:off x="5649474" y="876448"/>
            <a:ext cx="155448" cy="437340"/>
          </a:xfrm>
          <a:prstGeom prst="ellipse">
            <a:avLst/>
          </a:prstGeom>
          <a:solidFill>
            <a:srgbClr val="80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43D21"/>
                </a:solidFill>
              </a:rPr>
              <a:t>계절 사진 한 장 남기기</a:t>
            </a:r>
          </a:p>
        </p:txBody>
      </p:sp>
      <p:sp>
        <p:nvSpPr>
          <p:cNvPr id="10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B8245"/>
                </a:solidFill>
              </a:rPr>
              <a:t>05</a:t>
            </a:r>
          </a:p>
        </p:txBody>
      </p:sp>
      <p:sp>
        <p:nvSpPr>
          <p:cNvPr id="11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같은 자리에서 계절마다 사진을 찍어 보세요.</a:t>
            </a:r>
          </a:p>
        </p:txBody>
      </p:sp>
      <p:sp>
        <p:nvSpPr>
          <p:cNvPr id="12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82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502920" y="502920"/>
            <a:ext cx="5852160" cy="5852160"/>
          </a:xfrm>
          <a:prstGeom prst="rect">
            <a:avLst/>
          </a:prstGeom>
          <a:solidFill>
            <a:srgbClr val="FFFFFF"/>
          </a:solidFill>
          <a:ln w="38100">
            <a:solidFill>
              <a:srgbClr val="D0F1D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 rot="19590045">
            <a:off x="4001949" y="1317686"/>
            <a:ext cx="279806" cy="729871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756906">
            <a:off x="3603369" y="971513"/>
            <a:ext cx="279806" cy="865814"/>
          </a:xfrm>
          <a:prstGeom prst="ellipse">
            <a:avLst/>
          </a:prstGeom>
          <a:solidFill>
            <a:srgbClr val="D0F1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20024567">
            <a:off x="3189536" y="1405971"/>
            <a:ext cx="279806" cy="937396"/>
          </a:xfrm>
          <a:prstGeom prst="ellipse">
            <a:avLst/>
          </a:prstGeom>
          <a:solidFill>
            <a:srgbClr val="80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1865516">
            <a:off x="2750759" y="839014"/>
            <a:ext cx="279806" cy="813094"/>
          </a:xfrm>
          <a:prstGeom prst="ellipse">
            <a:avLst/>
          </a:prstGeom>
          <a:solidFill>
            <a:srgbClr val="2B82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2327404">
            <a:off x="2773834" y="935019"/>
            <a:ext cx="279806" cy="760831"/>
          </a:xfrm>
          <a:prstGeom prst="ellipse">
            <a:avLst/>
          </a:prstGeom>
          <a:solidFill>
            <a:srgbClr val="D0F1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19375483">
            <a:off x="3393349" y="1289571"/>
            <a:ext cx="279806" cy="787212"/>
          </a:xfrm>
          <a:prstGeom prst="ellipse">
            <a:avLst/>
          </a:prstGeom>
          <a:solidFill>
            <a:srgbClr val="80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59" y="2263140"/>
            <a:ext cx="5212080" cy="13716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143D21"/>
                </a:solidFill>
              </a:rPr>
              <a:t>저장해 두고 필요할 때 꺼내 보세요</a:t>
            </a:r>
          </a:p>
        </p:txBody>
      </p:sp>
      <p:sp>
        <p:nvSpPr>
          <p:cNvPr id="10" name="한 줄 문구"/>
          <p:cNvSpPr txBox="1"/>
          <p:nvPr/>
        </p:nvSpPr>
        <p:spPr>
          <a:xfrm>
            <a:off x="822959" y="3726180"/>
            <a:ext cx="521208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143D21"/>
                </a:solidFill>
              </a:rPr>
              <a:t>마음에 들면 공유해 주세요</a:t>
            </a:r>
          </a:p>
        </p:txBody>
      </p:sp>
      <p:sp>
        <p:nvSpPr>
          <p:cNvPr id="11" name="안내 문구"/>
          <p:cNvSpPr txBox="1"/>
          <p:nvPr/>
        </p:nvSpPr>
        <p:spPr>
          <a:xfrm>
            <a:off x="822959" y="4594860"/>
            <a:ext cx="521208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계절 안부)">
  <a:themeElements>
    <a:clrScheme name="Office">
      <a:dk1>
        <a:sysClr val="windowText" lastClr="000000"/>
      </a:dk1>
      <a:lt1>
        <a:sysClr val="window" lastClr="FFFFFF"/>
      </a:lt1>
      <a:dk2>
        <a:srgbClr val="143D21"/>
      </a:dk2>
      <a:lt2>
        <a:srgbClr val="F0FAF3"/>
      </a:lt2>
      <a:accent1>
        <a:srgbClr val="2B8245"/>
      </a:accent1>
      <a:accent2>
        <a:srgbClr val="803B91"/>
      </a:accent2>
      <a:accent3>
        <a:srgbClr val="143D21"/>
      </a:accent3>
      <a:accent4>
        <a:srgbClr val="D0F1DA"/>
      </a:accent4>
      <a:accent5>
        <a:srgbClr val="565E6B"/>
      </a:accent5>
      <a:accent6>
        <a:srgbClr val="728B7A"/>
      </a:accent6>
      <a:hlink>
        <a:srgbClr val="2B8245"/>
      </a:hlink>
      <a:folHlink>
        <a:srgbClr val="143D2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카드뉴스(계절 안부)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