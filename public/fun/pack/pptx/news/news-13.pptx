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황사 심한 날 이렇게 지내세요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7236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9DF7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겉옷 한 벌 챙기세요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DF76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9DF7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계절 인사 한 줄 보내기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DF76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9DF7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제철 음식으로 기운 채우기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DF76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9DF7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창문 열고 환기하기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DF76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9DF7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계절 사진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9DF76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7236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7236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1D7236"/>
      </a:dk2>
      <a:lt2>
        <a:srgbClr val="F4FDF7"/>
      </a:lt2>
      <a:accent1>
        <a:srgbClr val="49DF76"/>
      </a:accent1>
      <a:accent2>
        <a:srgbClr val="30A640"/>
      </a:accent2>
      <a:accent3>
        <a:srgbClr val="1D7236"/>
      </a:accent3>
      <a:accent4>
        <a:srgbClr val="DAFBE4"/>
      </a:accent4>
      <a:accent5>
        <a:srgbClr val="3CC25B"/>
      </a:accent5>
      <a:accent6>
        <a:srgbClr val="77AA86"/>
      </a:accent6>
      <a:hlink>
        <a:srgbClr val="49DF76"/>
      </a:hlink>
      <a:folHlink>
        <a:srgbClr val="1D723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