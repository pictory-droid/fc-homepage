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53A41"/>
                </a:solidFill>
              </a:rPr>
              <a:t>새해 가계부 쓰기 시작하는 법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53A41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이번 달 고정지출부터 적어요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97483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카드 대신 현금 한 주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97483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장보기 전 냉장고 사진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97483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작은 목표 통장 만들기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97483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주말 5분 가계부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97483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253A41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53A41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253A41"/>
      </a:dk2>
      <a:lt2>
        <a:srgbClr val="F2F6F8"/>
      </a:lt2>
      <a:accent1>
        <a:srgbClr val="497483"/>
      </a:accent1>
      <a:accent2>
        <a:srgbClr val="834958"/>
      </a:accent2>
      <a:accent3>
        <a:srgbClr val="253A41"/>
      </a:accent3>
      <a:accent4>
        <a:srgbClr val="D6E5EA"/>
      </a:accent4>
      <a:accent5>
        <a:srgbClr val="665E6E"/>
      </a:accent5>
      <a:accent6>
        <a:srgbClr val="7C898D"/>
      </a:accent6>
      <a:hlink>
        <a:srgbClr val="497483"/>
      </a:hlink>
      <a:folHlink>
        <a:srgbClr val="253A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