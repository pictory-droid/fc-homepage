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E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가계부 쓰기 시작하는 법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6" name="포인트"/>
          <p:cNvSpPr/>
          <p:nvPr/>
        </p:nvSpPr>
        <p:spPr>
          <a:xfrm>
            <a:off x="5715000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이번 달 고정지출부터 적어요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8CFE1"/>
                </a:solidFill>
              </a:rPr>
              <a:t>01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6" name="포인트"/>
          <p:cNvSpPr/>
          <p:nvPr/>
        </p:nvSpPr>
        <p:spPr>
          <a:xfrm>
            <a:off x="5715000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카드 대신 현금 한 주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8CFE1"/>
                </a:solidFill>
              </a:rPr>
              <a:t>02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6" name="포인트"/>
          <p:cNvSpPr/>
          <p:nvPr/>
        </p:nvSpPr>
        <p:spPr>
          <a:xfrm>
            <a:off x="5715000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장보기 전 냉장고 사진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8CFE1"/>
                </a:solidFill>
              </a:rPr>
              <a:t>03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6" name="포인트"/>
          <p:cNvSpPr/>
          <p:nvPr/>
        </p:nvSpPr>
        <p:spPr>
          <a:xfrm>
            <a:off x="5715000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작은 목표 통장 만들기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8CFE1"/>
                </a:solidFill>
              </a:rPr>
              <a:t>04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6858000" cy="292608"/>
          </a:xfrm>
          <a:prstGeom prst="rect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6" name="포인트"/>
          <p:cNvSpPr/>
          <p:nvPr/>
        </p:nvSpPr>
        <p:spPr>
          <a:xfrm>
            <a:off x="5715000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주말 5분 가계부</a:t>
            </a:r>
          </a:p>
        </p:txBody>
      </p:sp>
      <p:sp>
        <p:nvSpPr>
          <p:cNvPr id="7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8CFE1"/>
                </a:solidFill>
              </a:rPr>
              <a:t>05</a:t>
            </a:r>
          </a:p>
        </p:txBody>
      </p:sp>
      <p:sp>
        <p:nvSpPr>
          <p:cNvPr id="8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영수증을 모아 두었다가 주말에 5분만 적어 보세요.</a:t>
            </a:r>
          </a:p>
        </p:txBody>
      </p:sp>
      <p:sp>
        <p:nvSpPr>
          <p:cNvPr id="9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E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DDB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6231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274149"/>
      </a:dk2>
      <a:lt2>
        <a:srgbClr val="ECF7FB"/>
      </a:lt2>
      <a:accent1>
        <a:srgbClr val="98CFE1"/>
      </a:accent1>
      <a:accent2>
        <a:srgbClr val="B8C6EA"/>
      </a:accent2>
      <a:accent3>
        <a:srgbClr val="274149"/>
      </a:accent3>
      <a:accent4>
        <a:srgbClr val="D5EEF6"/>
      </a:accent4>
      <a:accent5>
        <a:srgbClr val="A8CAE6"/>
      </a:accent5>
      <a:accent6>
        <a:srgbClr val="7D8D92"/>
      </a:accent6>
      <a:hlink>
        <a:srgbClr val="98CFE1"/>
      </a:hlink>
      <a:folHlink>
        <a:srgbClr val="2741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