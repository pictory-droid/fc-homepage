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5E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" y="457200"/>
            <a:ext cx="5943600" cy="594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621093">
            <a:off x="2961216" y="804639"/>
            <a:ext cx="390585" cy="390585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538585">
            <a:off x="3688649" y="516009"/>
            <a:ext cx="485582" cy="48558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28388">
            <a:off x="2615160" y="1811684"/>
            <a:ext cx="269697" cy="269697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42142">
            <a:off x="2742206" y="1245349"/>
            <a:ext cx="489909" cy="489909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81070">
            <a:off x="2618543" y="624485"/>
            <a:ext cx="332429" cy="332429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133250">
            <a:off x="3533691" y="1200773"/>
            <a:ext cx="483625" cy="483625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59" y="2263140"/>
            <a:ext cx="5212080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3A5E88"/>
                </a:solidFill>
              </a:rPr>
              <a:t>첫눈 오는 날의 약속</a:t>
            </a:r>
          </a:p>
        </p:txBody>
      </p:sp>
      <p:sp>
        <p:nvSpPr>
          <p:cNvPr id="10" name="한 줄 문구"/>
          <p:cNvSpPr txBox="1"/>
          <p:nvPr/>
        </p:nvSpPr>
        <p:spPr>
          <a:xfrm>
            <a:off x="822959" y="3726180"/>
            <a:ext cx="521208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1">
                <a:solidFill>
                  <a:srgbClr val="3A5E88"/>
                </a:solidFill>
              </a:rPr>
              <a:t>옆으로 넘겨 보세요 →</a:t>
            </a:r>
          </a:p>
        </p:txBody>
      </p:sp>
      <p:sp>
        <p:nvSpPr>
          <p:cNvPr id="11" name="안내 문구"/>
          <p:cNvSpPr txBox="1"/>
          <p:nvPr/>
        </p:nvSpPr>
        <p:spPr>
          <a:xfrm>
            <a:off x="822959" y="4594860"/>
            <a:ext cx="521208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감사·칭찬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91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621093">
            <a:off x="5385774" y="616507"/>
            <a:ext cx="236718" cy="236718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538585">
            <a:off x="5826643" y="441580"/>
            <a:ext cx="294292" cy="29429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28388">
            <a:off x="5176043" y="1226837"/>
            <a:ext cx="163452" cy="163452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42142">
            <a:off x="5253041" y="883604"/>
            <a:ext cx="296915" cy="296915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81070">
            <a:off x="5178094" y="507323"/>
            <a:ext cx="201472" cy="20147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133250">
            <a:off x="5732729" y="856588"/>
            <a:ext cx="293106" cy="293106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3A5E88"/>
                </a:solidFill>
              </a:rPr>
              <a:t>고맙다는 말 먼저 건네기</a:t>
            </a:r>
          </a:p>
        </p:txBody>
      </p:sp>
      <p:sp>
        <p:nvSpPr>
          <p:cNvPr id="10" name="번호"/>
          <p:cNvSpPr txBox="1"/>
          <p:nvPr/>
        </p:nvSpPr>
        <p:spPr>
          <a:xfrm>
            <a:off x="73152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6991BF"/>
                </a:solidFill>
              </a:rPr>
              <a:t>01</a:t>
            </a:r>
          </a:p>
        </p:txBody>
      </p:sp>
      <p:sp>
        <p:nvSpPr>
          <p:cNvPr id="11" name="본문"/>
          <p:cNvSpPr txBox="1"/>
          <p:nvPr/>
        </p:nvSpPr>
        <p:spPr>
          <a:xfrm>
            <a:off x="731520" y="3154680"/>
            <a:ext cx="539496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작은 일에도 ‘고마워요’를 먼저 말해 보세요.</a:t>
            </a:r>
          </a:p>
        </p:txBody>
      </p:sp>
      <p:sp>
        <p:nvSpPr>
          <p:cNvPr id="12" name="쪽 번호"/>
          <p:cNvSpPr txBox="1"/>
          <p:nvPr/>
        </p:nvSpPr>
        <p:spPr>
          <a:xfrm>
            <a:off x="731520" y="5852159"/>
            <a:ext cx="539496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91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621093">
            <a:off x="5385774" y="616507"/>
            <a:ext cx="236718" cy="236718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538585">
            <a:off x="5826643" y="441580"/>
            <a:ext cx="294292" cy="29429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28388">
            <a:off x="5176043" y="1226837"/>
            <a:ext cx="163452" cy="163452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42142">
            <a:off x="5253041" y="883604"/>
            <a:ext cx="296915" cy="296915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81070">
            <a:off x="5178094" y="507323"/>
            <a:ext cx="201472" cy="20147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133250">
            <a:off x="5732729" y="856588"/>
            <a:ext cx="293106" cy="293106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3A5E88"/>
                </a:solidFill>
              </a:rPr>
              <a:t>칭찬 한 줄 적어 주기</a:t>
            </a:r>
          </a:p>
        </p:txBody>
      </p:sp>
      <p:sp>
        <p:nvSpPr>
          <p:cNvPr id="10" name="번호"/>
          <p:cNvSpPr txBox="1"/>
          <p:nvPr/>
        </p:nvSpPr>
        <p:spPr>
          <a:xfrm>
            <a:off x="73152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6991BF"/>
                </a:solidFill>
              </a:rPr>
              <a:t>02</a:t>
            </a:r>
          </a:p>
        </p:txBody>
      </p:sp>
      <p:sp>
        <p:nvSpPr>
          <p:cNvPr id="11" name="본문"/>
          <p:cNvSpPr txBox="1"/>
          <p:nvPr/>
        </p:nvSpPr>
        <p:spPr>
          <a:xfrm>
            <a:off x="731520" y="3154680"/>
            <a:ext cx="539496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메모지에 칭찬 한 줄을 적어 가족 책상에 붙여 보세요.</a:t>
            </a:r>
          </a:p>
        </p:txBody>
      </p:sp>
      <p:sp>
        <p:nvSpPr>
          <p:cNvPr id="12" name="쪽 번호"/>
          <p:cNvSpPr txBox="1"/>
          <p:nvPr/>
        </p:nvSpPr>
        <p:spPr>
          <a:xfrm>
            <a:off x="731520" y="5852159"/>
            <a:ext cx="539496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91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621093">
            <a:off x="5385774" y="616507"/>
            <a:ext cx="236718" cy="236718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538585">
            <a:off x="5826643" y="441580"/>
            <a:ext cx="294292" cy="29429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28388">
            <a:off x="5176043" y="1226837"/>
            <a:ext cx="163452" cy="163452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42142">
            <a:off x="5253041" y="883604"/>
            <a:ext cx="296915" cy="296915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81070">
            <a:off x="5178094" y="507323"/>
            <a:ext cx="201472" cy="20147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133250">
            <a:off x="5732729" y="856588"/>
            <a:ext cx="293106" cy="293106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3A5E88"/>
                </a:solidFill>
              </a:rPr>
              <a:t>수고했다는 인사 전하기</a:t>
            </a:r>
          </a:p>
        </p:txBody>
      </p:sp>
      <p:sp>
        <p:nvSpPr>
          <p:cNvPr id="10" name="번호"/>
          <p:cNvSpPr txBox="1"/>
          <p:nvPr/>
        </p:nvSpPr>
        <p:spPr>
          <a:xfrm>
            <a:off x="73152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6991BF"/>
                </a:solidFill>
              </a:rPr>
              <a:t>03</a:t>
            </a:r>
          </a:p>
        </p:txBody>
      </p:sp>
      <p:sp>
        <p:nvSpPr>
          <p:cNvPr id="11" name="본문"/>
          <p:cNvSpPr txBox="1"/>
          <p:nvPr/>
        </p:nvSpPr>
        <p:spPr>
          <a:xfrm>
            <a:off x="731520" y="3154680"/>
            <a:ext cx="539496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하루를 마치고 돌아온 사람에게 따뜻한 한마디를.</a:t>
            </a:r>
          </a:p>
        </p:txBody>
      </p:sp>
      <p:sp>
        <p:nvSpPr>
          <p:cNvPr id="12" name="쪽 번호"/>
          <p:cNvSpPr txBox="1"/>
          <p:nvPr/>
        </p:nvSpPr>
        <p:spPr>
          <a:xfrm>
            <a:off x="731520" y="5852159"/>
            <a:ext cx="539496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91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621093">
            <a:off x="5385774" y="616507"/>
            <a:ext cx="236718" cy="236718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538585">
            <a:off x="5826643" y="441580"/>
            <a:ext cx="294292" cy="29429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28388">
            <a:off x="5176043" y="1226837"/>
            <a:ext cx="163452" cy="163452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42142">
            <a:off x="5253041" y="883604"/>
            <a:ext cx="296915" cy="296915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81070">
            <a:off x="5178094" y="507323"/>
            <a:ext cx="201472" cy="20147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133250">
            <a:off x="5732729" y="856588"/>
            <a:ext cx="293106" cy="293106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3A5E88"/>
                </a:solidFill>
              </a:rPr>
              <a:t>감사 일기 세 줄</a:t>
            </a:r>
          </a:p>
        </p:txBody>
      </p:sp>
      <p:sp>
        <p:nvSpPr>
          <p:cNvPr id="10" name="번호"/>
          <p:cNvSpPr txBox="1"/>
          <p:nvPr/>
        </p:nvSpPr>
        <p:spPr>
          <a:xfrm>
            <a:off x="73152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6991BF"/>
                </a:solidFill>
              </a:rPr>
              <a:t>04</a:t>
            </a:r>
          </a:p>
        </p:txBody>
      </p:sp>
      <p:sp>
        <p:nvSpPr>
          <p:cNvPr id="11" name="본문"/>
          <p:cNvSpPr txBox="1"/>
          <p:nvPr/>
        </p:nvSpPr>
        <p:spPr>
          <a:xfrm>
            <a:off x="731520" y="3154680"/>
            <a:ext cx="539496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오늘 감사했던 일 세 가지를 적어 보세요.</a:t>
            </a:r>
          </a:p>
        </p:txBody>
      </p:sp>
      <p:sp>
        <p:nvSpPr>
          <p:cNvPr id="12" name="쪽 번호"/>
          <p:cNvSpPr txBox="1"/>
          <p:nvPr/>
        </p:nvSpPr>
        <p:spPr>
          <a:xfrm>
            <a:off x="731520" y="5852159"/>
            <a:ext cx="539496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91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621093">
            <a:off x="5385774" y="616507"/>
            <a:ext cx="236718" cy="236718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538585">
            <a:off x="5826643" y="441580"/>
            <a:ext cx="294292" cy="29429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28388">
            <a:off x="5176043" y="1226837"/>
            <a:ext cx="163452" cy="163452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42142">
            <a:off x="5253041" y="883604"/>
            <a:ext cx="296915" cy="296915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81070">
            <a:off x="5178094" y="507323"/>
            <a:ext cx="201472" cy="20147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133250">
            <a:off x="5732729" y="856588"/>
            <a:ext cx="293106" cy="293106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3A5E88"/>
                </a:solidFill>
              </a:rPr>
              <a:t>손편지 한 통 쓰기</a:t>
            </a:r>
          </a:p>
        </p:txBody>
      </p:sp>
      <p:sp>
        <p:nvSpPr>
          <p:cNvPr id="10" name="번호"/>
          <p:cNvSpPr txBox="1"/>
          <p:nvPr/>
        </p:nvSpPr>
        <p:spPr>
          <a:xfrm>
            <a:off x="73152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6991BF"/>
                </a:solidFill>
              </a:rPr>
              <a:t>05</a:t>
            </a:r>
          </a:p>
        </p:txBody>
      </p:sp>
      <p:sp>
        <p:nvSpPr>
          <p:cNvPr id="11" name="본문"/>
          <p:cNvSpPr txBox="1"/>
          <p:nvPr/>
        </p:nvSpPr>
        <p:spPr>
          <a:xfrm>
            <a:off x="731520" y="3154680"/>
            <a:ext cx="539496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짧아도 좋아요. 손으로 쓴 마음은 오래 남아요.</a:t>
            </a:r>
          </a:p>
        </p:txBody>
      </p:sp>
      <p:sp>
        <p:nvSpPr>
          <p:cNvPr id="12" name="쪽 번호"/>
          <p:cNvSpPr txBox="1"/>
          <p:nvPr/>
        </p:nvSpPr>
        <p:spPr>
          <a:xfrm>
            <a:off x="731520" y="5852159"/>
            <a:ext cx="539496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5E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" y="457200"/>
            <a:ext cx="5943600" cy="594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621093">
            <a:off x="2961216" y="804639"/>
            <a:ext cx="390585" cy="390585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538585">
            <a:off x="3688649" y="516009"/>
            <a:ext cx="485582" cy="48558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28388">
            <a:off x="2615160" y="1811684"/>
            <a:ext cx="269697" cy="269697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42142">
            <a:off x="2742206" y="1245349"/>
            <a:ext cx="489909" cy="489909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81070">
            <a:off x="2618543" y="624485"/>
            <a:ext cx="332429" cy="332429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133250">
            <a:off x="3533691" y="1200773"/>
            <a:ext cx="483625" cy="483625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59" y="2263140"/>
            <a:ext cx="5212080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3A5E88"/>
                </a:solidFill>
              </a:rPr>
              <a:t>저장해 두고 필요할 때 꺼내 보세요</a:t>
            </a:r>
          </a:p>
        </p:txBody>
      </p:sp>
      <p:sp>
        <p:nvSpPr>
          <p:cNvPr id="10" name="한 줄 문구"/>
          <p:cNvSpPr txBox="1"/>
          <p:nvPr/>
        </p:nvSpPr>
        <p:spPr>
          <a:xfrm>
            <a:off x="822959" y="3726180"/>
            <a:ext cx="521208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1">
                <a:solidFill>
                  <a:srgbClr val="3A5E88"/>
                </a:solidFill>
              </a:rPr>
              <a:t>마음에 들면 공유해 주세요</a:t>
            </a:r>
          </a:p>
        </p:txBody>
      </p:sp>
      <p:sp>
        <p:nvSpPr>
          <p:cNvPr id="11" name="안내 문구"/>
          <p:cNvSpPr txBox="1"/>
          <p:nvPr/>
        </p:nvSpPr>
        <p:spPr>
          <a:xfrm>
            <a:off x="822959" y="4594860"/>
            <a:ext cx="521208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감사·칭찬)">
  <a:themeElements>
    <a:clrScheme name="Office">
      <a:dk1>
        <a:sysClr val="windowText" lastClr="000000"/>
      </a:dk1>
      <a:lt1>
        <a:sysClr val="window" lastClr="FFFFFF"/>
      </a:lt1>
      <a:dk2>
        <a:srgbClr val="3A5E88"/>
      </a:dk2>
      <a:lt2>
        <a:srgbClr val="F1F5F9"/>
      </a:lt2>
      <a:accent1>
        <a:srgbClr val="6991BF"/>
      </a:accent1>
      <a:accent2>
        <a:srgbClr val="8F403D"/>
      </a:accent2>
      <a:accent3>
        <a:srgbClr val="3A5E88"/>
      </a:accent3>
      <a:accent4>
        <a:srgbClr val="D3DFEE"/>
      </a:accent4>
      <a:accent5>
        <a:srgbClr val="7C687E"/>
      </a:accent5>
      <a:accent6>
        <a:srgbClr val="899EB8"/>
      </a:accent6>
      <a:hlink>
        <a:srgbClr val="6991BF"/>
      </a:hlink>
      <a:folHlink>
        <a:srgbClr val="3A5E88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카드뉴스(감사·칭찬)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