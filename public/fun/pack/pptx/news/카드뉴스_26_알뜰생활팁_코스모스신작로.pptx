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5C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추석 전에 미리 적어 두는 지출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70448" y="246888"/>
            <a:ext cx="237744" cy="237744"/>
          </a:xfrm>
          <a:prstGeom prst="teardrop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이번 달 고정지출부터 적어요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79B8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70448" y="246888"/>
            <a:ext cx="237744" cy="237744"/>
          </a:xfrm>
          <a:prstGeom prst="teardrop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카드 대신 현금 한 주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79B8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70448" y="246888"/>
            <a:ext cx="237744" cy="237744"/>
          </a:xfrm>
          <a:prstGeom prst="teardrop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장보기 전 냉장고 사진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79B8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70448" y="246888"/>
            <a:ext cx="237744" cy="237744"/>
          </a:xfrm>
          <a:prstGeom prst="teardrop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작은 목표 통장 만들기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79B8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5577840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5870448" y="246888"/>
            <a:ext cx="237744" cy="237744"/>
          </a:xfrm>
          <a:prstGeom prst="teardrop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557784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주말 5분 가계부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79B8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영수증을 모아 두었다가 주말에 5분만 적어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7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79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5C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49273E"/>
      </a:dk2>
      <a:lt2>
        <a:srgbClr val="FBECF6"/>
      </a:lt2>
      <a:accent1>
        <a:srgbClr val="D879B8"/>
      </a:accent1>
      <a:accent2>
        <a:srgbClr val="E198A7"/>
      </a:accent2>
      <a:accent3>
        <a:srgbClr val="49273E"/>
      </a:accent3>
      <a:accent4>
        <a:srgbClr val="F6D5EB"/>
      </a:accent4>
      <a:accent5>
        <a:srgbClr val="DC88B0"/>
      </a:accent5>
      <a:accent6>
        <a:srgbClr val="927D8B"/>
      </a:accent6>
      <a:hlink>
        <a:srgbClr val="D879B8"/>
      </a:hlink>
      <a:folHlink>
        <a:srgbClr val="49273E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