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6858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2130425"/>
            <a:ext cx="58293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0" y="3886200"/>
            <a:ext cx="48006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734" y="4406900"/>
            <a:ext cx="58293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734" y="2906713"/>
            <a:ext cx="58293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2900" y="1600200"/>
            <a:ext cx="30289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86150" y="1600200"/>
            <a:ext cx="30289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535113"/>
            <a:ext cx="303014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0" y="2174875"/>
            <a:ext cx="303014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3768" y="1535113"/>
            <a:ext cx="303133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3768" y="2174875"/>
            <a:ext cx="303133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273050"/>
            <a:ext cx="225623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87" y="273050"/>
            <a:ext cx="3833812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1435100"/>
            <a:ext cx="225623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216" y="4800600"/>
            <a:ext cx="41148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216" y="612775"/>
            <a:ext cx="41148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216" y="5367338"/>
            <a:ext cx="41148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7175" y="0"/>
            <a:ext cx="4629150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72050" y="274638"/>
            <a:ext cx="154305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2900" y="274638"/>
            <a:ext cx="451485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274638"/>
            <a:ext cx="6172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600200"/>
            <a:ext cx="61722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6356350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2057400"/>
            <a:ext cx="5760720" cy="1828800"/>
          </a:xfrm>
          <a:prstGeom prst="homePlate">
            <a:avLst/>
          </a:prstGeom>
          <a:solidFill>
            <a:srgbClr val="AE74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3886200"/>
            <a:ext cx="5349240" cy="64008"/>
          </a:xfrm>
          <a:prstGeom prst="rect">
            <a:avLst/>
          </a:prstGeom>
          <a:solidFill>
            <a:srgbClr val="3B8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4570092" y="704815"/>
            <a:ext cx="452864" cy="452864"/>
          </a:xfrm>
          <a:prstGeom prst="ellipse">
            <a:avLst/>
          </a:prstGeom>
          <a:solidFill>
            <a:srgbClr val="AE74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5901455" y="856829"/>
            <a:ext cx="275764" cy="275764"/>
          </a:xfrm>
          <a:prstGeom prst="ellipse">
            <a:avLst/>
          </a:prstGeom>
          <a:solidFill>
            <a:srgbClr val="F5E3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6552446" y="2492187"/>
            <a:ext cx="292227" cy="292227"/>
          </a:xfrm>
          <a:prstGeom prst="ellipse">
            <a:avLst/>
          </a:prstGeom>
          <a:solidFill>
            <a:srgbClr val="3B8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6162350" y="963247"/>
            <a:ext cx="216899" cy="216899"/>
          </a:xfrm>
          <a:prstGeom prst="ellipse">
            <a:avLst/>
          </a:prstGeom>
          <a:solidFill>
            <a:srgbClr val="AE74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4899137" y="299863"/>
            <a:ext cx="236902" cy="236902"/>
          </a:xfrm>
          <a:prstGeom prst="ellipse">
            <a:avLst/>
          </a:prstGeom>
          <a:solidFill>
            <a:srgbClr val="F5E3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6977876" y="2282743"/>
            <a:ext cx="391317" cy="391317"/>
          </a:xfrm>
          <a:prstGeom prst="ellipse">
            <a:avLst/>
          </a:prstGeom>
          <a:solidFill>
            <a:srgbClr val="3B8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6305761" y="442115"/>
            <a:ext cx="455801" cy="455801"/>
          </a:xfrm>
          <a:prstGeom prst="ellipse">
            <a:avLst/>
          </a:prstGeom>
          <a:solidFill>
            <a:srgbClr val="AE74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5519281" y="489281"/>
            <a:ext cx="358123" cy="358123"/>
          </a:xfrm>
          <a:prstGeom prst="ellipse">
            <a:avLst/>
          </a:prstGeom>
          <a:solidFill>
            <a:srgbClr val="F5E3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7171730" y="1333302"/>
            <a:ext cx="269303" cy="269303"/>
          </a:xfrm>
          <a:prstGeom prst="ellipse">
            <a:avLst/>
          </a:prstGeom>
          <a:solidFill>
            <a:srgbClr val="3B8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6615073" y="1757165"/>
            <a:ext cx="317138" cy="317138"/>
          </a:xfrm>
          <a:prstGeom prst="ellipse">
            <a:avLst/>
          </a:prstGeom>
          <a:solidFill>
            <a:srgbClr val="AE74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>
            <a:off x="4970957" y="74145"/>
            <a:ext cx="370756" cy="370756"/>
          </a:xfrm>
          <a:prstGeom prst="ellipse">
            <a:avLst/>
          </a:prstGeom>
          <a:solidFill>
            <a:srgbClr val="F5E3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79" y="2167128"/>
            <a:ext cx="4937759" cy="1609344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FFFFFF"/>
                </a:solidFill>
              </a:rPr>
              <a:t>붕어빵 같은 겨울 행복</a:t>
            </a:r>
          </a:p>
        </p:txBody>
      </p:sp>
      <p:sp>
        <p:nvSpPr>
          <p:cNvPr id="16" name="한 줄 문구"/>
          <p:cNvSpPr txBox="1"/>
          <p:nvPr/>
        </p:nvSpPr>
        <p:spPr>
          <a:xfrm>
            <a:off x="411479" y="4160520"/>
            <a:ext cx="4800600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5B3D15"/>
                </a:solidFill>
              </a:rPr>
              <a:t>옆으로 넘겨 보세요 →</a:t>
            </a:r>
          </a:p>
        </p:txBody>
      </p:sp>
      <p:sp>
        <p:nvSpPr>
          <p:cNvPr id="17" name="안내 문구"/>
          <p:cNvSpPr txBox="1"/>
          <p:nvPr/>
        </p:nvSpPr>
        <p:spPr>
          <a:xfrm>
            <a:off x="411479" y="5029200"/>
            <a:ext cx="4800600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66666"/>
                </a:solidFill>
              </a:rPr>
              <a:t>오늘의 한마디 · 카드뉴스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384048"/>
            <a:ext cx="5349240" cy="896112"/>
          </a:xfrm>
          <a:prstGeom prst="homePlate">
            <a:avLst/>
          </a:prstGeom>
          <a:solidFill>
            <a:srgbClr val="AE74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5357381" y="489607"/>
            <a:ext cx="195353" cy="195353"/>
          </a:xfrm>
          <a:prstGeom prst="ellipse">
            <a:avLst/>
          </a:prstGeom>
          <a:solidFill>
            <a:srgbClr val="AE74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5931695" y="555182"/>
            <a:ext cx="118957" cy="118957"/>
          </a:xfrm>
          <a:prstGeom prst="ellipse">
            <a:avLst/>
          </a:prstGeom>
          <a:solidFill>
            <a:srgbClr val="F5E3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6212514" y="1260630"/>
            <a:ext cx="126058" cy="126058"/>
          </a:xfrm>
          <a:prstGeom prst="ellipse">
            <a:avLst/>
          </a:prstGeom>
          <a:solidFill>
            <a:srgbClr val="3B8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6044238" y="601087"/>
            <a:ext cx="93564" cy="93564"/>
          </a:xfrm>
          <a:prstGeom prst="ellipse">
            <a:avLst/>
          </a:prstGeom>
          <a:solidFill>
            <a:srgbClr val="AE74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5499322" y="314922"/>
            <a:ext cx="102193" cy="102193"/>
          </a:xfrm>
          <a:prstGeom prst="ellipse">
            <a:avLst/>
          </a:prstGeom>
          <a:solidFill>
            <a:srgbClr val="F5E3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6396033" y="1170282"/>
            <a:ext cx="168803" cy="168803"/>
          </a:xfrm>
          <a:prstGeom prst="ellipse">
            <a:avLst/>
          </a:prstGeom>
          <a:solidFill>
            <a:srgbClr val="3B8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6106101" y="376285"/>
            <a:ext cx="196620" cy="196620"/>
          </a:xfrm>
          <a:prstGeom prst="ellipse">
            <a:avLst/>
          </a:prstGeom>
          <a:solidFill>
            <a:srgbClr val="AE74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5766836" y="396632"/>
            <a:ext cx="154484" cy="154484"/>
          </a:xfrm>
          <a:prstGeom prst="ellipse">
            <a:avLst/>
          </a:prstGeom>
          <a:solidFill>
            <a:srgbClr val="F5E3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6479657" y="760719"/>
            <a:ext cx="116170" cy="116170"/>
          </a:xfrm>
          <a:prstGeom prst="ellipse">
            <a:avLst/>
          </a:prstGeom>
          <a:solidFill>
            <a:srgbClr val="3B8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6239530" y="943562"/>
            <a:ext cx="136804" cy="136804"/>
          </a:xfrm>
          <a:prstGeom prst="ellipse">
            <a:avLst/>
          </a:prstGeom>
          <a:solidFill>
            <a:srgbClr val="AE74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5530304" y="217553"/>
            <a:ext cx="159934" cy="159934"/>
          </a:xfrm>
          <a:prstGeom prst="ellipse">
            <a:avLst/>
          </a:prstGeom>
          <a:solidFill>
            <a:srgbClr val="F5E3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11480"/>
            <a:ext cx="4251960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FFFFFF"/>
                </a:solidFill>
              </a:rPr>
              <a:t>천천히 가도 괜찮아요</a:t>
            </a:r>
          </a:p>
        </p:txBody>
      </p:sp>
      <p:sp>
        <p:nvSpPr>
          <p:cNvPr id="15" name="번호"/>
          <p:cNvSpPr txBox="1"/>
          <p:nvPr/>
        </p:nvSpPr>
        <p:spPr>
          <a:xfrm>
            <a:off x="640080" y="173736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AE7429"/>
                </a:solidFill>
              </a:rPr>
              <a:t>01</a:t>
            </a:r>
          </a:p>
        </p:txBody>
      </p:sp>
      <p:sp>
        <p:nvSpPr>
          <p:cNvPr id="16" name="본문"/>
          <p:cNvSpPr txBox="1"/>
          <p:nvPr/>
        </p:nvSpPr>
        <p:spPr>
          <a:xfrm>
            <a:off x="640080" y="320040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오늘 하루도 충분히 잘하고 있어요.</a:t>
            </a:r>
          </a:p>
        </p:txBody>
      </p:sp>
      <p:sp>
        <p:nvSpPr>
          <p:cNvPr id="17" name="쪽 번호"/>
          <p:cNvSpPr txBox="1"/>
          <p:nvPr/>
        </p:nvSpPr>
        <p:spPr>
          <a:xfrm>
            <a:off x="640080" y="60350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1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384048"/>
            <a:ext cx="5349240" cy="896112"/>
          </a:xfrm>
          <a:prstGeom prst="homePlate">
            <a:avLst/>
          </a:prstGeom>
          <a:solidFill>
            <a:srgbClr val="AE74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5357381" y="489607"/>
            <a:ext cx="195353" cy="195353"/>
          </a:xfrm>
          <a:prstGeom prst="ellipse">
            <a:avLst/>
          </a:prstGeom>
          <a:solidFill>
            <a:srgbClr val="AE74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5931695" y="555182"/>
            <a:ext cx="118957" cy="118957"/>
          </a:xfrm>
          <a:prstGeom prst="ellipse">
            <a:avLst/>
          </a:prstGeom>
          <a:solidFill>
            <a:srgbClr val="F5E3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6212514" y="1260630"/>
            <a:ext cx="126058" cy="126058"/>
          </a:xfrm>
          <a:prstGeom prst="ellipse">
            <a:avLst/>
          </a:prstGeom>
          <a:solidFill>
            <a:srgbClr val="3B8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6044238" y="601087"/>
            <a:ext cx="93564" cy="93564"/>
          </a:xfrm>
          <a:prstGeom prst="ellipse">
            <a:avLst/>
          </a:prstGeom>
          <a:solidFill>
            <a:srgbClr val="AE74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5499322" y="314922"/>
            <a:ext cx="102193" cy="102193"/>
          </a:xfrm>
          <a:prstGeom prst="ellipse">
            <a:avLst/>
          </a:prstGeom>
          <a:solidFill>
            <a:srgbClr val="F5E3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6396033" y="1170282"/>
            <a:ext cx="168803" cy="168803"/>
          </a:xfrm>
          <a:prstGeom prst="ellipse">
            <a:avLst/>
          </a:prstGeom>
          <a:solidFill>
            <a:srgbClr val="3B8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6106101" y="376285"/>
            <a:ext cx="196620" cy="196620"/>
          </a:xfrm>
          <a:prstGeom prst="ellipse">
            <a:avLst/>
          </a:prstGeom>
          <a:solidFill>
            <a:srgbClr val="AE74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5766836" y="396632"/>
            <a:ext cx="154484" cy="154484"/>
          </a:xfrm>
          <a:prstGeom prst="ellipse">
            <a:avLst/>
          </a:prstGeom>
          <a:solidFill>
            <a:srgbClr val="F5E3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6479657" y="760719"/>
            <a:ext cx="116170" cy="116170"/>
          </a:xfrm>
          <a:prstGeom prst="ellipse">
            <a:avLst/>
          </a:prstGeom>
          <a:solidFill>
            <a:srgbClr val="3B8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6239530" y="943562"/>
            <a:ext cx="136804" cy="136804"/>
          </a:xfrm>
          <a:prstGeom prst="ellipse">
            <a:avLst/>
          </a:prstGeom>
          <a:solidFill>
            <a:srgbClr val="AE74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5530304" y="217553"/>
            <a:ext cx="159934" cy="159934"/>
          </a:xfrm>
          <a:prstGeom prst="ellipse">
            <a:avLst/>
          </a:prstGeom>
          <a:solidFill>
            <a:srgbClr val="F5E3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11480"/>
            <a:ext cx="4251960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FFFFFF"/>
                </a:solidFill>
              </a:rPr>
              <a:t>쉬어 가도 괜찮아요</a:t>
            </a:r>
          </a:p>
        </p:txBody>
      </p:sp>
      <p:sp>
        <p:nvSpPr>
          <p:cNvPr id="15" name="번호"/>
          <p:cNvSpPr txBox="1"/>
          <p:nvPr/>
        </p:nvSpPr>
        <p:spPr>
          <a:xfrm>
            <a:off x="640080" y="173736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AE7429"/>
                </a:solidFill>
              </a:rPr>
              <a:t>02</a:t>
            </a:r>
          </a:p>
        </p:txBody>
      </p:sp>
      <p:sp>
        <p:nvSpPr>
          <p:cNvPr id="16" name="본문"/>
          <p:cNvSpPr txBox="1"/>
          <p:nvPr/>
        </p:nvSpPr>
        <p:spPr>
          <a:xfrm>
            <a:off x="640080" y="320040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잠깐 멈추는 것도 앞으로 가는 방법이에요.</a:t>
            </a:r>
          </a:p>
        </p:txBody>
      </p:sp>
      <p:sp>
        <p:nvSpPr>
          <p:cNvPr id="17" name="쪽 번호"/>
          <p:cNvSpPr txBox="1"/>
          <p:nvPr/>
        </p:nvSpPr>
        <p:spPr>
          <a:xfrm>
            <a:off x="640080" y="60350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2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384048"/>
            <a:ext cx="5349240" cy="896112"/>
          </a:xfrm>
          <a:prstGeom prst="homePlate">
            <a:avLst/>
          </a:prstGeom>
          <a:solidFill>
            <a:srgbClr val="AE74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5357381" y="489607"/>
            <a:ext cx="195353" cy="195353"/>
          </a:xfrm>
          <a:prstGeom prst="ellipse">
            <a:avLst/>
          </a:prstGeom>
          <a:solidFill>
            <a:srgbClr val="AE74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5931695" y="555182"/>
            <a:ext cx="118957" cy="118957"/>
          </a:xfrm>
          <a:prstGeom prst="ellipse">
            <a:avLst/>
          </a:prstGeom>
          <a:solidFill>
            <a:srgbClr val="F5E3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6212514" y="1260630"/>
            <a:ext cx="126058" cy="126058"/>
          </a:xfrm>
          <a:prstGeom prst="ellipse">
            <a:avLst/>
          </a:prstGeom>
          <a:solidFill>
            <a:srgbClr val="3B8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6044238" y="601087"/>
            <a:ext cx="93564" cy="93564"/>
          </a:xfrm>
          <a:prstGeom prst="ellipse">
            <a:avLst/>
          </a:prstGeom>
          <a:solidFill>
            <a:srgbClr val="AE74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5499322" y="314922"/>
            <a:ext cx="102193" cy="102193"/>
          </a:xfrm>
          <a:prstGeom prst="ellipse">
            <a:avLst/>
          </a:prstGeom>
          <a:solidFill>
            <a:srgbClr val="F5E3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6396033" y="1170282"/>
            <a:ext cx="168803" cy="168803"/>
          </a:xfrm>
          <a:prstGeom prst="ellipse">
            <a:avLst/>
          </a:prstGeom>
          <a:solidFill>
            <a:srgbClr val="3B8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6106101" y="376285"/>
            <a:ext cx="196620" cy="196620"/>
          </a:xfrm>
          <a:prstGeom prst="ellipse">
            <a:avLst/>
          </a:prstGeom>
          <a:solidFill>
            <a:srgbClr val="AE74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5766836" y="396632"/>
            <a:ext cx="154484" cy="154484"/>
          </a:xfrm>
          <a:prstGeom prst="ellipse">
            <a:avLst/>
          </a:prstGeom>
          <a:solidFill>
            <a:srgbClr val="F5E3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6479657" y="760719"/>
            <a:ext cx="116170" cy="116170"/>
          </a:xfrm>
          <a:prstGeom prst="ellipse">
            <a:avLst/>
          </a:prstGeom>
          <a:solidFill>
            <a:srgbClr val="3B8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6239530" y="943562"/>
            <a:ext cx="136804" cy="136804"/>
          </a:xfrm>
          <a:prstGeom prst="ellipse">
            <a:avLst/>
          </a:prstGeom>
          <a:solidFill>
            <a:srgbClr val="AE74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5530304" y="217553"/>
            <a:ext cx="159934" cy="159934"/>
          </a:xfrm>
          <a:prstGeom prst="ellipse">
            <a:avLst/>
          </a:prstGeom>
          <a:solidFill>
            <a:srgbClr val="F5E3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11480"/>
            <a:ext cx="4251960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FFFFFF"/>
                </a:solidFill>
              </a:rPr>
              <a:t>이미 잘하고 있어요</a:t>
            </a:r>
          </a:p>
        </p:txBody>
      </p:sp>
      <p:sp>
        <p:nvSpPr>
          <p:cNvPr id="15" name="번호"/>
          <p:cNvSpPr txBox="1"/>
          <p:nvPr/>
        </p:nvSpPr>
        <p:spPr>
          <a:xfrm>
            <a:off x="640080" y="173736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AE7429"/>
                </a:solidFill>
              </a:rPr>
              <a:t>03</a:t>
            </a:r>
          </a:p>
        </p:txBody>
      </p:sp>
      <p:sp>
        <p:nvSpPr>
          <p:cNvPr id="16" name="본문"/>
          <p:cNvSpPr txBox="1"/>
          <p:nvPr/>
        </p:nvSpPr>
        <p:spPr>
          <a:xfrm>
            <a:off x="640080" y="320040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남과 비교하지 말고 어제의 나와 비교해 보세요.</a:t>
            </a:r>
          </a:p>
        </p:txBody>
      </p:sp>
      <p:sp>
        <p:nvSpPr>
          <p:cNvPr id="17" name="쪽 번호"/>
          <p:cNvSpPr txBox="1"/>
          <p:nvPr/>
        </p:nvSpPr>
        <p:spPr>
          <a:xfrm>
            <a:off x="640080" y="60350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3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384048"/>
            <a:ext cx="5349240" cy="896112"/>
          </a:xfrm>
          <a:prstGeom prst="homePlate">
            <a:avLst/>
          </a:prstGeom>
          <a:solidFill>
            <a:srgbClr val="AE74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5357381" y="489607"/>
            <a:ext cx="195353" cy="195353"/>
          </a:xfrm>
          <a:prstGeom prst="ellipse">
            <a:avLst/>
          </a:prstGeom>
          <a:solidFill>
            <a:srgbClr val="AE74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5931695" y="555182"/>
            <a:ext cx="118957" cy="118957"/>
          </a:xfrm>
          <a:prstGeom prst="ellipse">
            <a:avLst/>
          </a:prstGeom>
          <a:solidFill>
            <a:srgbClr val="F5E3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6212514" y="1260630"/>
            <a:ext cx="126058" cy="126058"/>
          </a:xfrm>
          <a:prstGeom prst="ellipse">
            <a:avLst/>
          </a:prstGeom>
          <a:solidFill>
            <a:srgbClr val="3B8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6044238" y="601087"/>
            <a:ext cx="93564" cy="93564"/>
          </a:xfrm>
          <a:prstGeom prst="ellipse">
            <a:avLst/>
          </a:prstGeom>
          <a:solidFill>
            <a:srgbClr val="AE74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5499322" y="314922"/>
            <a:ext cx="102193" cy="102193"/>
          </a:xfrm>
          <a:prstGeom prst="ellipse">
            <a:avLst/>
          </a:prstGeom>
          <a:solidFill>
            <a:srgbClr val="F5E3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6396033" y="1170282"/>
            <a:ext cx="168803" cy="168803"/>
          </a:xfrm>
          <a:prstGeom prst="ellipse">
            <a:avLst/>
          </a:prstGeom>
          <a:solidFill>
            <a:srgbClr val="3B8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6106101" y="376285"/>
            <a:ext cx="196620" cy="196620"/>
          </a:xfrm>
          <a:prstGeom prst="ellipse">
            <a:avLst/>
          </a:prstGeom>
          <a:solidFill>
            <a:srgbClr val="AE74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5766836" y="396632"/>
            <a:ext cx="154484" cy="154484"/>
          </a:xfrm>
          <a:prstGeom prst="ellipse">
            <a:avLst/>
          </a:prstGeom>
          <a:solidFill>
            <a:srgbClr val="F5E3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6479657" y="760719"/>
            <a:ext cx="116170" cy="116170"/>
          </a:xfrm>
          <a:prstGeom prst="ellipse">
            <a:avLst/>
          </a:prstGeom>
          <a:solidFill>
            <a:srgbClr val="3B8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6239530" y="943562"/>
            <a:ext cx="136804" cy="136804"/>
          </a:xfrm>
          <a:prstGeom prst="ellipse">
            <a:avLst/>
          </a:prstGeom>
          <a:solidFill>
            <a:srgbClr val="AE74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5530304" y="217553"/>
            <a:ext cx="159934" cy="159934"/>
          </a:xfrm>
          <a:prstGeom prst="ellipse">
            <a:avLst/>
          </a:prstGeom>
          <a:solidFill>
            <a:srgbClr val="F5E3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11480"/>
            <a:ext cx="4251960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FFFFFF"/>
                </a:solidFill>
              </a:rPr>
              <a:t>작은 기쁨을 놓치지 마세요</a:t>
            </a:r>
          </a:p>
        </p:txBody>
      </p:sp>
      <p:sp>
        <p:nvSpPr>
          <p:cNvPr id="15" name="번호"/>
          <p:cNvSpPr txBox="1"/>
          <p:nvPr/>
        </p:nvSpPr>
        <p:spPr>
          <a:xfrm>
            <a:off x="640080" y="173736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AE7429"/>
                </a:solidFill>
              </a:rPr>
              <a:t>04</a:t>
            </a:r>
          </a:p>
        </p:txBody>
      </p:sp>
      <p:sp>
        <p:nvSpPr>
          <p:cNvPr id="16" name="본문"/>
          <p:cNvSpPr txBox="1"/>
          <p:nvPr/>
        </p:nvSpPr>
        <p:spPr>
          <a:xfrm>
            <a:off x="640080" y="320040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따뜻한 차 한 잔, 좋은 노래 한 곡이면 충분해요.</a:t>
            </a:r>
          </a:p>
        </p:txBody>
      </p:sp>
      <p:sp>
        <p:nvSpPr>
          <p:cNvPr id="17" name="쪽 번호"/>
          <p:cNvSpPr txBox="1"/>
          <p:nvPr/>
        </p:nvSpPr>
        <p:spPr>
          <a:xfrm>
            <a:off x="640080" y="60350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4 /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384048"/>
            <a:ext cx="5349240" cy="896112"/>
          </a:xfrm>
          <a:prstGeom prst="homePlate">
            <a:avLst/>
          </a:prstGeom>
          <a:solidFill>
            <a:srgbClr val="AE74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5357381" y="489607"/>
            <a:ext cx="195353" cy="195353"/>
          </a:xfrm>
          <a:prstGeom prst="ellipse">
            <a:avLst/>
          </a:prstGeom>
          <a:solidFill>
            <a:srgbClr val="AE74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5931695" y="555182"/>
            <a:ext cx="118957" cy="118957"/>
          </a:xfrm>
          <a:prstGeom prst="ellipse">
            <a:avLst/>
          </a:prstGeom>
          <a:solidFill>
            <a:srgbClr val="F5E3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6212514" y="1260630"/>
            <a:ext cx="126058" cy="126058"/>
          </a:xfrm>
          <a:prstGeom prst="ellipse">
            <a:avLst/>
          </a:prstGeom>
          <a:solidFill>
            <a:srgbClr val="3B8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6044238" y="601087"/>
            <a:ext cx="93564" cy="93564"/>
          </a:xfrm>
          <a:prstGeom prst="ellipse">
            <a:avLst/>
          </a:prstGeom>
          <a:solidFill>
            <a:srgbClr val="AE74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5499322" y="314922"/>
            <a:ext cx="102193" cy="102193"/>
          </a:xfrm>
          <a:prstGeom prst="ellipse">
            <a:avLst/>
          </a:prstGeom>
          <a:solidFill>
            <a:srgbClr val="F5E3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6396033" y="1170282"/>
            <a:ext cx="168803" cy="168803"/>
          </a:xfrm>
          <a:prstGeom prst="ellipse">
            <a:avLst/>
          </a:prstGeom>
          <a:solidFill>
            <a:srgbClr val="3B8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6106101" y="376285"/>
            <a:ext cx="196620" cy="196620"/>
          </a:xfrm>
          <a:prstGeom prst="ellipse">
            <a:avLst/>
          </a:prstGeom>
          <a:solidFill>
            <a:srgbClr val="AE74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5766836" y="396632"/>
            <a:ext cx="154484" cy="154484"/>
          </a:xfrm>
          <a:prstGeom prst="ellipse">
            <a:avLst/>
          </a:prstGeom>
          <a:solidFill>
            <a:srgbClr val="F5E3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6479657" y="760719"/>
            <a:ext cx="116170" cy="116170"/>
          </a:xfrm>
          <a:prstGeom prst="ellipse">
            <a:avLst/>
          </a:prstGeom>
          <a:solidFill>
            <a:srgbClr val="3B8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6239530" y="943562"/>
            <a:ext cx="136804" cy="136804"/>
          </a:xfrm>
          <a:prstGeom prst="ellipse">
            <a:avLst/>
          </a:prstGeom>
          <a:solidFill>
            <a:srgbClr val="AE74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5530304" y="217553"/>
            <a:ext cx="159934" cy="159934"/>
          </a:xfrm>
          <a:prstGeom prst="ellipse">
            <a:avLst/>
          </a:prstGeom>
          <a:solidFill>
            <a:srgbClr val="F5E3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11480"/>
            <a:ext cx="4251960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FFFFFF"/>
                </a:solidFill>
              </a:rPr>
              <a:t>내일은 내일의 해가 떠요</a:t>
            </a:r>
          </a:p>
        </p:txBody>
      </p:sp>
      <p:sp>
        <p:nvSpPr>
          <p:cNvPr id="15" name="번호"/>
          <p:cNvSpPr txBox="1"/>
          <p:nvPr/>
        </p:nvSpPr>
        <p:spPr>
          <a:xfrm>
            <a:off x="640080" y="173736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AE7429"/>
                </a:solidFill>
              </a:rPr>
              <a:t>05</a:t>
            </a:r>
          </a:p>
        </p:txBody>
      </p:sp>
      <p:sp>
        <p:nvSpPr>
          <p:cNvPr id="16" name="본문"/>
          <p:cNvSpPr txBox="1"/>
          <p:nvPr/>
        </p:nvSpPr>
        <p:spPr>
          <a:xfrm>
            <a:off x="640080" y="320040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오늘은 푹 쉬고 내일 다시 시작해요.</a:t>
            </a:r>
          </a:p>
        </p:txBody>
      </p:sp>
      <p:sp>
        <p:nvSpPr>
          <p:cNvPr id="17" name="쪽 번호"/>
          <p:cNvSpPr txBox="1"/>
          <p:nvPr/>
        </p:nvSpPr>
        <p:spPr>
          <a:xfrm>
            <a:off x="640080" y="60350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5 / 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2057400"/>
            <a:ext cx="5760720" cy="1828800"/>
          </a:xfrm>
          <a:prstGeom prst="homePlate">
            <a:avLst/>
          </a:prstGeom>
          <a:solidFill>
            <a:srgbClr val="AE74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3886200"/>
            <a:ext cx="5349240" cy="64008"/>
          </a:xfrm>
          <a:prstGeom prst="rect">
            <a:avLst/>
          </a:prstGeom>
          <a:solidFill>
            <a:srgbClr val="3B8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4570092" y="704815"/>
            <a:ext cx="452864" cy="452864"/>
          </a:xfrm>
          <a:prstGeom prst="ellipse">
            <a:avLst/>
          </a:prstGeom>
          <a:solidFill>
            <a:srgbClr val="AE74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5901455" y="856829"/>
            <a:ext cx="275764" cy="275764"/>
          </a:xfrm>
          <a:prstGeom prst="ellipse">
            <a:avLst/>
          </a:prstGeom>
          <a:solidFill>
            <a:srgbClr val="F5E3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6552446" y="2492187"/>
            <a:ext cx="292227" cy="292227"/>
          </a:xfrm>
          <a:prstGeom prst="ellipse">
            <a:avLst/>
          </a:prstGeom>
          <a:solidFill>
            <a:srgbClr val="3B8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6162350" y="963247"/>
            <a:ext cx="216899" cy="216899"/>
          </a:xfrm>
          <a:prstGeom prst="ellipse">
            <a:avLst/>
          </a:prstGeom>
          <a:solidFill>
            <a:srgbClr val="AE74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4899137" y="299863"/>
            <a:ext cx="236902" cy="236902"/>
          </a:xfrm>
          <a:prstGeom prst="ellipse">
            <a:avLst/>
          </a:prstGeom>
          <a:solidFill>
            <a:srgbClr val="F5E3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6977876" y="2282743"/>
            <a:ext cx="391317" cy="391317"/>
          </a:xfrm>
          <a:prstGeom prst="ellipse">
            <a:avLst/>
          </a:prstGeom>
          <a:solidFill>
            <a:srgbClr val="3B8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6305761" y="442115"/>
            <a:ext cx="455801" cy="455801"/>
          </a:xfrm>
          <a:prstGeom prst="ellipse">
            <a:avLst/>
          </a:prstGeom>
          <a:solidFill>
            <a:srgbClr val="AE74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5519281" y="489281"/>
            <a:ext cx="358123" cy="358123"/>
          </a:xfrm>
          <a:prstGeom prst="ellipse">
            <a:avLst/>
          </a:prstGeom>
          <a:solidFill>
            <a:srgbClr val="F5E3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7171730" y="1333302"/>
            <a:ext cx="269303" cy="269303"/>
          </a:xfrm>
          <a:prstGeom prst="ellipse">
            <a:avLst/>
          </a:prstGeom>
          <a:solidFill>
            <a:srgbClr val="3B8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6615073" y="1757165"/>
            <a:ext cx="317138" cy="317138"/>
          </a:xfrm>
          <a:prstGeom prst="ellipse">
            <a:avLst/>
          </a:prstGeom>
          <a:solidFill>
            <a:srgbClr val="AE74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>
            <a:off x="4970957" y="74145"/>
            <a:ext cx="370756" cy="370756"/>
          </a:xfrm>
          <a:prstGeom prst="ellipse">
            <a:avLst/>
          </a:prstGeom>
          <a:solidFill>
            <a:srgbClr val="F5E3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79" y="2167128"/>
            <a:ext cx="4937759" cy="1609344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FFFFFF"/>
                </a:solidFill>
              </a:rPr>
              <a:t>저장해 두고 필요할 때 꺼내 보세요</a:t>
            </a:r>
          </a:p>
        </p:txBody>
      </p:sp>
      <p:sp>
        <p:nvSpPr>
          <p:cNvPr id="16" name="한 줄 문구"/>
          <p:cNvSpPr txBox="1"/>
          <p:nvPr/>
        </p:nvSpPr>
        <p:spPr>
          <a:xfrm>
            <a:off x="411479" y="4160520"/>
            <a:ext cx="4800600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5B3D15"/>
                </a:solidFill>
              </a:rPr>
              <a:t>마음에 들면 공유해 주세요</a:t>
            </a:r>
          </a:p>
        </p:txBody>
      </p:sp>
      <p:sp>
        <p:nvSpPr>
          <p:cNvPr id="17" name="안내 문구"/>
          <p:cNvSpPr txBox="1"/>
          <p:nvPr/>
        </p:nvSpPr>
        <p:spPr>
          <a:xfrm>
            <a:off x="411479" y="5029200"/>
            <a:ext cx="4800600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66666"/>
                </a:solidFill>
              </a:rPr>
              <a:t>이름 · 연락처를 입력하세요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카드뉴스(오늘의 한마디)">
  <a:themeElements>
    <a:clrScheme name="Office">
      <a:dk1>
        <a:sysClr val="windowText" lastClr="000000"/>
      </a:dk1>
      <a:lt1>
        <a:sysClr val="window" lastClr="FFFFFF"/>
      </a:lt1>
      <a:dk2>
        <a:srgbClr val="5B3D15"/>
      </a:dk2>
      <a:lt2>
        <a:srgbClr val="FBF6EE"/>
      </a:lt2>
      <a:accent1>
        <a:srgbClr val="AE7429"/>
      </a:accent1>
      <a:accent2>
        <a:srgbClr val="3B8B91"/>
      </a:accent2>
      <a:accent3>
        <a:srgbClr val="5B3D15"/>
      </a:accent3>
      <a:accent4>
        <a:srgbClr val="F5E3CC"/>
      </a:accent4>
      <a:accent5>
        <a:srgbClr val="74805D"/>
      </a:accent5>
      <a:accent6>
        <a:srgbClr val="9D8B73"/>
      </a:accent6>
      <a:hlink>
        <a:srgbClr val="AE7429"/>
      </a:hlink>
      <a:folHlink>
        <a:srgbClr val="5B3D15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카드뉴스(오늘의 한마디)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