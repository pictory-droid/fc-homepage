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3977639" y="-1714500"/>
            <a:ext cx="7886700" cy="788670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349240" y="3977639"/>
            <a:ext cx="3429000" cy="34290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4281138" y="665468"/>
            <a:ext cx="439711" cy="439711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603218" y="2648211"/>
            <a:ext cx="325546" cy="325546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6189946" y="844189"/>
            <a:ext cx="428847" cy="428847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6060927" y="2558810"/>
            <a:ext cx="383917" cy="383917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4718267" y="371263"/>
            <a:ext cx="271256" cy="271256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787680" y="427995"/>
            <a:ext cx="294091" cy="294091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272278" y="2844566"/>
            <a:ext cx="506986" cy="50698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5447721" y="793042"/>
            <a:ext cx="486841" cy="486841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4826848" y="730731"/>
            <a:ext cx="496258" cy="496258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3996532" y="21126"/>
            <a:ext cx="405194" cy="405194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6286993" y="2861152"/>
            <a:ext cx="241523" cy="241523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2057400"/>
            <a:ext cx="37719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향기로운 5월의 소소한 팁</a:t>
            </a:r>
          </a:p>
        </p:txBody>
      </p:sp>
      <p:sp>
        <p:nvSpPr>
          <p:cNvPr id="16" name="한 줄 문구"/>
          <p:cNvSpPr txBox="1"/>
          <p:nvPr/>
        </p:nvSpPr>
        <p:spPr>
          <a:xfrm>
            <a:off x="480060" y="3611880"/>
            <a:ext cx="34290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73371"/>
                </a:solidFill>
              </a:rPr>
              <a:t>옆으로 넘겨 보세요 →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480060" y="4480560"/>
            <a:ext cx="34290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568434" y="434860"/>
            <a:ext cx="153549" cy="153549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030113" y="1127246"/>
            <a:ext cx="113682" cy="113682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6235002" y="497270"/>
            <a:ext cx="149756" cy="14975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6189948" y="1096027"/>
            <a:ext cx="134066" cy="13406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721083" y="332121"/>
            <a:ext cx="94724" cy="94724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6094529" y="351933"/>
            <a:ext cx="102698" cy="102698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263753" y="1195815"/>
            <a:ext cx="177042" cy="177042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5975813" y="479409"/>
            <a:ext cx="170008" cy="170008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5759000" y="457650"/>
            <a:ext cx="173296" cy="17329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5469048" y="209851"/>
            <a:ext cx="141496" cy="14149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6268892" y="1201606"/>
            <a:ext cx="84341" cy="84341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73371"/>
                </a:solidFill>
              </a:rPr>
              <a:t>이번 달 고정지출부터 적어요</a:t>
            </a:r>
          </a:p>
        </p:txBody>
      </p:sp>
      <p:sp>
        <p:nvSpPr>
          <p:cNvPr id="1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C56B3"/>
                </a:solidFill>
              </a:rPr>
              <a:t>01</a:t>
            </a:r>
          </a:p>
        </p:txBody>
      </p:sp>
      <p:sp>
        <p:nvSpPr>
          <p:cNvPr id="1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18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568434" y="434860"/>
            <a:ext cx="153549" cy="153549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030113" y="1127246"/>
            <a:ext cx="113682" cy="113682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6235002" y="497270"/>
            <a:ext cx="149756" cy="14975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6189948" y="1096027"/>
            <a:ext cx="134066" cy="13406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721083" y="332121"/>
            <a:ext cx="94724" cy="94724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6094529" y="351933"/>
            <a:ext cx="102698" cy="102698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263753" y="1195815"/>
            <a:ext cx="177042" cy="177042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5975813" y="479409"/>
            <a:ext cx="170008" cy="170008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5759000" y="457650"/>
            <a:ext cx="173296" cy="17329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5469048" y="209851"/>
            <a:ext cx="141496" cy="14149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6268892" y="1201606"/>
            <a:ext cx="84341" cy="84341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73371"/>
                </a:solidFill>
              </a:rPr>
              <a:t>카드 대신 현금 한 주</a:t>
            </a:r>
          </a:p>
        </p:txBody>
      </p:sp>
      <p:sp>
        <p:nvSpPr>
          <p:cNvPr id="1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C56B3"/>
                </a:solidFill>
              </a:rPr>
              <a:t>02</a:t>
            </a:r>
          </a:p>
        </p:txBody>
      </p:sp>
      <p:sp>
        <p:nvSpPr>
          <p:cNvPr id="1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18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568434" y="434860"/>
            <a:ext cx="153549" cy="153549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030113" y="1127246"/>
            <a:ext cx="113682" cy="113682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6235002" y="497270"/>
            <a:ext cx="149756" cy="14975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6189948" y="1096027"/>
            <a:ext cx="134066" cy="13406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721083" y="332121"/>
            <a:ext cx="94724" cy="94724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6094529" y="351933"/>
            <a:ext cx="102698" cy="102698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263753" y="1195815"/>
            <a:ext cx="177042" cy="177042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5975813" y="479409"/>
            <a:ext cx="170008" cy="170008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5759000" y="457650"/>
            <a:ext cx="173296" cy="17329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5469048" y="209851"/>
            <a:ext cx="141496" cy="14149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6268892" y="1201606"/>
            <a:ext cx="84341" cy="84341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73371"/>
                </a:solidFill>
              </a:rPr>
              <a:t>장보기 전 냉장고 사진</a:t>
            </a:r>
          </a:p>
        </p:txBody>
      </p:sp>
      <p:sp>
        <p:nvSpPr>
          <p:cNvPr id="1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C56B3"/>
                </a:solidFill>
              </a:rPr>
              <a:t>03</a:t>
            </a:r>
          </a:p>
        </p:txBody>
      </p:sp>
      <p:sp>
        <p:nvSpPr>
          <p:cNvPr id="1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18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568434" y="434860"/>
            <a:ext cx="153549" cy="153549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030113" y="1127246"/>
            <a:ext cx="113682" cy="113682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6235002" y="497270"/>
            <a:ext cx="149756" cy="14975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6189948" y="1096027"/>
            <a:ext cx="134066" cy="13406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721083" y="332121"/>
            <a:ext cx="94724" cy="94724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6094529" y="351933"/>
            <a:ext cx="102698" cy="102698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263753" y="1195815"/>
            <a:ext cx="177042" cy="177042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5975813" y="479409"/>
            <a:ext cx="170008" cy="170008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5759000" y="457650"/>
            <a:ext cx="173296" cy="17329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5469048" y="209851"/>
            <a:ext cx="141496" cy="14149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6268892" y="1201606"/>
            <a:ext cx="84341" cy="84341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73371"/>
                </a:solidFill>
              </a:rPr>
              <a:t>작은 목표 통장 만들기</a:t>
            </a:r>
          </a:p>
        </p:txBody>
      </p:sp>
      <p:sp>
        <p:nvSpPr>
          <p:cNvPr id="1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C56B3"/>
                </a:solidFill>
              </a:rPr>
              <a:t>04</a:t>
            </a:r>
          </a:p>
        </p:txBody>
      </p:sp>
      <p:sp>
        <p:nvSpPr>
          <p:cNvPr id="1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18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568434" y="434860"/>
            <a:ext cx="153549" cy="153549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030113" y="1127246"/>
            <a:ext cx="113682" cy="113682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6235002" y="497270"/>
            <a:ext cx="149756" cy="14975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6189948" y="1096027"/>
            <a:ext cx="134066" cy="13406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721083" y="332121"/>
            <a:ext cx="94724" cy="94724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6094529" y="351933"/>
            <a:ext cx="102698" cy="102698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263753" y="1195815"/>
            <a:ext cx="177042" cy="177042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5975813" y="479409"/>
            <a:ext cx="170008" cy="170008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5759000" y="457650"/>
            <a:ext cx="173296" cy="17329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5469048" y="209851"/>
            <a:ext cx="141496" cy="14149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6268892" y="1201606"/>
            <a:ext cx="84341" cy="84341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73371"/>
                </a:solidFill>
              </a:rPr>
              <a:t>주말 5분 가계부</a:t>
            </a:r>
          </a:p>
        </p:txBody>
      </p:sp>
      <p:sp>
        <p:nvSpPr>
          <p:cNvPr id="1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C56B3"/>
                </a:solidFill>
              </a:rPr>
              <a:t>05</a:t>
            </a:r>
          </a:p>
        </p:txBody>
      </p:sp>
      <p:sp>
        <p:nvSpPr>
          <p:cNvPr id="1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18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3977639" y="-1714500"/>
            <a:ext cx="7886700" cy="788670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349240" y="3977639"/>
            <a:ext cx="3429000" cy="34290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4281138" y="665468"/>
            <a:ext cx="439711" cy="439711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603218" y="2648211"/>
            <a:ext cx="325546" cy="325546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6189946" y="844189"/>
            <a:ext cx="428847" cy="428847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6060927" y="2558810"/>
            <a:ext cx="383917" cy="383917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4718267" y="371263"/>
            <a:ext cx="271256" cy="271256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787680" y="427995"/>
            <a:ext cx="294091" cy="294091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272278" y="2844566"/>
            <a:ext cx="506986" cy="50698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5447721" y="793042"/>
            <a:ext cx="486841" cy="486841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4826848" y="730731"/>
            <a:ext cx="496258" cy="496258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3996532" y="21126"/>
            <a:ext cx="405194" cy="405194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6286993" y="2861152"/>
            <a:ext cx="241523" cy="241523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2057400"/>
            <a:ext cx="37719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73371"/>
                </a:solidFill>
              </a:rPr>
              <a:t>저장해 두고 필요할 때 꺼내 보세요</a:t>
            </a:r>
          </a:p>
        </p:txBody>
      </p:sp>
      <p:sp>
        <p:nvSpPr>
          <p:cNvPr id="16" name="한 줄 문구"/>
          <p:cNvSpPr txBox="1"/>
          <p:nvPr/>
        </p:nvSpPr>
        <p:spPr>
          <a:xfrm>
            <a:off x="480060" y="3611880"/>
            <a:ext cx="34290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73371"/>
                </a:solidFill>
              </a:rPr>
              <a:t>마음에 들면 공유해 주세요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480060" y="4480560"/>
            <a:ext cx="34290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573371"/>
      </a:dk2>
      <a:lt2>
        <a:srgbClr val="F5F1F9"/>
      </a:lt2>
      <a:accent1>
        <a:srgbClr val="8C56B3"/>
      </a:accent1>
      <a:accent2>
        <a:srgbClr val="868D3F"/>
      </a:accent2>
      <a:accent3>
        <a:srgbClr val="573371"/>
      </a:accent3>
      <a:accent4>
        <a:srgbClr val="E3D3EE"/>
      </a:accent4>
      <a:accent5>
        <a:srgbClr val="897279"/>
      </a:accent5>
      <a:accent6>
        <a:srgbClr val="9A85AA"/>
      </a:accent6>
      <a:hlink>
        <a:srgbClr val="8C56B3"/>
      </a:hlink>
      <a:folHlink>
        <a:srgbClr val="57337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