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장보기 전에 냉장고부터 열어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이번 달 고정지출부터 적어요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997ED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카드 대신 현금 한 주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997ED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장보기 전 냉장고 사진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997ED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작은 목표 통장 만들기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997ED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주말 5분 가계부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997ED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영수증을 모아 두었다가 주말에 5분만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3B2749"/>
      </a:dk2>
      <a:lt2>
        <a:srgbClr val="F5EAFD"/>
      </a:lt2>
      <a:accent1>
        <a:srgbClr val="C997ED"/>
      </a:accent1>
      <a:accent2>
        <a:srgbClr val="F3BAF0"/>
      </a:accent2>
      <a:accent3>
        <a:srgbClr val="3B2749"/>
      </a:accent3>
      <a:accent4>
        <a:srgbClr val="E9D1FA"/>
      </a:accent4>
      <a:accent5>
        <a:srgbClr val="DEA8EE"/>
      </a:accent5>
      <a:accent6>
        <a:srgbClr val="897D92"/>
      </a:accent6>
      <a:hlink>
        <a:srgbClr val="C997ED"/>
      </a:hlink>
      <a:folHlink>
        <a:srgbClr val="3B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