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114800" y="960120"/>
            <a:ext cx="2057400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457700" y="1783080"/>
            <a:ext cx="1371600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834890" y="3051810"/>
            <a:ext cx="617219" cy="102870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676724" y="3140061"/>
            <a:ext cx="152861" cy="15286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675749" y="3322240"/>
            <a:ext cx="178838" cy="178838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498205" y="3897180"/>
            <a:ext cx="203513" cy="203513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429000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대보름 소원 적는 법</a:t>
            </a:r>
          </a:p>
        </p:txBody>
      </p:sp>
      <p:sp>
        <p:nvSpPr>
          <p:cNvPr id="9" name="한 줄 문구"/>
          <p:cNvSpPr txBox="1"/>
          <p:nvPr/>
        </p:nvSpPr>
        <p:spPr>
          <a:xfrm>
            <a:off x="480060" y="3703320"/>
            <a:ext cx="329183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44212"/>
                </a:solidFill>
              </a:rPr>
              <a:t>옆으로 넘겨 보세요 →</a:t>
            </a:r>
          </a:p>
        </p:txBody>
      </p:sp>
      <p:sp>
        <p:nvSpPr>
          <p:cNvPr id="10" name="안내 문구"/>
          <p:cNvSpPr txBox="1"/>
          <p:nvPr/>
        </p:nvSpPr>
        <p:spPr>
          <a:xfrm>
            <a:off x="480060" y="4572000"/>
            <a:ext cx="329183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1264" y="411479"/>
            <a:ext cx="438912" cy="731520"/>
          </a:xfrm>
          <a:prstGeom prst="moon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6139902" y="474236"/>
            <a:ext cx="108701" cy="10870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39208" y="603785"/>
            <a:ext cx="127173" cy="127173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012954" y="1012632"/>
            <a:ext cx="144720" cy="144720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고맙다는 말 먼저 건네기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01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1264" y="411479"/>
            <a:ext cx="438912" cy="731520"/>
          </a:xfrm>
          <a:prstGeom prst="moon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6139902" y="474236"/>
            <a:ext cx="108701" cy="10870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39208" y="603785"/>
            <a:ext cx="127173" cy="127173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012954" y="1012632"/>
            <a:ext cx="144720" cy="144720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칭찬 한 줄 적어 주기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02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1264" y="411479"/>
            <a:ext cx="438912" cy="731520"/>
          </a:xfrm>
          <a:prstGeom prst="moon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6139902" y="474236"/>
            <a:ext cx="108701" cy="10870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39208" y="603785"/>
            <a:ext cx="127173" cy="127173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012954" y="1012632"/>
            <a:ext cx="144720" cy="144720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수고했다는 인사 전하기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03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하루를 마치고 돌아온 사람에게 따뜻한 한마디를.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1264" y="411479"/>
            <a:ext cx="438912" cy="731520"/>
          </a:xfrm>
          <a:prstGeom prst="moon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6139902" y="474236"/>
            <a:ext cx="108701" cy="10870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39208" y="603785"/>
            <a:ext cx="127173" cy="127173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012954" y="1012632"/>
            <a:ext cx="144720" cy="144720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감사 일기 세 줄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04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감사했던 일 세 가지를 적어 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1264" y="411479"/>
            <a:ext cx="438912" cy="731520"/>
          </a:xfrm>
          <a:prstGeom prst="moon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6139902" y="474236"/>
            <a:ext cx="108701" cy="10870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39208" y="603785"/>
            <a:ext cx="127173" cy="127173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012954" y="1012632"/>
            <a:ext cx="144720" cy="144720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44212"/>
                </a:solidFill>
              </a:rPr>
              <a:t>손편지 한 통 쓰기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78425"/>
                </a:solidFill>
              </a:rPr>
              <a:t>05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손으로 쓴 마음은 오래 남아요.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114800" y="960120"/>
            <a:ext cx="2057400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457700" y="1783080"/>
            <a:ext cx="1371600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834890" y="3051810"/>
            <a:ext cx="617219" cy="102870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676724" y="3140061"/>
            <a:ext cx="152861" cy="152861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675749" y="3322240"/>
            <a:ext cx="178838" cy="178838"/>
          </a:xfrm>
          <a:prstGeom prst="star5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498205" y="3897180"/>
            <a:ext cx="203513" cy="203513"/>
          </a:xfrm>
          <a:prstGeom prst="star5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429000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44212"/>
                </a:solidFill>
              </a:rPr>
              <a:t>저장해 두고 필요할 때 꺼내 보세요</a:t>
            </a:r>
          </a:p>
        </p:txBody>
      </p:sp>
      <p:sp>
        <p:nvSpPr>
          <p:cNvPr id="9" name="한 줄 문구"/>
          <p:cNvSpPr txBox="1"/>
          <p:nvPr/>
        </p:nvSpPr>
        <p:spPr>
          <a:xfrm>
            <a:off x="480060" y="3703320"/>
            <a:ext cx="329183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44212"/>
                </a:solidFill>
              </a:rPr>
              <a:t>마음에 들면 공유해 주세요</a:t>
            </a:r>
          </a:p>
        </p:txBody>
      </p:sp>
      <p:sp>
        <p:nvSpPr>
          <p:cNvPr id="10" name="안내 문구"/>
          <p:cNvSpPr txBox="1"/>
          <p:nvPr/>
        </p:nvSpPr>
        <p:spPr>
          <a:xfrm>
            <a:off x="480060" y="4572000"/>
            <a:ext cx="329183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