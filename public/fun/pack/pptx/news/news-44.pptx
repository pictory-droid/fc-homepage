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6E4C1C"/>
                </a:solidFill>
              </a:rPr>
              <a:t>올해 고마웠던 사람 떠올려 보기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6E4C1C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감사·칭찬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5303520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DF0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6E4C1C"/>
                </a:solidFill>
              </a:rPr>
              <a:t>고맙다는 말 먼저 건네기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CA33C"/>
                </a:solidFill>
              </a:rPr>
              <a:t>01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작은 일에도 ‘고마워요’를 먼저 말해 보세요.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5303520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DF0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6E4C1C"/>
                </a:solidFill>
              </a:rPr>
              <a:t>칭찬 한 줄 적어 주기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CA33C"/>
                </a:solidFill>
              </a:rPr>
              <a:t>02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메모지에 칭찬 한 줄을 적어 가족 책상에 붙여 보세요.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5303520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DF0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6E4C1C"/>
                </a:solidFill>
              </a:rPr>
              <a:t>퇴근한 사람에게 한마디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CA33C"/>
                </a:solidFill>
              </a:rPr>
              <a:t>03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‘오늘도 고생했어’ 한마디면 충분해요.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5303520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DF0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6E4C1C"/>
                </a:solidFill>
              </a:rPr>
              <a:t>감사 일기 세 줄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CA33C"/>
                </a:solidFill>
              </a:rPr>
              <a:t>04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오늘 고마웠던 일 세 가지를 적어 보세요.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5303520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DF0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6E4C1C"/>
                </a:solidFill>
              </a:rPr>
              <a:t>엽서 한 장 쓰기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CA33C"/>
                </a:solidFill>
              </a:rPr>
              <a:t>05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짧아도 좋아요. 우체통에 넣는 순간 설레요.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6E4C1C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6E4C1C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감사·칭찬)">
  <a:themeElements>
    <a:clrScheme name="Office">
      <a:dk1>
        <a:sysClr val="windowText" lastClr="000000"/>
      </a:dk1>
      <a:lt1>
        <a:sysClr val="window" lastClr="FFFFFF"/>
      </a:lt1>
      <a:dk2>
        <a:srgbClr val="6E4C1C"/>
      </a:dk2>
      <a:lt2>
        <a:srgbClr val="FEFBF6"/>
      </a:lt2>
      <a:accent1>
        <a:srgbClr val="ECA33C"/>
      </a:accent1>
      <a:accent2>
        <a:srgbClr val="1990E6"/>
      </a:accent2>
      <a:accent3>
        <a:srgbClr val="6E4C1C"/>
      </a:accent3>
      <a:accent4>
        <a:srgbClr val="FDF0DD"/>
      </a:accent4>
      <a:accent5>
        <a:srgbClr val="829A91"/>
      </a:accent5>
      <a:accent6>
        <a:srgbClr val="A89477"/>
      </a:accent6>
      <a:hlink>
        <a:srgbClr val="ECA33C"/>
      </a:hlink>
      <a:folHlink>
        <a:srgbClr val="6E4C1C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카드뉴스(감사·칭찬)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