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334494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5915404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076797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4436757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4010477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4574628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264056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비 오는 날 챙기면 좋은 마음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9465B"/>
                </a:solidFill>
              </a:rPr>
              <a:t>옆으로 넘겨 보세요 →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927432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164099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229852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561687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388018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5617857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898735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9465B"/>
                </a:solidFill>
              </a:rPr>
              <a:t>이번 달 고정지출부터 적어요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DA2"/>
                </a:solidFill>
              </a:rPr>
              <a:t>01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927432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164099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229852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561687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388018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5617857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898735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9465B"/>
                </a:solidFill>
              </a:rPr>
              <a:t>카드 대신 현금 한 주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DA2"/>
                </a:solidFill>
              </a:rPr>
              <a:t>02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927432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164099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229852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561687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388018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5617857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898735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9465B"/>
                </a:solidFill>
              </a:rPr>
              <a:t>장보기 전 냉장고 사진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DA2"/>
                </a:solidFill>
              </a:rPr>
              <a:t>03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927432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164099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229852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561687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388018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5617857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898735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9465B"/>
                </a:solidFill>
              </a:rPr>
              <a:t>작은 목표 통장 만들기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DA2"/>
                </a:solidFill>
              </a:rPr>
              <a:t>04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927432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164099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229852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561687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388018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5617857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898735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9465B"/>
                </a:solidFill>
              </a:rPr>
              <a:t>주말 5분 가계부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DA2"/>
                </a:solidFill>
              </a:rPr>
              <a:t>05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334494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5915404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076797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4436757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4010477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4574628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264056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9465B"/>
                </a:solidFill>
              </a:rPr>
              <a:t>저장해 두고 필요할 때 꺼내 보세요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9465B"/>
                </a:solidFill>
              </a:rPr>
              <a:t>마음에 들면 공유해 주세요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29465B"/>
      </a:dk2>
      <a:lt2>
        <a:srgbClr val="F1F5F9"/>
      </a:lt2>
      <a:accent1>
        <a:srgbClr val="497DA2"/>
      </a:accent1>
      <a:accent2>
        <a:srgbClr val="8D3F46"/>
      </a:accent2>
      <a:accent3>
        <a:srgbClr val="29465B"/>
      </a:accent3>
      <a:accent4>
        <a:srgbClr val="D3E3EE"/>
      </a:accent4>
      <a:accent5>
        <a:srgbClr val="6B5E74"/>
      </a:accent5>
      <a:accent6>
        <a:srgbClr val="7F909D"/>
      </a:accent6>
      <a:hlink>
        <a:srgbClr val="497DA2"/>
      </a:hlink>
      <a:folHlink>
        <a:srgbClr val="2946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