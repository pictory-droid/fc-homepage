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15F25"/>
                </a:solidFill>
              </a:rPr>
              <a:t>하루 십 분 걷기 시작하기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5F25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건강·안심 습관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25"/>
                </a:solidFill>
              </a:rPr>
              <a:t>아침 물 한 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4E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일어나자마자 미지근한 물 한 잔으로 하루를 시작해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25"/>
                </a:solidFill>
              </a:rPr>
              <a:t>하루 십 분 걷기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4E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점심 식사 후 십 분만 걸어도 몸이 한결 가벼워져요.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25"/>
                </a:solidFill>
              </a:rPr>
              <a:t>검진 날짜 적어 두기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4E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달력에 검진 예정일을 적어 두면 미루지 않게 돼요.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25"/>
                </a:solidFill>
              </a:rPr>
              <a:t>잠들기 전 스마트폰 내려놓기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4E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잠자리에 들기 삼십 분 전에는 화면을 꺼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C5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6309360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411480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15F25"/>
                </a:solidFill>
              </a:rPr>
              <a:t>가족 건강 이야기 나누기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73152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26C54E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731520" y="3154680"/>
            <a:ext cx="539496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일주일에 한 번, 서로의 안부와 컨디션을 물어보세요.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731520" y="5852159"/>
            <a:ext cx="539496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15F25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115F25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건강·안심 습관)">
  <a:themeElements>
    <a:clrScheme name="Office">
      <a:dk1>
        <a:sysClr val="windowText" lastClr="000000"/>
      </a:dk1>
      <a:lt1>
        <a:sysClr val="window" lastClr="FFFFFF"/>
      </a:lt1>
      <a:dk2>
        <a:srgbClr val="115F25"/>
      </a:dk2>
      <a:lt2>
        <a:srgbClr val="EEFCF1"/>
      </a:lt2>
      <a:accent1>
        <a:srgbClr val="26C54E"/>
      </a:accent1>
      <a:accent2>
        <a:srgbClr val="209DB6"/>
      </a:accent2>
      <a:accent3>
        <a:srgbClr val="115F25"/>
      </a:accent3>
      <a:accent4>
        <a:srgbClr val="D1FADC"/>
      </a:accent4>
      <a:accent5>
        <a:srgbClr val="23B182"/>
      </a:accent5>
      <a:accent6>
        <a:srgbClr val="709F7C"/>
      </a:accent6>
      <a:hlink>
        <a:srgbClr val="26C54E"/>
      </a:hlink>
      <a:folHlink>
        <a:srgbClr val="115F25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카드뉴스(건강·안심 습관)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