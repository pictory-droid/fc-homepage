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6E570C"/>
                </a:solidFill>
              </a:rPr>
              <a:t>하루 십 분 걷기 시작하기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E570C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570C"/>
                </a:solidFill>
              </a:rPr>
              <a:t>아침 물 한 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A016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570C"/>
                </a:solidFill>
              </a:rPr>
              <a:t>하루 십 분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A016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570C"/>
                </a:solidFill>
              </a:rPr>
              <a:t>검진 날짜 적어 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A016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570C"/>
                </a:solidFill>
              </a:rPr>
              <a:t>잠들기 전 스마트폰 내려놓기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A016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AA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6309360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6E570C"/>
                </a:solidFill>
              </a:rPr>
              <a:t>가족 건강 이야기 나누기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73152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CAA016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731520" y="3154680"/>
            <a:ext cx="539496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731520" y="5852159"/>
            <a:ext cx="539496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6E570C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6E570C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6E570C"/>
      </a:dk2>
      <a:lt2>
        <a:srgbClr val="FDF9ED"/>
      </a:lt2>
      <a:accent1>
        <a:srgbClr val="CAA016"/>
      </a:accent1>
      <a:accent2>
        <a:srgbClr val="3B7A91"/>
      </a:accent2>
      <a:accent3>
        <a:srgbClr val="6E570C"/>
      </a:accent3>
      <a:accent4>
        <a:srgbClr val="FAEEC6"/>
      </a:accent4>
      <a:accent5>
        <a:srgbClr val="828D54"/>
      </a:accent5>
      <a:accent6>
        <a:srgbClr val="A89A6D"/>
      </a:accent6>
      <a:hlink>
        <a:srgbClr val="CAA016"/>
      </a:hlink>
      <a:folHlink>
        <a:srgbClr val="6E570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