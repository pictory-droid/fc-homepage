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7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잠들기 전 삼십 분, 화면 끄기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F79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F79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F79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F79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9F79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7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D89F79"/>
      </a:accent1>
      <a:accent2>
        <a:srgbClr val="E1D798"/>
      </a:accent2>
      <a:accent3>
        <a:srgbClr val="493527"/>
      </a:accent3>
      <a:accent4>
        <a:srgbClr val="F6E2D5"/>
      </a:accent4>
      <a:accent5>
        <a:srgbClr val="DCBB88"/>
      </a:accent5>
      <a:accent6>
        <a:srgbClr val="92867D"/>
      </a:accent6>
      <a:hlink>
        <a:srgbClr val="D89F79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