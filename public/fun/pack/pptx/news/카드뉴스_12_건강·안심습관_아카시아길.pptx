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26728"/>
                </a:solidFill>
              </a:rPr>
              <a:t>검진 날짜, 달력에 적어 두세요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26728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건강·안심 습관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26728"/>
                </a:solidFill>
              </a:rPr>
              <a:t>아침 물 한 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BF5A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일어나자마자 미지근한 물 한 잔으로 하루를 시작해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26728"/>
                </a:solidFill>
              </a:rPr>
              <a:t>하루 십 분 걷기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BF5A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점심 식사 후 십 분만 걸어도 몸이 한결 가벼워져요.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26728"/>
                </a:solidFill>
              </a:rPr>
              <a:t>검진 날짜 적어 두기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BF5A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달력에 검진 예정일을 적어 두면 미루지 않게 돼요.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26728"/>
                </a:solidFill>
              </a:rPr>
              <a:t>잠들기 전 스마트폰 내려놓기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BF5A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잠자리에 들기 삼십 분 전에는 화면을 꺼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526728"/>
                </a:solidFill>
              </a:rPr>
              <a:t>가족 건강 이야기 나누기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DBF5A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일주일에 한 번, 서로의 안부와 컨디션을 물어보세요.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26728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526728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건강·안심 습관)">
  <a:themeElements>
    <a:clrScheme name="Office">
      <a:dk1>
        <a:sysClr val="windowText" lastClr="000000"/>
      </a:dk1>
      <a:lt1>
        <a:sysClr val="window" lastClr="FFFFFF"/>
      </a:lt1>
      <a:dk2>
        <a:srgbClr val="526728"/>
      </a:dk2>
      <a:lt2>
        <a:srgbClr val="F9FCF3"/>
      </a:lt2>
      <a:accent1>
        <a:srgbClr val="9DBF5A"/>
      </a:accent1>
      <a:accent2>
        <a:srgbClr val="339941"/>
      </a:accent2>
      <a:accent3>
        <a:srgbClr val="526728"/>
      </a:accent3>
      <a:accent4>
        <a:srgbClr val="EBF7D4"/>
      </a:accent4>
      <a:accent5>
        <a:srgbClr val="68AC4E"/>
      </a:accent5>
      <a:accent6>
        <a:srgbClr val="97A47E"/>
      </a:accent6>
      <a:hlink>
        <a:srgbClr val="9DBF5A"/>
      </a:hlink>
      <a:folHlink>
        <a:srgbClr val="52672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카드뉴스(건강·안심 습관)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