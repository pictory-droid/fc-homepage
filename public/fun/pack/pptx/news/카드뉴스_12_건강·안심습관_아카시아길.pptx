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D9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검진 날짜, 달력에 적어 두세요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oon">
            <a:avLst/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아침 물 한 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0ED97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oon">
            <a:avLst/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하루 십 분 걷기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0ED97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점심 식사 후 십 분만 걸어도 몸이 한결 가벼워져요.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oon">
            <a:avLst/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검진 날짜 적어 두기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0ED97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달력에 검진 예정일을 적어 두면 미루지 않게 돼요.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oon">
            <a:avLst/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잠들기 전 스마트폰 내려놓기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0ED97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잠자리에 들기 삼십 분 전에는 화면을 꺼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moon">
            <a:avLst/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가족 건강 이야기 나누기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D0ED97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D9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3E4927"/>
      </a:dk2>
      <a:lt2>
        <a:srgbClr val="F7FDEA"/>
      </a:lt2>
      <a:accent1>
        <a:srgbClr val="D0ED97"/>
      </a:accent1>
      <a:accent2>
        <a:srgbClr val="C5F3BA"/>
      </a:accent2>
      <a:accent3>
        <a:srgbClr val="3E4927"/>
      </a:accent3>
      <a:accent4>
        <a:srgbClr val="ECFAD1"/>
      </a:accent4>
      <a:accent5>
        <a:srgbClr val="CAF0A8"/>
      </a:accent5>
      <a:accent6>
        <a:srgbClr val="8B927D"/>
      </a:accent6>
      <a:hlink>
        <a:srgbClr val="D0ED97"/>
      </a:hlink>
      <a:folHlink>
        <a:srgbClr val="3E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