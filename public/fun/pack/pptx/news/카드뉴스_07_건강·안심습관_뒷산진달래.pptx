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59"/>
                </a:solidFill>
              </a:rPr>
              <a:t>아침 물 한 잔으로 시작하는 하루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1D59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B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DD4B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1D59"/>
                </a:solidFill>
              </a:rPr>
              <a:t>아침 물 한 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D4BB1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B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DD4B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1D59"/>
                </a:solidFill>
              </a:rPr>
              <a:t>하루 십 분 걷기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D4BB1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B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DD4B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1D59"/>
                </a:solidFill>
              </a:rPr>
              <a:t>검진 날짜 적어 두기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D4BB1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B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DD4B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1D59"/>
                </a:solidFill>
              </a:rPr>
              <a:t>잠들기 전 스마트폰 내려놓기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D4BB1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B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DD4B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1D59"/>
                </a:solidFill>
              </a:rPr>
              <a:t>가족 건강 이야기 나누기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D4BB1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21D59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1D59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721D59"/>
      </a:dk2>
      <a:lt2>
        <a:srgbClr val="FDF4FA"/>
      </a:lt2>
      <a:accent1>
        <a:srgbClr val="DD4BB1"/>
      </a:accent1>
      <a:accent2>
        <a:srgbClr val="30A640"/>
      </a:accent2>
      <a:accent3>
        <a:srgbClr val="721D59"/>
      </a:accent3>
      <a:accent4>
        <a:srgbClr val="FBDAF1"/>
      </a:accent4>
      <a:accent5>
        <a:srgbClr val="867878"/>
      </a:accent5>
      <a:accent6>
        <a:srgbClr val="AA779B"/>
      </a:accent6>
      <a:hlink>
        <a:srgbClr val="DD4BB1"/>
      </a:hlink>
      <a:folHlink>
        <a:srgbClr val="721D5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