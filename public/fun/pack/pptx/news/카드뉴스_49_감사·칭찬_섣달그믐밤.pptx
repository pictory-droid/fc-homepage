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9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5852160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3D3E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2935224" y="617220"/>
            <a:ext cx="987551" cy="1645919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699925" y="961285"/>
            <a:ext cx="209857" cy="20985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3811275" y="2154320"/>
            <a:ext cx="242569" cy="242569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3782106" y="1137723"/>
            <a:ext cx="243127" cy="24312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2263140"/>
            <a:ext cx="5212080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한 해 마무리 감사 인사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822959" y="3726180"/>
            <a:ext cx="521208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191938"/>
                </a:solidFill>
              </a:rPr>
              <a:t>옆으로 넘겨 보세요 →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822959" y="4594860"/>
            <a:ext cx="52120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94960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19794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881655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865450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1938"/>
                </a:solidFill>
              </a:rPr>
              <a:t>고맙다는 말 먼저 건네기</a:t>
            </a:r>
          </a:p>
        </p:txBody>
      </p:sp>
      <p:sp>
        <p:nvSpPr>
          <p:cNvPr id="8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295B"/>
                </a:solidFill>
              </a:rPr>
              <a:t>01</a:t>
            </a:r>
          </a:p>
        </p:txBody>
      </p:sp>
      <p:sp>
        <p:nvSpPr>
          <p:cNvPr id="9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작은 일에도 ‘고마워요’를 먼저 말해 보세요.</a:t>
            </a:r>
          </a:p>
        </p:txBody>
      </p:sp>
      <p:sp>
        <p:nvSpPr>
          <p:cNvPr id="10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94960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19794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881655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865450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1938"/>
                </a:solidFill>
              </a:rPr>
              <a:t>칭찬 한 줄 적어 주기</a:t>
            </a:r>
          </a:p>
        </p:txBody>
      </p:sp>
      <p:sp>
        <p:nvSpPr>
          <p:cNvPr id="8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295B"/>
                </a:solidFill>
              </a:rPr>
              <a:t>02</a:t>
            </a:r>
          </a:p>
        </p:txBody>
      </p:sp>
      <p:sp>
        <p:nvSpPr>
          <p:cNvPr id="9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10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94960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19794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881655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865450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1938"/>
                </a:solidFill>
              </a:rPr>
              <a:t>수고했다는 인사 전하기</a:t>
            </a:r>
          </a:p>
        </p:txBody>
      </p:sp>
      <p:sp>
        <p:nvSpPr>
          <p:cNvPr id="8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295B"/>
                </a:solidFill>
              </a:rPr>
              <a:t>03</a:t>
            </a:r>
          </a:p>
        </p:txBody>
      </p:sp>
      <p:sp>
        <p:nvSpPr>
          <p:cNvPr id="9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하루를 마치고 돌아온 사람에게 따뜻한 한마디를.</a:t>
            </a:r>
          </a:p>
        </p:txBody>
      </p:sp>
      <p:sp>
        <p:nvSpPr>
          <p:cNvPr id="10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94960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19794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881655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865450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1938"/>
                </a:solidFill>
              </a:rPr>
              <a:t>감사 일기 세 줄</a:t>
            </a:r>
          </a:p>
        </p:txBody>
      </p:sp>
      <p:sp>
        <p:nvSpPr>
          <p:cNvPr id="8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295B"/>
                </a:solidFill>
              </a:rPr>
              <a:t>04</a:t>
            </a:r>
          </a:p>
        </p:txBody>
      </p:sp>
      <p:sp>
        <p:nvSpPr>
          <p:cNvPr id="9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감사했던 일 세 가지를 적어 보세요.</a:t>
            </a:r>
          </a:p>
        </p:txBody>
      </p:sp>
      <p:sp>
        <p:nvSpPr>
          <p:cNvPr id="10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94960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19794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5881655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865450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4023360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91938"/>
                </a:solidFill>
              </a:rPr>
              <a:t>손편지 한 통 쓰기</a:t>
            </a:r>
          </a:p>
        </p:txBody>
      </p:sp>
      <p:sp>
        <p:nvSpPr>
          <p:cNvPr id="8" name="번호"/>
          <p:cNvSpPr txBox="1"/>
          <p:nvPr/>
        </p:nvSpPr>
        <p:spPr>
          <a:xfrm>
            <a:off x="777240" y="164592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9295B"/>
                </a:solidFill>
              </a:rPr>
              <a:t>05</a:t>
            </a:r>
          </a:p>
        </p:txBody>
      </p:sp>
      <p:sp>
        <p:nvSpPr>
          <p:cNvPr id="9" name="본문"/>
          <p:cNvSpPr txBox="1"/>
          <p:nvPr/>
        </p:nvSpPr>
        <p:spPr>
          <a:xfrm>
            <a:off x="777240" y="3108960"/>
            <a:ext cx="530352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짧아도 좋아요. 손으로 쓴 마음은 오래 남아요.</a:t>
            </a:r>
          </a:p>
        </p:txBody>
      </p:sp>
      <p:sp>
        <p:nvSpPr>
          <p:cNvPr id="10" name="쪽 번호"/>
          <p:cNvSpPr txBox="1"/>
          <p:nvPr/>
        </p:nvSpPr>
        <p:spPr>
          <a:xfrm>
            <a:off x="777240" y="5852159"/>
            <a:ext cx="530352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9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5852160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3D3E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2935224" y="617220"/>
            <a:ext cx="987551" cy="1645919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3699925" y="961285"/>
            <a:ext cx="209857" cy="20985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3811275" y="2154320"/>
            <a:ext cx="242569" cy="242569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3782106" y="1137723"/>
            <a:ext cx="243127" cy="24312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2263140"/>
            <a:ext cx="5212080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2800" b="1" i="0">
                <a:solidFill>
                  <a:srgbClr val="191938"/>
                </a:solidFill>
              </a:rPr>
              <a:t>저장해 두고 필요할 때 꺼내 보세요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822959" y="3726180"/>
            <a:ext cx="521208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191938"/>
                </a:solidFill>
              </a:rPr>
              <a:t>마음에 들면 공유해 주세요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822959" y="4594860"/>
            <a:ext cx="521208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191938"/>
      </a:dk2>
      <a:lt2>
        <a:srgbClr val="F1F1F9"/>
      </a:lt2>
      <a:accent1>
        <a:srgbClr val="29295B"/>
      </a:accent1>
      <a:accent2>
        <a:srgbClr val="8D663F"/>
      </a:accent2>
      <a:accent3>
        <a:srgbClr val="191938"/>
      </a:accent3>
      <a:accent4>
        <a:srgbClr val="D3D3EE"/>
      </a:accent4>
      <a:accent5>
        <a:srgbClr val="5B484D"/>
      </a:accent5>
      <a:accent6>
        <a:srgbClr val="757588"/>
      </a:accent6>
      <a:hlink>
        <a:srgbClr val="29295B"/>
      </a:hlink>
      <a:folHlink>
        <a:srgbClr val="19193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