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C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우산 챙기셨나요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3291840" y="246888"/>
            <a:ext cx="274320" cy="274320"/>
          </a:xfrm>
          <a:prstGeom prst="teardrop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BBED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3291840" y="246888"/>
            <a:ext cx="274320" cy="274320"/>
          </a:xfrm>
          <a:prstGeom prst="teardrop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BBED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3291840" y="246888"/>
            <a:ext cx="274320" cy="274320"/>
          </a:xfrm>
          <a:prstGeom prst="teardrop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BBED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3291840" y="246888"/>
            <a:ext cx="274320" cy="274320"/>
          </a:xfrm>
          <a:prstGeom prst="teardrop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BBED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3291840" y="246888"/>
            <a:ext cx="274320" cy="274320"/>
          </a:xfrm>
          <a:prstGeom prst="teardrop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BBED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B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C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273549"/>
      </a:dk2>
      <a:lt2>
        <a:srgbClr val="EAF2FD"/>
      </a:lt2>
      <a:accent1>
        <a:srgbClr val="97BBED"/>
      </a:accent1>
      <a:accent2>
        <a:srgbClr val="BCBAF3"/>
      </a:accent2>
      <a:accent3>
        <a:srgbClr val="273549"/>
      </a:accent3>
      <a:accent4>
        <a:srgbClr val="D1E2FA"/>
      </a:accent4>
      <a:accent5>
        <a:srgbClr val="AABAF0"/>
      </a:accent5>
      <a:accent6>
        <a:srgbClr val="7D8692"/>
      </a:accent6>
      <a:hlink>
        <a:srgbClr val="97BBED"/>
      </a:hlink>
      <a:folHlink>
        <a:srgbClr val="2735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