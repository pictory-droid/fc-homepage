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C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7985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5C66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FFFFF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건강검진 챙기는 순서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</a:rPr>
              <a:t>옆으로 넘겨 보세요 →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</a:rPr>
              <a:t>건강·안심 습관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D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70448" y="246888"/>
            <a:ext cx="237744" cy="237744"/>
          </a:xfrm>
          <a:prstGeom prst="donut">
            <a:avLst/>
          </a:prstGeom>
          <a:solidFill>
            <a:srgbClr val="7985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557784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아침 물 한 잔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985D8"/>
                </a:solidFill>
              </a:rPr>
              <a:t>01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일어나자마자 미지근한 물 한 잔으로 하루를 시작해 보세요.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D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70448" y="246888"/>
            <a:ext cx="237744" cy="237744"/>
          </a:xfrm>
          <a:prstGeom prst="donut">
            <a:avLst/>
          </a:prstGeom>
          <a:solidFill>
            <a:srgbClr val="7985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557784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하루 십 분 걷기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985D8"/>
                </a:solidFill>
              </a:rPr>
              <a:t>02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점심 식사 후 십 분만 걸어도 몸이 한결 가벼워져요.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D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70448" y="246888"/>
            <a:ext cx="237744" cy="237744"/>
          </a:xfrm>
          <a:prstGeom prst="donut">
            <a:avLst/>
          </a:prstGeom>
          <a:solidFill>
            <a:srgbClr val="7985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557784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검진 날짜 적어 두기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985D8"/>
                </a:solidFill>
              </a:rPr>
              <a:t>03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달력에 검진 예정일을 적어 두면 미루지 않게 돼요.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D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70448" y="246888"/>
            <a:ext cx="237744" cy="237744"/>
          </a:xfrm>
          <a:prstGeom prst="donut">
            <a:avLst/>
          </a:prstGeom>
          <a:solidFill>
            <a:srgbClr val="7985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557784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잠들기 전 스마트폰 내려놓기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985D8"/>
                </a:solidFill>
              </a:rPr>
              <a:t>04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잠자리에 들기 삼십 분 전에는 화면을 꺼 보세요.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D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70448" y="246888"/>
            <a:ext cx="237744" cy="237744"/>
          </a:xfrm>
          <a:prstGeom prst="donut">
            <a:avLst/>
          </a:prstGeom>
          <a:solidFill>
            <a:srgbClr val="7985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557784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가족 건강 이야기 나누기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985D8"/>
                </a:solidFill>
              </a:rPr>
              <a:t>05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일주일에 한 번, 서로의 안부와 컨디션을 물어보세요.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2C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7985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5C66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FFFFF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</a:rPr>
              <a:t>저장해 두고 필요할 때 꺼내 보세요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</a:rPr>
              <a:t>마음에 들면 공유해 주세요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건강·안심 습관)">
  <a:themeElements>
    <a:clrScheme name="Office">
      <a:dk1>
        <a:sysClr val="windowText" lastClr="000000"/>
      </a:dk1>
      <a:lt1>
        <a:sysClr val="window" lastClr="FFFFFF"/>
      </a:lt1>
      <a:dk2>
        <a:srgbClr val="272C49"/>
      </a:dk2>
      <a:lt2>
        <a:srgbClr val="ECEEFB"/>
      </a:lt2>
      <a:accent1>
        <a:srgbClr val="7985D8"/>
      </a:accent1>
      <a:accent2>
        <a:srgbClr val="B198E1"/>
      </a:accent2>
      <a:accent3>
        <a:srgbClr val="272C49"/>
      </a:accent3>
      <a:accent4>
        <a:srgbClr val="D5D9F6"/>
      </a:accent4>
      <a:accent5>
        <a:srgbClr val="958EDC"/>
      </a:accent5>
      <a:accent6>
        <a:srgbClr val="7D8092"/>
      </a:accent6>
      <a:hlink>
        <a:srgbClr val="7985D8"/>
      </a:hlink>
      <a:folHlink>
        <a:srgbClr val="272C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카드뉴스(건강·안심 습관)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