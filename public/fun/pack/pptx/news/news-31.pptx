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594360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3705050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3382137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2854017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3025735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3826273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3057630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756110"/>
                </a:solidFill>
              </a:rPr>
              <a:t>은행잎 책갈피 만들기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756110"/>
                </a:solidFill>
              </a:rPr>
              <a:t>옆으로 넘겨 보세요 →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알뜰 생활 팁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5836583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5640878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320805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424877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5910051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444207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이번 달 고정지출부터 적어요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01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월세·통신비·구독료처럼 매달 나가는 돈부터 한곳에 적어 보면 새는 곳이 보여요.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5836583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5640878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320805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424877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5910051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444207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카드 대신 현금 한 주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02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일주일만 현금으로 써 보면 충동구매가 눈에 띄게 줄어요.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5836583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5640878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320805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424877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5910051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444207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장보기 전 냉장고 사진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03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있는 재료를 확인하고 가면 같은 식재료를 또 사는 일이 줄어요.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5836583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5640878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320805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424877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5910051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444207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작은 목표 통장 만들기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04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여행·선물·비상금처럼 이름을 붙이면 모으는 재미가 커져요.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EAB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5836583" y="665425"/>
            <a:ext cx="155448" cy="558079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5640878" y="593702"/>
            <a:ext cx="155448" cy="433186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5320805" y="635674"/>
            <a:ext cx="155448" cy="55864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5424877" y="472600"/>
            <a:ext cx="155448" cy="53922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5910051" y="517387"/>
            <a:ext cx="155448" cy="443284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5444207" y="998437"/>
            <a:ext cx="155448" cy="442778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756110"/>
                </a:solidFill>
              </a:rPr>
              <a:t>주말 5분 가계부</a:t>
            </a:r>
          </a:p>
        </p:txBody>
      </p:sp>
      <p:sp>
        <p:nvSpPr>
          <p:cNvPr id="10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CEAB1C"/>
                </a:solidFill>
              </a:rPr>
              <a:t>05</a:t>
            </a:r>
          </a:p>
        </p:txBody>
      </p:sp>
      <p:sp>
        <p:nvSpPr>
          <p:cNvPr id="11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영수증을 모아 두었다가 주말에 5분만 적어 보세요.</a:t>
            </a:r>
          </a:p>
        </p:txBody>
      </p:sp>
      <p:sp>
        <p:nvSpPr>
          <p:cNvPr id="12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561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5943600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2029632">
            <a:off x="3705050" y="885353"/>
            <a:ext cx="256489" cy="920831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9724490">
            <a:off x="3382137" y="767011"/>
            <a:ext cx="256489" cy="714757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3873090">
            <a:off x="2854017" y="836265"/>
            <a:ext cx="256489" cy="921769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3201298">
            <a:off x="3025735" y="567192"/>
            <a:ext cx="256489" cy="889715"/>
          </a:xfrm>
          <a:prstGeom prst="ellipse">
            <a:avLst/>
          </a:prstGeom>
          <a:solidFill>
            <a:srgbClr val="CEAB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9392276">
            <a:off x="3826273" y="641091"/>
            <a:ext cx="256489" cy="731419"/>
          </a:xfrm>
          <a:prstGeom prst="ellipse">
            <a:avLst/>
          </a:prstGeom>
          <a:solidFill>
            <a:srgbClr val="F9EF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420225">
            <a:off x="3057630" y="1434823"/>
            <a:ext cx="256489" cy="730584"/>
          </a:xfrm>
          <a:prstGeom prst="ellipse">
            <a:avLst/>
          </a:prstGeom>
          <a:solidFill>
            <a:srgbClr val="3B77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756110"/>
                </a:solidFill>
              </a:rPr>
              <a:t>저장해 두고 필요할 때 꺼내 보세요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756110"/>
                </a:solidFill>
              </a:rPr>
              <a:t>마음에 들면 공유해 주세요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알뜰 생활 팁)">
  <a:themeElements>
    <a:clrScheme name="Office">
      <a:dk1>
        <a:sysClr val="windowText" lastClr="000000"/>
      </a:dk1>
      <a:lt1>
        <a:sysClr val="window" lastClr="FFFFFF"/>
      </a:lt1>
      <a:dk2>
        <a:srgbClr val="756110"/>
      </a:dk2>
      <a:lt2>
        <a:srgbClr val="FDF9ED"/>
      </a:lt2>
      <a:accent1>
        <a:srgbClr val="CEAB1C"/>
      </a:accent1>
      <a:accent2>
        <a:srgbClr val="3B7791"/>
      </a:accent2>
      <a:accent3>
        <a:srgbClr val="756110"/>
      </a:accent3>
      <a:accent4>
        <a:srgbClr val="F9EFC8"/>
      </a:accent4>
      <a:accent5>
        <a:srgbClr val="849156"/>
      </a:accent5>
      <a:accent6>
        <a:srgbClr val="ACA070"/>
      </a:accent6>
      <a:hlink>
        <a:srgbClr val="CEAB1C"/>
      </a:hlink>
      <a:folHlink>
        <a:srgbClr val="75611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