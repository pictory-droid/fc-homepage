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F2D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알레르기 있는 날 생활 습관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9592" y="6473952"/>
            <a:ext cx="219456" cy="219456"/>
          </a:xfrm>
          <a:prstGeom prst="donu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아침 물 한 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D397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9592" y="6473952"/>
            <a:ext cx="219456" cy="219456"/>
          </a:xfrm>
          <a:prstGeom prst="donu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하루 십 분 걷기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D397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점심 식사 후 십 분만 걸어도 몸이 한결 가벼워져요.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9592" y="6473952"/>
            <a:ext cx="219456" cy="219456"/>
          </a:xfrm>
          <a:prstGeom prst="donu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검진 날짜 적어 두기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D397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달력에 검진 예정일을 적어 두면 미루지 않게 돼요.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9592" y="6473952"/>
            <a:ext cx="219456" cy="219456"/>
          </a:xfrm>
          <a:prstGeom prst="donu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잠들기 전 스마트폰 내려놓기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D397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잠자리에 들기 삼십 분 전에는 화면을 꺼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9592" y="6473952"/>
            <a:ext cx="219456" cy="219456"/>
          </a:xfrm>
          <a:prstGeom prst="donu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가족 건강 이야기 나누기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D397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F2D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6231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493F27"/>
      </a:dk2>
      <a:lt2>
        <a:srgbClr val="FDF7EA"/>
      </a:lt2>
      <a:accent1>
        <a:srgbClr val="EDD397"/>
      </a:accent1>
      <a:accent2>
        <a:srgbClr val="E9F3BA"/>
      </a:accent2>
      <a:accent3>
        <a:srgbClr val="493F27"/>
      </a:accent3>
      <a:accent4>
        <a:srgbClr val="FAEED1"/>
      </a:accent4>
      <a:accent5>
        <a:srgbClr val="EBE3A8"/>
      </a:accent5>
      <a:accent6>
        <a:srgbClr val="928C7D"/>
      </a:accent6>
      <a:hlink>
        <a:srgbClr val="EDD397"/>
      </a:hlink>
      <a:folHlink>
        <a:srgbClr val="493F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