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381A"/>
                </a:solidFill>
              </a:rPr>
              <a:t>일교차 큰 날 옷차림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8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FDE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ED7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81A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33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FDE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ED7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81A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33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FDE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ED7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81A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33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FDE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ED7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81A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33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FDE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ED7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81A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733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38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8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70381A"/>
      </a:dk2>
      <a:lt2>
        <a:srgbClr val="FEF9F6"/>
      </a:lt2>
      <a:accent1>
        <a:srgbClr val="ED7331"/>
      </a:accent1>
      <a:accent2>
        <a:srgbClr val="29A39B"/>
      </a:accent2>
      <a:accent3>
        <a:srgbClr val="70381A"/>
      </a:accent3>
      <a:accent4>
        <a:srgbClr val="FDE8DD"/>
      </a:accent4>
      <a:accent5>
        <a:srgbClr val="8B8B66"/>
      </a:accent5>
      <a:accent6>
        <a:srgbClr val="A98876"/>
      </a:accent6>
      <a:hlink>
        <a:srgbClr val="ED7331"/>
      </a:hlink>
      <a:folHlink>
        <a:srgbClr val="7038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