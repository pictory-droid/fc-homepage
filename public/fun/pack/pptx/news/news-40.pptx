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451C"/>
                </a:solidFill>
              </a:rPr>
              <a:t>서두르지 않아도 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E451C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C94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점심은 거르지 마세요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943C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C94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전화 한 통 걸어 보세요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943C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C94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메모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943C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C94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퇴근길 한 정거장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943C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C94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오늘은 일찍 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943C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6E451C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E451C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6E451C"/>
      </a:dk2>
      <a:lt2>
        <a:srgbClr val="FEFAF6"/>
      </a:lt2>
      <a:accent1>
        <a:srgbClr val="EC943C"/>
      </a:accent1>
      <a:accent2>
        <a:srgbClr val="1990E6"/>
      </a:accent2>
      <a:accent3>
        <a:srgbClr val="6E451C"/>
      </a:accent3>
      <a:accent4>
        <a:srgbClr val="FDEDDD"/>
      </a:accent4>
      <a:accent5>
        <a:srgbClr val="829291"/>
      </a:accent5>
      <a:accent6>
        <a:srgbClr val="A88F77"/>
      </a:accent6>
      <a:hlink>
        <a:srgbClr val="EC943C"/>
      </a:hlink>
      <a:folHlink>
        <a:srgbClr val="6E45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