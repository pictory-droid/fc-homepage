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88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스승의 날 엽서 한 장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5715000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고맙다는 말 먼저 건네기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B279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작은 일에도 ‘고마워요’를 먼저 말해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5715000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칭찬 한 줄 적어 주기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B279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5715000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퇴근한 사람에게 한마디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B279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‘오늘도 고생했어’ 한마디면 충분해요.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5715000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감사 일기 세 줄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B279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오늘 고마웠던 일 세 가지를 적어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EBD2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5715000" y="502919"/>
            <a:ext cx="274320" cy="274320"/>
          </a:xfrm>
          <a:prstGeom prst="teardrop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엽서 한 장 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8B279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짧아도 좋아요. 우체통에 넣는 순간 설레요.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8B2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A688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FFFFF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493B27"/>
      </a:dk2>
      <a:lt2>
        <a:srgbClr val="FBF5EC"/>
      </a:lt2>
      <a:accent1>
        <a:srgbClr val="D8B279"/>
      </a:accent1>
      <a:accent2>
        <a:srgbClr val="DCE198"/>
      </a:accent2>
      <a:accent3>
        <a:srgbClr val="493B27"/>
      </a:accent3>
      <a:accent4>
        <a:srgbClr val="F6E9D5"/>
      </a:accent4>
      <a:accent5>
        <a:srgbClr val="DACA88"/>
      </a:accent5>
      <a:accent6>
        <a:srgbClr val="92897D"/>
      </a:accent6>
      <a:hlink>
        <a:srgbClr val="D8B279"/>
      </a:hlink>
      <a:folHlink>
        <a:srgbClr val="493B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