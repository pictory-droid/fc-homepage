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9472C"/>
                </a:solidFill>
              </a:rPr>
              <a:t>스승의 날 엽서 한 장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9472C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472C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7D4D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472C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7D4D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472C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7D4D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472C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7D4D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-182880" y="6144768"/>
            <a:ext cx="7223760" cy="731520"/>
          </a:xfrm>
          <a:prstGeom prst="wave">
            <a:avLst/>
          </a:prstGeom>
          <a:solidFill>
            <a:srgbClr val="EC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-182880" y="6400800"/>
            <a:ext cx="7223760" cy="502920"/>
          </a:xfrm>
          <a:prstGeom prst="wave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9472C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7D4D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089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55778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9472C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9472C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59472C"/>
      </a:dk2>
      <a:lt2>
        <a:srgbClr val="F8F5F1"/>
      </a:lt2>
      <a:accent1>
        <a:srgbClr val="9D7D4D"/>
      </a:accent1>
      <a:accent2>
        <a:srgbClr val="438289"/>
      </a:accent2>
      <a:accent3>
        <a:srgbClr val="59472C"/>
      </a:accent3>
      <a:accent4>
        <a:srgbClr val="ECE3D4"/>
      </a:accent4>
      <a:accent5>
        <a:srgbClr val="70806B"/>
      </a:accent5>
      <a:accent6>
        <a:srgbClr val="9B9180"/>
      </a:accent6>
      <a:hlink>
        <a:srgbClr val="9D7D4D"/>
      </a:hlink>
      <a:folHlink>
        <a:srgbClr val="59472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