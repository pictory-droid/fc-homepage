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D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600200" y="822960"/>
            <a:ext cx="3657600" cy="3657600"/>
          </a:xfrm>
          <a:prstGeom prst="ellipse">
            <a:avLst/>
          </a:prstGeom>
          <a:solidFill>
            <a:srgbClr val="BB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246120" y="502920"/>
            <a:ext cx="822960" cy="822960"/>
          </a:xfrm>
          <a:prstGeom prst="ellipse">
            <a:avLst/>
          </a:prstGeom>
          <a:solidFill>
            <a:srgbClr val="C6F2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731520" y="4572000"/>
            <a:ext cx="5394960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CARD NEWS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892040"/>
            <a:ext cx="5394960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오늘 하루 이것만 하면 됩니다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731520" y="5806440"/>
            <a:ext cx="539496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옆으로 넘겨 보세요 →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731520" y="6675120"/>
            <a:ext cx="539496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26231F"/>
                </a:solidFill>
              </a:rPr>
              <a:t>오늘의 한마디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D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>
            <a:off x="3291840" y="246888"/>
            <a:ext cx="274320" cy="274320"/>
          </a:xfrm>
          <a:prstGeom prst="mathPlus">
            <a:avLst/>
          </a:prstGeom>
          <a:solidFill>
            <a:srgbClr val="BB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017520" y="1572768"/>
            <a:ext cx="822960" cy="22860"/>
          </a:xfrm>
          <a:prstGeom prst="rect">
            <a:avLst/>
          </a:prstGeom>
          <a:solidFill>
            <a:srgbClr val="BB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CARD NEWS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26231F"/>
                </a:solidFill>
              </a:rPr>
              <a:t>점심은 거르지 마세요</a:t>
            </a:r>
          </a:p>
        </p:txBody>
      </p:sp>
      <p:sp>
        <p:nvSpPr>
          <p:cNvPr id="6" name="번호"/>
          <p:cNvSpPr txBox="1"/>
          <p:nvPr/>
        </p:nvSpPr>
        <p:spPr>
          <a:xfrm>
            <a:off x="640080" y="1874519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BBED97"/>
                </a:solidFill>
              </a:rPr>
              <a:t>01</a:t>
            </a:r>
          </a:p>
        </p:txBody>
      </p:sp>
      <p:sp>
        <p:nvSpPr>
          <p:cNvPr id="7" name="본문"/>
          <p:cNvSpPr txBox="1"/>
          <p:nvPr/>
        </p:nvSpPr>
        <p:spPr>
          <a:xfrm>
            <a:off x="640080" y="33375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6231F"/>
                </a:solidFill>
              </a:rPr>
              <a:t>바빠도 한 끼는 앉아서 먹어요. 오후가 달라져요.</a:t>
            </a:r>
          </a:p>
        </p:txBody>
      </p:sp>
      <p:sp>
        <p:nvSpPr>
          <p:cNvPr id="8" name="쪽 번호"/>
          <p:cNvSpPr txBox="1"/>
          <p:nvPr/>
        </p:nvSpPr>
        <p:spPr>
          <a:xfrm>
            <a:off x="640080" y="598932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D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>
            <a:off x="3291840" y="246888"/>
            <a:ext cx="274320" cy="274320"/>
          </a:xfrm>
          <a:prstGeom prst="mathPlus">
            <a:avLst/>
          </a:prstGeom>
          <a:solidFill>
            <a:srgbClr val="BB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017520" y="1572768"/>
            <a:ext cx="822960" cy="22860"/>
          </a:xfrm>
          <a:prstGeom prst="rect">
            <a:avLst/>
          </a:prstGeom>
          <a:solidFill>
            <a:srgbClr val="BB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CARD NEWS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26231F"/>
                </a:solidFill>
              </a:rPr>
              <a:t>전화 한 통 걸어 보세요</a:t>
            </a:r>
          </a:p>
        </p:txBody>
      </p:sp>
      <p:sp>
        <p:nvSpPr>
          <p:cNvPr id="6" name="번호"/>
          <p:cNvSpPr txBox="1"/>
          <p:nvPr/>
        </p:nvSpPr>
        <p:spPr>
          <a:xfrm>
            <a:off x="640080" y="1874519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BBED97"/>
                </a:solidFill>
              </a:rPr>
              <a:t>02</a:t>
            </a:r>
          </a:p>
        </p:txBody>
      </p:sp>
      <p:sp>
        <p:nvSpPr>
          <p:cNvPr id="7" name="본문"/>
          <p:cNvSpPr txBox="1"/>
          <p:nvPr/>
        </p:nvSpPr>
        <p:spPr>
          <a:xfrm>
            <a:off x="640080" y="33375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6231F"/>
                </a:solidFill>
              </a:rPr>
              <a:t>문자보다 목소리가 먼저 떠오르는 사람이 있다면 지금 걸어 보세요.</a:t>
            </a:r>
          </a:p>
        </p:txBody>
      </p:sp>
      <p:sp>
        <p:nvSpPr>
          <p:cNvPr id="8" name="쪽 번호"/>
          <p:cNvSpPr txBox="1"/>
          <p:nvPr/>
        </p:nvSpPr>
        <p:spPr>
          <a:xfrm>
            <a:off x="640080" y="598932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D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>
            <a:off x="3291840" y="246888"/>
            <a:ext cx="274320" cy="274320"/>
          </a:xfrm>
          <a:prstGeom prst="mathPlus">
            <a:avLst/>
          </a:prstGeom>
          <a:solidFill>
            <a:srgbClr val="BB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017520" y="1572768"/>
            <a:ext cx="822960" cy="22860"/>
          </a:xfrm>
          <a:prstGeom prst="rect">
            <a:avLst/>
          </a:prstGeom>
          <a:solidFill>
            <a:srgbClr val="BB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CARD NEWS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26231F"/>
                </a:solidFill>
              </a:rPr>
              <a:t>메모 한 장 남기기</a:t>
            </a:r>
          </a:p>
        </p:txBody>
      </p:sp>
      <p:sp>
        <p:nvSpPr>
          <p:cNvPr id="6" name="번호"/>
          <p:cNvSpPr txBox="1"/>
          <p:nvPr/>
        </p:nvSpPr>
        <p:spPr>
          <a:xfrm>
            <a:off x="640080" y="1874519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BBED97"/>
                </a:solidFill>
              </a:rPr>
              <a:t>03</a:t>
            </a:r>
          </a:p>
        </p:txBody>
      </p:sp>
      <p:sp>
        <p:nvSpPr>
          <p:cNvPr id="7" name="본문"/>
          <p:cNvSpPr txBox="1"/>
          <p:nvPr/>
        </p:nvSpPr>
        <p:spPr>
          <a:xfrm>
            <a:off x="640080" y="33375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6231F"/>
                </a:solidFill>
              </a:rPr>
              <a:t>생각났을 때 적어 두면 다음 주의 내가 고마워해요.</a:t>
            </a:r>
          </a:p>
        </p:txBody>
      </p:sp>
      <p:sp>
        <p:nvSpPr>
          <p:cNvPr id="8" name="쪽 번호"/>
          <p:cNvSpPr txBox="1"/>
          <p:nvPr/>
        </p:nvSpPr>
        <p:spPr>
          <a:xfrm>
            <a:off x="640080" y="598932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D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>
            <a:off x="3291840" y="246888"/>
            <a:ext cx="274320" cy="274320"/>
          </a:xfrm>
          <a:prstGeom prst="mathPlus">
            <a:avLst/>
          </a:prstGeom>
          <a:solidFill>
            <a:srgbClr val="BB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017520" y="1572768"/>
            <a:ext cx="822960" cy="22860"/>
          </a:xfrm>
          <a:prstGeom prst="rect">
            <a:avLst/>
          </a:prstGeom>
          <a:solidFill>
            <a:srgbClr val="BB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CARD NEWS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26231F"/>
                </a:solidFill>
              </a:rPr>
              <a:t>퇴근길 한 정거장 걷기</a:t>
            </a:r>
          </a:p>
        </p:txBody>
      </p:sp>
      <p:sp>
        <p:nvSpPr>
          <p:cNvPr id="6" name="번호"/>
          <p:cNvSpPr txBox="1"/>
          <p:nvPr/>
        </p:nvSpPr>
        <p:spPr>
          <a:xfrm>
            <a:off x="640080" y="1874519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BBED97"/>
                </a:solidFill>
              </a:rPr>
              <a:t>04</a:t>
            </a:r>
          </a:p>
        </p:txBody>
      </p:sp>
      <p:sp>
        <p:nvSpPr>
          <p:cNvPr id="7" name="본문"/>
          <p:cNvSpPr txBox="1"/>
          <p:nvPr/>
        </p:nvSpPr>
        <p:spPr>
          <a:xfrm>
            <a:off x="640080" y="33375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6231F"/>
                </a:solidFill>
              </a:rPr>
              <a:t>한 정거장 먼저 내려 걸으면 머리가 정리돼요.</a:t>
            </a:r>
          </a:p>
        </p:txBody>
      </p:sp>
      <p:sp>
        <p:nvSpPr>
          <p:cNvPr id="8" name="쪽 번호"/>
          <p:cNvSpPr txBox="1"/>
          <p:nvPr/>
        </p:nvSpPr>
        <p:spPr>
          <a:xfrm>
            <a:off x="640080" y="598932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D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>
            <a:off x="3291840" y="246888"/>
            <a:ext cx="274320" cy="274320"/>
          </a:xfrm>
          <a:prstGeom prst="mathPlus">
            <a:avLst/>
          </a:prstGeom>
          <a:solidFill>
            <a:srgbClr val="BB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017520" y="1572768"/>
            <a:ext cx="822960" cy="22860"/>
          </a:xfrm>
          <a:prstGeom prst="rect">
            <a:avLst/>
          </a:prstGeom>
          <a:solidFill>
            <a:srgbClr val="BB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CARD NEWS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26231F"/>
                </a:solidFill>
              </a:rPr>
              <a:t>오늘은 일찍 자기</a:t>
            </a:r>
          </a:p>
        </p:txBody>
      </p:sp>
      <p:sp>
        <p:nvSpPr>
          <p:cNvPr id="6" name="번호"/>
          <p:cNvSpPr txBox="1"/>
          <p:nvPr/>
        </p:nvSpPr>
        <p:spPr>
          <a:xfrm>
            <a:off x="640080" y="1874519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BBED97"/>
                </a:solidFill>
              </a:rPr>
              <a:t>05</a:t>
            </a:r>
          </a:p>
        </p:txBody>
      </p:sp>
      <p:sp>
        <p:nvSpPr>
          <p:cNvPr id="7" name="본문"/>
          <p:cNvSpPr txBox="1"/>
          <p:nvPr/>
        </p:nvSpPr>
        <p:spPr>
          <a:xfrm>
            <a:off x="640080" y="33375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6231F"/>
                </a:solidFill>
              </a:rPr>
              <a:t>미룬 일은 내일 해도 돼요. 오늘은 불을 일찍 끄세요.</a:t>
            </a:r>
          </a:p>
        </p:txBody>
      </p:sp>
      <p:sp>
        <p:nvSpPr>
          <p:cNvPr id="8" name="쪽 번호"/>
          <p:cNvSpPr txBox="1"/>
          <p:nvPr/>
        </p:nvSpPr>
        <p:spPr>
          <a:xfrm>
            <a:off x="640080" y="598932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D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600200" y="822960"/>
            <a:ext cx="3657600" cy="3657600"/>
          </a:xfrm>
          <a:prstGeom prst="ellipse">
            <a:avLst/>
          </a:prstGeom>
          <a:solidFill>
            <a:srgbClr val="BB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246120" y="502920"/>
            <a:ext cx="822960" cy="822960"/>
          </a:xfrm>
          <a:prstGeom prst="ellipse">
            <a:avLst/>
          </a:prstGeom>
          <a:solidFill>
            <a:srgbClr val="C6F2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731520" y="4572000"/>
            <a:ext cx="5394960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CARD NEWS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892040"/>
            <a:ext cx="5394960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2800" b="1" i="0">
                <a:solidFill>
                  <a:srgbClr val="26231F"/>
                </a:solidFill>
              </a:rPr>
              <a:t>저장해 두고 필요할 때 꺼내 보세요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731520" y="5806440"/>
            <a:ext cx="539496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마음에 들면 공유해 주세요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731520" y="6675120"/>
            <a:ext cx="539496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26231F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오늘의 한마디)">
  <a:themeElements>
    <a:clrScheme name="Office">
      <a:dk1>
        <a:sysClr val="windowText" lastClr="000000"/>
      </a:dk1>
      <a:lt1>
        <a:sysClr val="window" lastClr="FFFFFF"/>
      </a:lt1>
      <a:dk2>
        <a:srgbClr val="354927"/>
      </a:dk2>
      <a:lt2>
        <a:srgbClr val="F2FDEA"/>
      </a:lt2>
      <a:accent1>
        <a:srgbClr val="BBED97"/>
      </a:accent1>
      <a:accent2>
        <a:srgbClr val="BAF3BC"/>
      </a:accent2>
      <a:accent3>
        <a:srgbClr val="354927"/>
      </a:accent3>
      <a:accent4>
        <a:srgbClr val="E2FAD1"/>
      </a:accent4>
      <a:accent5>
        <a:srgbClr val="BAF0AA"/>
      </a:accent5>
      <a:accent6>
        <a:srgbClr val="86927D"/>
      </a:accent6>
      <a:hlink>
        <a:srgbClr val="BBED97"/>
      </a:hlink>
      <a:folHlink>
        <a:srgbClr val="354927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카드뉴스(오늘의 한마디)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