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0721D"/>
                </a:solidFill>
              </a:rPr>
              <a:t>오늘 하루 이것만 하면 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0721D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8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9D6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0721D"/>
                </a:solidFill>
              </a:rPr>
              <a:t>점심은 거르지 마세요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9D651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8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9D6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0721D"/>
                </a:solidFill>
              </a:rPr>
              <a:t>전화 한 통 걸어 보세요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9D651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8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9D6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0721D"/>
                </a:solidFill>
              </a:rPr>
              <a:t>메모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9D651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8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9D6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0721D"/>
                </a:solidFill>
              </a:rPr>
              <a:t>퇴근길 한 정거장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9D651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8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89D6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0721D"/>
                </a:solidFill>
              </a:rPr>
              <a:t>오늘은 일찍 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9D651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0721D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0721D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40721D"/>
      </a:dk2>
      <a:lt2>
        <a:srgbClr val="F8FDF4"/>
      </a:lt2>
      <a:accent1>
        <a:srgbClr val="89D651"/>
      </a:accent1>
      <a:accent2>
        <a:srgbClr val="30A640"/>
      </a:accent2>
      <a:accent3>
        <a:srgbClr val="40721D"/>
      </a:accent3>
      <a:accent4>
        <a:srgbClr val="E8FBDA"/>
      </a:accent4>
      <a:accent5>
        <a:srgbClr val="5CBE48"/>
      </a:accent5>
      <a:accent6>
        <a:srgbClr val="8CAA77"/>
      </a:accent6>
      <a:hlink>
        <a:srgbClr val="89D651"/>
      </a:hlink>
      <a:folHlink>
        <a:srgbClr val="4072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