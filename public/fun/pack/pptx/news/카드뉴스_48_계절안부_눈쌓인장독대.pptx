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한파에 어르신 안부 묻기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94660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94660"/>
                </a:solidFill>
              </a:rPr>
              <a:t>겉옷 한 벌 챙기세요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E74A1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94660"/>
                </a:solidFill>
              </a:rPr>
              <a:t>계절 인사 한 줄 보내기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E74A1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94660"/>
                </a:solidFill>
              </a:rPr>
              <a:t>제철 음식으로 기운 채우기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E74A1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94660"/>
                </a:solidFill>
              </a:rPr>
              <a:t>창문 열고 환기하기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E74A1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94660"/>
                </a:solidFill>
              </a:rPr>
              <a:t>계절 사진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E74A1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394660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94660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394660"/>
      </a:dk2>
      <a:lt2>
        <a:srgbClr val="F2F4F7"/>
      </a:lt2>
      <a:accent1>
        <a:srgbClr val="5E74A1"/>
      </a:accent1>
      <a:accent2>
        <a:srgbClr val="81544B"/>
      </a:accent2>
      <a:accent3>
        <a:srgbClr val="394660"/>
      </a:accent3>
      <a:accent4>
        <a:srgbClr val="D7DDEA"/>
      </a:accent4>
      <a:accent5>
        <a:srgbClr val="706476"/>
      </a:accent5>
      <a:accent6>
        <a:srgbClr val="8890A0"/>
      </a:accent6>
      <a:hlink>
        <a:srgbClr val="5E74A1"/>
      </a:hlink>
      <a:folHlink>
        <a:srgbClr val="39466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