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한파에 어르신 안부 묻기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94660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94660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94660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