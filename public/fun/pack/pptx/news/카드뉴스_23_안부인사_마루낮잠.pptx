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249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600200" y="822960"/>
            <a:ext cx="3657600" cy="3657600"/>
          </a:xfrm>
          <a:prstGeom prst="ellipse">
            <a:avLst/>
          </a:prstGeom>
          <a:solidFill>
            <a:srgbClr val="A0E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246120" y="502920"/>
            <a:ext cx="822960" cy="822960"/>
          </a:xfrm>
          <a:prstGeom prst="ellipse">
            <a:avLst/>
          </a:prstGeom>
          <a:solidFill>
            <a:srgbClr val="7AB2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731520" y="4572000"/>
            <a:ext cx="53949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50">
                <a:solidFill>
                  <a:srgbClr val="FFFFFF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892040"/>
            <a:ext cx="539496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잠 잘 자는 방법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731520" y="5806440"/>
            <a:ext cx="53949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FFFFFF"/>
                </a:solidFill>
              </a:rPr>
              <a:t>옆으로 넘겨 보세요 →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731520" y="6675120"/>
            <a:ext cx="53949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</a:rPr>
              <a:t>안부 인사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5577840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870448" y="246888"/>
            <a:ext cx="237744" cy="237744"/>
          </a:xfrm>
          <a:prstGeom prst="mathPlus">
            <a:avLst/>
          </a:prstGeom>
          <a:solidFill>
            <a:srgbClr val="A0E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557784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겉옷 한 벌 챙기세요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A0EA7B"/>
                </a:solidFill>
              </a:rPr>
              <a:t>01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옷차림이 애매한 날에는 얇은 겉옷이 든든해요.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5577840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870448" y="246888"/>
            <a:ext cx="237744" cy="237744"/>
          </a:xfrm>
          <a:prstGeom prst="mathPlus">
            <a:avLst/>
          </a:prstGeom>
          <a:solidFill>
            <a:srgbClr val="A0E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557784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안부 인사 한 줄 보내기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A0EA7B"/>
                </a:solidFill>
              </a:rPr>
              <a:t>02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안부를 묻는 짧은 메시지가 하루를 따뜻하게 해요.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5577840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870448" y="246888"/>
            <a:ext cx="237744" cy="237744"/>
          </a:xfrm>
          <a:prstGeom prst="mathPlus">
            <a:avLst/>
          </a:prstGeom>
          <a:solidFill>
            <a:srgbClr val="A0E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557784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맛있는 음식으로 기운 채우기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A0EA7B"/>
                </a:solidFill>
              </a:rPr>
              <a:t>03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좋아하는 음식을 가족과 나눠 보세요.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5577840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870448" y="246888"/>
            <a:ext cx="237744" cy="237744"/>
          </a:xfrm>
          <a:prstGeom prst="mathPlus">
            <a:avLst/>
          </a:prstGeom>
          <a:solidFill>
            <a:srgbClr val="A0E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557784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창문 열고 환기하기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A0EA7B"/>
                </a:solidFill>
              </a:rPr>
              <a:t>04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하루 두 번 십 분씩 환기하면 집 안 공기가 달라져요.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5577840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870448" y="246888"/>
            <a:ext cx="237744" cy="237744"/>
          </a:xfrm>
          <a:prstGeom prst="mathPlus">
            <a:avLst/>
          </a:prstGeom>
          <a:solidFill>
            <a:srgbClr val="A0E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557784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사진 한 장 남기기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A0EA7B"/>
                </a:solidFill>
              </a:rPr>
              <a:t>05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같은 자리에서 가끔 사진을 찍어 보세요.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249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600200" y="822960"/>
            <a:ext cx="3657600" cy="3657600"/>
          </a:xfrm>
          <a:prstGeom prst="ellipse">
            <a:avLst/>
          </a:prstGeom>
          <a:solidFill>
            <a:srgbClr val="A0E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246120" y="502920"/>
            <a:ext cx="822960" cy="822960"/>
          </a:xfrm>
          <a:prstGeom prst="ellipse">
            <a:avLst/>
          </a:prstGeom>
          <a:solidFill>
            <a:srgbClr val="7AB2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731520" y="4572000"/>
            <a:ext cx="53949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50">
                <a:solidFill>
                  <a:srgbClr val="FFFFFF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892040"/>
            <a:ext cx="539496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2800" b="1" i="0">
                <a:solidFill>
                  <a:srgbClr val="FFFFFF"/>
                </a:solidFill>
              </a:rPr>
              <a:t>저장해 두고 필요할 때 꺼내 보세요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731520" y="5806440"/>
            <a:ext cx="53949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FFFFFF"/>
                </a:solidFill>
              </a:rPr>
              <a:t>마음에 들면 공유해 주세요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731520" y="6675120"/>
            <a:ext cx="53949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안부 인사)">
  <a:themeElements>
    <a:clrScheme name="Office">
      <a:dk1>
        <a:sysClr val="windowText" lastClr="000000"/>
      </a:dk1>
      <a:lt1>
        <a:sysClr val="window" lastClr="FFFFFF"/>
      </a:lt1>
      <a:dk2>
        <a:srgbClr val="324927"/>
      </a:dk2>
      <a:lt2>
        <a:srgbClr val="F0FDEA"/>
      </a:lt2>
      <a:accent1>
        <a:srgbClr val="A0EA7B"/>
      </a:accent1>
      <a:accent2>
        <a:srgbClr val="9FEFA9"/>
      </a:accent2>
      <a:accent3>
        <a:srgbClr val="324927"/>
      </a:accent3>
      <a:accent4>
        <a:srgbClr val="DFFAD1"/>
      </a:accent4>
      <a:accent5>
        <a:srgbClr val="A0EC92"/>
      </a:accent5>
      <a:accent6>
        <a:srgbClr val="84927D"/>
      </a:accent6>
      <a:hlink>
        <a:srgbClr val="A0EA7B"/>
      </a:hlink>
      <a:folHlink>
        <a:srgbClr val="32492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카드뉴스(안부 인사)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