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4E71"/>
                </a:solidFill>
              </a:rPr>
              <a:t>이번 달 고정지출, 한 번 적어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E4E7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69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4E71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9ED2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69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4E71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9ED2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69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4E71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9ED2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69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4E71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9ED2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69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4E71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9ED2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E4E7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E4E7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1E4E71"/>
      </a:dk2>
      <a:lt2>
        <a:srgbClr val="F4F9FD"/>
      </a:lt2>
      <a:accent1>
        <a:srgbClr val="569ED2"/>
      </a:accent1>
      <a:accent2>
        <a:srgbClr val="30A640"/>
      </a:accent2>
      <a:accent3>
        <a:srgbClr val="1E4E71"/>
      </a:accent3>
      <a:accent4>
        <a:srgbClr val="DAEDFB"/>
      </a:accent4>
      <a:accent5>
        <a:srgbClr val="43A289"/>
      </a:accent5>
      <a:accent6>
        <a:srgbClr val="7895AA"/>
      </a:accent6>
      <a:hlink>
        <a:srgbClr val="569ED2"/>
      </a:hlink>
      <a:folHlink>
        <a:srgbClr val="1E4E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