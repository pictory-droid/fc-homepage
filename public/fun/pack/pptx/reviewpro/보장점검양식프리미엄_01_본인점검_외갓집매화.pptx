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5BAD7D-6544-4003-9EF3-70082B8D7CBE}">
          <p14:sldIdLst>
            <p14:sldId id="256"/>
          </p14:sldIdLst>
        </p14:section>
        <p14:section name="본문" id="{2DF3F1F1-9C66-42B7-A47D-5A6ED2526A4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783793-CA9A-48BD-8C64-BD0B9AC1D5BB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3370"/>
            <a:ext cx="274320" cy="235915"/>
            <a:chOff x="5958687" y="1363370"/>
            <a:chExt cx="274320" cy="235915"/>
          </a:xfrm>
        </p:grpSpPr>
        <p:sp>
          <p:nvSpPr>
            <p:cNvPr id="4" name="Hexagon 3"/>
            <p:cNvSpPr/>
            <p:nvPr/>
          </p:nvSpPr>
          <p:spPr>
            <a:xfrm>
              <a:off x="5958687" y="1363370"/>
              <a:ext cx="274320" cy="23591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B6BCDEF-B671-467F-A370-3F7ABD20412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3370"/>
            <a:ext cx="274320" cy="235915"/>
            <a:chOff x="5958687" y="1363370"/>
            <a:chExt cx="274320" cy="235915"/>
          </a:xfrm>
        </p:grpSpPr>
        <p:sp>
          <p:nvSpPr>
            <p:cNvPr id="4" name="Hexagon 3"/>
            <p:cNvSpPr/>
            <p:nvPr/>
          </p:nvSpPr>
          <p:spPr>
            <a:xfrm>
              <a:off x="5958687" y="1363370"/>
              <a:ext cx="274320" cy="23591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A652D2E-7D11-4F61-BD00-875710A5875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가입한 보험을 한자리에 모아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BED4-AA0A-46C3-B928-108EE9D81DC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351B-1454-4874-B738-5EC8090294F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EA3B-6031-4759-82AC-23234043464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FDC6-EBB0-4734-B801-74FA8BD51B8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E124F-6A57-42E6-8168-126DFCAC89D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보험 보장 점검 발표자료(본인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