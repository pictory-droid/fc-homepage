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8DD4E532-14FB-400E-B9A4-F8542F105335}">
          <p14:sldIdLst>
            <p14:sldId id="256"/>
          </p14:sldIdLst>
        </p14:section>
        <p14:section name="본문" id="{2A161895-1C72-4528-AD10-326F017CED69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6E0E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FC4C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749808"/>
            <a:ext cx="10728655" cy="7315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7FF5A174-1ED0-4222-9AF9-B7D460EE8D09}" type="slidenum">
              <a:rPr lang="en-US"/>
              <a:t>‹#›</a:t>
            </a:fld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pct10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749808"/>
            <a:ext cx="10728655" cy="7315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99D988D3-7D35-43C3-9E7A-6EAD976044DA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94BCD2BA-8F50-4F9C-873C-88D2EB2D7FDB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8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9" name="Diamond 8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12" name="Connector 11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3" name="Diamond 12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BURGUNDY  ·  INSURANCE CHECK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연말 전에 갱신일부터 확인합니다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본인 점검 · 0000. 00. 00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3602E7-505E-4880-8FDF-178D38E2D500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5364327"/>
                <a:gridCol w="536432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나이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직업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가족 구성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split orient="horz" dir="out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CFDEA3-9B9E-49D9-8C32-A2013D419B10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split orient="horz" dir="out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414E6-9110-4E9E-AEFD-54A0CDE24352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split orient="horz" dir="out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B37DDB-A3F5-43A7-A9DD-E634E4BC79FC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3228746" cy="221284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14400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No.01</a:t>
              </a:r>
            </a:p>
          </p:txBody>
        </p:sp>
        <p:cxnSp>
          <p:nvCxnSpPr>
            <p:cNvPr id="9" name="번호 밑줄"/>
            <p:cNvCxnSpPr/>
            <p:nvPr/>
          </p:nvCxnSpPr>
          <p:spPr>
            <a:xfrm>
              <a:off x="960120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0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3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4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안쪽 선"/>
            <p:cNvSpPr/>
            <p:nvPr/>
          </p:nvSpPr>
          <p:spPr>
            <a:xfrm>
              <a:off x="4481474" y="1911095"/>
              <a:ext cx="3228746" cy="221284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 txBox="1"/>
            <p:nvPr/>
          </p:nvSpPr>
          <p:spPr>
            <a:xfrm>
              <a:off x="4582058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No.02</a:t>
              </a:r>
            </a:p>
          </p:txBody>
        </p:sp>
        <p:cxnSp>
          <p:nvCxnSpPr>
            <p:cNvPr id="17" name="번호 밑줄"/>
            <p:cNvCxnSpPr/>
            <p:nvPr/>
          </p:nvCxnSpPr>
          <p:spPr>
            <a:xfrm>
              <a:off x="4627778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8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9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0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21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22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안쪽 선"/>
            <p:cNvSpPr/>
            <p:nvPr/>
          </p:nvSpPr>
          <p:spPr>
            <a:xfrm>
              <a:off x="8149132" y="1911095"/>
              <a:ext cx="3228746" cy="221284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번호 3"/>
            <p:cNvSpPr txBox="1"/>
            <p:nvPr/>
          </p:nvSpPr>
          <p:spPr>
            <a:xfrm>
              <a:off x="8249716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No.03</a:t>
              </a:r>
            </a:p>
          </p:txBody>
        </p:sp>
        <p:cxnSp>
          <p:nvCxnSpPr>
            <p:cNvPr id="25" name="번호 밑줄"/>
            <p:cNvCxnSpPr/>
            <p:nvPr/>
          </p:nvCxnSpPr>
          <p:spPr>
            <a:xfrm>
              <a:off x="8295436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6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9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11AA9-3A81-4724-B97B-BA315257F8D6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3228746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14400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No.01</a:t>
              </a:r>
            </a:p>
          </p:txBody>
        </p:sp>
        <p:cxnSp>
          <p:nvCxnSpPr>
            <p:cNvPr id="9" name="번호 밑줄"/>
            <p:cNvCxnSpPr/>
            <p:nvPr/>
          </p:nvCxnSpPr>
          <p:spPr>
            <a:xfrm>
              <a:off x="960120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0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3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4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안쪽 선"/>
            <p:cNvSpPr/>
            <p:nvPr/>
          </p:nvSpPr>
          <p:spPr>
            <a:xfrm>
              <a:off x="4481474" y="1911095"/>
              <a:ext cx="3228746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 txBox="1"/>
            <p:nvPr/>
          </p:nvSpPr>
          <p:spPr>
            <a:xfrm>
              <a:off x="4582058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No.02</a:t>
              </a:r>
            </a:p>
          </p:txBody>
        </p:sp>
        <p:cxnSp>
          <p:nvCxnSpPr>
            <p:cNvPr id="17" name="번호 밑줄"/>
            <p:cNvCxnSpPr/>
            <p:nvPr/>
          </p:nvCxnSpPr>
          <p:spPr>
            <a:xfrm>
              <a:off x="4627778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8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9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0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21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22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안쪽 선"/>
            <p:cNvSpPr/>
            <p:nvPr/>
          </p:nvSpPr>
          <p:spPr>
            <a:xfrm>
              <a:off x="8149132" y="1911095"/>
              <a:ext cx="3228746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번호 3"/>
            <p:cNvSpPr txBox="1"/>
            <p:nvPr/>
          </p:nvSpPr>
          <p:spPr>
            <a:xfrm>
              <a:off x="8249716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No.03</a:t>
              </a:r>
            </a:p>
          </p:txBody>
        </p:sp>
        <p:cxnSp>
          <p:nvCxnSpPr>
            <p:cNvPr id="25" name="번호 밑줄"/>
            <p:cNvCxnSpPr/>
            <p:nvPr/>
          </p:nvCxnSpPr>
          <p:spPr>
            <a:xfrm>
              <a:off x="8295436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6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9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본인 점검)">
  <a:themeElements>
    <a:clrScheme name="보험 보장 점검 발표자료(본인 점검)">
      <a:dk1>
        <a:srgbClr val="48373D"/>
      </a:dk1>
      <a:lt1>
        <a:srgbClr val="FDFBFA"/>
      </a:lt1>
      <a:dk2>
        <a:srgbClr val="3E1220"/>
      </a:dk2>
      <a:lt2>
        <a:srgbClr val="F8F2EC"/>
      </a:lt2>
      <a:accent1>
        <a:srgbClr val="6E1F33"/>
      </a:accent1>
      <a:accent2>
        <a:srgbClr val="B08D57"/>
      </a:accent2>
      <a:accent3>
        <a:srgbClr val="8C737B"/>
      </a:accent3>
      <a:accent4>
        <a:srgbClr val="DCC8C7"/>
      </a:accent4>
      <a:accent5>
        <a:srgbClr val="C0A064"/>
      </a:accent5>
      <a:accent6>
        <a:srgbClr val="D0BA9A"/>
      </a:accent6>
      <a:hlink>
        <a:srgbClr val="3E1220"/>
      </a:hlink>
      <a:folHlink>
        <a:srgbClr val="8C737B"/>
      </a:folHlink>
    </a:clrScheme>
    <a:fontScheme name="보험 보장 점검 발표자료(본인 점검)">
      <a:majorFont>
        <a:latin typeface="Garamond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발표자료(본인 점검)</dc:title>
  <dc:subject>보험 가입 내용 정리 양식 · 본인 점검</dc:subject>
  <dc:creator>우체국보험 상담 안내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