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0EC7BCC-6F38-45EF-8019-0D35EBAC73CC}">
          <p14:sldIdLst>
            <p14:sldId id="256"/>
          </p14:sldIdLst>
        </p14:section>
        <p14:section name="본문" id="{9FEE2574-12E6-4AA3-AA52-461B36CFE8E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EFC0005-44F4-4EEA-BBEA-9E858244E51F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2B521A-FE60-4FEC-B14C-2E1344A1146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DD1AD7E-5604-4F68-A145-166015F9A1C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갱신일부터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1DC9-EBFE-4CE0-A4E4-DCC8A5F95B8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3E161-0F85-4B96-BE3F-CDC97E6FDF7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E873D-280A-4E2D-8162-C2642E952D4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102C1-1B7D-4D62-B345-4B75B60FA6E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9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7E42-F5B6-4BED-866F-658C7D3BBF0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9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48373D"/>
      </a:dk1>
      <a:lt1>
        <a:srgbClr val="FDFBFA"/>
      </a:lt1>
      <a:dk2>
        <a:srgbClr val="3E1220"/>
      </a:dk2>
      <a:lt2>
        <a:srgbClr val="F8F2EC"/>
      </a:lt2>
      <a:accent1>
        <a:srgbClr val="6E1F33"/>
      </a:accent1>
      <a:accent2>
        <a:srgbClr val="B08D57"/>
      </a:accent2>
      <a:accent3>
        <a:srgbClr val="8C737B"/>
      </a:accent3>
      <a:accent4>
        <a:srgbClr val="DCC8C7"/>
      </a:accent4>
      <a:accent5>
        <a:srgbClr val="C0A064"/>
      </a:accent5>
      <a:accent6>
        <a:srgbClr val="D0BA9A"/>
      </a:accent6>
      <a:hlink>
        <a:srgbClr val="3E1220"/>
      </a:hlink>
      <a:folHlink>
        <a:srgbClr val="8C737B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