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70EBDE3-0086-4D12-8876-0B41F9886A22}">
          <p14:sldIdLst>
            <p14:sldId id="256"/>
          </p14:sldIdLst>
        </p14:section>
        <p14:section name="본문" id="{75E2A1C8-8460-4B53-8EE7-D241E6C77C0E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9F5ED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7B8B8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8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6613928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16848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19768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22688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8442728" y="2606040"/>
            <a:ext cx="1645920" cy="1645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8899928" y="3063240"/>
            <a:ext cx="731520" cy="731520"/>
            <a:chOff x="8899928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8899928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1A16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6248168" y="3429000"/>
            <a:ext cx="60350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1178182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CB93936A-105A-4624-A343-3965B15FCD70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9F5ED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7B8B8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8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6613928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16848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19768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22688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8442728" y="2606040"/>
            <a:ext cx="1645920" cy="1645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8899928" y="3063240"/>
            <a:ext cx="731520" cy="731520"/>
            <a:chOff x="8899928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8899928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1A16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6248168" y="3429000"/>
            <a:ext cx="60350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1178182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794D8990-8F45-438D-B1FF-85D575182979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1385C777-9DB2-4B17-A525-8D5AFC2D3C13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NAVY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뵐 때 증권 위치를 여쭤봅니다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부모님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BB6B3-A319-474C-AB56-F8F497FD9E34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아버지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어머니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성함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연세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함께 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DE9A-B48B-4F20-AB59-917A5FA048B4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248A3-7D11-488E-AB40-56A632D41FE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E8C9B-89CA-40B2-9A9D-7E2E899EE456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0804A-1745-47C3-978A-61F39041B9E5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모님 점검)">
  <a:themeElements>
    <a:clrScheme name="보험 보장 점검 발표자료(부모님 점검)">
      <a:dk1>
        <a:srgbClr val="F9F5ED"/>
      </a:dk1>
      <a:lt1>
        <a:srgbClr val="15243F"/>
      </a:lt1>
      <a:dk2>
        <a:srgbClr val="E8DCC0"/>
      </a:dk2>
      <a:lt2>
        <a:srgbClr val="0F1A2E"/>
      </a:lt2>
      <a:accent1>
        <a:srgbClr val="CDB07A"/>
      </a:accent1>
      <a:accent2>
        <a:srgbClr val="7F98C0"/>
      </a:accent2>
      <a:accent3>
        <a:srgbClr val="09101D"/>
      </a:accent3>
      <a:accent4>
        <a:srgbClr val="1C3054"/>
      </a:accent4>
      <a:accent5>
        <a:srgbClr val="D7BD88"/>
      </a:accent5>
      <a:accent6>
        <a:srgbClr val="5D7294"/>
      </a:accent6>
      <a:hlink>
        <a:srgbClr val="E8DCC0"/>
      </a:hlink>
      <a:folHlink>
        <a:srgbClr val="09101D"/>
      </a:folHlink>
    </a:clrScheme>
    <a:fontScheme name="보험 보장 점검 발표자료(부모님 점검)">
      <a:majorFont>
        <a:latin typeface="Book Antiqu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>보험 가입 내용 정리 양식 · 부모님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