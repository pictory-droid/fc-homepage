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0AC9CF8-1B97-4CD1-85C3-9A2366F24988}">
          <p14:sldIdLst>
            <p14:sldId id="256"/>
          </p14:sldIdLst>
        </p14:section>
        <p14:section name="본문" id="{5DCC598A-6E1A-4150-B233-B7E2F7CFD3E4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5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8B8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B569B4A-35FB-4B05-BA93-3365741C9935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5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8B8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2B74B0E5-FB3D-497A-AE22-5A5E8C9C9A75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5CC97B8-F05E-4E95-80B9-2E259345759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NAVY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명절에 뵙고 증권 위치를 여쭤봅니다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부모님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A1D08-D5DB-482A-9E94-A9261B609823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아버지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어머니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성함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연세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함께 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B15E6-9826-4999-BCE8-28F74910ED9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87D1B-3861-4488-A83B-65F3C8D19F73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87209-4975-431C-A7B8-33A92ACE24E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6089F-4DB1-4D31-A984-4285FF86D35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모님 점검)">
  <a:themeElements>
    <a:clrScheme name="보험 보장 점검 발표자료(부모님 점검)">
      <a:dk1>
        <a:srgbClr val="F9F5ED"/>
      </a:dk1>
      <a:lt1>
        <a:srgbClr val="15243F"/>
      </a:lt1>
      <a:dk2>
        <a:srgbClr val="E8DCC0"/>
      </a:dk2>
      <a:lt2>
        <a:srgbClr val="0F1A2E"/>
      </a:lt2>
      <a:accent1>
        <a:srgbClr val="CDB07A"/>
      </a:accent1>
      <a:accent2>
        <a:srgbClr val="7F98C0"/>
      </a:accent2>
      <a:accent3>
        <a:srgbClr val="09101D"/>
      </a:accent3>
      <a:accent4>
        <a:srgbClr val="1C3054"/>
      </a:accent4>
      <a:accent5>
        <a:srgbClr val="D7BD88"/>
      </a:accent5>
      <a:accent6>
        <a:srgbClr val="5D7294"/>
      </a:accent6>
      <a:hlink>
        <a:srgbClr val="E8DCC0"/>
      </a:hlink>
      <a:folHlink>
        <a:srgbClr val="09101D"/>
      </a:folHlink>
    </a:clrScheme>
    <a:fontScheme name="보험 보장 점검 발표자료(부모님 점검)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>보험 가입 내용 정리 양식 · 부모님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