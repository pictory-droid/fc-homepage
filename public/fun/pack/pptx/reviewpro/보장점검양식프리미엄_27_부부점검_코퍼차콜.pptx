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4DB4EF21-AE74-4C42-9633-D1DBA59F6BA2}">
          <p14:sldIdLst>
            <p14:sldId id="256"/>
          </p14:sldIdLst>
        </p14:section>
        <p14:section name="본문" id="{05190053-1AEF-4BD3-9530-96CB5D49D221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1" spc="0">
                <a:solidFill>
                  <a:srgbClr val="FBF6F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8B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A8684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rgbClr val="FBF6F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rgbClr val="FBF6F2"/>
            </a:solidFill>
          </a:ln>
        </p:spPr>
      </p:cxnSp>
      <p:sp>
        <p:nvSpPr>
          <p:cNvPr id="6" name="Oval 5"/>
          <p:cNvSpPr/>
          <p:nvPr/>
        </p:nvSpPr>
        <p:spPr>
          <a:xfrm>
            <a:off x="8716975" y="137159"/>
            <a:ext cx="6583680" cy="658368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38690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9565538" y="335584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BF6F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ED0EFD65-0625-4C1E-9EEA-2D013FD5CD7D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1" spc="0">
                <a:solidFill>
                  <a:srgbClr val="FBF6F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8B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A8684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rgbClr val="FBF6F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rgbClr val="FBF6F2"/>
            </a:solidFill>
          </a:ln>
        </p:spPr>
      </p:cxnSp>
      <p:sp>
        <p:nvSpPr>
          <p:cNvPr id="6" name="Oval 5"/>
          <p:cNvSpPr/>
          <p:nvPr/>
        </p:nvSpPr>
        <p:spPr>
          <a:xfrm>
            <a:off x="8716975" y="137159"/>
            <a:ext cx="6583680" cy="658368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38690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9565538" y="335584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BF6F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1B9EAAEA-5B1C-49FB-B78A-73E9D306426F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38847189-E367-4CAB-9184-CADD5E093EC5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COPPER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수익자 이름이 맞는지 확인합니다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부부 점검 · 날짜 입력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9C1FD-5D57-4A25-BE44-001DC7D18B8C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576218"/>
                <a:gridCol w="3576218"/>
                <a:gridCol w="357621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남편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아내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나이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건강 상태 메모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E0B-B2EC-4BD7-A84D-3505BE1BA530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E0896-A199-4AE6-BC28-C55E68148260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93473A-C737-4C22-B9FF-4B94731D1F3F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4399178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8066836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6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D9133-A1B9-4FEB-946F-75E63E39A839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4399178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8066836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6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부부 점검)">
  <a:themeElements>
    <a:clrScheme name="보험 보장 점검 발표자료(부부 점검)">
      <a:dk1>
        <a:srgbClr val="FBF6F2"/>
      </a:dk1>
      <a:lt1>
        <a:srgbClr val="242222"/>
      </a:lt1>
      <a:dk2>
        <a:srgbClr val="EFE0D2"/>
      </a:dk2>
      <a:lt2>
        <a:srgbClr val="181717"/>
      </a:lt2>
      <a:accent1>
        <a:srgbClr val="C2794F"/>
      </a:accent1>
      <a:accent2>
        <a:srgbClr val="8E8B86"/>
      </a:accent2>
      <a:accent3>
        <a:srgbClr val="0F0E0E"/>
      </a:accent3>
      <a:accent4>
        <a:srgbClr val="323030"/>
      </a:accent4>
      <a:accent5>
        <a:srgbClr val="D18B62"/>
      </a:accent5>
      <a:accent6>
        <a:srgbClr val="6B6865"/>
      </a:accent6>
      <a:hlink>
        <a:srgbClr val="EFE0D2"/>
      </a:hlink>
      <a:folHlink>
        <a:srgbClr val="0F0E0E"/>
      </a:folHlink>
    </a:clrScheme>
    <a:fontScheme name="보험 보장 점검 발표자료(부부 점검)">
      <a:majorFont>
        <a:latin typeface="Franklin Gothic Medium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발표자료(부부 점검)</dc:title>
  <dc:subject>보험 가입 내용 정리 양식 · 부부 점검</dc:subject>
  <dc:creator>반딧불이의 곳간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