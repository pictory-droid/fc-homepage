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BDBA7EF-99FC-4B77-8157-F0E6BA104EF0}">
          <p14:sldIdLst>
            <p14:sldId id="256"/>
          </p14:sldIdLst>
        </p14:section>
        <p14:section name="본문" id="{54075938-0334-466E-A1C5-238908FCADBE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1" spc="0">
                <a:solidFill>
                  <a:srgbClr val="FBF6F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6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rgbClr val="FBF6F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rgbClr val="FBF6F2"/>
            </a:solidFill>
          </a:ln>
        </p:spPr>
      </p:cxnSp>
      <p:sp>
        <p:nvSpPr>
          <p:cNvPr id="6" name="Oval 5"/>
          <p:cNvSpPr/>
          <p:nvPr/>
        </p:nvSpPr>
        <p:spPr>
          <a:xfrm>
            <a:off x="8716975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38690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565538" y="335584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BF6F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A8667FAD-9F60-4E33-9DFA-61022691F554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1" spc="0">
                <a:solidFill>
                  <a:srgbClr val="FBF6F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6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rgbClr val="FBF6F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rgbClr val="FBF6F2"/>
            </a:solidFill>
          </a:ln>
        </p:spPr>
      </p:cxnSp>
      <p:sp>
        <p:nvSpPr>
          <p:cNvPr id="6" name="Oval 5"/>
          <p:cNvSpPr/>
          <p:nvPr/>
        </p:nvSpPr>
        <p:spPr>
          <a:xfrm>
            <a:off x="8716975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38690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565538" y="335584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BF6F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101EDD6F-B798-4B8B-B90F-13625EED1CF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F482E136-ADC8-4474-B2E2-1360AF247019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COPPER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수익자 이름이 맞는지 확인합니다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부부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73DD5-150C-4EB5-962C-7F09096C092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남편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아내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B53B-C120-45ED-8511-87026BD9ECC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10E2B-69AA-43BD-85F1-758FE917C5A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3418-F3E4-4CC7-9C40-1BB4DB2A2FF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6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8BC96-F3A7-4F28-9A58-DC4E2B62F6E8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6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부 점검)">
  <a:themeElements>
    <a:clrScheme name="보험 보장 점검 발표자료(부부 점검)">
      <a:dk1>
        <a:srgbClr val="FBF6F2"/>
      </a:dk1>
      <a:lt1>
        <a:srgbClr val="242222"/>
      </a:lt1>
      <a:dk2>
        <a:srgbClr val="EFE0D2"/>
      </a:dk2>
      <a:lt2>
        <a:srgbClr val="181717"/>
      </a:lt2>
      <a:accent1>
        <a:srgbClr val="C2794F"/>
      </a:accent1>
      <a:accent2>
        <a:srgbClr val="8E8B86"/>
      </a:accent2>
      <a:accent3>
        <a:srgbClr val="0F0E0E"/>
      </a:accent3>
      <a:accent4>
        <a:srgbClr val="323030"/>
      </a:accent4>
      <a:accent5>
        <a:srgbClr val="D18B62"/>
      </a:accent5>
      <a:accent6>
        <a:srgbClr val="6B6865"/>
      </a:accent6>
      <a:hlink>
        <a:srgbClr val="EFE0D2"/>
      </a:hlink>
      <a:folHlink>
        <a:srgbClr val="0F0E0E"/>
      </a:folHlink>
    </a:clrScheme>
    <a:fontScheme name="보험 보장 점검 발표자료(부부 점검)">
      <a:majorFont>
        <a:latin typeface="Franklin Gothic Medium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>보험 가입 내용 정리 양식 · 부부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