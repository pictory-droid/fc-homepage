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</p:sldIdLst>
  <p:sldSz cx="1219169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시작" id="{F1778E75-DFB6-462D-8F67-5E413A2EA6E7}">
          <p14:sldIdLst>
            <p14:sldId id="256"/>
          </p14:sldIdLst>
        </p14:section>
        <p14:section name="본문" id="{DBB5B9AF-28C7-4824-9DF0-19A1BB976114}">
          <p14:sldIdLst>
            <p14:sldId id="257"/>
            <p14:sldId id="258"/>
            <p14:sldId id="259"/>
            <p14:sldId id="260"/>
            <p14:sldId id="261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월 보험료 비중(예시)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보장성</c:v>
                </c:pt>
                <c:pt idx="1">
                  <c:v>저축성</c:v>
                </c:pt>
                <c:pt idx="2">
                  <c:v>연금성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1100"/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62"/>
      </c:doughnutChart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solidFill>
            <a:schemeClr val="tx1"/>
          </a:solidFill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표지입니다. 제목·글은 눌러서 바로 고치세요. 사진 자리는 가운데 아이콘을 누르면 사진을 넣을 수 있고, 모양에 맞춰 자동으로 잘려요. 색·글꼴은 [디자인 &gt; 변형]에서 한 번에 바꿀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표의 칸을 눌러 내용을 입력하세요.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증권을 보고 그대로 옮겨 적으세요. 행은 Tab 키로 늘릴 수 있어요.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해당하는 칸에 ✔ 표시를 직접 적어 넣으세요.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숫자를 눌러 직접 고쳐 쓰세요. 오른쪽 도넛 차트는 예시이며 우클릭 &gt; [데이터 편집]으로 바꿉니다.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확인할 것·문의할 것·정리할 날짜를 적어 두세요.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ctr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accent1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FFB66B7B-033A-4849-88B3-B422A77AA535}" type="slidenum">
              <a:rPr lang="en-US"/>
              <a:t>‹#›</a:t>
            </a:fld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마무리">
    <p:bg>
      <p:bgPr>
        <a:gradFill rotWithShape="1">
          <a:gsLst>
            <a:gs pos="0">
              <a:schemeClr val="accent3"/>
            </a:gs>
            <a:gs pos="100000">
              <a:schemeClr val="tx2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1828754" y="1188720"/>
            <a:ext cx="8534186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accent5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1828754" y="1572768"/>
            <a:ext cx="8534186" cy="14173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02000"/>
              </a:lnSpc>
              <a:spcBef>
                <a:spcPts val="0"/>
              </a:spcBef>
              <a:buNone/>
              <a:defRPr sz="4400" b="1" spc="0">
                <a:solidFill>
                  <a:srgbClr val="FFFFFF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제목을 입력하세요</a:t>
            </a:r>
          </a:p>
        </p:txBody>
      </p:sp>
      <p:sp>
        <p:nvSpPr>
          <p:cNvPr id="103" name="한 줄 문구"/>
          <p:cNvSpPr>
            <a:spLocks noGrp="1"/>
          </p:cNvSpPr>
          <p:nvPr>
            <p:ph type="subTitle" idx="1"/>
          </p:nvPr>
        </p:nvSpPr>
        <p:spPr>
          <a:xfrm>
            <a:off x="1828754" y="3063240"/>
            <a:ext cx="8534186" cy="64008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600" b="0" spc="0">
                <a:solidFill>
                  <a:srgbClr val="D7D8DD"/>
                </a:solidFill>
              </a:defRPr>
            </a:lvl1pPr>
          </a:lstStyle>
          <a:p>
            <a:r>
              <a:rPr lang="ko-KR"/>
              <a:t>한 줄 문구</a:t>
            </a:r>
          </a:p>
        </p:txBody>
      </p:sp>
      <p:sp>
        <p:nvSpPr>
          <p:cNvPr id="104" name="안내 문구"/>
          <p:cNvSpPr>
            <a:spLocks noGrp="1"/>
          </p:cNvSpPr>
          <p:nvPr>
            <p:ph type="body" sz="quarter" idx="11"/>
          </p:nvPr>
        </p:nvSpPr>
        <p:spPr>
          <a:xfrm>
            <a:off x="2438339" y="3749040"/>
            <a:ext cx="7315017" cy="548640"/>
          </a:xfrm>
          <a:noFill/>
        </p:spPr>
        <p:txBody>
          <a:bodyPr lIns="45720" rIns="45720" tIns="27432" bIns="27432" anchor="t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200" b="0" spc="0">
                <a:solidFill>
                  <a:srgbClr val="B3B6BD"/>
                </a:solidFill>
              </a:defRPr>
            </a:lvl1pPr>
          </a:lstStyle>
          <a:p>
            <a:r>
              <a:rPr lang="ko-KR"/>
              <a:t>안내 문구</a:t>
            </a:r>
          </a:p>
        </p:txBody>
      </p:sp>
      <p:grpSp>
        <p:nvGrpSpPr>
          <p:cNvPr id="2" name="마름모 띠"/>
          <p:cNvGrpSpPr/>
          <p:nvPr/>
        </p:nvGrpSpPr>
        <p:grpSpPr>
          <a:xfrm>
            <a:off x="-283464" y="6007608"/>
            <a:ext cx="13322808" cy="850392"/>
            <a:chOff x="-283464" y="6007608"/>
            <a:chExt cx="13322808" cy="850392"/>
          </a:xfrm>
        </p:grpSpPr>
        <p:sp>
          <p:nvSpPr>
            <p:cNvPr id="3" name="Diamond 2"/>
            <p:cNvSpPr/>
            <p:nvPr/>
          </p:nvSpPr>
          <p:spPr>
            <a:xfrm>
              <a:off x="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" name="Diamond 3"/>
            <p:cNvSpPr/>
            <p:nvPr/>
          </p:nvSpPr>
          <p:spPr>
            <a:xfrm>
              <a:off x="566928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5" name="Diamond 4"/>
            <p:cNvSpPr/>
            <p:nvPr/>
          </p:nvSpPr>
          <p:spPr>
            <a:xfrm>
              <a:off x="113385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6" name="Diamond 5"/>
            <p:cNvSpPr/>
            <p:nvPr/>
          </p:nvSpPr>
          <p:spPr>
            <a:xfrm>
              <a:off x="170078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Diamond 6"/>
            <p:cNvSpPr/>
            <p:nvPr/>
          </p:nvSpPr>
          <p:spPr>
            <a:xfrm>
              <a:off x="2267712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Diamond 7"/>
            <p:cNvSpPr/>
            <p:nvPr/>
          </p:nvSpPr>
          <p:spPr>
            <a:xfrm>
              <a:off x="2834640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9" name="Diamond 8"/>
            <p:cNvSpPr/>
            <p:nvPr/>
          </p:nvSpPr>
          <p:spPr>
            <a:xfrm>
              <a:off x="340156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0" name="Diamond 9"/>
            <p:cNvSpPr/>
            <p:nvPr/>
          </p:nvSpPr>
          <p:spPr>
            <a:xfrm>
              <a:off x="3968496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1" name="Diamond 10"/>
            <p:cNvSpPr/>
            <p:nvPr/>
          </p:nvSpPr>
          <p:spPr>
            <a:xfrm>
              <a:off x="4535424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2" name="Diamond 11"/>
            <p:cNvSpPr/>
            <p:nvPr/>
          </p:nvSpPr>
          <p:spPr>
            <a:xfrm>
              <a:off x="5102352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3" name="Diamond 12"/>
            <p:cNvSpPr/>
            <p:nvPr/>
          </p:nvSpPr>
          <p:spPr>
            <a:xfrm>
              <a:off x="5669280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4" name="Diamond 13"/>
            <p:cNvSpPr/>
            <p:nvPr/>
          </p:nvSpPr>
          <p:spPr>
            <a:xfrm>
              <a:off x="6236208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Diamond 14"/>
            <p:cNvSpPr/>
            <p:nvPr/>
          </p:nvSpPr>
          <p:spPr>
            <a:xfrm>
              <a:off x="6803136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Diamond 15"/>
            <p:cNvSpPr/>
            <p:nvPr/>
          </p:nvSpPr>
          <p:spPr>
            <a:xfrm>
              <a:off x="7370064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7" name="Diamond 16"/>
            <p:cNvSpPr/>
            <p:nvPr/>
          </p:nvSpPr>
          <p:spPr>
            <a:xfrm>
              <a:off x="7936992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8" name="Diamond 17"/>
            <p:cNvSpPr/>
            <p:nvPr/>
          </p:nvSpPr>
          <p:spPr>
            <a:xfrm>
              <a:off x="8503920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9" name="Diamond 18"/>
            <p:cNvSpPr/>
            <p:nvPr/>
          </p:nvSpPr>
          <p:spPr>
            <a:xfrm>
              <a:off x="9070848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0" name="Diamond 19"/>
            <p:cNvSpPr/>
            <p:nvPr/>
          </p:nvSpPr>
          <p:spPr>
            <a:xfrm>
              <a:off x="9637776" y="6007608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1" name="Diamond 20"/>
            <p:cNvSpPr/>
            <p:nvPr/>
          </p:nvSpPr>
          <p:spPr>
            <a:xfrm>
              <a:off x="10204704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2" name="Diamond 21"/>
            <p:cNvSpPr/>
            <p:nvPr/>
          </p:nvSpPr>
          <p:spPr>
            <a:xfrm>
              <a:off x="10771632" y="6007608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Diamond 22"/>
            <p:cNvSpPr/>
            <p:nvPr/>
          </p:nvSpPr>
          <p:spPr>
            <a:xfrm>
              <a:off x="11338560" y="6007608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Diamond 23"/>
            <p:cNvSpPr/>
            <p:nvPr/>
          </p:nvSpPr>
          <p:spPr>
            <a:xfrm>
              <a:off x="11905488" y="6007608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5" name="Diamond 24"/>
            <p:cNvSpPr/>
            <p:nvPr/>
          </p:nvSpPr>
          <p:spPr>
            <a:xfrm>
              <a:off x="12472416" y="6007608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6" name="Diamond 25"/>
            <p:cNvSpPr/>
            <p:nvPr/>
          </p:nvSpPr>
          <p:spPr>
            <a:xfrm>
              <a:off x="-28346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7" name="Diamond 26"/>
            <p:cNvSpPr/>
            <p:nvPr/>
          </p:nvSpPr>
          <p:spPr>
            <a:xfrm>
              <a:off x="28346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8" name="Diamond 27"/>
            <p:cNvSpPr/>
            <p:nvPr/>
          </p:nvSpPr>
          <p:spPr>
            <a:xfrm>
              <a:off x="850392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9" name="Diamond 28"/>
            <p:cNvSpPr/>
            <p:nvPr/>
          </p:nvSpPr>
          <p:spPr>
            <a:xfrm>
              <a:off x="1417319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0" name="Diamond 29"/>
            <p:cNvSpPr/>
            <p:nvPr/>
          </p:nvSpPr>
          <p:spPr>
            <a:xfrm>
              <a:off x="1984248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1" name="Diamond 30"/>
            <p:cNvSpPr/>
            <p:nvPr/>
          </p:nvSpPr>
          <p:spPr>
            <a:xfrm>
              <a:off x="255117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2" name="Diamond 31"/>
            <p:cNvSpPr/>
            <p:nvPr/>
          </p:nvSpPr>
          <p:spPr>
            <a:xfrm>
              <a:off x="3118103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3" name="Diamond 32"/>
            <p:cNvSpPr/>
            <p:nvPr/>
          </p:nvSpPr>
          <p:spPr>
            <a:xfrm>
              <a:off x="3685032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4" name="Diamond 33"/>
            <p:cNvSpPr/>
            <p:nvPr/>
          </p:nvSpPr>
          <p:spPr>
            <a:xfrm>
              <a:off x="4251960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5" name="Diamond 34"/>
            <p:cNvSpPr/>
            <p:nvPr/>
          </p:nvSpPr>
          <p:spPr>
            <a:xfrm>
              <a:off x="4818888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6" name="Diamond 35"/>
            <p:cNvSpPr/>
            <p:nvPr/>
          </p:nvSpPr>
          <p:spPr>
            <a:xfrm>
              <a:off x="5385816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7" name="Diamond 36"/>
            <p:cNvSpPr/>
            <p:nvPr/>
          </p:nvSpPr>
          <p:spPr>
            <a:xfrm>
              <a:off x="5952744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8" name="Diamond 37"/>
            <p:cNvSpPr/>
            <p:nvPr/>
          </p:nvSpPr>
          <p:spPr>
            <a:xfrm>
              <a:off x="6519672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39" name="Diamond 38"/>
            <p:cNvSpPr/>
            <p:nvPr/>
          </p:nvSpPr>
          <p:spPr>
            <a:xfrm>
              <a:off x="7086600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0" name="Diamond 39"/>
            <p:cNvSpPr/>
            <p:nvPr/>
          </p:nvSpPr>
          <p:spPr>
            <a:xfrm>
              <a:off x="7653527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1" name="Diamond 40"/>
            <p:cNvSpPr/>
            <p:nvPr/>
          </p:nvSpPr>
          <p:spPr>
            <a:xfrm>
              <a:off x="8220456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2" name="Diamond 41"/>
            <p:cNvSpPr/>
            <p:nvPr/>
          </p:nvSpPr>
          <p:spPr>
            <a:xfrm>
              <a:off x="8787384" y="6291072"/>
              <a:ext cx="566928" cy="566928"/>
            </a:xfrm>
            <a:prstGeom prst="diamond">
              <a:avLst/>
            </a:prstGeom>
            <a:solidFill>
              <a:schemeClr val="accent5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3" name="Diamond 42"/>
            <p:cNvSpPr/>
            <p:nvPr/>
          </p:nvSpPr>
          <p:spPr>
            <a:xfrm>
              <a:off x="9354311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4" name="Diamond 43"/>
            <p:cNvSpPr/>
            <p:nvPr/>
          </p:nvSpPr>
          <p:spPr>
            <a:xfrm>
              <a:off x="9921240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5" name="Diamond 44"/>
            <p:cNvSpPr/>
            <p:nvPr/>
          </p:nvSpPr>
          <p:spPr>
            <a:xfrm>
              <a:off x="10488167" y="6291072"/>
              <a:ext cx="566928" cy="566928"/>
            </a:xfrm>
            <a:prstGeom prst="diamond">
              <a:avLst/>
            </a:prstGeom>
            <a:solidFill>
              <a:schemeClr val="accent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6" name="Diamond 45"/>
            <p:cNvSpPr/>
            <p:nvPr/>
          </p:nvSpPr>
          <p:spPr>
            <a:xfrm>
              <a:off x="11055096" y="6291072"/>
              <a:ext cx="566928" cy="566928"/>
            </a:xfrm>
            <a:prstGeom prst="diamond">
              <a:avLst/>
            </a:prstGeom>
            <a:noFill/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7" name="Diamond 46"/>
            <p:cNvSpPr/>
            <p:nvPr/>
          </p:nvSpPr>
          <p:spPr>
            <a:xfrm>
              <a:off x="11622024" y="6291072"/>
              <a:ext cx="566928" cy="566928"/>
            </a:xfrm>
            <a:prstGeom prst="diamond">
              <a:avLst/>
            </a:prstGeom>
            <a:solidFill>
              <a:schemeClr val="accent6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48" name="Diamond 47"/>
            <p:cNvSpPr/>
            <p:nvPr/>
          </p:nvSpPr>
          <p:spPr>
            <a:xfrm>
              <a:off x="12188952" y="6291072"/>
              <a:ext cx="566928" cy="566928"/>
            </a:xfrm>
            <a:prstGeom prst="diamond">
              <a:avLst/>
            </a:prstGeom>
            <a:solidFill>
              <a:schemeClr val="tx2">
                <a:alpha val="70000"/>
              </a:schemeClr>
            </a:solidFill>
            <a:ln w="6350">
              <a:solidFill>
                <a:schemeClr val="accent5"/>
              </a:solidFill>
            </a:ln>
          </p:spPr>
          <p:txBody>
            <a:bodyPr rtlCol="0" anchor="ctr"/>
            <a:lstStyle/>
            <a:p>
              <a:pPr algn="ctr"/>
            </a:p>
          </p:txBody>
        </p:sp>
      </p:grpSp>
      <p:cxnSp>
        <p:nvCxnSpPr>
          <p:cNvPr id="49" name="Connector 48"/>
          <p:cNvCxnSpPr/>
          <p:nvPr/>
        </p:nvCxnSpPr>
        <p:spPr>
          <a:xfrm>
            <a:off x="731520" y="566928"/>
            <a:ext cx="10728655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50" name="Diamond 49"/>
          <p:cNvSpPr/>
          <p:nvPr/>
        </p:nvSpPr>
        <p:spPr>
          <a:xfrm>
            <a:off x="6004407" y="475488"/>
            <a:ext cx="182880" cy="182880"/>
          </a:xfrm>
          <a:prstGeom prst="diamond">
            <a:avLst/>
          </a:prstGeom>
          <a:solidFill>
            <a:schemeClr val="tx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본문 + 사진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제목"/>
          <p:cNvSpPr>
            <a:spLocks noGrp="1"/>
          </p:cNvSpPr>
          <p:nvPr>
            <p:ph type="title"/>
          </p:nvPr>
        </p:nvSpPr>
        <p:spPr>
          <a:xfrm>
            <a:off x="3444087" y="594360"/>
            <a:ext cx="5303520" cy="86868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26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제목</a:t>
            </a:r>
          </a:p>
        </p:txBody>
      </p:sp>
      <p:sp>
        <p:nvSpPr>
          <p:cNvPr id="103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9CF2B31F-2C72-473D-9AA2-992DF573162F}" type="slidenum">
              <a:rPr lang="en-US"/>
              <a:t>‹#›</a:t>
            </a:fld>
          </a:p>
        </p:txBody>
      </p:sp>
      <p:sp>
        <p:nvSpPr>
          <p:cNvPr id="104" name="사진 1"/>
          <p:cNvSpPr>
            <a:spLocks noGrp="1"/>
          </p:cNvSpPr>
          <p:nvPr>
            <p:ph type="pic" sz="quarter" idx="13"/>
          </p:nvPr>
        </p:nvSpPr>
        <p:spPr>
          <a:xfrm>
            <a:off x="7315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5" name="사진 2"/>
          <p:cNvSpPr>
            <a:spLocks noGrp="1"/>
          </p:cNvSpPr>
          <p:nvPr>
            <p:ph type="pic" sz="quarter" idx="14"/>
          </p:nvPr>
        </p:nvSpPr>
        <p:spPr>
          <a:xfrm>
            <a:off x="21031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6" name="사진 3"/>
          <p:cNvSpPr>
            <a:spLocks noGrp="1"/>
          </p:cNvSpPr>
          <p:nvPr>
            <p:ph type="pic" sz="quarter" idx="15"/>
          </p:nvPr>
        </p:nvSpPr>
        <p:spPr>
          <a:xfrm>
            <a:off x="34747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7" name="사진 4"/>
          <p:cNvSpPr>
            <a:spLocks noGrp="1"/>
          </p:cNvSpPr>
          <p:nvPr>
            <p:ph type="pic" sz="quarter" idx="16"/>
          </p:nvPr>
        </p:nvSpPr>
        <p:spPr>
          <a:xfrm>
            <a:off x="4846320" y="34290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8" name="사진 5"/>
          <p:cNvSpPr>
            <a:spLocks noGrp="1"/>
          </p:cNvSpPr>
          <p:nvPr>
            <p:ph type="pic" sz="quarter" idx="17"/>
          </p:nvPr>
        </p:nvSpPr>
        <p:spPr>
          <a:xfrm>
            <a:off x="7315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09" name="사진 6"/>
          <p:cNvSpPr>
            <a:spLocks noGrp="1"/>
          </p:cNvSpPr>
          <p:nvPr>
            <p:ph type="pic" sz="quarter" idx="18"/>
          </p:nvPr>
        </p:nvSpPr>
        <p:spPr>
          <a:xfrm>
            <a:off x="21031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0" name="사진 7"/>
          <p:cNvSpPr>
            <a:spLocks noGrp="1"/>
          </p:cNvSpPr>
          <p:nvPr>
            <p:ph type="pic" sz="quarter" idx="19"/>
          </p:nvPr>
        </p:nvSpPr>
        <p:spPr>
          <a:xfrm>
            <a:off x="34747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111" name="사진 8"/>
          <p:cNvSpPr>
            <a:spLocks noGrp="1"/>
          </p:cNvSpPr>
          <p:nvPr>
            <p:ph type="pic" sz="quarter" idx="20"/>
          </p:nvPr>
        </p:nvSpPr>
        <p:spPr>
          <a:xfrm>
            <a:off x="4846320" y="4800600"/>
            <a:ext cx="1188720" cy="1188720"/>
          </a:xfrm>
          <a:prstGeom prst="roundRect">
            <a:avLst>
              <a:gd name="adj" fmla="val 6000"/>
            </a:avLst>
          </a:prstGeom>
          <a:solidFill>
            <a:schemeClr val="accent4"/>
          </a:solidFill>
        </p:spPr>
        <p:txBody>
          <a:bodyPr lIns="45720" rIns="45720" tIns="27432" bIns="27432" anchor="ctr">
            <a:normAutofit/>
          </a:bodyPr>
          <a:lstStyle>
            <a:lvl1pPr marL="0" indent="0" algn="l">
              <a:lnSpc>
                <a:spcPct val="110000"/>
              </a:lnSpc>
              <a:spcBef>
                <a:spcPts val="0"/>
              </a:spcBef>
              <a:buNone/>
              <a:defRPr sz="1000" b="0" spc="0">
                <a:solidFill>
                  <a:schemeClr val="tx1">
                    <a:lumMod val="55000"/>
                    <a:lumOff val="45000"/>
                  </a:schemeClr>
                </a:solidFill>
              </a:defRPr>
            </a:lvl1pPr>
          </a:lstStyle>
          <a:p>
            <a:r>
              <a:rPr lang="ko-KR"/>
              <a:t>사진</a:t>
            </a:r>
          </a:p>
        </p:txBody>
      </p:sp>
      <p:sp>
        <p:nvSpPr>
          <p:cNvPr id="2" name="제목 알약"/>
          <p:cNvSpPr/>
          <p:nvPr/>
        </p:nvSpPr>
        <p:spPr>
          <a:xfrm>
            <a:off x="3169767" y="594360"/>
            <a:ext cx="5852160" cy="868680"/>
          </a:xfrm>
          <a:prstGeom prst="roundRect">
            <a:avLst>
              <a:gd name="adj" fmla="val 50000"/>
            </a:avLst>
          </a:prstGeom>
          <a:solidFill>
            <a:schemeClr val="bg1"/>
          </a:solidFill>
          <a:ln w="15875">
            <a:solidFill>
              <a:schemeClr val="accent5"/>
            </a:solidFill>
          </a:ln>
          <a:effectLst>
            <a:outerShdw blurRad="177800" dist="38100" dir="5400000" algn="t" rotWithShape="0">
              <a:schemeClr val="tx2">
                <a:alpha val="9000"/>
              </a:scheme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한 문장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영문 라벨"/>
          <p:cNvSpPr>
            <a:spLocks noGrp="1"/>
          </p:cNvSpPr>
          <p:nvPr>
            <p:ph type="body" sz="quarter" idx="10"/>
          </p:nvPr>
        </p:nvSpPr>
        <p:spPr>
          <a:xfrm>
            <a:off x="457200" y="274320"/>
            <a:ext cx="11277295" cy="310896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0" spc="300" cap="all">
                <a:solidFill>
                  <a:schemeClr val="tx2"/>
                </a:solidFill>
              </a:defRPr>
            </a:lvl1pPr>
          </a:lstStyle>
          <a:p>
            <a:r>
              <a:rPr lang="ko-KR"/>
              <a:t>LABEL</a:t>
            </a:r>
          </a:p>
        </p:txBody>
      </p:sp>
      <p:sp>
        <p:nvSpPr>
          <p:cNvPr id="102" name="쪽 번호"/>
          <p:cNvSpPr>
            <a:spLocks noGrp="1"/>
          </p:cNvSpPr>
          <p:nvPr>
            <p:ph type="sldNum" sz="quarter" idx="12"/>
          </p:nvPr>
        </p:nvSpPr>
        <p:spPr>
          <a:xfrm>
            <a:off x="5821527" y="6172200"/>
            <a:ext cx="548640" cy="54864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10000"/>
              </a:lnSpc>
              <a:spcBef>
                <a:spcPts val="0"/>
              </a:spcBef>
              <a:buNone/>
              <a:defRPr sz="1100" b="1" spc="0">
                <a:solidFill>
                  <a:srgbClr val="1A1613"/>
                </a:solidFill>
              </a:defRPr>
            </a:lvl1pPr>
          </a:lstStyle>
          <a:p>
            <a:fld id="{3B9A480D-8B14-4DF7-90A7-D1C897B84BEE}" type="slidenum">
              <a:rPr lang="en-US"/>
              <a:t>‹#›</a:t>
            </a:fld>
          </a:p>
        </p:txBody>
      </p:sp>
      <p:sp>
        <p:nvSpPr>
          <p:cNvPr id="103" name="한 문장"/>
          <p:cNvSpPr>
            <a:spLocks noGrp="1"/>
          </p:cNvSpPr>
          <p:nvPr>
            <p:ph type="title"/>
          </p:nvPr>
        </p:nvSpPr>
        <p:spPr>
          <a:xfrm>
            <a:off x="1463003" y="2331720"/>
            <a:ext cx="9265688" cy="2331720"/>
          </a:xfrm>
          <a:noFill/>
        </p:spPr>
        <p:txBody>
          <a:bodyPr lIns="45720" rIns="45720" tIns="27432" bIns="27432" anchor="ctr">
            <a:normAutofit/>
          </a:bodyPr>
          <a:lstStyle>
            <a:lvl1pPr marL="0" indent="0" algn="ctr">
              <a:lnSpc>
                <a:spcPct val="130000"/>
              </a:lnSpc>
              <a:spcBef>
                <a:spcPts val="0"/>
              </a:spcBef>
              <a:buNone/>
              <a:defRPr sz="3400" b="1" spc="0">
                <a:solidFill>
                  <a:schemeClr val="tx2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한 문장으로 말하면</a:t>
            </a:r>
          </a:p>
        </p:txBody>
      </p:sp>
      <p:sp>
        <p:nvSpPr>
          <p:cNvPr id="2" name="점"/>
          <p:cNvSpPr/>
          <p:nvPr/>
        </p:nvSpPr>
        <p:spPr>
          <a:xfrm>
            <a:off x="649224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점"/>
          <p:cNvSpPr/>
          <p:nvPr/>
        </p:nvSpPr>
        <p:spPr>
          <a:xfrm>
            <a:off x="1014983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점"/>
          <p:cNvSpPr/>
          <p:nvPr/>
        </p:nvSpPr>
        <p:spPr>
          <a:xfrm>
            <a:off x="11012119" y="941832"/>
            <a:ext cx="164592" cy="164592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점"/>
          <p:cNvSpPr/>
          <p:nvPr/>
        </p:nvSpPr>
        <p:spPr>
          <a:xfrm>
            <a:off x="11377879" y="941832"/>
            <a:ext cx="164592" cy="164592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쪽 번호 원"/>
          <p:cNvSpPr/>
          <p:nvPr/>
        </p:nvSpPr>
        <p:spPr>
          <a:xfrm>
            <a:off x="5821527" y="6172200"/>
            <a:ext cx="548640" cy="54864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grpSp>
        <p:nvGrpSpPr>
          <p:cNvPr id="7" name="따옴표 장식"/>
          <p:cNvGrpSpPr/>
          <p:nvPr/>
        </p:nvGrpSpPr>
        <p:grpSpPr>
          <a:xfrm>
            <a:off x="5592927" y="1520189"/>
            <a:ext cx="1005840" cy="251460"/>
            <a:chOff x="5592927" y="1520189"/>
            <a:chExt cx="1005840" cy="251460"/>
          </a:xfrm>
        </p:grpSpPr>
        <p:sp>
          <p:nvSpPr>
            <p:cNvPr id="8" name="Diamond 7"/>
            <p:cNvSpPr/>
            <p:nvPr/>
          </p:nvSpPr>
          <p:spPr>
            <a:xfrm>
              <a:off x="5970117" y="1520189"/>
              <a:ext cx="251460" cy="251460"/>
            </a:xfrm>
            <a:prstGeom prst="diamond">
              <a:avLst/>
            </a:prstGeom>
            <a:solidFill>
              <a:schemeClr val="accent5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cxnSp>
          <p:nvCxnSpPr>
            <p:cNvPr id="9" name="Connector 8"/>
            <p:cNvCxnSpPr/>
            <p:nvPr/>
          </p:nvCxnSpPr>
          <p:spPr>
            <a:xfrm>
              <a:off x="559292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  <p:cxnSp>
          <p:nvCxnSpPr>
            <p:cNvPr id="10" name="Connector 9"/>
            <p:cNvCxnSpPr/>
            <p:nvPr/>
          </p:nvCxnSpPr>
          <p:spPr>
            <a:xfrm>
              <a:off x="6301587" y="1645919"/>
              <a:ext cx="297180" cy="0"/>
            </a:xfrm>
            <a:prstGeom prst="line">
              <a:avLst/>
            </a:prstGeom>
            <a:ln w="9525" cap="rnd">
              <a:solidFill>
                <a:schemeClr val="accent5"/>
              </a:solidFill>
            </a:ln>
          </p:spPr>
        </p:cxnSp>
      </p:grpSp>
      <p:cxnSp>
        <p:nvCxnSpPr>
          <p:cNvPr id="11" name="Connector 10"/>
          <p:cNvCxnSpPr/>
          <p:nvPr/>
        </p:nvCxnSpPr>
        <p:spPr>
          <a:xfrm>
            <a:off x="5547207" y="5349240"/>
            <a:ext cx="1097280" cy="0"/>
          </a:xfrm>
          <a:prstGeom prst="line">
            <a:avLst/>
          </a:prstGeom>
          <a:ln w="9525" cap="rnd">
            <a:solidFill>
              <a:schemeClr val="accent5"/>
            </a:solidFill>
          </a:ln>
        </p:spPr>
      </p:cxnSp>
      <p:sp>
        <p:nvSpPr>
          <p:cNvPr id="12" name="Diamond 11"/>
          <p:cNvSpPr/>
          <p:nvPr/>
        </p:nvSpPr>
        <p:spPr>
          <a:xfrm>
            <a:off x="6036411" y="5289804"/>
            <a:ext cx="118872" cy="118872"/>
          </a:xfrm>
          <a:prstGeom prst="diamond">
            <a:avLst/>
          </a:prstGeom>
          <a:solidFill>
            <a:schemeClr val="accent1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4" r:id="rId6"/>
    <p:sldLayoutId id="2147483655" r:id="rId7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MUSTARD  ·  INSURANCE CHECK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ko-KR"/>
              <a:t>우리 보험 점검 시간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ko-KR"/>
              <a:t>월 보험료가 얼마인지 합계를 내 봅니다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 sz="quarter"/>
          </p:nvPr>
        </p:nvSpPr>
        <p:spPr/>
        <p:txBody>
          <a:bodyPr/>
          <a:lstStyle/>
          <a:p>
            <a:r>
              <a:rPr lang="ko-KR"/>
              <a:t>본인 점검 · 날짜 입력</a:t>
            </a:r>
          </a:p>
          <a:p>
            <a:r>
              <a:rPr lang="ko-KR"/>
              <a:t>가입 내용을 정리하고 함께 확인하는 양식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PROFILE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대상 현황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6763A8-8993-471B-84D4-767D00D23FB1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3657600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5364327"/>
                <a:gridCol w="5364327"/>
              </a:tblGrid>
              <a:tr h="731520"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구분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 lang="ko-KR">
                          <a:solidFill>
                            <a:srgbClr val="1A1613"/>
                          </a:solidFill>
                        </a:rPr>
                        <a:t>내용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이름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나이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직업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731520">
                <a:tc>
                  <a:txBody>
                    <a:bodyPr wrap="square"/>
                    <a:lstStyle/>
                    <a:p>
                      <a:pPr algn="l"/>
                      <a:r>
                        <a:rPr sz="1600" b="1" lang="ko-KR">
                          <a:solidFill>
                            <a:schemeClr val="tx2"/>
                          </a:solidFill>
                        </a:rPr>
                        <a:t>가족 구성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POLICY 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가입한 보험 목록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56CF5A-EA60-4433-B755-A9F5B259DC03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5" cy="422452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2011680"/>
                <a:gridCol w="3108960"/>
                <a:gridCol w="1828800"/>
                <a:gridCol w="1828800"/>
                <a:gridCol w="1950415"/>
              </a:tblGrid>
              <a:tr h="603504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보험회사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상품명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종류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만기일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월 보험료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/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CHECKLIST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보장 항목 체크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533765-1BAE-4EDE-AECA-222F99A2964B}" type="slidenum">
              <a:rPr lang="en-US"/>
              <a:t>‹#›</a:t>
            </a:fld>
            <a:endParaRPr lang="en-US"/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31520" y="1828800"/>
          <a:ext cx="10728654" cy="4773168"/>
        </p:xfrm>
        <a:graphic>
          <a:graphicData uri="http://schemas.openxmlformats.org/drawingml/2006/table">
            <a:tbl>
              <a:tblPr firstRow="1">
                <a:tableStyleId>{2D5ABB26-0587-4C30-8999-92F81FD0307C}</a:tableStyleId>
              </a:tblPr>
              <a:tblGrid>
                <a:gridCol w="3657600"/>
                <a:gridCol w="2357018"/>
                <a:gridCol w="2357018"/>
                <a:gridCol w="2357018"/>
              </a:tblGrid>
              <a:tr h="530352"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보장 항목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가입 확인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확인 필요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1" lang="ko-KR">
                          <a:solidFill>
                            <a:srgbClr val="1A1613"/>
                          </a:solidFill>
                        </a:rPr>
                        <a:t>해당 없음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사망·재해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질병 진단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암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뇌·심장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입원·수술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상해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실손의료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bg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 algn="l"/>
                      <a:r>
                        <a:rPr sz="1400" b="1" lang="ko-KR">
                          <a:solidFill>
                            <a:schemeClr val="tx2"/>
                          </a:solidFill>
                        </a:rPr>
                        <a:t>연금·노후자금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 lang="ko-KR">
                          <a:solidFill>
                            <a:schemeClr val="tx1"/>
                          </a:solidFill>
                        </a:rPr>
                        <a:t>□</a:t>
                      </a:r>
                    </a:p>
                  </a:txBody>
                  <a:tcPr marL="91440" marR="91440" anchor="ctr">
                    <a:lnL w="0">
                      <a:noFill/>
                    </a:lnL>
                    <a:lnR w="0">
                      <a:noFill/>
                    </a:lnR>
                    <a:lnT w="9525">
                      <a:solidFill>
                        <a:schemeClr val="accent4"/>
                      </a:solidFill>
                    </a:lnT>
                    <a:lnB w="9525">
                      <a:solidFill>
                        <a:schemeClr val="accent4"/>
                      </a:solidFill>
                    </a:lnB>
                    <a:solidFill>
                      <a:schemeClr val="accent1">
                        <a:lumMod val="10000"/>
                        <a:lumOff val="90000"/>
                      </a:scheme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wipe dir="r"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PREMIUM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월 보험료 한눈에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B973CC-88F8-4A29-A25C-795A044D19CD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2377440"/>
            <a:chOff x="731520" y="1828800"/>
            <a:chExt cx="3393338" cy="237744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보험료 합계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2377440"/>
            <a:chOff x="4399178" y="1828800"/>
            <a:chExt cx="3393338" cy="237744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연 보험료 합계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0원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2377440"/>
            <a:chOff x="8066836" y="1828800"/>
            <a:chExt cx="3393338" cy="237744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237744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700" b="1" i="0" lang="ko-KR">
                  <a:solidFill>
                    <a:schemeClr val="tx2"/>
                  </a:solidFill>
                  <a:latin typeface="+mj-lt"/>
                  <a:ea typeface="+mj-ea"/>
                </a:rPr>
                <a:t>월 소득 대비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2600" b="0" i="0" lang="ko-KR">
                  <a:solidFill>
                    <a:schemeClr val="tx1"/>
                  </a:solidFill>
                </a:rPr>
                <a:t>0 %</a:t>
              </a:r>
            </a:p>
          </p:txBody>
        </p:sp>
      </p:grpSp>
      <p:graphicFrame>
        <p:nvGraphicFramePr>
          <p:cNvPr id="29" name="차트"/>
          <p:cNvGraphicFramePr>
            <a:graphicFrameLocks noGrp="1"/>
          </p:cNvGraphicFramePr>
          <p:nvPr/>
        </p:nvGraphicFramePr>
        <p:xfrm>
          <a:off x="731520" y="4389120"/>
          <a:ext cx="10728655" cy="16916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rPr lang="ko-KR"/>
              <a:t>NEXT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/>
              <a:t>점검 메모와 다음 할 일</a:t>
            </a:r>
          </a:p>
        </p:txBody>
      </p:sp>
      <p:sp>
        <p:nvSpPr>
          <p:cNvPr id="4" name="쪽 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886E1D9-EE5B-49CB-B9CF-E7D6E13E8007}" type="slidenum">
              <a:rPr lang="en-US"/>
              <a:t>‹#›</a:t>
            </a:fld>
            <a:endParaRPr lang="en-US"/>
          </a:p>
        </p:txBody>
      </p:sp>
      <p:grpSp>
        <p:nvGrpSpPr>
          <p:cNvPr id="5" name="카드 1"/>
          <p:cNvGrpSpPr/>
          <p:nvPr/>
        </p:nvGrpSpPr>
        <p:grpSpPr>
          <a:xfrm>
            <a:off x="731520" y="1828800"/>
            <a:ext cx="3393338" cy="3566160"/>
            <a:chOff x="731520" y="1828800"/>
            <a:chExt cx="3393338" cy="3566160"/>
          </a:xfrm>
        </p:grpSpPr>
        <p:sp>
          <p:nvSpPr>
            <p:cNvPr id="6" name="카드 바탕"/>
            <p:cNvSpPr/>
            <p:nvPr/>
          </p:nvSpPr>
          <p:spPr>
            <a:xfrm>
              <a:off x="731520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7" name="윗선"/>
            <p:cNvSpPr/>
            <p:nvPr/>
          </p:nvSpPr>
          <p:spPr>
            <a:xfrm>
              <a:off x="731520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8" name="번호 1"/>
            <p:cNvSpPr txBox="1"/>
            <p:nvPr/>
          </p:nvSpPr>
          <p:spPr>
            <a:xfrm>
              <a:off x="914400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No.01</a:t>
              </a:r>
            </a:p>
          </p:txBody>
        </p:sp>
        <p:cxnSp>
          <p:nvCxnSpPr>
            <p:cNvPr id="9" name="번호 밑줄"/>
            <p:cNvCxnSpPr/>
            <p:nvPr/>
          </p:nvCxnSpPr>
          <p:spPr>
            <a:xfrm>
              <a:off x="960120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0" name="카드 제목"/>
            <p:cNvSpPr txBox="1"/>
            <p:nvPr/>
          </p:nvSpPr>
          <p:spPr>
            <a:xfrm>
              <a:off x="914400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확인할 것</a:t>
              </a:r>
            </a:p>
          </p:txBody>
        </p:sp>
        <p:cxnSp>
          <p:nvCxnSpPr>
            <p:cNvPr id="11" name="구분선"/>
            <p:cNvCxnSpPr/>
            <p:nvPr/>
          </p:nvCxnSpPr>
          <p:spPr>
            <a:xfrm>
              <a:off x="960120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12" name="카드 내용"/>
            <p:cNvSpPr txBox="1"/>
            <p:nvPr/>
          </p:nvSpPr>
          <p:spPr>
            <a:xfrm>
              <a:off x="914400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13" name="카드 2"/>
          <p:cNvGrpSpPr/>
          <p:nvPr/>
        </p:nvGrpSpPr>
        <p:grpSpPr>
          <a:xfrm>
            <a:off x="4399178" y="1828800"/>
            <a:ext cx="3393338" cy="3566160"/>
            <a:chOff x="4399178" y="1828800"/>
            <a:chExt cx="3393338" cy="3566160"/>
          </a:xfrm>
        </p:grpSpPr>
        <p:sp>
          <p:nvSpPr>
            <p:cNvPr id="14" name="카드 바탕"/>
            <p:cNvSpPr/>
            <p:nvPr/>
          </p:nvSpPr>
          <p:spPr>
            <a:xfrm>
              <a:off x="4399178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5" name="윗선"/>
            <p:cNvSpPr/>
            <p:nvPr/>
          </p:nvSpPr>
          <p:spPr>
            <a:xfrm>
              <a:off x="4399178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16" name="번호 2"/>
            <p:cNvSpPr txBox="1"/>
            <p:nvPr/>
          </p:nvSpPr>
          <p:spPr>
            <a:xfrm>
              <a:off x="4582058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No.02</a:t>
              </a:r>
            </a:p>
          </p:txBody>
        </p:sp>
        <p:cxnSp>
          <p:nvCxnSpPr>
            <p:cNvPr id="17" name="번호 밑줄"/>
            <p:cNvCxnSpPr/>
            <p:nvPr/>
          </p:nvCxnSpPr>
          <p:spPr>
            <a:xfrm>
              <a:off x="4627778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18" name="카드 제목"/>
            <p:cNvSpPr txBox="1"/>
            <p:nvPr/>
          </p:nvSpPr>
          <p:spPr>
            <a:xfrm>
              <a:off x="4582058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문의할 것</a:t>
              </a:r>
            </a:p>
          </p:txBody>
        </p:sp>
        <p:cxnSp>
          <p:nvCxnSpPr>
            <p:cNvPr id="19" name="구분선"/>
            <p:cNvCxnSpPr/>
            <p:nvPr/>
          </p:nvCxnSpPr>
          <p:spPr>
            <a:xfrm>
              <a:off x="4627778" y="3364991"/>
              <a:ext cx="2936138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0" name="카드 내용"/>
            <p:cNvSpPr txBox="1"/>
            <p:nvPr/>
          </p:nvSpPr>
          <p:spPr>
            <a:xfrm>
              <a:off x="4582058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grpSp>
        <p:nvGrpSpPr>
          <p:cNvPr id="21" name="카드 3"/>
          <p:cNvGrpSpPr/>
          <p:nvPr/>
        </p:nvGrpSpPr>
        <p:grpSpPr>
          <a:xfrm>
            <a:off x="8066836" y="1828800"/>
            <a:ext cx="3393338" cy="3566160"/>
            <a:chOff x="8066836" y="1828800"/>
            <a:chExt cx="3393338" cy="3566160"/>
          </a:xfrm>
        </p:grpSpPr>
        <p:sp>
          <p:nvSpPr>
            <p:cNvPr id="22" name="카드 바탕"/>
            <p:cNvSpPr/>
            <p:nvPr/>
          </p:nvSpPr>
          <p:spPr>
            <a:xfrm>
              <a:off x="8066836" y="1828800"/>
              <a:ext cx="3393338" cy="356616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76200" dist="19050" dir="5400000" algn="t" rotWithShape="0">
                <a:schemeClr val="tx2">
                  <a:alpha val="8000"/>
                </a:schemeClr>
              </a:outerShdw>
            </a:effectLst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3" name="윗선"/>
            <p:cNvSpPr/>
            <p:nvPr/>
          </p:nvSpPr>
          <p:spPr>
            <a:xfrm>
              <a:off x="8066836" y="1828800"/>
              <a:ext cx="3393338" cy="64008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rtlCol="0" anchor="ctr"/>
            <a:lstStyle/>
            <a:p>
              <a:pPr algn="ctr"/>
            </a:p>
          </p:txBody>
        </p:sp>
        <p:sp>
          <p:nvSpPr>
            <p:cNvPr id="24" name="번호 3"/>
            <p:cNvSpPr txBox="1"/>
            <p:nvPr/>
          </p:nvSpPr>
          <p:spPr>
            <a:xfrm>
              <a:off x="8249716" y="2130552"/>
              <a:ext cx="1097280" cy="27432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200" b="1" i="0" lang="ko-KR" spc="150">
                  <a:solidFill>
                    <a:schemeClr val="tx2"/>
                  </a:solidFill>
                </a:rPr>
                <a:t>No.03</a:t>
              </a:r>
            </a:p>
          </p:txBody>
        </p:sp>
        <p:cxnSp>
          <p:nvCxnSpPr>
            <p:cNvPr id="25" name="번호 밑줄"/>
            <p:cNvCxnSpPr/>
            <p:nvPr/>
          </p:nvCxnSpPr>
          <p:spPr>
            <a:xfrm>
              <a:off x="8295436" y="2468880"/>
              <a:ext cx="457200" cy="0"/>
            </a:xfrm>
            <a:prstGeom prst="line">
              <a:avLst/>
            </a:prstGeom>
            <a:ln w="12700" cap="rnd">
              <a:solidFill>
                <a:schemeClr val="accent5"/>
              </a:solidFill>
            </a:ln>
          </p:spPr>
        </p:cxnSp>
        <p:sp>
          <p:nvSpPr>
            <p:cNvPr id="26" name="카드 제목"/>
            <p:cNvSpPr txBox="1"/>
            <p:nvPr/>
          </p:nvSpPr>
          <p:spPr>
            <a:xfrm>
              <a:off x="8249716" y="2697480"/>
              <a:ext cx="3027578" cy="640080"/>
            </a:xfrm>
            <a:prstGeom prst="rect">
              <a:avLst/>
            </a:prstGeom>
            <a:noFill/>
          </p:spPr>
          <p:txBody>
            <a:bodyPr wrap="square" lIns="45720" rIns="45720" tIns="27432" bIns="27432" anchor="ctr">
              <a:noAutofit/>
            </a:bodyPr>
            <a:lstStyle/>
            <a:p>
              <a:pPr algn="l">
                <a:lnSpc>
                  <a:spcPct val="120000"/>
                </a:lnSpc>
              </a:pPr>
              <a:r>
                <a:rPr sz="1800" b="1" i="0" lang="ko-KR">
                  <a:solidFill>
                    <a:schemeClr val="tx2"/>
                  </a:solidFill>
                  <a:latin typeface="+mj-lt"/>
                  <a:ea typeface="+mj-ea"/>
                </a:rPr>
                <a:t>정리할 날짜</a:t>
              </a:r>
            </a:p>
          </p:txBody>
        </p:sp>
        <p:cxnSp>
          <p:nvCxnSpPr>
            <p:cNvPr id="27" name="구분선"/>
            <p:cNvCxnSpPr/>
            <p:nvPr/>
          </p:nvCxnSpPr>
          <p:spPr>
            <a:xfrm>
              <a:off x="8295436" y="3364991"/>
              <a:ext cx="2936139" cy="0"/>
            </a:xfrm>
            <a:prstGeom prst="line">
              <a:avLst/>
            </a:prstGeom>
            <a:ln w="6350" cap="rnd">
              <a:solidFill>
                <a:schemeClr val="accent5"/>
              </a:solidFill>
            </a:ln>
          </p:spPr>
        </p:cxnSp>
        <p:sp>
          <p:nvSpPr>
            <p:cNvPr id="28" name="카드 내용"/>
            <p:cNvSpPr txBox="1"/>
            <p:nvPr/>
          </p:nvSpPr>
          <p:spPr>
            <a:xfrm>
              <a:off x="8249716" y="3456432"/>
              <a:ext cx="3027578" cy="1828800"/>
            </a:xfrm>
            <a:prstGeom prst="rect">
              <a:avLst/>
            </a:prstGeom>
            <a:noFill/>
          </p:spPr>
          <p:txBody>
            <a:bodyPr wrap="square" lIns="45720" rIns="45720" tIns="27432" bIns="27432" anchor="t">
              <a:noAutofit/>
            </a:bodyPr>
            <a:lstStyle/>
            <a:p>
              <a:pPr algn="l">
                <a:lnSpc>
                  <a:spcPct val="130000"/>
                </a:lnSpc>
              </a:pPr>
              <a:r>
                <a:rPr sz="1500" b="0" i="0" lang="ko-KR">
                  <a:solidFill>
                    <a:schemeClr val="tx1"/>
                  </a:solidFill>
                </a:rPr>
                <a:t>내용을 입력하세요</a:t>
              </a:r>
            </a:p>
          </p:txBody>
        </p:sp>
      </p:grpSp>
      <p:sp>
        <p:nvSpPr>
          <p:cNvPr id="29" name="안내 문구"/>
          <p:cNvSpPr txBox="1"/>
          <p:nvPr/>
        </p:nvSpPr>
        <p:spPr>
          <a:xfrm>
            <a:off x="731520" y="5577840"/>
            <a:ext cx="10728655" cy="548640"/>
          </a:xfrm>
          <a:prstGeom prst="rect">
            <a:avLst/>
          </a:prstGeom>
          <a:noFill/>
        </p:spPr>
        <p:txBody>
          <a:bodyPr wrap="square" lIns="45720" rIns="45720" tIns="27432" bIns="27432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i="0" lang="ko-KR">
                <a:solidFill>
                  <a:schemeClr val="tx1">
                    <a:lumMod val="55000"/>
                    <a:lumOff val="45000"/>
                  </a:schemeClr>
                </a:solidFill>
              </a:rPr>
              <a:t>이 양식은 가입 내용을 스스로 정리하기 위한 것이며 보험 가입을 권유하거나 보장의 적정성을 판단하지 않습니다. 정확한 내용은 증권·약관과 가입한 보험회사에서 확인하세요.</a:t>
            </a:r>
          </a:p>
        </p:txBody>
      </p:sp>
    </p:spTree>
  </p:cSld>
  <p:clrMapOvr>
    <a:masterClrMapping/>
  </p:clrMapOvr>
  <p:transition spd="med">
    <p:wipe dir="r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5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3" fill="hold">
                            <p:stCondLst>
                              <p:cond delay="0"/>
                            </p:stCondLst>
                            <p:childTnLst>
                              <p:par>
                                <p:cTn id="4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" dur="4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450"/>
                            </p:stCondLst>
                            <p:childTnLst>
                              <p:par>
                                <p:cTn id="8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0" dur="4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900"/>
                            </p:stCondLst>
                            <p:childTnLst>
                              <p:par>
                                <p:cTn id="12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4" dur="4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보험 보장 점검 발표자료(본인 점검)">
  <a:themeElements>
    <a:clrScheme name="보험 보장 점검 발표자료(본인 점검)">
      <a:dk1>
        <a:srgbClr val="373B48"/>
      </a:dk1>
      <a:lt1>
        <a:srgbClr val="FEFCF8"/>
      </a:lt1>
      <a:dk2>
        <a:srgbClr val="262F4D"/>
      </a:dk2>
      <a:lt2>
        <a:srgbClr val="FBF6E6"/>
      </a:lt2>
      <a:accent1>
        <a:srgbClr val="D0A02A"/>
      </a:accent1>
      <a:accent2>
        <a:srgbClr val="2E3A5C"/>
      </a:accent2>
      <a:accent3>
        <a:srgbClr val="4A5063"/>
      </a:accent3>
      <a:accent4>
        <a:srgbClr val="F2E5C0"/>
      </a:accent4>
      <a:accent5>
        <a:srgbClr val="C8A040"/>
      </a:accent5>
      <a:accent6>
        <a:srgbClr val="8A8F9A"/>
      </a:accent6>
      <a:hlink>
        <a:srgbClr val="262F4D"/>
      </a:hlink>
      <a:folHlink>
        <a:srgbClr val="4A5063"/>
      </a:folHlink>
    </a:clrScheme>
    <a:fontScheme name="보험 보장 점검 발표자료(본인 점검)">
      <a:majorFont>
        <a:latin typeface="Trebuchet MS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보험 보장 점검 발표자료(본인 점검)</dc:title>
  <dc:subject>보험 가입 내용 정리 양식 · 본인 점검</dc:subject>
  <dc:creator>반딧불이의 곳간</dc:creator>
  <cp:keywords>보험,점검,양식,PPT</cp:keywords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템플릿</cp:category>
  <dc:language>ko-KR</dc:language>
</cp:coreProperties>
</file>