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DD3B576-875A-44C8-9F6E-7CADBD795AD8}">
          <p14:sldIdLst>
            <p14:sldId id="256"/>
          </p14:sldIdLst>
        </p14:section>
        <p14:section name="본문" id="{4D2C8D63-211C-4682-83FF-50EF8EEC320F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22FFBE6F-AF4D-42AB-8D1F-7BCB08975BCD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7D8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3B6B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C5A32778-CE23-47CA-ABA8-09219C16282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D13E5E67-F04A-4CF6-BCE4-EFA2D866A41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월 보험료가 얼마인지 합계를 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3ACD-AD9E-4B81-B4A2-017709C62D9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78B2A-99BD-4F32-94BE-39287E15C56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6713E-3A5E-4954-8857-481D0865F93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C062F-02F8-4BB1-AAD6-59974FB7332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9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FC4B9-861E-4270-B5EF-2A650ED92F3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9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373B48"/>
      </a:dk1>
      <a:lt1>
        <a:srgbClr val="FEFCF8"/>
      </a:lt1>
      <a:dk2>
        <a:srgbClr val="262F4D"/>
      </a:dk2>
      <a:lt2>
        <a:srgbClr val="FBF6E6"/>
      </a:lt2>
      <a:accent1>
        <a:srgbClr val="D0A02A"/>
      </a:accent1>
      <a:accent2>
        <a:srgbClr val="2E3A5C"/>
      </a:accent2>
      <a:accent3>
        <a:srgbClr val="4A5063"/>
      </a:accent3>
      <a:accent4>
        <a:srgbClr val="F2E5C0"/>
      </a:accent4>
      <a:accent5>
        <a:srgbClr val="C8A040"/>
      </a:accent5>
      <a:accent6>
        <a:srgbClr val="8A8F9A"/>
      </a:accent6>
      <a:hlink>
        <a:srgbClr val="262F4D"/>
      </a:hlink>
      <a:folHlink>
        <a:srgbClr val="4A5063"/>
      </a:folHlink>
    </a:clrScheme>
    <a:fontScheme name="보험 보장 점검 발표자료(본인 점검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