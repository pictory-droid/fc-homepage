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AA5D620-CC5A-45CF-A2E2-4C196F8D5044}">
          <p14:sldIdLst>
            <p14:sldId id="256"/>
          </p14:sldIdLst>
        </p14:section>
        <p14:section name="본문" id="{C9ADD1E2-A610-415D-B47F-B5787A7617F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2A1E1E-F913-4C51-BB9E-2C5477D393B4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40719" y="754380"/>
            <a:ext cx="256031" cy="320040"/>
            <a:chOff x="11240719" y="754380"/>
            <a:chExt cx="256031" cy="320040"/>
          </a:xfrm>
        </p:grpSpPr>
        <p:sp>
          <p:nvSpPr>
            <p:cNvPr id="5" name="Diamond 4"/>
            <p:cNvSpPr/>
            <p:nvPr/>
          </p:nvSpPr>
          <p:spPr>
            <a:xfrm>
              <a:off x="11240719" y="7543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6AE4A3B-0BF1-4161-A3A0-318DFE27039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40719" y="754380"/>
            <a:ext cx="256031" cy="320040"/>
            <a:chOff x="11240719" y="754380"/>
            <a:chExt cx="256031" cy="320040"/>
          </a:xfrm>
        </p:grpSpPr>
        <p:sp>
          <p:nvSpPr>
            <p:cNvPr id="5" name="Diamond 4"/>
            <p:cNvSpPr/>
            <p:nvPr/>
          </p:nvSpPr>
          <p:spPr>
            <a:xfrm>
              <a:off x="11240719" y="754380"/>
              <a:ext cx="256031" cy="32004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1CA9588-92E7-4579-A34E-53ED9B0632A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7" name="Diamond 6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어버이날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직원 수와 업종을 먼저 적습니다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8B00-368C-4657-BEBD-BFB9F4AFD68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D7C-0DC3-4C86-9B08-510D3FBF85D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D39E-8149-4747-AA24-57BA903AADC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B4EE-71DE-469B-8EC0-891614A3C94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740F-9A0D-44E5-8649-D375C333C0A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보험 보장 점검 발표자료(사업장 점검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