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7E9FB8-0AEB-407E-81AA-D563411A39AA}">
          <p14:sldIdLst>
            <p14:sldId id="256"/>
          </p14:sldIdLst>
        </p14:section>
        <p14:section name="본문" id="{D9B3973F-B5E4-497E-A70E-5DF6DB095F2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EDD065E-C29E-41DC-A337-FBAD2DBBAC4E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3182"/>
            <a:ext cx="320040" cy="275234"/>
            <a:chOff x="571500" y="6263182"/>
            <a:chExt cx="320040" cy="275234"/>
          </a:xfrm>
        </p:grpSpPr>
        <p:sp>
          <p:nvSpPr>
            <p:cNvPr id="4" name="Hexagon 3"/>
            <p:cNvSpPr/>
            <p:nvPr/>
          </p:nvSpPr>
          <p:spPr>
            <a:xfrm>
              <a:off x="571500" y="6263182"/>
              <a:ext cx="320040" cy="275234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63182"/>
            <a:ext cx="320040" cy="275234"/>
            <a:chOff x="11300155" y="6263182"/>
            <a:chExt cx="320040" cy="275234"/>
          </a:xfrm>
        </p:grpSpPr>
        <p:sp>
          <p:nvSpPr>
            <p:cNvPr id="6" name="Hexagon 5"/>
            <p:cNvSpPr/>
            <p:nvPr/>
          </p:nvSpPr>
          <p:spPr>
            <a:xfrm>
              <a:off x="11300155" y="6263182"/>
              <a:ext cx="320040" cy="275234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6ABF73E-EE8D-456F-9E8F-F3270D72F3B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3182"/>
            <a:ext cx="320040" cy="275234"/>
            <a:chOff x="571500" y="6263182"/>
            <a:chExt cx="320040" cy="275234"/>
          </a:xfrm>
        </p:grpSpPr>
        <p:sp>
          <p:nvSpPr>
            <p:cNvPr id="4" name="Hexagon 3"/>
            <p:cNvSpPr/>
            <p:nvPr/>
          </p:nvSpPr>
          <p:spPr>
            <a:xfrm>
              <a:off x="571500" y="6263182"/>
              <a:ext cx="320040" cy="275234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63182"/>
            <a:ext cx="320040" cy="275234"/>
            <a:chOff x="11300155" y="6263182"/>
            <a:chExt cx="320040" cy="275234"/>
          </a:xfrm>
        </p:grpSpPr>
        <p:sp>
          <p:nvSpPr>
            <p:cNvPr id="6" name="Hexagon 5"/>
            <p:cNvSpPr/>
            <p:nvPr/>
          </p:nvSpPr>
          <p:spPr>
            <a:xfrm>
              <a:off x="11300155" y="6263182"/>
              <a:ext cx="320040" cy="275234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902F37E-0AF5-4DF6-9D38-0110ACD4927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겹치는 항목이 있는지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E276-68BB-4014-B481-41D165C9377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EE7C-ED98-4D07-9576-B21D74E0951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C768C-47D4-4764-B6B1-7DFEEEB2431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FFE21-3B0A-48A9-B207-C56F4788B1E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8A18-BFE7-4131-B172-5D97677594B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3D643A"/>
      </a:dk2>
      <a:lt2>
        <a:srgbClr val="F9F3DE"/>
      </a:lt2>
      <a:accent1>
        <a:srgbClr val="E2CB7E"/>
      </a:accent1>
      <a:accent2>
        <a:srgbClr val="9A86CF"/>
      </a:accent2>
      <a:accent3>
        <a:srgbClr val="4E462C"/>
      </a:accent3>
      <a:accent4>
        <a:srgbClr val="F7EBC5"/>
      </a:accent4>
      <a:accent5>
        <a:srgbClr val="AFE0A3"/>
      </a:accent5>
      <a:accent6>
        <a:srgbClr val="E6BCC1"/>
      </a:accent6>
      <a:hlink>
        <a:srgbClr val="3D643A"/>
      </a:hlink>
      <a:folHlink>
        <a:srgbClr val="4E462C"/>
      </a:folHlink>
    </a:clrScheme>
    <a:fontScheme name="보험 보장 점검 발표자료(부부 점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