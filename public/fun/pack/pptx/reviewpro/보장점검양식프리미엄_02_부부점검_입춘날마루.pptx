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8084EBC-614E-4F5D-9485-AD7965C8B39B}">
          <p14:sldIdLst>
            <p14:sldId id="256"/>
          </p14:sldIdLst>
        </p14:section>
        <p14:section name="본문" id="{07EF7D08-B2EC-4E8C-90C3-7798976B3F9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ECB8A71-D144-49BF-88BD-E1FCE8518D17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313871" y="6172200"/>
            <a:ext cx="292608" cy="365760"/>
            <a:chOff x="11313871" y="6172200"/>
            <a:chExt cx="292608" cy="365760"/>
          </a:xfrm>
        </p:grpSpPr>
        <p:sp>
          <p:nvSpPr>
            <p:cNvPr id="5" name="Diamond 4"/>
            <p:cNvSpPr/>
            <p:nvPr/>
          </p:nvSpPr>
          <p:spPr>
            <a:xfrm>
              <a:off x="11313871" y="6172200"/>
              <a:ext cx="292608" cy="3657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98F0C8E-7C97-4A70-979D-A2F928FA2A2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313871" y="6172200"/>
            <a:ext cx="292608" cy="365760"/>
            <a:chOff x="11313871" y="6172200"/>
            <a:chExt cx="292608" cy="365760"/>
          </a:xfrm>
        </p:grpSpPr>
        <p:sp>
          <p:nvSpPr>
            <p:cNvPr id="5" name="Diamond 4"/>
            <p:cNvSpPr/>
            <p:nvPr/>
          </p:nvSpPr>
          <p:spPr>
            <a:xfrm>
              <a:off x="11313871" y="6172200"/>
              <a:ext cx="292608" cy="3657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52D8D84-A30D-4B23-AFBE-42A1704F227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부부가 각자 든 보험을 나란히 적어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150B-503D-44E1-A166-1235383E65B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D19-B41C-4C3B-AA9D-2479B73C51B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18483-6DE6-4CCE-9357-3627296D989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78B9-2466-4E1F-8E20-AB6842F202F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94D36-55D5-4F88-8F06-47D74F1298A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55643A"/>
      </a:dk2>
      <a:lt2>
        <a:srgbClr val="F9F3E4"/>
      </a:lt2>
      <a:accent1>
        <a:srgbClr val="D8BA73"/>
      </a:accent1>
      <a:accent2>
        <a:srgbClr val="7CC5AF"/>
      </a:accent2>
      <a:accent3>
        <a:srgbClr val="4E442C"/>
      </a:accent3>
      <a:accent4>
        <a:srgbClr val="F4E7C7"/>
      </a:accent4>
      <a:accent5>
        <a:srgbClr val="B4E0A3"/>
      </a:accent5>
      <a:accent6>
        <a:srgbClr val="E6BCC3"/>
      </a:accent6>
      <a:hlink>
        <a:srgbClr val="55643A"/>
      </a:hlink>
      <a:folHlink>
        <a:srgbClr val="4E442C"/>
      </a:folHlink>
    </a:clrScheme>
    <a:fontScheme name="보험 보장 점검 발표자료(부부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