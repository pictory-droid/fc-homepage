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F77BD6D-4AB6-4EC3-AB07-435CE85B25B6}">
          <p14:sldIdLst>
            <p14:sldId id="256"/>
          </p14:sldIdLst>
        </p14:section>
        <p14:section name="본문" id="{3163E346-35F7-4EEE-8180-6E81144411D9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B25D65F0-3C16-43FC-A83D-96983307909C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3DC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9BCBB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BAC2C94A-5C83-4877-95E5-7DD4E0041132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4598AB86-FA80-4F4D-A14E-BF4CBDC1F6C9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CORAL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더운 날 건강 챙기는 김에 같이 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부모님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CORAL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71E32-9B67-4B1B-8448-54AE9BA55AEA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378098"/>
                <a:gridCol w="3378098"/>
                <a:gridCol w="337809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아버지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어머니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성함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연세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함께 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CORAL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84123-C716-4699-9995-F24C27B6C331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35605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CORAL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D0C22-F0C7-4532-B355-1E454828787D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158898"/>
                <a:gridCol w="2158898"/>
                <a:gridCol w="215889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CORAL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2A785-A8F7-4FC9-9D4D-A0BCE1289FA4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2377440"/>
            <a:chOff x="1417319" y="1828800"/>
            <a:chExt cx="3195218" cy="237744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옆 선"/>
            <p:cNvSpPr/>
            <p:nvPr/>
          </p:nvSpPr>
          <p:spPr>
            <a:xfrm>
              <a:off x="1417319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/>
            <p:nvPr/>
          </p:nvSpPr>
          <p:spPr>
            <a:xfrm>
              <a:off x="1645919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10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1600199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886858" y="1828800"/>
            <a:ext cx="3195218" cy="2377440"/>
            <a:chOff x="4886858" y="1828800"/>
            <a:chExt cx="3195218" cy="2377440"/>
          </a:xfrm>
        </p:grpSpPr>
        <p:sp>
          <p:nvSpPr>
            <p:cNvPr id="14" name="카드 바탕"/>
            <p:cNvSpPr/>
            <p:nvPr/>
          </p:nvSpPr>
          <p:spPr>
            <a:xfrm>
              <a:off x="4886858" y="1828800"/>
              <a:ext cx="319521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옆 선"/>
            <p:cNvSpPr/>
            <p:nvPr/>
          </p:nvSpPr>
          <p:spPr>
            <a:xfrm>
              <a:off x="4886858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/>
            <p:nvPr/>
          </p:nvSpPr>
          <p:spPr>
            <a:xfrm>
              <a:off x="511545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7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5069738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8356396" y="1828800"/>
            <a:ext cx="3195218" cy="2377440"/>
            <a:chOff x="8356396" y="1828800"/>
            <a:chExt cx="3195218" cy="2377440"/>
          </a:xfrm>
        </p:grpSpPr>
        <p:sp>
          <p:nvSpPr>
            <p:cNvPr id="21" name="카드 바탕"/>
            <p:cNvSpPr/>
            <p:nvPr/>
          </p:nvSpPr>
          <p:spPr>
            <a:xfrm>
              <a:off x="8356396" y="1828800"/>
              <a:ext cx="319521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옆 선"/>
            <p:cNvSpPr/>
            <p:nvPr/>
          </p:nvSpPr>
          <p:spPr>
            <a:xfrm>
              <a:off x="8356396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/>
            <p:nvPr/>
          </p:nvSpPr>
          <p:spPr>
            <a:xfrm>
              <a:off x="858499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4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8539276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7" name="차트"/>
          <p:cNvGraphicFramePr>
            <a:graphicFrameLocks noGrp="1"/>
          </p:cNvGraphicFramePr>
          <p:nvPr/>
        </p:nvGraphicFramePr>
        <p:xfrm>
          <a:off x="1417319" y="4389120"/>
          <a:ext cx="1013429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CORAL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A34BC6-B8BD-4566-8CD3-699327728F8D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566160"/>
            <a:chOff x="1417319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옆 선"/>
            <p:cNvSpPr/>
            <p:nvPr/>
          </p:nvSpPr>
          <p:spPr>
            <a:xfrm>
              <a:off x="1417319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/>
            <p:nvPr/>
          </p:nvSpPr>
          <p:spPr>
            <a:xfrm>
              <a:off x="1645919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10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160019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886858" y="1828800"/>
            <a:ext cx="3195218" cy="3566160"/>
            <a:chOff x="4886858" y="1828800"/>
            <a:chExt cx="319521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886858" y="1828800"/>
              <a:ext cx="319521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옆 선"/>
            <p:cNvSpPr/>
            <p:nvPr/>
          </p:nvSpPr>
          <p:spPr>
            <a:xfrm>
              <a:off x="4886858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/>
            <p:nvPr/>
          </p:nvSpPr>
          <p:spPr>
            <a:xfrm>
              <a:off x="511545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7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506973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8356396" y="1828800"/>
            <a:ext cx="3195218" cy="3566160"/>
            <a:chOff x="8356396" y="1828800"/>
            <a:chExt cx="3195218" cy="3566160"/>
          </a:xfrm>
        </p:grpSpPr>
        <p:sp>
          <p:nvSpPr>
            <p:cNvPr id="21" name="카드 바탕"/>
            <p:cNvSpPr/>
            <p:nvPr/>
          </p:nvSpPr>
          <p:spPr>
            <a:xfrm>
              <a:off x="8356396" y="1828800"/>
              <a:ext cx="319521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옆 선"/>
            <p:cNvSpPr/>
            <p:nvPr/>
          </p:nvSpPr>
          <p:spPr>
            <a:xfrm>
              <a:off x="8356396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/>
            <p:nvPr/>
          </p:nvSpPr>
          <p:spPr>
            <a:xfrm>
              <a:off x="858499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4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853927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7" name="안내 문구"/>
          <p:cNvSpPr txBox="1"/>
          <p:nvPr/>
        </p:nvSpPr>
        <p:spPr>
          <a:xfrm>
            <a:off x="1417319" y="5577840"/>
            <a:ext cx="10134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모님 점검)">
  <a:themeElements>
    <a:clrScheme name="보험 보장 점검 발표자료(부모님 점검)">
      <a:dk1>
        <a:srgbClr val="483937"/>
      </a:dk1>
      <a:lt1>
        <a:srgbClr val="FEFCFA"/>
      </a:lt1>
      <a:dk2>
        <a:srgbClr val="5A2A24"/>
      </a:dk2>
      <a:lt2>
        <a:srgbClr val="FBF4EE"/>
      </a:lt2>
      <a:accent1>
        <a:srgbClr val="D96A5B"/>
      </a:accent1>
      <a:accent2>
        <a:srgbClr val="E5B27E"/>
      </a:accent2>
      <a:accent3>
        <a:srgbClr val="7E605D"/>
      </a:accent3>
      <a:accent4>
        <a:srgbClr val="F4D8D1"/>
      </a:accent4>
      <a:accent5>
        <a:srgbClr val="C99A62"/>
      </a:accent5>
      <a:accent6>
        <a:srgbClr val="EFD0B0"/>
      </a:accent6>
      <a:hlink>
        <a:srgbClr val="5A2A24"/>
      </a:hlink>
      <a:folHlink>
        <a:srgbClr val="7E605D"/>
      </a:folHlink>
    </a:clrScheme>
    <a:fontScheme name="보험 보장 점검 발표자료(부모님 점검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>보험 가입 내용 정리 양식 · 부모님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