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44D2FB1-F4E3-48D9-9862-EDEAB1E74ABA}">
          <p14:sldIdLst>
            <p14:sldId id="256"/>
          </p14:sldIdLst>
        </p14:section>
        <p14:section name="본문" id="{330416E7-0E3E-4C0B-AFEF-226C6D87C77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9B356D8E-C7CA-448B-8490-39C9AB8A8BF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3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9BC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C37D6C9-A1BC-4D7B-9F37-94465366A1D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5D0995F-9C85-465E-B265-A0A143B5D70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 건강 챙기는 김에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EFCFE-E9F0-4277-95A4-15E4D788A7D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378098"/>
                <a:gridCol w="3378098"/>
                <a:gridCol w="337809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E96C5-7096-4B01-9848-EAC488C0E577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0D755-8E2F-47B6-994A-77D6D65DD9D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EF0A5-A6DE-44CE-9AA7-E38C0DE5316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2377440"/>
            <a:chOff x="1417319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1417319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45919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2377440"/>
            <a:chOff x="4886858" y="1828800"/>
            <a:chExt cx="3195218" cy="237744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88685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511545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2377440"/>
            <a:chOff x="8356396" y="1828800"/>
            <a:chExt cx="3195218" cy="237744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835639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858499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7" name="차트"/>
          <p:cNvGraphicFramePr>
            <a:graphicFrameLocks noGrp="1"/>
          </p:cNvGraphicFramePr>
          <p:nvPr/>
        </p:nvGraphicFramePr>
        <p:xfrm>
          <a:off x="1417319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1D0C-417F-4ACF-A2C9-68AECEFED2EC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1417319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45919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88685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511545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835639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858499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7" name="안내 문구"/>
          <p:cNvSpPr txBox="1"/>
          <p:nvPr/>
        </p:nvSpPr>
        <p:spPr>
          <a:xfrm>
            <a:off x="1417319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483937"/>
      </a:dk1>
      <a:lt1>
        <a:srgbClr val="FEFCFA"/>
      </a:lt1>
      <a:dk2>
        <a:srgbClr val="5A2A24"/>
      </a:dk2>
      <a:lt2>
        <a:srgbClr val="FBF4EE"/>
      </a:lt2>
      <a:accent1>
        <a:srgbClr val="D96A5B"/>
      </a:accent1>
      <a:accent2>
        <a:srgbClr val="E5B27E"/>
      </a:accent2>
      <a:accent3>
        <a:srgbClr val="7E605D"/>
      </a:accent3>
      <a:accent4>
        <a:srgbClr val="F4D8D1"/>
      </a:accent4>
      <a:accent5>
        <a:srgbClr val="C99A62"/>
      </a:accent5>
      <a:accent6>
        <a:srgbClr val="EFD0B0"/>
      </a:accent6>
      <a:hlink>
        <a:srgbClr val="5A2A24"/>
      </a:hlink>
      <a:folHlink>
        <a:srgbClr val="7E605D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