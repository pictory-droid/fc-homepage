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756D4AD-6C00-4B18-98CC-0698E073C680}">
          <p14:sldIdLst>
            <p14:sldId id="256"/>
          </p14:sldIdLst>
        </p14:section>
        <p14:section name="본문" id="{DE4BCDD4-79FC-43C5-9144-6CE7EA90D80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ADE31B9-AE02-4B09-B897-311300BFAE97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86119" y="1344168"/>
            <a:ext cx="219456" cy="274320"/>
            <a:chOff x="5986119" y="1344168"/>
            <a:chExt cx="219456" cy="274320"/>
          </a:xfrm>
        </p:grpSpPr>
        <p:sp>
          <p:nvSpPr>
            <p:cNvPr id="4" name="Diamond 3"/>
            <p:cNvSpPr/>
            <p:nvPr/>
          </p:nvSpPr>
          <p:spPr>
            <a:xfrm>
              <a:off x="5986119" y="1344168"/>
              <a:ext cx="219456" cy="27432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72843B0-290E-4EA5-A89C-87CBF0BBC19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86119" y="1344168"/>
            <a:ext cx="219456" cy="274320"/>
            <a:chOff x="5986119" y="1344168"/>
            <a:chExt cx="219456" cy="274320"/>
          </a:xfrm>
        </p:grpSpPr>
        <p:sp>
          <p:nvSpPr>
            <p:cNvPr id="4" name="Diamond 3"/>
            <p:cNvSpPr/>
            <p:nvPr/>
          </p:nvSpPr>
          <p:spPr>
            <a:xfrm>
              <a:off x="5986119" y="1344168"/>
              <a:ext cx="219456" cy="27432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AAEB8E7-4108-44B4-A943-2AEDE8C8A88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누구 보험료가 얼마인지 한눈에 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05D4-DEC6-4063-9BF3-D7D8461A644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117C-2BDD-4BF5-8BF7-774E6E1F9FC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37FF-4C47-4C8F-8071-393BDAD8550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AED82-0C4F-462E-A646-B46209C3A93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89BC-E12A-4BD8-9B0F-29DFCA72783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3A5E64"/>
      </a:dk2>
      <a:lt2>
        <a:srgbClr val="DEF1F9"/>
      </a:lt2>
      <a:accent1>
        <a:srgbClr val="7EC4E2"/>
      </a:accent1>
      <a:accent2>
        <a:srgbClr val="86CFC1"/>
      </a:accent2>
      <a:accent3>
        <a:srgbClr val="2C444E"/>
      </a:accent3>
      <a:accent4>
        <a:srgbClr val="C5E8F7"/>
      </a:accent4>
      <a:accent5>
        <a:srgbClr val="B8A3E0"/>
      </a:accent5>
      <a:accent6>
        <a:srgbClr val="BCE6CE"/>
      </a:accent6>
      <a:hlink>
        <a:srgbClr val="3A5E64"/>
      </a:hlink>
      <a:folHlink>
        <a:srgbClr val="2C444E"/>
      </a:folHlink>
    </a:clrScheme>
    <a:fontScheme name="보험 보장 점검 발표자료(가족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