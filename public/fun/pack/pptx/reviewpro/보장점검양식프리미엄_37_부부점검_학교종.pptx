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10EEF7D-0FE7-4E00-A445-12A313644848}">
          <p14:sldIdLst>
            <p14:sldId id="256"/>
          </p14:sldIdLst>
        </p14:section>
        <p14:section name="본문" id="{38BFF632-DB26-4311-B29C-211431254720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03503"/>
            <a:ext cx="347472" cy="347472"/>
            <a:chOff x="2596877" y="603503"/>
            <a:chExt cx="347472" cy="347472"/>
          </a:xfrm>
        </p:grpSpPr>
        <p:sp>
          <p:nvSpPr>
            <p:cNvPr id="10" name="Pie 9"/>
            <p:cNvSpPr/>
            <p:nvPr/>
          </p:nvSpPr>
          <p:spPr>
            <a:xfrm>
              <a:off x="2596877" y="603503"/>
              <a:ext cx="347472" cy="347472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5E8F5E4-466D-4046-9291-E61016E542DA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ie 4"/>
            <p:cNvSpPr/>
            <p:nvPr/>
          </p:nvSpPr>
          <p:spPr>
            <a:xfrm>
              <a:off x="11208715" y="754380"/>
              <a:ext cx="320040" cy="32004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03503"/>
            <a:ext cx="347472" cy="347472"/>
            <a:chOff x="2596877" y="603503"/>
            <a:chExt cx="347472" cy="347472"/>
          </a:xfrm>
        </p:grpSpPr>
        <p:sp>
          <p:nvSpPr>
            <p:cNvPr id="10" name="Pie 9"/>
            <p:cNvSpPr/>
            <p:nvPr/>
          </p:nvSpPr>
          <p:spPr>
            <a:xfrm>
              <a:off x="2596877" y="603503"/>
              <a:ext cx="347472" cy="347472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CF0115F-3734-477A-8A12-5418415FAB5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ie 4"/>
            <p:cNvSpPr/>
            <p:nvPr/>
          </p:nvSpPr>
          <p:spPr>
            <a:xfrm>
              <a:off x="11208715" y="754380"/>
              <a:ext cx="320040" cy="32004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D22F909-2B02-405C-8052-9EF4C183100E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Pie 6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가을 저녁, 둘이 마주 앉아 점검합니다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951B4-DCCD-43EF-8DE1-BF2154A1EF3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71D1-EDCB-478E-A9B0-8DE072AE8B4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44645-FA81-4AB0-8404-65664B0802B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787EA-7CA4-4D44-8BF8-1823F207C55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D1ADE7-A0F5-4E36-9253-E4F9B1FE007D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B2724"/>
      </a:dk1>
      <a:lt1>
        <a:srgbClr val="FFFFFF"/>
      </a:lt1>
      <a:dk2>
        <a:srgbClr val="5E3A64"/>
      </a:dk2>
      <a:lt2>
        <a:srgbClr val="E2E5F5"/>
      </a:lt2>
      <a:accent1>
        <a:srgbClr val="7C87CF"/>
      </a:accent1>
      <a:accent2>
        <a:srgbClr val="BEB683"/>
      </a:accent2>
      <a:accent3>
        <a:srgbClr val="2C314E"/>
      </a:accent3>
      <a:accent4>
        <a:srgbClr val="CBD0F0"/>
      </a:accent4>
      <a:accent5>
        <a:srgbClr val="DAA3E0"/>
      </a:accent5>
      <a:accent6>
        <a:srgbClr val="BCE6E6"/>
      </a:accent6>
      <a:hlink>
        <a:srgbClr val="5E3A64"/>
      </a:hlink>
      <a:folHlink>
        <a:srgbClr val="2C314E"/>
      </a:folHlink>
    </a:clrScheme>
    <a:fontScheme name="보험 보장 점검 발표자료(부부 점검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