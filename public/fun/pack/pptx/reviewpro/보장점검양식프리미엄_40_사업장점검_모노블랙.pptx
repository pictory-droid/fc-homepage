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04EFD42-14D4-4C8A-AF9E-F6E0764150D7}">
          <p14:sldIdLst>
            <p14:sldId id="256"/>
          </p14:sldIdLst>
        </p14:section>
        <p14:section name="본문" id="{172BCC44-5E23-4517-B497-1E54781E6E0F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976858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C9C9C9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97979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8168435" y="0"/>
            <a:ext cx="402325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1825935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7601507" y="2862072"/>
            <a:ext cx="1133856" cy="1133856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7939835" y="3200400"/>
            <a:ext cx="457200" cy="457200"/>
            <a:chOff x="7939835" y="3200400"/>
            <a:chExt cx="457200" cy="457200"/>
          </a:xfrm>
        </p:grpSpPr>
        <p:sp>
          <p:nvSpPr>
            <p:cNvPr id="6" name="Plus 5"/>
            <p:cNvSpPr/>
            <p:nvPr/>
          </p:nvSpPr>
          <p:spPr>
            <a:xfrm>
              <a:off x="7939835" y="3200400"/>
              <a:ext cx="457200" cy="457200"/>
            </a:xfrm>
            <a:prstGeom prst="mathPlus">
              <a:avLst>
                <a:gd name="adj1" fmla="val 12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C99FEE4F-D00A-4C8F-A3FE-733518DAE1F9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976858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8168435" y="0"/>
            <a:ext cx="4023259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1825935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7601507" y="2862072"/>
            <a:ext cx="1133856" cy="1133856"/>
          </a:xfrm>
          <a:prstGeom prst="ellipse">
            <a:avLst/>
          </a:prstGeom>
          <a:solidFill>
            <a:schemeClr val="bg2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7939835" y="3200400"/>
            <a:ext cx="457200" cy="457200"/>
            <a:chOff x="7939835" y="3200400"/>
            <a:chExt cx="457200" cy="457200"/>
          </a:xfrm>
        </p:grpSpPr>
        <p:sp>
          <p:nvSpPr>
            <p:cNvPr id="6" name="Plus 5"/>
            <p:cNvSpPr/>
            <p:nvPr/>
          </p:nvSpPr>
          <p:spPr>
            <a:xfrm>
              <a:off x="7939835" y="3200400"/>
              <a:ext cx="457200" cy="457200"/>
            </a:xfrm>
            <a:prstGeom prst="mathPlus">
              <a:avLst>
                <a:gd name="adj1" fmla="val 12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C20455CE-1A66-4A9C-9AE1-F6676710B913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210E365D-57FF-41C0-9A1D-EC78646A2915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MONO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MONO  ·  INSURANCE CHECK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결산 전에 한 번 확인합니다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사업장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24133-C7D5-43A4-96CF-6841436E7FE0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364327"/>
                <a:gridCol w="536432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상호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업종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직원 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확인할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EA790-7C97-43FB-8B98-A1EDFBCC11CD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7078B6-8ADD-479D-84E3-69A5F463ACA4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934F2C-81C3-429F-B3FA-4D12A56FD08E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6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8022B-FF57-4515-8EF2-AEE8CC73CF04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6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사업장 점검)">
  <a:themeElements>
    <a:clrScheme name="보험 보장 점검 발표자료(사업장 점검)">
      <a:dk1>
        <a:srgbClr val="08080A"/>
      </a:dk1>
      <a:lt1>
        <a:srgbClr val="FDFDFC"/>
      </a:lt1>
      <a:dk2>
        <a:srgbClr val="1C1C1E"/>
      </a:dk2>
      <a:lt2>
        <a:srgbClr val="F7F7F5"/>
      </a:lt2>
      <a:accent1>
        <a:srgbClr val="1C1C1E"/>
      </a:accent1>
      <a:accent2>
        <a:srgbClr val="8E8E93"/>
      </a:accent2>
      <a:accent3>
        <a:srgbClr val="080809"/>
      </a:accent3>
      <a:accent4>
        <a:srgbClr val="CBCBCA"/>
      </a:accent4>
      <a:accent5>
        <a:srgbClr val="B5B5B5"/>
      </a:accent5>
      <a:accent6>
        <a:srgbClr val="BDBDBF"/>
      </a:accent6>
      <a:hlink>
        <a:srgbClr val="1C1C1E"/>
      </a:hlink>
      <a:folHlink>
        <a:srgbClr val="080809"/>
      </a:folHlink>
    </a:clrScheme>
    <a:fontScheme name="보험 보장 점검 발표자료(사업장 점검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>보험 가입 내용 정리 양식 · 사업장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