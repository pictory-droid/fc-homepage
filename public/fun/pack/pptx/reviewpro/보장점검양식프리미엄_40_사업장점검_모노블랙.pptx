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charts/chart1.xml" ContentType="application/vnd.openxmlformats-officedocument.drawingml.chart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</p:sldIdLst>
  <p:sldSz cx="12191695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시작" id="{2C924E67-9E0B-4463-9520-25D6869037BB}">
          <p14:sldIdLst>
            <p14:sldId id="256"/>
          </p14:sldIdLst>
        </p14:section>
        <p14:section name="본문" id="{1650A452-9EC6-478E-9FE8-27EA4B138343}">
          <p14:sldIdLst>
            <p14:sldId id="257"/>
            <p14:sldId id="258"/>
            <p14:sldId id="259"/>
            <p14:sldId id="260"/>
            <p14:sldId id="261"/>
          </p14:sldIdLst>
        </p14:section>
      </p14:section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/Relationships>
</file>

<file path=ppt/charts/_rels/chart1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1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0"/>
  <c:chart>
    <c:autoTitleDeleted val="1"/>
    <c:plotArea>
      <c:layout/>
      <c:doughnutChart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월 보험료 비중(예시)</c:v>
                </c:pt>
              </c:strCache>
            </c:strRef>
          </c:tx>
          <c:cat>
            <c:strRef>
              <c:f>Sheet1!$A$2:$A$4</c:f>
              <c:strCache>
                <c:ptCount val="3"/>
                <c:pt idx="0">
                  <c:v>보장성</c:v>
                </c:pt>
                <c:pt idx="1">
                  <c:v>저축성</c:v>
                </c:pt>
                <c:pt idx="2">
                  <c:v>연금성</c:v>
                </c:pt>
              </c:strCache>
            </c: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50</c:v>
                </c:pt>
                <c:pt idx="1">
                  <c:v>30</c:v>
                </c:pt>
                <c:pt idx="2">
                  <c:v>20</c:v>
                </c:pt>
              </c:numCache>
            </c:numRef>
          </c:val>
        </c:ser>
        <c:dLbls>
          <c:numFmt formatCode="0&quot;%&quot;" sourceLinked="0"/>
          <c:txPr>
            <a:bodyPr/>
            <a:lstStyle/>
            <a:p>
              <a:pPr>
                <a:defRPr sz="1100"/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1"/>
        </c:dLbls>
        <c:firstSliceAng val="0"/>
        <c:holeSize val="62"/>
      </c:doughnutChart>
    </c:plotArea>
    <c:legend>
      <c:legendPos val="b"/>
      <c:layout/>
      <c:overlay val="0"/>
    </c:legend>
    <c:plotVisOnly val="1"/>
    <c:dispBlanksAs val="gap"/>
    <c:showDLblsOverMax val="0"/>
  </c:chart>
  <c:txPr>
    <a:bodyPr/>
    <a:lstStyle/>
    <a:p>
      <a:pPr>
        <a:defRPr sz="1100">
          <a:solidFill>
            <a:schemeClr val="tx1"/>
          </a:solidFill>
        </a:defRPr>
      </a:pPr>
      <a:endParaRPr/>
    </a:p>
  </c:txPr>
  <c:externalData r:id="rId1">
    <c:autoUpdate val="0"/>
  </c:externalData>
</c:chartSpace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표지입니다. 제목·글은 눌러서 바로 고치세요. 사진 자리는 가운데 아이콘을 누르면 사진을 넣을 수 있고, 모양에 맞춰 자동으로 잘려요. 색·글꼴은 [디자인 &gt; 변형]에서 한 번에 바꿀 수 있어요.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표의 칸을 눌러 내용을 입력하세요.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증권을 보고 그대로 옮겨 적으세요. 행은 Tab 키로 늘릴 수 있어요.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해당하는 칸에 ✔ 표시를 직접 적어 넣으세요.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숫자를 눌러 직접 고쳐 쓰세요. 오른쪽 도넛 차트는 예시이며 우클릭 &gt; [데이터 편집]으로 바꿉니다.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확인할 것·문의할 것·정리할 날짜를 적어 두세요.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표지">
    <p:bg>
      <p:bgPr>
        <a:pattFill prst="dotGrid">
          <a:fgClr>
            <a:schemeClr val="tx2"/>
          </a:fgClr>
          <a:bgClr>
            <a:schemeClr val="accent3"/>
          </a:bgClr>
        </a:patt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세로 글씨"/>
          <p:cNvSpPr>
            <a:spLocks noGrp="1"/>
          </p:cNvSpPr>
          <p:nvPr>
            <p:ph type="body" sz="quarter" idx="12"/>
          </p:nvPr>
        </p:nvSpPr>
        <p:spPr>
          <a:xfrm>
            <a:off x="9768585" y="822959"/>
            <a:ext cx="822960" cy="5212080"/>
          </a:xfrm>
          <a:noFill/>
        </p:spPr>
        <p:txBody>
          <a:bodyPr lIns="45720" rIns="45720" tIns="27432" bIns="27432" anchor="ctr" vert="vert270">
            <a:normAutofit/>
          </a:bodyPr>
          <a:lstStyle>
            <a:lvl1pPr marL="0" indent="0" algn="ctr">
              <a:lnSpc>
                <a:spcPct val="110000"/>
              </a:lnSpc>
              <a:spcBef>
                <a:spcPts val="0"/>
              </a:spcBef>
              <a:buNone/>
              <a:defRPr sz="4600" b="0" spc="900">
                <a:solidFill>
                  <a:srgbClr val="FFFFFF"/>
                </a:solidFill>
                <a:latin typeface="+mj-lt"/>
                <a:ea typeface="+mj-ea"/>
              </a:defRPr>
            </a:lvl1pPr>
          </a:lstStyle>
          <a:p>
            <a:r>
              <a:rPr lang="ko-KR"/>
              <a:t>세로 글씨</a:t>
            </a:r>
          </a:p>
        </p:txBody>
      </p:sp>
      <p:sp>
        <p:nvSpPr>
          <p:cNvPr id="102" name="영문 라벨"/>
          <p:cNvSpPr>
            <a:spLocks noGrp="1"/>
          </p:cNvSpPr>
          <p:nvPr>
            <p:ph type="body" sz="quarter" idx="10"/>
          </p:nvPr>
        </p:nvSpPr>
        <p:spPr>
          <a:xfrm>
            <a:off x="975335" y="1645920"/>
            <a:ext cx="5973930" cy="310896"/>
          </a:xfrm>
          <a:noFill/>
        </p:spPr>
        <p:txBody>
          <a:bodyPr lIns="45720" rIns="45720" tIns="27432" bIns="27432" anchor="ctr">
            <a:normAutofit/>
          </a:bodyPr>
          <a:lstStyle>
            <a:lvl1pPr marL="0" indent="0" algn="l">
              <a:lnSpc>
                <a:spcPct val="110000"/>
              </a:lnSpc>
              <a:spcBef>
                <a:spcPts val="0"/>
              </a:spcBef>
              <a:buNone/>
              <a:defRPr sz="1100" b="0" spc="300" cap="all">
                <a:solidFill>
                  <a:schemeClr val="accent5"/>
                </a:solidFill>
              </a:defRPr>
            </a:lvl1pPr>
          </a:lstStyle>
          <a:p>
            <a:r>
              <a:rPr lang="ko-KR"/>
              <a:t>LABEL</a:t>
            </a:r>
          </a:p>
        </p:txBody>
      </p:sp>
      <p:sp>
        <p:nvSpPr>
          <p:cNvPr id="103" name="제목"/>
          <p:cNvSpPr>
            <a:spLocks noGrp="1"/>
          </p:cNvSpPr>
          <p:nvPr>
            <p:ph type="ctrTitle"/>
          </p:nvPr>
        </p:nvSpPr>
        <p:spPr>
          <a:xfrm>
            <a:off x="975335" y="2029968"/>
            <a:ext cx="5973930" cy="1600200"/>
          </a:xfrm>
          <a:noFill/>
        </p:spPr>
        <p:txBody>
          <a:bodyPr lIns="45720" rIns="45720" tIns="27432" bIns="27432" anchor="ctr">
            <a:normAutofit/>
          </a:bodyPr>
          <a:lstStyle>
            <a:lvl1pPr marL="0" indent="0" algn="l">
              <a:lnSpc>
                <a:spcPct val="102000"/>
              </a:lnSpc>
              <a:spcBef>
                <a:spcPts val="0"/>
              </a:spcBef>
              <a:buNone/>
              <a:defRPr sz="4400" b="0" spc="0">
                <a:solidFill>
                  <a:srgbClr val="FFFFFF"/>
                </a:solidFill>
                <a:latin typeface="+mj-lt"/>
                <a:ea typeface="+mj-ea"/>
              </a:defRPr>
            </a:lvl1pPr>
          </a:lstStyle>
          <a:p>
            <a:r>
              <a:rPr lang="ko-KR"/>
              <a:t>제목을 입력하세요</a:t>
            </a:r>
          </a:p>
        </p:txBody>
      </p:sp>
      <p:sp>
        <p:nvSpPr>
          <p:cNvPr id="104" name="한 줄 문구"/>
          <p:cNvSpPr>
            <a:spLocks noGrp="1"/>
          </p:cNvSpPr>
          <p:nvPr>
            <p:ph type="subTitle" idx="1"/>
          </p:nvPr>
        </p:nvSpPr>
        <p:spPr>
          <a:xfrm>
            <a:off x="975335" y="3703320"/>
            <a:ext cx="5973930" cy="731520"/>
          </a:xfrm>
          <a:noFill/>
        </p:spPr>
        <p:txBody>
          <a:bodyPr lIns="45720" rIns="45720" tIns="27432" bIns="27432" anchor="t">
            <a:normAutofit/>
          </a:bodyPr>
          <a:lstStyle>
            <a:lvl1pPr marL="0" indent="0" algn="l">
              <a:lnSpc>
                <a:spcPct val="110000"/>
              </a:lnSpc>
              <a:spcBef>
                <a:spcPts val="0"/>
              </a:spcBef>
              <a:buNone/>
              <a:defRPr sz="1600" b="0" spc="0">
                <a:solidFill>
                  <a:srgbClr val="C9C9C9"/>
                </a:solidFill>
              </a:defRPr>
            </a:lvl1pPr>
          </a:lstStyle>
          <a:p>
            <a:r>
              <a:rPr lang="ko-KR"/>
              <a:t>한 줄 문구</a:t>
            </a:r>
          </a:p>
        </p:txBody>
      </p:sp>
      <p:sp>
        <p:nvSpPr>
          <p:cNvPr id="105" name="안내 문구"/>
          <p:cNvSpPr>
            <a:spLocks noGrp="1"/>
          </p:cNvSpPr>
          <p:nvPr>
            <p:ph type="body" sz="quarter" idx="11"/>
          </p:nvPr>
        </p:nvSpPr>
        <p:spPr>
          <a:xfrm>
            <a:off x="975335" y="4480559"/>
            <a:ext cx="5973930" cy="822960"/>
          </a:xfrm>
          <a:noFill/>
        </p:spPr>
        <p:txBody>
          <a:bodyPr lIns="45720" rIns="45720" tIns="27432" bIns="27432" anchor="t">
            <a:normAutofit/>
          </a:bodyPr>
          <a:lstStyle>
            <a:lvl1pPr marL="0" indent="0" algn="l">
              <a:lnSpc>
                <a:spcPct val="110000"/>
              </a:lnSpc>
              <a:spcBef>
                <a:spcPts val="0"/>
              </a:spcBef>
              <a:buNone/>
              <a:defRPr sz="1200" b="0" spc="0">
                <a:solidFill>
                  <a:srgbClr val="979798"/>
                </a:solidFill>
              </a:defRPr>
            </a:lvl1pPr>
          </a:lstStyle>
          <a:p>
            <a:r>
              <a:rPr lang="ko-KR"/>
              <a:t>안내 문구</a:t>
            </a:r>
          </a:p>
        </p:txBody>
      </p:sp>
      <p:sp>
        <p:nvSpPr>
          <p:cNvPr id="2" name="색 면"/>
          <p:cNvSpPr/>
          <p:nvPr/>
        </p:nvSpPr>
        <p:spPr>
          <a:xfrm>
            <a:off x="8168435" y="0"/>
            <a:ext cx="4023259" cy="6858000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cxnSp>
        <p:nvCxnSpPr>
          <p:cNvPr id="3" name="Connector 2"/>
          <p:cNvCxnSpPr/>
          <p:nvPr/>
        </p:nvCxnSpPr>
        <p:spPr>
          <a:xfrm>
            <a:off x="11825935" y="685800"/>
            <a:ext cx="0" cy="5486400"/>
          </a:xfrm>
          <a:prstGeom prst="line">
            <a:avLst/>
          </a:prstGeom>
          <a:ln w="9525" cap="rnd">
            <a:solidFill>
              <a:schemeClr val="accent5"/>
            </a:solidFill>
          </a:ln>
        </p:spPr>
      </p:cxnSp>
      <p:sp>
        <p:nvSpPr>
          <p:cNvPr id="4" name="Oval 3"/>
          <p:cNvSpPr/>
          <p:nvPr/>
        </p:nvSpPr>
        <p:spPr>
          <a:xfrm>
            <a:off x="7601507" y="2862072"/>
            <a:ext cx="1133856" cy="1133856"/>
          </a:xfrm>
          <a:prstGeom prst="ellipse">
            <a:avLst/>
          </a:prstGeom>
          <a:solidFill>
            <a:schemeClr val="accent3">
              <a:alpha val="100000"/>
            </a:schemeClr>
          </a:solidFill>
          <a:ln w="15875">
            <a:solidFill>
              <a:schemeClr val="accent5"/>
            </a:solidFill>
          </a:ln>
          <a:effectLst>
            <a:outerShdw blurRad="177800" dist="38100" dir="5400000" algn="t" rotWithShape="0">
              <a:schemeClr val="tx2">
                <a:alpha val="9000"/>
              </a:schemeClr>
            </a:outerShdw>
          </a:effectLst>
        </p:spPr>
        <p:txBody>
          <a:bodyPr rtlCol="0" anchor="ctr"/>
          <a:lstStyle/>
          <a:p>
            <a:pPr algn="ctr"/>
          </a:p>
        </p:txBody>
      </p:sp>
      <p:grpSp>
        <p:nvGrpSpPr>
          <p:cNvPr id="5" name="테마 장식"/>
          <p:cNvGrpSpPr/>
          <p:nvPr/>
        </p:nvGrpSpPr>
        <p:grpSpPr>
          <a:xfrm>
            <a:off x="7939835" y="3200400"/>
            <a:ext cx="457200" cy="457200"/>
            <a:chOff x="7939835" y="3200400"/>
            <a:chExt cx="457200" cy="457200"/>
          </a:xfrm>
        </p:grpSpPr>
        <p:sp>
          <p:nvSpPr>
            <p:cNvPr id="6" name="Plus 5"/>
            <p:cNvSpPr/>
            <p:nvPr/>
          </p:nvSpPr>
          <p:spPr>
            <a:xfrm>
              <a:off x="7939835" y="3200400"/>
              <a:ext cx="457200" cy="457200"/>
            </a:xfrm>
            <a:prstGeom prst="mathPlus">
              <a:avLst>
                <a:gd name="adj1" fmla="val 12000"/>
              </a:avLst>
            </a:prstGeom>
            <a:solidFill>
              <a:schemeClr val="accent1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</p:grp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본문">
    <p:bg>
      <p:bgPr>
        <a:pattFill prst="pct5">
          <a:fgClr>
            <a:schemeClr val="accent1">
              <a:lumMod val="10000"/>
              <a:lumOff val="90000"/>
            </a:schemeClr>
          </a:fgClr>
          <a:bgClr>
            <a:schemeClr val="bg2"/>
          </a:bgClr>
        </a:patt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영문 라벨"/>
          <p:cNvSpPr>
            <a:spLocks noGrp="1"/>
          </p:cNvSpPr>
          <p:nvPr>
            <p:ph type="body" sz="quarter" idx="10"/>
          </p:nvPr>
        </p:nvSpPr>
        <p:spPr>
          <a:xfrm>
            <a:off x="731520" y="347472"/>
            <a:ext cx="9265615" cy="310896"/>
          </a:xfrm>
          <a:noFill/>
        </p:spPr>
        <p:txBody>
          <a:bodyPr lIns="45720" rIns="45720" tIns="27432" bIns="27432" anchor="ctr">
            <a:normAutofit/>
          </a:bodyPr>
          <a:lstStyle>
            <a:lvl1pPr marL="0" indent="0" algn="r">
              <a:lnSpc>
                <a:spcPct val="110000"/>
              </a:lnSpc>
              <a:spcBef>
                <a:spcPts val="0"/>
              </a:spcBef>
              <a:buNone/>
              <a:defRPr sz="1100" b="0" spc="300" cap="all">
                <a:solidFill>
                  <a:schemeClr val="tx2"/>
                </a:solidFill>
              </a:defRPr>
            </a:lvl1pPr>
          </a:lstStyle>
          <a:p>
            <a:r>
              <a:rPr lang="ko-KR"/>
              <a:t>LABEL</a:t>
            </a:r>
          </a:p>
        </p:txBody>
      </p:sp>
      <p:sp>
        <p:nvSpPr>
          <p:cNvPr id="102" name="제목"/>
          <p:cNvSpPr>
            <a:spLocks noGrp="1"/>
          </p:cNvSpPr>
          <p:nvPr>
            <p:ph type="title"/>
          </p:nvPr>
        </p:nvSpPr>
        <p:spPr>
          <a:xfrm>
            <a:off x="731520" y="658368"/>
            <a:ext cx="9631375" cy="777240"/>
          </a:xfrm>
          <a:noFill/>
        </p:spPr>
        <p:txBody>
          <a:bodyPr lIns="45720" rIns="45720" tIns="27432" bIns="27432" anchor="ctr">
            <a:normAutofit/>
          </a:bodyPr>
          <a:lstStyle>
            <a:lvl1pPr marL="0" indent="0" algn="r">
              <a:lnSpc>
                <a:spcPct val="110000"/>
              </a:lnSpc>
              <a:spcBef>
                <a:spcPts val="0"/>
              </a:spcBef>
              <a:buNone/>
              <a:defRPr sz="2800" b="0" spc="0">
                <a:solidFill>
                  <a:schemeClr val="tx2"/>
                </a:solidFill>
                <a:latin typeface="+mj-lt"/>
                <a:ea typeface="+mj-ea"/>
              </a:defRPr>
            </a:lvl1pPr>
          </a:lstStyle>
          <a:p>
            <a:r>
              <a:rPr lang="ko-KR"/>
              <a:t>제목</a:t>
            </a:r>
          </a:p>
        </p:txBody>
      </p:sp>
      <p:sp>
        <p:nvSpPr>
          <p:cNvPr id="103" name="쪽 번호"/>
          <p:cNvSpPr>
            <a:spLocks noGrp="1"/>
          </p:cNvSpPr>
          <p:nvPr>
            <p:ph type="sldNum" sz="quarter" idx="12"/>
          </p:nvPr>
        </p:nvSpPr>
        <p:spPr>
          <a:xfrm>
            <a:off x="731520" y="384048"/>
            <a:ext cx="822960" cy="384048"/>
          </a:xfrm>
          <a:noFill/>
        </p:spPr>
        <p:txBody>
          <a:bodyPr lIns="45720" rIns="45720" tIns="27432" bIns="27432" anchor="ctr">
            <a:normAutofit/>
          </a:bodyPr>
          <a:lstStyle>
            <a:lvl1pPr marL="0" indent="0" algn="ctr">
              <a:lnSpc>
                <a:spcPct val="110000"/>
              </a:lnSpc>
              <a:spcBef>
                <a:spcPts val="0"/>
              </a:spcBef>
              <a:buNone/>
              <a:defRPr sz="1100" b="1" spc="100">
                <a:solidFill>
                  <a:schemeClr val="tx2"/>
                </a:solidFill>
              </a:defRPr>
            </a:lvl1pPr>
          </a:lstStyle>
          <a:p>
            <a:fld id="{379749A1-C953-4905-A919-B0E44192159F}" type="slidenum">
              <a:rPr lang="en-US"/>
              <a:t>‹#›</a:t>
            </a:fld>
          </a:p>
        </p:txBody>
      </p:sp>
      <p:sp>
        <p:nvSpPr>
          <p:cNvPr id="2" name="색 탭"/>
          <p:cNvSpPr/>
          <p:nvPr/>
        </p:nvSpPr>
        <p:spPr>
          <a:xfrm>
            <a:off x="11953951" y="658368"/>
            <a:ext cx="237744" cy="77724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cxnSp>
        <p:nvCxnSpPr>
          <p:cNvPr id="3" name="Connector 2"/>
          <p:cNvCxnSpPr/>
          <p:nvPr/>
        </p:nvCxnSpPr>
        <p:spPr>
          <a:xfrm>
            <a:off x="10362895" y="1536192"/>
            <a:ext cx="1097280" cy="0"/>
          </a:xfrm>
          <a:prstGeom prst="line">
            <a:avLst/>
          </a:prstGeom>
          <a:ln w="31750" cap="rnd">
            <a:solidFill>
              <a:schemeClr val="accent1"/>
            </a:solidFill>
          </a:ln>
        </p:spPr>
      </p:cxnSp>
      <p:cxnSp>
        <p:nvCxnSpPr>
          <p:cNvPr id="4" name="Connector 3"/>
          <p:cNvCxnSpPr/>
          <p:nvPr/>
        </p:nvCxnSpPr>
        <p:spPr>
          <a:xfrm>
            <a:off x="731520" y="1536192"/>
            <a:ext cx="9631375" cy="0"/>
          </a:xfrm>
          <a:prstGeom prst="line">
            <a:avLst/>
          </a:prstGeom>
          <a:ln w="6350" cap="rnd">
            <a:solidFill>
              <a:schemeClr val="accent5"/>
            </a:solidFill>
          </a:ln>
        </p:spPr>
      </p:cxnSp>
      <p:sp>
        <p:nvSpPr>
          <p:cNvPr id="5" name="쪽 번호 알약"/>
          <p:cNvSpPr/>
          <p:nvPr/>
        </p:nvSpPr>
        <p:spPr>
          <a:xfrm>
            <a:off x="731520" y="384048"/>
            <a:ext cx="822960" cy="384048"/>
          </a:xfrm>
          <a:prstGeom prst="roundRect">
            <a:avLst>
              <a:gd name="adj" fmla="val 50000"/>
            </a:avLst>
          </a:prstGeom>
          <a:noFill/>
          <a:ln w="9525">
            <a:solidFill>
              <a:schemeClr val="accent5"/>
            </a:solidFill>
          </a:ln>
        </p:spPr>
        <p:txBody>
          <a:bodyPr rtlCol="0" anchor="ctr"/>
          <a:lstStyle/>
          <a:p>
            <a:pPr algn="ctr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마무리"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세로 글씨"/>
          <p:cNvSpPr>
            <a:spLocks noGrp="1"/>
          </p:cNvSpPr>
          <p:nvPr>
            <p:ph type="body" sz="quarter" idx="12"/>
          </p:nvPr>
        </p:nvSpPr>
        <p:spPr>
          <a:xfrm>
            <a:off x="9768585" y="822959"/>
            <a:ext cx="822960" cy="5212080"/>
          </a:xfrm>
          <a:noFill/>
        </p:spPr>
        <p:txBody>
          <a:bodyPr lIns="45720" rIns="45720" tIns="27432" bIns="27432" anchor="ctr" vert="vert270">
            <a:normAutofit/>
          </a:bodyPr>
          <a:lstStyle>
            <a:lvl1pPr marL="0" indent="0" algn="ctr">
              <a:lnSpc>
                <a:spcPct val="110000"/>
              </a:lnSpc>
              <a:spcBef>
                <a:spcPts val="0"/>
              </a:spcBef>
              <a:buNone/>
              <a:defRPr sz="4600" b="0" spc="900">
                <a:solidFill>
                  <a:srgbClr val="FFFFFF"/>
                </a:solidFill>
                <a:latin typeface="+mj-lt"/>
                <a:ea typeface="+mj-ea"/>
              </a:defRPr>
            </a:lvl1pPr>
          </a:lstStyle>
          <a:p>
            <a:r>
              <a:rPr lang="ko-KR"/>
              <a:t>세로 글씨</a:t>
            </a:r>
          </a:p>
        </p:txBody>
      </p:sp>
      <p:sp>
        <p:nvSpPr>
          <p:cNvPr id="102" name="영문 라벨"/>
          <p:cNvSpPr>
            <a:spLocks noGrp="1"/>
          </p:cNvSpPr>
          <p:nvPr>
            <p:ph type="body" sz="quarter" idx="10"/>
          </p:nvPr>
        </p:nvSpPr>
        <p:spPr>
          <a:xfrm>
            <a:off x="975335" y="1645920"/>
            <a:ext cx="5973930" cy="310896"/>
          </a:xfrm>
          <a:noFill/>
        </p:spPr>
        <p:txBody>
          <a:bodyPr lIns="45720" rIns="45720" tIns="27432" bIns="27432" anchor="ctr">
            <a:normAutofit/>
          </a:bodyPr>
          <a:lstStyle>
            <a:lvl1pPr marL="0" indent="0" algn="l">
              <a:lnSpc>
                <a:spcPct val="110000"/>
              </a:lnSpc>
              <a:spcBef>
                <a:spcPts val="0"/>
              </a:spcBef>
              <a:buNone/>
              <a:defRPr sz="1100" b="0" spc="300" cap="all">
                <a:solidFill>
                  <a:schemeClr val="tx2"/>
                </a:solidFill>
              </a:defRPr>
            </a:lvl1pPr>
          </a:lstStyle>
          <a:p>
            <a:r>
              <a:rPr lang="ko-KR"/>
              <a:t>LABEL</a:t>
            </a:r>
          </a:p>
        </p:txBody>
      </p:sp>
      <p:sp>
        <p:nvSpPr>
          <p:cNvPr id="103" name="제목"/>
          <p:cNvSpPr>
            <a:spLocks noGrp="1"/>
          </p:cNvSpPr>
          <p:nvPr>
            <p:ph type="title"/>
          </p:nvPr>
        </p:nvSpPr>
        <p:spPr>
          <a:xfrm>
            <a:off x="975335" y="2029968"/>
            <a:ext cx="5973930" cy="1600200"/>
          </a:xfrm>
          <a:noFill/>
        </p:spPr>
        <p:txBody>
          <a:bodyPr lIns="45720" rIns="45720" tIns="27432" bIns="27432" anchor="ctr">
            <a:normAutofit/>
          </a:bodyPr>
          <a:lstStyle>
            <a:lvl1pPr marL="0" indent="0" algn="l">
              <a:lnSpc>
                <a:spcPct val="102000"/>
              </a:lnSpc>
              <a:spcBef>
                <a:spcPts val="0"/>
              </a:spcBef>
              <a:buNone/>
              <a:defRPr sz="4400" b="0" spc="0">
                <a:solidFill>
                  <a:schemeClr val="tx2"/>
                </a:solidFill>
                <a:latin typeface="+mj-lt"/>
                <a:ea typeface="+mj-ea"/>
              </a:defRPr>
            </a:lvl1pPr>
          </a:lstStyle>
          <a:p>
            <a:r>
              <a:rPr lang="ko-KR"/>
              <a:t>제목을 입력하세요</a:t>
            </a:r>
          </a:p>
        </p:txBody>
      </p:sp>
      <p:sp>
        <p:nvSpPr>
          <p:cNvPr id="104" name="한 줄 문구"/>
          <p:cNvSpPr>
            <a:spLocks noGrp="1"/>
          </p:cNvSpPr>
          <p:nvPr>
            <p:ph type="subTitle" idx="1"/>
          </p:nvPr>
        </p:nvSpPr>
        <p:spPr>
          <a:xfrm>
            <a:off x="975335" y="3703320"/>
            <a:ext cx="5973930" cy="731520"/>
          </a:xfrm>
          <a:noFill/>
        </p:spPr>
        <p:txBody>
          <a:bodyPr lIns="45720" rIns="45720" tIns="27432" bIns="27432" anchor="t">
            <a:normAutofit/>
          </a:bodyPr>
          <a:lstStyle>
            <a:lvl1pPr marL="0" indent="0" algn="l">
              <a:lnSpc>
                <a:spcPct val="110000"/>
              </a:lnSpc>
              <a:spcBef>
                <a:spcPts val="0"/>
              </a:spcBef>
              <a:buNone/>
              <a:defRPr sz="1600" b="0" spc="0">
                <a:solidFill>
                  <a:schemeClr val="tx1"/>
                </a:solidFill>
              </a:defRPr>
            </a:lvl1pPr>
          </a:lstStyle>
          <a:p>
            <a:r>
              <a:rPr lang="ko-KR"/>
              <a:t>한 줄 문구</a:t>
            </a:r>
          </a:p>
        </p:txBody>
      </p:sp>
      <p:sp>
        <p:nvSpPr>
          <p:cNvPr id="105" name="안내 문구"/>
          <p:cNvSpPr>
            <a:spLocks noGrp="1"/>
          </p:cNvSpPr>
          <p:nvPr>
            <p:ph type="body" sz="quarter" idx="11"/>
          </p:nvPr>
        </p:nvSpPr>
        <p:spPr>
          <a:xfrm>
            <a:off x="975335" y="4480559"/>
            <a:ext cx="5973930" cy="822960"/>
          </a:xfrm>
          <a:noFill/>
        </p:spPr>
        <p:txBody>
          <a:bodyPr lIns="45720" rIns="45720" tIns="27432" bIns="27432" anchor="t">
            <a:normAutofit/>
          </a:bodyPr>
          <a:lstStyle>
            <a:lvl1pPr marL="0" indent="0" algn="l">
              <a:lnSpc>
                <a:spcPct val="110000"/>
              </a:lnSpc>
              <a:spcBef>
                <a:spcPts val="0"/>
              </a:spcBef>
              <a:buNone/>
              <a:defRPr sz="1200" b="0" spc="0">
                <a:solidFill>
                  <a:schemeClr val="tx1">
                    <a:lumMod val="55000"/>
                    <a:lumOff val="45000"/>
                  </a:schemeClr>
                </a:solidFill>
              </a:defRPr>
            </a:lvl1pPr>
          </a:lstStyle>
          <a:p>
            <a:r>
              <a:rPr lang="ko-KR"/>
              <a:t>안내 문구</a:t>
            </a:r>
          </a:p>
        </p:txBody>
      </p:sp>
      <p:sp>
        <p:nvSpPr>
          <p:cNvPr id="2" name="색 면"/>
          <p:cNvSpPr/>
          <p:nvPr/>
        </p:nvSpPr>
        <p:spPr>
          <a:xfrm>
            <a:off x="8168435" y="0"/>
            <a:ext cx="4023259" cy="6858000"/>
          </a:xfrm>
          <a:prstGeom prst="rect">
            <a:avLst/>
          </a:prstGeom>
          <a:gradFill rotWithShape="1">
            <a:gsLst>
              <a:gs pos="0">
                <a:schemeClr val="accent1"/>
              </a:gs>
              <a:gs pos="100000">
                <a:schemeClr val="accent2"/>
              </a:gs>
            </a:gsLst>
            <a:lin ang="5400000" scaled="0"/>
          </a:gra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cxnSp>
        <p:nvCxnSpPr>
          <p:cNvPr id="3" name="Connector 2"/>
          <p:cNvCxnSpPr/>
          <p:nvPr/>
        </p:nvCxnSpPr>
        <p:spPr>
          <a:xfrm>
            <a:off x="11825935" y="685800"/>
            <a:ext cx="0" cy="5486400"/>
          </a:xfrm>
          <a:prstGeom prst="line">
            <a:avLst/>
          </a:prstGeom>
          <a:ln w="9525" cap="rnd">
            <a:solidFill>
              <a:schemeClr val="accent5"/>
            </a:solidFill>
          </a:ln>
        </p:spPr>
      </p:cxnSp>
      <p:sp>
        <p:nvSpPr>
          <p:cNvPr id="4" name="Oval 3"/>
          <p:cNvSpPr/>
          <p:nvPr/>
        </p:nvSpPr>
        <p:spPr>
          <a:xfrm>
            <a:off x="7601507" y="2862072"/>
            <a:ext cx="1133856" cy="1133856"/>
          </a:xfrm>
          <a:prstGeom prst="ellipse">
            <a:avLst/>
          </a:prstGeom>
          <a:solidFill>
            <a:schemeClr val="bg2">
              <a:alpha val="100000"/>
            </a:schemeClr>
          </a:solidFill>
          <a:ln w="15875">
            <a:solidFill>
              <a:schemeClr val="accent5"/>
            </a:solidFill>
          </a:ln>
          <a:effectLst>
            <a:outerShdw blurRad="177800" dist="38100" dir="5400000" algn="t" rotWithShape="0">
              <a:schemeClr val="tx2">
                <a:alpha val="9000"/>
              </a:schemeClr>
            </a:outerShdw>
          </a:effectLst>
        </p:spPr>
        <p:txBody>
          <a:bodyPr rtlCol="0" anchor="ctr"/>
          <a:lstStyle/>
          <a:p>
            <a:pPr algn="ctr"/>
          </a:p>
        </p:txBody>
      </p:sp>
      <p:grpSp>
        <p:nvGrpSpPr>
          <p:cNvPr id="5" name="테마 장식"/>
          <p:cNvGrpSpPr/>
          <p:nvPr/>
        </p:nvGrpSpPr>
        <p:grpSpPr>
          <a:xfrm>
            <a:off x="7939835" y="3200400"/>
            <a:ext cx="457200" cy="457200"/>
            <a:chOff x="7939835" y="3200400"/>
            <a:chExt cx="457200" cy="457200"/>
          </a:xfrm>
        </p:grpSpPr>
        <p:sp>
          <p:nvSpPr>
            <p:cNvPr id="6" name="Plus 5"/>
            <p:cNvSpPr/>
            <p:nvPr/>
          </p:nvSpPr>
          <p:spPr>
            <a:xfrm>
              <a:off x="7939835" y="3200400"/>
              <a:ext cx="457200" cy="457200"/>
            </a:xfrm>
            <a:prstGeom prst="mathPlus">
              <a:avLst>
                <a:gd name="adj1" fmla="val 12000"/>
              </a:avLst>
            </a:prstGeom>
            <a:solidFill>
              <a:schemeClr val="accent1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</p:grp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본문 + 사진">
    <p:bg>
      <p:bgPr>
        <a:pattFill prst="pct5">
          <a:fgClr>
            <a:schemeClr val="accent1">
              <a:lumMod val="10000"/>
              <a:lumOff val="90000"/>
            </a:schemeClr>
          </a:fgClr>
          <a:bgClr>
            <a:schemeClr val="bg2"/>
          </a:bgClr>
        </a:patt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영문 라벨"/>
          <p:cNvSpPr>
            <a:spLocks noGrp="1"/>
          </p:cNvSpPr>
          <p:nvPr>
            <p:ph type="body" sz="quarter" idx="10"/>
          </p:nvPr>
        </p:nvSpPr>
        <p:spPr>
          <a:xfrm>
            <a:off x="731520" y="347472"/>
            <a:ext cx="9265615" cy="310896"/>
          </a:xfrm>
          <a:noFill/>
        </p:spPr>
        <p:txBody>
          <a:bodyPr lIns="45720" rIns="45720" tIns="27432" bIns="27432" anchor="ctr">
            <a:normAutofit/>
          </a:bodyPr>
          <a:lstStyle>
            <a:lvl1pPr marL="0" indent="0" algn="r">
              <a:lnSpc>
                <a:spcPct val="110000"/>
              </a:lnSpc>
              <a:spcBef>
                <a:spcPts val="0"/>
              </a:spcBef>
              <a:buNone/>
              <a:defRPr sz="1100" b="0" spc="300" cap="all">
                <a:solidFill>
                  <a:schemeClr val="tx2"/>
                </a:solidFill>
              </a:defRPr>
            </a:lvl1pPr>
          </a:lstStyle>
          <a:p>
            <a:r>
              <a:rPr lang="ko-KR"/>
              <a:t>LABEL</a:t>
            </a:r>
          </a:p>
        </p:txBody>
      </p:sp>
      <p:sp>
        <p:nvSpPr>
          <p:cNvPr id="102" name="제목"/>
          <p:cNvSpPr>
            <a:spLocks noGrp="1"/>
          </p:cNvSpPr>
          <p:nvPr>
            <p:ph type="title"/>
          </p:nvPr>
        </p:nvSpPr>
        <p:spPr>
          <a:xfrm>
            <a:off x="731520" y="658368"/>
            <a:ext cx="9631375" cy="777240"/>
          </a:xfrm>
          <a:noFill/>
        </p:spPr>
        <p:txBody>
          <a:bodyPr lIns="45720" rIns="45720" tIns="27432" bIns="27432" anchor="ctr">
            <a:normAutofit/>
          </a:bodyPr>
          <a:lstStyle>
            <a:lvl1pPr marL="0" indent="0" algn="r">
              <a:lnSpc>
                <a:spcPct val="110000"/>
              </a:lnSpc>
              <a:spcBef>
                <a:spcPts val="0"/>
              </a:spcBef>
              <a:buNone/>
              <a:defRPr sz="2800" b="0" spc="0">
                <a:solidFill>
                  <a:schemeClr val="tx2"/>
                </a:solidFill>
                <a:latin typeface="+mj-lt"/>
                <a:ea typeface="+mj-ea"/>
              </a:defRPr>
            </a:lvl1pPr>
          </a:lstStyle>
          <a:p>
            <a:r>
              <a:rPr lang="ko-KR"/>
              <a:t>제목</a:t>
            </a:r>
          </a:p>
        </p:txBody>
      </p:sp>
      <p:sp>
        <p:nvSpPr>
          <p:cNvPr id="103" name="쪽 번호"/>
          <p:cNvSpPr>
            <a:spLocks noGrp="1"/>
          </p:cNvSpPr>
          <p:nvPr>
            <p:ph type="sldNum" sz="quarter" idx="12"/>
          </p:nvPr>
        </p:nvSpPr>
        <p:spPr>
          <a:xfrm>
            <a:off x="731520" y="384048"/>
            <a:ext cx="822960" cy="384048"/>
          </a:xfrm>
          <a:noFill/>
        </p:spPr>
        <p:txBody>
          <a:bodyPr lIns="45720" rIns="45720" tIns="27432" bIns="27432" anchor="ctr">
            <a:normAutofit/>
          </a:bodyPr>
          <a:lstStyle>
            <a:lvl1pPr marL="0" indent="0" algn="ctr">
              <a:lnSpc>
                <a:spcPct val="110000"/>
              </a:lnSpc>
              <a:spcBef>
                <a:spcPts val="0"/>
              </a:spcBef>
              <a:buNone/>
              <a:defRPr sz="1100" b="1" spc="100">
                <a:solidFill>
                  <a:schemeClr val="tx2"/>
                </a:solidFill>
              </a:defRPr>
            </a:lvl1pPr>
          </a:lstStyle>
          <a:p>
            <a:fld id="{0E3E7240-4326-4283-A14D-F5C699BF5EA7}" type="slidenum">
              <a:rPr lang="en-US"/>
              <a:t>‹#›</a:t>
            </a:fld>
          </a:p>
        </p:txBody>
      </p:sp>
      <p:sp>
        <p:nvSpPr>
          <p:cNvPr id="104" name="사진 1"/>
          <p:cNvSpPr>
            <a:spLocks noGrp="1"/>
          </p:cNvSpPr>
          <p:nvPr>
            <p:ph type="pic" sz="quarter" idx="13"/>
          </p:nvPr>
        </p:nvSpPr>
        <p:spPr>
          <a:xfrm>
            <a:off x="731520" y="3429000"/>
            <a:ext cx="1188720" cy="1188720"/>
          </a:xfrm>
          <a:prstGeom prst="roundRect">
            <a:avLst>
              <a:gd name="adj" fmla="val 6000"/>
            </a:avLst>
          </a:prstGeom>
          <a:solidFill>
            <a:schemeClr val="accent4"/>
          </a:solidFill>
        </p:spPr>
        <p:txBody>
          <a:bodyPr lIns="45720" rIns="45720" tIns="27432" bIns="27432" anchor="ctr">
            <a:normAutofit/>
          </a:bodyPr>
          <a:lstStyle>
            <a:lvl1pPr marL="0" indent="0" algn="l">
              <a:lnSpc>
                <a:spcPct val="110000"/>
              </a:lnSpc>
              <a:spcBef>
                <a:spcPts val="0"/>
              </a:spcBef>
              <a:buNone/>
              <a:defRPr sz="1000" b="0" spc="0">
                <a:solidFill>
                  <a:schemeClr val="tx1">
                    <a:lumMod val="55000"/>
                    <a:lumOff val="45000"/>
                  </a:schemeClr>
                </a:solidFill>
              </a:defRPr>
            </a:lvl1pPr>
          </a:lstStyle>
          <a:p>
            <a:r>
              <a:rPr lang="ko-KR"/>
              <a:t>사진</a:t>
            </a:r>
          </a:p>
        </p:txBody>
      </p:sp>
      <p:sp>
        <p:nvSpPr>
          <p:cNvPr id="105" name="사진 2"/>
          <p:cNvSpPr>
            <a:spLocks noGrp="1"/>
          </p:cNvSpPr>
          <p:nvPr>
            <p:ph type="pic" sz="quarter" idx="14"/>
          </p:nvPr>
        </p:nvSpPr>
        <p:spPr>
          <a:xfrm>
            <a:off x="2103120" y="3429000"/>
            <a:ext cx="1188720" cy="1188720"/>
          </a:xfrm>
          <a:prstGeom prst="roundRect">
            <a:avLst>
              <a:gd name="adj" fmla="val 6000"/>
            </a:avLst>
          </a:prstGeom>
          <a:solidFill>
            <a:schemeClr val="accent4"/>
          </a:solidFill>
        </p:spPr>
        <p:txBody>
          <a:bodyPr lIns="45720" rIns="45720" tIns="27432" bIns="27432" anchor="ctr">
            <a:normAutofit/>
          </a:bodyPr>
          <a:lstStyle>
            <a:lvl1pPr marL="0" indent="0" algn="l">
              <a:lnSpc>
                <a:spcPct val="110000"/>
              </a:lnSpc>
              <a:spcBef>
                <a:spcPts val="0"/>
              </a:spcBef>
              <a:buNone/>
              <a:defRPr sz="1000" b="0" spc="0">
                <a:solidFill>
                  <a:schemeClr val="tx1">
                    <a:lumMod val="55000"/>
                    <a:lumOff val="45000"/>
                  </a:schemeClr>
                </a:solidFill>
              </a:defRPr>
            </a:lvl1pPr>
          </a:lstStyle>
          <a:p>
            <a:r>
              <a:rPr lang="ko-KR"/>
              <a:t>사진</a:t>
            </a:r>
          </a:p>
        </p:txBody>
      </p:sp>
      <p:sp>
        <p:nvSpPr>
          <p:cNvPr id="106" name="사진 3"/>
          <p:cNvSpPr>
            <a:spLocks noGrp="1"/>
          </p:cNvSpPr>
          <p:nvPr>
            <p:ph type="pic" sz="quarter" idx="15"/>
          </p:nvPr>
        </p:nvSpPr>
        <p:spPr>
          <a:xfrm>
            <a:off x="3474720" y="3429000"/>
            <a:ext cx="1188720" cy="1188720"/>
          </a:xfrm>
          <a:prstGeom prst="roundRect">
            <a:avLst>
              <a:gd name="adj" fmla="val 6000"/>
            </a:avLst>
          </a:prstGeom>
          <a:solidFill>
            <a:schemeClr val="accent4"/>
          </a:solidFill>
        </p:spPr>
        <p:txBody>
          <a:bodyPr lIns="45720" rIns="45720" tIns="27432" bIns="27432" anchor="ctr">
            <a:normAutofit/>
          </a:bodyPr>
          <a:lstStyle>
            <a:lvl1pPr marL="0" indent="0" algn="l">
              <a:lnSpc>
                <a:spcPct val="110000"/>
              </a:lnSpc>
              <a:spcBef>
                <a:spcPts val="0"/>
              </a:spcBef>
              <a:buNone/>
              <a:defRPr sz="1000" b="0" spc="0">
                <a:solidFill>
                  <a:schemeClr val="tx1">
                    <a:lumMod val="55000"/>
                    <a:lumOff val="45000"/>
                  </a:schemeClr>
                </a:solidFill>
              </a:defRPr>
            </a:lvl1pPr>
          </a:lstStyle>
          <a:p>
            <a:r>
              <a:rPr lang="ko-KR"/>
              <a:t>사진</a:t>
            </a:r>
          </a:p>
        </p:txBody>
      </p:sp>
      <p:sp>
        <p:nvSpPr>
          <p:cNvPr id="107" name="사진 4"/>
          <p:cNvSpPr>
            <a:spLocks noGrp="1"/>
          </p:cNvSpPr>
          <p:nvPr>
            <p:ph type="pic" sz="quarter" idx="16"/>
          </p:nvPr>
        </p:nvSpPr>
        <p:spPr>
          <a:xfrm>
            <a:off x="4846320" y="3429000"/>
            <a:ext cx="1188720" cy="1188720"/>
          </a:xfrm>
          <a:prstGeom prst="roundRect">
            <a:avLst>
              <a:gd name="adj" fmla="val 6000"/>
            </a:avLst>
          </a:prstGeom>
          <a:solidFill>
            <a:schemeClr val="accent4"/>
          </a:solidFill>
        </p:spPr>
        <p:txBody>
          <a:bodyPr lIns="45720" rIns="45720" tIns="27432" bIns="27432" anchor="ctr">
            <a:normAutofit/>
          </a:bodyPr>
          <a:lstStyle>
            <a:lvl1pPr marL="0" indent="0" algn="l">
              <a:lnSpc>
                <a:spcPct val="110000"/>
              </a:lnSpc>
              <a:spcBef>
                <a:spcPts val="0"/>
              </a:spcBef>
              <a:buNone/>
              <a:defRPr sz="1000" b="0" spc="0">
                <a:solidFill>
                  <a:schemeClr val="tx1">
                    <a:lumMod val="55000"/>
                    <a:lumOff val="45000"/>
                  </a:schemeClr>
                </a:solidFill>
              </a:defRPr>
            </a:lvl1pPr>
          </a:lstStyle>
          <a:p>
            <a:r>
              <a:rPr lang="ko-KR"/>
              <a:t>사진</a:t>
            </a:r>
          </a:p>
        </p:txBody>
      </p:sp>
      <p:sp>
        <p:nvSpPr>
          <p:cNvPr id="108" name="사진 5"/>
          <p:cNvSpPr>
            <a:spLocks noGrp="1"/>
          </p:cNvSpPr>
          <p:nvPr>
            <p:ph type="pic" sz="quarter" idx="17"/>
          </p:nvPr>
        </p:nvSpPr>
        <p:spPr>
          <a:xfrm>
            <a:off x="731520" y="4800600"/>
            <a:ext cx="1188720" cy="1188720"/>
          </a:xfrm>
          <a:prstGeom prst="roundRect">
            <a:avLst>
              <a:gd name="adj" fmla="val 6000"/>
            </a:avLst>
          </a:prstGeom>
          <a:solidFill>
            <a:schemeClr val="accent4"/>
          </a:solidFill>
        </p:spPr>
        <p:txBody>
          <a:bodyPr lIns="45720" rIns="45720" tIns="27432" bIns="27432" anchor="ctr">
            <a:normAutofit/>
          </a:bodyPr>
          <a:lstStyle>
            <a:lvl1pPr marL="0" indent="0" algn="l">
              <a:lnSpc>
                <a:spcPct val="110000"/>
              </a:lnSpc>
              <a:spcBef>
                <a:spcPts val="0"/>
              </a:spcBef>
              <a:buNone/>
              <a:defRPr sz="1000" b="0" spc="0">
                <a:solidFill>
                  <a:schemeClr val="tx1">
                    <a:lumMod val="55000"/>
                    <a:lumOff val="45000"/>
                  </a:schemeClr>
                </a:solidFill>
              </a:defRPr>
            </a:lvl1pPr>
          </a:lstStyle>
          <a:p>
            <a:r>
              <a:rPr lang="ko-KR"/>
              <a:t>사진</a:t>
            </a:r>
          </a:p>
        </p:txBody>
      </p:sp>
      <p:sp>
        <p:nvSpPr>
          <p:cNvPr id="109" name="사진 6"/>
          <p:cNvSpPr>
            <a:spLocks noGrp="1"/>
          </p:cNvSpPr>
          <p:nvPr>
            <p:ph type="pic" sz="quarter" idx="18"/>
          </p:nvPr>
        </p:nvSpPr>
        <p:spPr>
          <a:xfrm>
            <a:off x="2103120" y="4800600"/>
            <a:ext cx="1188720" cy="1188720"/>
          </a:xfrm>
          <a:prstGeom prst="roundRect">
            <a:avLst>
              <a:gd name="adj" fmla="val 6000"/>
            </a:avLst>
          </a:prstGeom>
          <a:solidFill>
            <a:schemeClr val="accent4"/>
          </a:solidFill>
        </p:spPr>
        <p:txBody>
          <a:bodyPr lIns="45720" rIns="45720" tIns="27432" bIns="27432" anchor="ctr">
            <a:normAutofit/>
          </a:bodyPr>
          <a:lstStyle>
            <a:lvl1pPr marL="0" indent="0" algn="l">
              <a:lnSpc>
                <a:spcPct val="110000"/>
              </a:lnSpc>
              <a:spcBef>
                <a:spcPts val="0"/>
              </a:spcBef>
              <a:buNone/>
              <a:defRPr sz="1000" b="0" spc="0">
                <a:solidFill>
                  <a:schemeClr val="tx1">
                    <a:lumMod val="55000"/>
                    <a:lumOff val="45000"/>
                  </a:schemeClr>
                </a:solidFill>
              </a:defRPr>
            </a:lvl1pPr>
          </a:lstStyle>
          <a:p>
            <a:r>
              <a:rPr lang="ko-KR"/>
              <a:t>사진</a:t>
            </a:r>
          </a:p>
        </p:txBody>
      </p:sp>
      <p:sp>
        <p:nvSpPr>
          <p:cNvPr id="110" name="사진 7"/>
          <p:cNvSpPr>
            <a:spLocks noGrp="1"/>
          </p:cNvSpPr>
          <p:nvPr>
            <p:ph type="pic" sz="quarter" idx="19"/>
          </p:nvPr>
        </p:nvSpPr>
        <p:spPr>
          <a:xfrm>
            <a:off x="3474720" y="4800600"/>
            <a:ext cx="1188720" cy="1188720"/>
          </a:xfrm>
          <a:prstGeom prst="roundRect">
            <a:avLst>
              <a:gd name="adj" fmla="val 6000"/>
            </a:avLst>
          </a:prstGeom>
          <a:solidFill>
            <a:schemeClr val="accent4"/>
          </a:solidFill>
        </p:spPr>
        <p:txBody>
          <a:bodyPr lIns="45720" rIns="45720" tIns="27432" bIns="27432" anchor="ctr">
            <a:normAutofit/>
          </a:bodyPr>
          <a:lstStyle>
            <a:lvl1pPr marL="0" indent="0" algn="l">
              <a:lnSpc>
                <a:spcPct val="110000"/>
              </a:lnSpc>
              <a:spcBef>
                <a:spcPts val="0"/>
              </a:spcBef>
              <a:buNone/>
              <a:defRPr sz="1000" b="0" spc="0">
                <a:solidFill>
                  <a:schemeClr val="tx1">
                    <a:lumMod val="55000"/>
                    <a:lumOff val="45000"/>
                  </a:schemeClr>
                </a:solidFill>
              </a:defRPr>
            </a:lvl1pPr>
          </a:lstStyle>
          <a:p>
            <a:r>
              <a:rPr lang="ko-KR"/>
              <a:t>사진</a:t>
            </a:r>
          </a:p>
        </p:txBody>
      </p:sp>
      <p:sp>
        <p:nvSpPr>
          <p:cNvPr id="111" name="사진 8"/>
          <p:cNvSpPr>
            <a:spLocks noGrp="1"/>
          </p:cNvSpPr>
          <p:nvPr>
            <p:ph type="pic" sz="quarter" idx="20"/>
          </p:nvPr>
        </p:nvSpPr>
        <p:spPr>
          <a:xfrm>
            <a:off x="4846320" y="4800600"/>
            <a:ext cx="1188720" cy="1188720"/>
          </a:xfrm>
          <a:prstGeom prst="roundRect">
            <a:avLst>
              <a:gd name="adj" fmla="val 6000"/>
            </a:avLst>
          </a:prstGeom>
          <a:solidFill>
            <a:schemeClr val="accent4"/>
          </a:solidFill>
        </p:spPr>
        <p:txBody>
          <a:bodyPr lIns="45720" rIns="45720" tIns="27432" bIns="27432" anchor="ctr">
            <a:normAutofit/>
          </a:bodyPr>
          <a:lstStyle>
            <a:lvl1pPr marL="0" indent="0" algn="l">
              <a:lnSpc>
                <a:spcPct val="110000"/>
              </a:lnSpc>
              <a:spcBef>
                <a:spcPts val="0"/>
              </a:spcBef>
              <a:buNone/>
              <a:defRPr sz="1000" b="0" spc="0">
                <a:solidFill>
                  <a:schemeClr val="tx1">
                    <a:lumMod val="55000"/>
                    <a:lumOff val="45000"/>
                  </a:schemeClr>
                </a:solidFill>
              </a:defRPr>
            </a:lvl1pPr>
          </a:lstStyle>
          <a:p>
            <a:r>
              <a:rPr lang="ko-KR"/>
              <a:t>사진</a:t>
            </a:r>
          </a:p>
        </p:txBody>
      </p:sp>
      <p:sp>
        <p:nvSpPr>
          <p:cNvPr id="2" name="색 탭"/>
          <p:cNvSpPr/>
          <p:nvPr/>
        </p:nvSpPr>
        <p:spPr>
          <a:xfrm>
            <a:off x="11953951" y="658368"/>
            <a:ext cx="237744" cy="77724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cxnSp>
        <p:nvCxnSpPr>
          <p:cNvPr id="3" name="Connector 2"/>
          <p:cNvCxnSpPr/>
          <p:nvPr/>
        </p:nvCxnSpPr>
        <p:spPr>
          <a:xfrm>
            <a:off x="10362895" y="1536192"/>
            <a:ext cx="1097280" cy="0"/>
          </a:xfrm>
          <a:prstGeom prst="line">
            <a:avLst/>
          </a:prstGeom>
          <a:ln w="31750" cap="rnd">
            <a:solidFill>
              <a:schemeClr val="accent1"/>
            </a:solidFill>
          </a:ln>
        </p:spPr>
      </p:cxnSp>
      <p:cxnSp>
        <p:nvCxnSpPr>
          <p:cNvPr id="4" name="Connector 3"/>
          <p:cNvCxnSpPr/>
          <p:nvPr/>
        </p:nvCxnSpPr>
        <p:spPr>
          <a:xfrm>
            <a:off x="731520" y="1536192"/>
            <a:ext cx="9631375" cy="0"/>
          </a:xfrm>
          <a:prstGeom prst="line">
            <a:avLst/>
          </a:prstGeom>
          <a:ln w="6350" cap="rnd">
            <a:solidFill>
              <a:schemeClr val="accent5"/>
            </a:solidFill>
          </a:ln>
        </p:spPr>
      </p:cxnSp>
      <p:sp>
        <p:nvSpPr>
          <p:cNvPr id="5" name="쪽 번호 알약"/>
          <p:cNvSpPr/>
          <p:nvPr/>
        </p:nvSpPr>
        <p:spPr>
          <a:xfrm>
            <a:off x="731520" y="384048"/>
            <a:ext cx="822960" cy="384048"/>
          </a:xfrm>
          <a:prstGeom prst="roundRect">
            <a:avLst>
              <a:gd name="adj" fmla="val 50000"/>
            </a:avLst>
          </a:prstGeom>
          <a:noFill/>
          <a:ln w="9525">
            <a:solidFill>
              <a:schemeClr val="accent5"/>
            </a:solidFill>
          </a:ln>
        </p:spPr>
        <p:txBody>
          <a:bodyPr rtlCol="0" anchor="ctr"/>
          <a:lstStyle/>
          <a:p>
            <a:pPr algn="ctr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한 문장">
    <p:bg>
      <p:bgPr>
        <a:pattFill prst="pct5">
          <a:fgClr>
            <a:schemeClr val="accent1">
              <a:lumMod val="10000"/>
              <a:lumOff val="90000"/>
            </a:schemeClr>
          </a:fgClr>
          <a:bgClr>
            <a:schemeClr val="bg2"/>
          </a:bgClr>
        </a:patt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영문 라벨"/>
          <p:cNvSpPr>
            <a:spLocks noGrp="1"/>
          </p:cNvSpPr>
          <p:nvPr>
            <p:ph type="body" sz="quarter" idx="10"/>
          </p:nvPr>
        </p:nvSpPr>
        <p:spPr>
          <a:xfrm>
            <a:off x="731520" y="347472"/>
            <a:ext cx="9265615" cy="310896"/>
          </a:xfrm>
          <a:noFill/>
        </p:spPr>
        <p:txBody>
          <a:bodyPr lIns="45720" rIns="45720" tIns="27432" bIns="27432" anchor="ctr">
            <a:normAutofit/>
          </a:bodyPr>
          <a:lstStyle>
            <a:lvl1pPr marL="0" indent="0" algn="r">
              <a:lnSpc>
                <a:spcPct val="110000"/>
              </a:lnSpc>
              <a:spcBef>
                <a:spcPts val="0"/>
              </a:spcBef>
              <a:buNone/>
              <a:defRPr sz="1100" b="0" spc="300" cap="all">
                <a:solidFill>
                  <a:schemeClr val="tx2"/>
                </a:solidFill>
              </a:defRPr>
            </a:lvl1pPr>
          </a:lstStyle>
          <a:p>
            <a:r>
              <a:rPr lang="ko-KR"/>
              <a:t>LABEL</a:t>
            </a:r>
          </a:p>
        </p:txBody>
      </p:sp>
      <p:sp>
        <p:nvSpPr>
          <p:cNvPr id="102" name="쪽 번호"/>
          <p:cNvSpPr>
            <a:spLocks noGrp="1"/>
          </p:cNvSpPr>
          <p:nvPr>
            <p:ph type="sldNum" sz="quarter" idx="12"/>
          </p:nvPr>
        </p:nvSpPr>
        <p:spPr>
          <a:xfrm>
            <a:off x="731520" y="384048"/>
            <a:ext cx="822960" cy="384048"/>
          </a:xfrm>
          <a:noFill/>
        </p:spPr>
        <p:txBody>
          <a:bodyPr lIns="45720" rIns="45720" tIns="27432" bIns="27432" anchor="ctr">
            <a:normAutofit/>
          </a:bodyPr>
          <a:lstStyle>
            <a:lvl1pPr marL="0" indent="0" algn="ctr">
              <a:lnSpc>
                <a:spcPct val="110000"/>
              </a:lnSpc>
              <a:spcBef>
                <a:spcPts val="0"/>
              </a:spcBef>
              <a:buNone/>
              <a:defRPr sz="1100" b="1" spc="100">
                <a:solidFill>
                  <a:schemeClr val="tx2"/>
                </a:solidFill>
              </a:defRPr>
            </a:lvl1pPr>
          </a:lstStyle>
          <a:p>
            <a:fld id="{4AB68536-A248-4328-BCE6-B2392061F047}" type="slidenum">
              <a:rPr lang="en-US"/>
              <a:t>‹#›</a:t>
            </a:fld>
          </a:p>
        </p:txBody>
      </p:sp>
      <p:sp>
        <p:nvSpPr>
          <p:cNvPr id="103" name="한 문장"/>
          <p:cNvSpPr>
            <a:spLocks noGrp="1"/>
          </p:cNvSpPr>
          <p:nvPr>
            <p:ph type="title"/>
          </p:nvPr>
        </p:nvSpPr>
        <p:spPr>
          <a:xfrm>
            <a:off x="1463003" y="2331720"/>
            <a:ext cx="9265688" cy="2331720"/>
          </a:xfrm>
          <a:noFill/>
        </p:spPr>
        <p:txBody>
          <a:bodyPr lIns="45720" rIns="45720" tIns="27432" bIns="27432" anchor="ctr">
            <a:normAutofit/>
          </a:bodyPr>
          <a:lstStyle>
            <a:lvl1pPr marL="0" indent="0" algn="ctr">
              <a:lnSpc>
                <a:spcPct val="130000"/>
              </a:lnSpc>
              <a:spcBef>
                <a:spcPts val="0"/>
              </a:spcBef>
              <a:buNone/>
              <a:defRPr sz="3400" b="0" spc="0">
                <a:solidFill>
                  <a:schemeClr val="tx2"/>
                </a:solidFill>
                <a:latin typeface="+mj-lt"/>
                <a:ea typeface="+mj-ea"/>
              </a:defRPr>
            </a:lvl1pPr>
          </a:lstStyle>
          <a:p>
            <a:r>
              <a:rPr lang="ko-KR"/>
              <a:t>한 문장으로 말하면</a:t>
            </a:r>
          </a:p>
        </p:txBody>
      </p:sp>
      <p:sp>
        <p:nvSpPr>
          <p:cNvPr id="2" name="색 탭"/>
          <p:cNvSpPr/>
          <p:nvPr/>
        </p:nvSpPr>
        <p:spPr>
          <a:xfrm>
            <a:off x="11953951" y="658368"/>
            <a:ext cx="237744" cy="77724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" name="쪽 번호 알약"/>
          <p:cNvSpPr/>
          <p:nvPr/>
        </p:nvSpPr>
        <p:spPr>
          <a:xfrm>
            <a:off x="731520" y="384048"/>
            <a:ext cx="822960" cy="384048"/>
          </a:xfrm>
          <a:prstGeom prst="roundRect">
            <a:avLst>
              <a:gd name="adj" fmla="val 50000"/>
            </a:avLst>
          </a:prstGeom>
          <a:noFill/>
          <a:ln w="9525">
            <a:solidFill>
              <a:schemeClr val="accent5"/>
            </a:solidFill>
          </a:ln>
        </p:spPr>
        <p:txBody>
          <a:bodyPr rtlCol="0" anchor="ctr"/>
          <a:lstStyle/>
          <a:p>
            <a:pPr algn="ctr"/>
          </a:p>
        </p:txBody>
      </p:sp>
      <p:grpSp>
        <p:nvGrpSpPr>
          <p:cNvPr id="4" name="따옴표 장식"/>
          <p:cNvGrpSpPr/>
          <p:nvPr/>
        </p:nvGrpSpPr>
        <p:grpSpPr>
          <a:xfrm>
            <a:off x="5592927" y="1520189"/>
            <a:ext cx="1005840" cy="251460"/>
            <a:chOff x="5592927" y="1520189"/>
            <a:chExt cx="1005840" cy="251460"/>
          </a:xfrm>
        </p:grpSpPr>
        <p:sp>
          <p:nvSpPr>
            <p:cNvPr id="5" name="Diamond 4"/>
            <p:cNvSpPr/>
            <p:nvPr/>
          </p:nvSpPr>
          <p:spPr>
            <a:xfrm>
              <a:off x="5970117" y="1520189"/>
              <a:ext cx="251460" cy="251460"/>
            </a:xfrm>
            <a:prstGeom prst="diamond">
              <a:avLst/>
            </a:prstGeom>
            <a:solidFill>
              <a:schemeClr val="accent5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cxnSp>
          <p:nvCxnSpPr>
            <p:cNvPr id="6" name="Connector 5"/>
            <p:cNvCxnSpPr/>
            <p:nvPr/>
          </p:nvCxnSpPr>
          <p:spPr>
            <a:xfrm>
              <a:off x="5592927" y="1645919"/>
              <a:ext cx="297180" cy="0"/>
            </a:xfrm>
            <a:prstGeom prst="line">
              <a:avLst/>
            </a:prstGeom>
            <a:ln w="9525" cap="rnd">
              <a:solidFill>
                <a:schemeClr val="accent5"/>
              </a:solidFill>
            </a:ln>
          </p:spPr>
        </p:cxnSp>
        <p:cxnSp>
          <p:nvCxnSpPr>
            <p:cNvPr id="7" name="Connector 6"/>
            <p:cNvCxnSpPr/>
            <p:nvPr/>
          </p:nvCxnSpPr>
          <p:spPr>
            <a:xfrm>
              <a:off x="6301587" y="1645919"/>
              <a:ext cx="297180" cy="0"/>
            </a:xfrm>
            <a:prstGeom prst="line">
              <a:avLst/>
            </a:prstGeom>
            <a:ln w="9525" cap="rnd">
              <a:solidFill>
                <a:schemeClr val="accent5"/>
              </a:solidFill>
            </a:ln>
          </p:spPr>
        </p:cxnSp>
      </p:grpSp>
      <p:cxnSp>
        <p:nvCxnSpPr>
          <p:cNvPr id="8" name="Connector 7"/>
          <p:cNvCxnSpPr/>
          <p:nvPr/>
        </p:nvCxnSpPr>
        <p:spPr>
          <a:xfrm>
            <a:off x="5547207" y="5349240"/>
            <a:ext cx="1097280" cy="0"/>
          </a:xfrm>
          <a:prstGeom prst="line">
            <a:avLst/>
          </a:prstGeom>
          <a:ln w="9525" cap="rnd">
            <a:solidFill>
              <a:schemeClr val="accent5"/>
            </a:solidFill>
          </a:ln>
        </p:spPr>
      </p:cxnSp>
      <p:sp>
        <p:nvSpPr>
          <p:cNvPr id="9" name="Diamond 8"/>
          <p:cNvSpPr/>
          <p:nvPr/>
        </p:nvSpPr>
        <p:spPr>
          <a:xfrm>
            <a:off x="6036411" y="5289804"/>
            <a:ext cx="118872" cy="118872"/>
          </a:xfrm>
          <a:prstGeom prst="diamond">
            <a:avLst/>
          </a:prstGeom>
          <a:solidFill>
            <a:schemeClr val="accent1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09584" y="274638"/>
            <a:ext cx="10972525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584" y="1600200"/>
            <a:ext cx="10972525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09584" y="6356350"/>
            <a:ext cx="2844728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165495" y="6356350"/>
            <a:ext cx="3860703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737381" y="6356350"/>
            <a:ext cx="2844728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4" r:id="rId6"/>
    <p:sldLayoutId id="2147483655" r:id="rId7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.xml"/><Relationship Id="rId3" Type="http://schemas.openxmlformats.org/officeDocument/2006/relationships/chart" Target="../charts/chart1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2" sz="quarter"/>
          </p:nvPr>
        </p:nvSpPr>
        <p:spPr/>
        <p:txBody>
          <a:bodyPr/>
          <a:lstStyle/>
          <a:p>
            <a:r>
              <a:rPr lang="ko-KR"/>
              <a:t>MONO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0" sz="quarter"/>
          </p:nvPr>
        </p:nvSpPr>
        <p:spPr/>
        <p:txBody>
          <a:bodyPr/>
          <a:lstStyle/>
          <a:p>
            <a:r>
              <a:rPr lang="ko-KR"/>
              <a:t>MONO  ·  INSURANCE CHECK</a:t>
            </a:r>
          </a:p>
        </p:txBody>
      </p:sp>
      <p:sp>
        <p:nvSpPr>
          <p:cNvPr id="4" name="Title 3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ko-KR"/>
              <a:t>우리 보험 점검 시간</a:t>
            </a:r>
          </a:p>
        </p:txBody>
      </p:sp>
      <p:sp>
        <p:nvSpPr>
          <p:cNvPr id="5" name="Subtitle 4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ko-KR"/>
              <a:t>마감 전에 한 번 확인합니다</a:t>
            </a:r>
          </a:p>
        </p:txBody>
      </p:sp>
      <p:sp>
        <p:nvSpPr>
          <p:cNvPr id="6" name="Text Placeholder 5"/>
          <p:cNvSpPr>
            <a:spLocks noGrp="1"/>
          </p:cNvSpPr>
          <p:nvPr>
            <p:ph type="body" idx="11" sz="quarter"/>
          </p:nvPr>
        </p:nvSpPr>
        <p:spPr/>
        <p:txBody>
          <a:bodyPr/>
          <a:lstStyle/>
          <a:p>
            <a:r>
              <a:rPr lang="ko-KR"/>
              <a:t>사업장 점검 · 날짜 입력</a:t>
            </a:r>
          </a:p>
          <a:p>
            <a:r>
              <a:rPr lang="ko-KR"/>
              <a:t>가입 내용을 정리하고 함께 확인하는 양식</a:t>
            </a:r>
          </a:p>
        </p:txBody>
      </p:sp>
    </p:spTree>
  </p:cSld>
  <p:clrMapOvr>
    <a:masterClrMapping/>
  </p:clrMapOvr>
  <p:transition spd="med">
    <p:fade/>
  </p:transition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0" sz="quarter"/>
          </p:nvPr>
        </p:nvSpPr>
        <p:spPr/>
        <p:txBody>
          <a:bodyPr/>
          <a:lstStyle/>
          <a:p>
            <a:r>
              <a:rPr lang="ko-KR"/>
              <a:t>PROFILE</a:t>
            </a:r>
          </a:p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/>
              <a:t>점검 대상 현황</a:t>
            </a:r>
          </a:p>
        </p:txBody>
      </p:sp>
      <p:sp>
        <p:nvSpPr>
          <p:cNvPr id="4" name="쪽 번호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6B27F9F-108B-4A3C-8C70-F95544A9549E}" type="slidenum">
              <a:rPr lang="en-US"/>
              <a:t>‹#›</a:t>
            </a:fld>
            <a:endParaRPr lang="en-US"/>
          </a:p>
        </p:txBody>
      </p:sp>
      <p:graphicFrame>
        <p:nvGraphicFramePr>
          <p:cNvPr id="5" name="표"/>
          <p:cNvGraphicFramePr>
            <a:graphicFrameLocks noGrp="1"/>
          </p:cNvGraphicFramePr>
          <p:nvPr/>
        </p:nvGraphicFramePr>
        <p:xfrm>
          <a:off x="731520" y="1828800"/>
          <a:ext cx="10728654" cy="3657600"/>
        </p:xfrm>
        <a:graphic>
          <a:graphicData uri="http://schemas.openxmlformats.org/drawingml/2006/table">
            <a:tbl>
              <a:tblPr firstRow="1">
                <a:tableStyleId>{2D5ABB26-0587-4C30-8999-92F81FD0307C}</a:tableStyleId>
              </a:tblPr>
              <a:tblGrid>
                <a:gridCol w="5364327"/>
                <a:gridCol w="5364327"/>
              </a:tblGrid>
              <a:tr h="731520">
                <a:tc>
                  <a:txBody>
                    <a:bodyPr wrap="square"/>
                    <a:lstStyle/>
                    <a:p>
                      <a:pPr algn="ctr"/>
                      <a:r>
                        <a:rPr sz="1600" b="1" lang="ko-KR">
                          <a:solidFill>
                            <a:srgbClr val="FFFFFF"/>
                          </a:solidFill>
                        </a:rPr>
                        <a:t>구분</a:t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600" b="1" lang="ko-KR">
                          <a:solidFill>
                            <a:srgbClr val="FFFFFF"/>
                          </a:solidFill>
                        </a:rPr>
                        <a:t>내용</a:t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accent1"/>
                    </a:solidFill>
                  </a:tcPr>
                </a:tc>
              </a:tr>
              <a:tr h="731520">
                <a:tc>
                  <a:txBody>
                    <a:bodyPr wrap="square"/>
                    <a:lstStyle/>
                    <a:p>
                      <a:pPr algn="l"/>
                      <a:r>
                        <a:rPr sz="1600" b="1" lang="ko-KR">
                          <a:solidFill>
                            <a:schemeClr val="tx2"/>
                          </a:solidFill>
                        </a:rPr>
                        <a:t>상호</a:t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600" b="0" lang="ko-KR">
                          <a:solidFill>
                            <a:schemeClr val="tx1"/>
                          </a:solidFill>
                        </a:rPr>
                        <a:t/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bg1"/>
                    </a:solidFill>
                  </a:tcPr>
                </a:tc>
              </a:tr>
              <a:tr h="731520">
                <a:tc>
                  <a:txBody>
                    <a:bodyPr wrap="square"/>
                    <a:lstStyle/>
                    <a:p>
                      <a:pPr algn="l"/>
                      <a:r>
                        <a:rPr sz="1600" b="1" lang="ko-KR">
                          <a:solidFill>
                            <a:schemeClr val="tx2"/>
                          </a:solidFill>
                        </a:rPr>
                        <a:t>업종</a:t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accent1">
                        <a:lumMod val="10000"/>
                        <a:lumOff val="90000"/>
                      </a:schemeClr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600" b="0" lang="ko-KR">
                          <a:solidFill>
                            <a:schemeClr val="tx1"/>
                          </a:solidFill>
                        </a:rPr>
                        <a:t/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accent1">
                        <a:lumMod val="10000"/>
                        <a:lumOff val="90000"/>
                      </a:schemeClr>
                    </a:solidFill>
                  </a:tcPr>
                </a:tc>
              </a:tr>
              <a:tr h="731520">
                <a:tc>
                  <a:txBody>
                    <a:bodyPr wrap="square"/>
                    <a:lstStyle/>
                    <a:p>
                      <a:pPr algn="l"/>
                      <a:r>
                        <a:rPr sz="1600" b="1" lang="ko-KR">
                          <a:solidFill>
                            <a:schemeClr val="tx2"/>
                          </a:solidFill>
                        </a:rPr>
                        <a:t>직원 수</a:t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600" b="0" lang="ko-KR">
                          <a:solidFill>
                            <a:schemeClr val="tx1"/>
                          </a:solidFill>
                        </a:rPr>
                        <a:t/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bg1"/>
                    </a:solidFill>
                  </a:tcPr>
                </a:tc>
              </a:tr>
              <a:tr h="731520">
                <a:tc>
                  <a:txBody>
                    <a:bodyPr wrap="square"/>
                    <a:lstStyle/>
                    <a:p>
                      <a:pPr algn="l"/>
                      <a:r>
                        <a:rPr sz="1600" b="1" lang="ko-KR">
                          <a:solidFill>
                            <a:schemeClr val="tx2"/>
                          </a:solidFill>
                        </a:rPr>
                        <a:t>확인할 것</a:t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accent1">
                        <a:lumMod val="10000"/>
                        <a:lumOff val="90000"/>
                      </a:schemeClr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600" b="0" lang="ko-KR">
                          <a:solidFill>
                            <a:schemeClr val="tx1"/>
                          </a:solidFill>
                        </a:rPr>
                        <a:t/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accent1">
                        <a:lumMod val="10000"/>
                        <a:lumOff val="90000"/>
                      </a:schemeClr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  <p:transition spd="med">
    <p:cover dir="l"/>
  </p:transition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0" sz="quarter"/>
          </p:nvPr>
        </p:nvSpPr>
        <p:spPr/>
        <p:txBody>
          <a:bodyPr/>
          <a:lstStyle/>
          <a:p>
            <a:r>
              <a:rPr lang="ko-KR"/>
              <a:t>POLICY LIST</a:t>
            </a:r>
          </a:p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/>
              <a:t>가입한 보험 목록</a:t>
            </a:r>
          </a:p>
        </p:txBody>
      </p:sp>
      <p:sp>
        <p:nvSpPr>
          <p:cNvPr id="4" name="쪽 번호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385B595-5D2C-4BAC-B1ED-3ED4873F05D3}" type="slidenum">
              <a:rPr lang="en-US"/>
              <a:t>‹#›</a:t>
            </a:fld>
            <a:endParaRPr lang="en-US"/>
          </a:p>
        </p:txBody>
      </p:sp>
      <p:graphicFrame>
        <p:nvGraphicFramePr>
          <p:cNvPr id="5" name="표"/>
          <p:cNvGraphicFramePr>
            <a:graphicFrameLocks noGrp="1"/>
          </p:cNvGraphicFramePr>
          <p:nvPr/>
        </p:nvGraphicFramePr>
        <p:xfrm>
          <a:off x="731520" y="1828800"/>
          <a:ext cx="10728655" cy="4224528"/>
        </p:xfrm>
        <a:graphic>
          <a:graphicData uri="http://schemas.openxmlformats.org/drawingml/2006/table">
            <a:tbl>
              <a:tblPr firstRow="1">
                <a:tableStyleId>{2D5ABB26-0587-4C30-8999-92F81FD0307C}</a:tableStyleId>
              </a:tblPr>
              <a:tblGrid>
                <a:gridCol w="2011680"/>
                <a:gridCol w="3108960"/>
                <a:gridCol w="1828800"/>
                <a:gridCol w="1828800"/>
                <a:gridCol w="1950415"/>
              </a:tblGrid>
              <a:tr h="603504">
                <a:tc>
                  <a:txBody>
                    <a:bodyPr wrap="square"/>
                    <a:lstStyle/>
                    <a:p>
                      <a:pPr algn="ctr"/>
                      <a:r>
                        <a:rPr sz="1400" b="1" lang="ko-KR">
                          <a:solidFill>
                            <a:srgbClr val="FFFFFF"/>
                          </a:solidFill>
                        </a:rPr>
                        <a:t>보험회사</a:t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1" lang="ko-KR">
                          <a:solidFill>
                            <a:srgbClr val="FFFFFF"/>
                          </a:solidFill>
                        </a:rPr>
                        <a:t>상품명</a:t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1" lang="ko-KR">
                          <a:solidFill>
                            <a:srgbClr val="FFFFFF"/>
                          </a:solidFill>
                        </a:rPr>
                        <a:t>종류</a:t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1" lang="ko-KR">
                          <a:solidFill>
                            <a:srgbClr val="FFFFFF"/>
                          </a:solidFill>
                        </a:rPr>
                        <a:t>만기일</a:t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1" lang="ko-KR">
                          <a:solidFill>
                            <a:srgbClr val="FFFFFF"/>
                          </a:solidFill>
                        </a:rPr>
                        <a:t>월 보험료</a:t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accent1"/>
                    </a:solidFill>
                  </a:tcPr>
                </a:tc>
              </a:tr>
              <a:tr h="603504">
                <a:tc>
                  <a:txBody>
                    <a:bodyPr wrap="square"/>
                    <a:lstStyle/>
                    <a:p>
                      <a:pPr algn="l"/>
                      <a:r>
                        <a:rPr sz="1400" b="0" lang="ko-KR">
                          <a:solidFill>
                            <a:schemeClr val="tx1"/>
                          </a:solidFill>
                        </a:rPr>
                        <a:t/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 lang="ko-KR">
                          <a:solidFill>
                            <a:schemeClr val="tx1"/>
                          </a:solidFill>
                        </a:rPr>
                        <a:t/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 lang="ko-KR">
                          <a:solidFill>
                            <a:schemeClr val="tx1"/>
                          </a:solidFill>
                        </a:rPr>
                        <a:t/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 lang="ko-KR">
                          <a:solidFill>
                            <a:schemeClr val="tx1"/>
                          </a:solidFill>
                        </a:rPr>
                        <a:t/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 lang="ko-KR">
                          <a:solidFill>
                            <a:schemeClr val="tx1"/>
                          </a:solidFill>
                        </a:rPr>
                        <a:t/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bg1"/>
                    </a:solidFill>
                  </a:tcPr>
                </a:tc>
              </a:tr>
              <a:tr h="603504">
                <a:tc>
                  <a:txBody>
                    <a:bodyPr wrap="square"/>
                    <a:lstStyle/>
                    <a:p>
                      <a:pPr algn="l"/>
                      <a:r>
                        <a:rPr sz="1400" b="0" lang="ko-KR">
                          <a:solidFill>
                            <a:schemeClr val="tx1"/>
                          </a:solidFill>
                        </a:rPr>
                        <a:t/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accent1">
                        <a:lumMod val="10000"/>
                        <a:lumOff val="90000"/>
                      </a:schemeClr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 lang="ko-KR">
                          <a:solidFill>
                            <a:schemeClr val="tx1"/>
                          </a:solidFill>
                        </a:rPr>
                        <a:t/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accent1">
                        <a:lumMod val="10000"/>
                        <a:lumOff val="90000"/>
                      </a:schemeClr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 lang="ko-KR">
                          <a:solidFill>
                            <a:schemeClr val="tx1"/>
                          </a:solidFill>
                        </a:rPr>
                        <a:t/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accent1">
                        <a:lumMod val="10000"/>
                        <a:lumOff val="90000"/>
                      </a:schemeClr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 lang="ko-KR">
                          <a:solidFill>
                            <a:schemeClr val="tx1"/>
                          </a:solidFill>
                        </a:rPr>
                        <a:t/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accent1">
                        <a:lumMod val="10000"/>
                        <a:lumOff val="90000"/>
                      </a:schemeClr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 lang="ko-KR">
                          <a:solidFill>
                            <a:schemeClr val="tx1"/>
                          </a:solidFill>
                        </a:rPr>
                        <a:t/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accent1">
                        <a:lumMod val="10000"/>
                        <a:lumOff val="90000"/>
                      </a:schemeClr>
                    </a:solidFill>
                  </a:tcPr>
                </a:tc>
              </a:tr>
              <a:tr h="603504">
                <a:tc>
                  <a:txBody>
                    <a:bodyPr wrap="square"/>
                    <a:lstStyle/>
                    <a:p>
                      <a:pPr algn="l"/>
                      <a:r>
                        <a:rPr sz="1400" b="0" lang="ko-KR">
                          <a:solidFill>
                            <a:schemeClr val="tx1"/>
                          </a:solidFill>
                        </a:rPr>
                        <a:t/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 lang="ko-KR">
                          <a:solidFill>
                            <a:schemeClr val="tx1"/>
                          </a:solidFill>
                        </a:rPr>
                        <a:t/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 lang="ko-KR">
                          <a:solidFill>
                            <a:schemeClr val="tx1"/>
                          </a:solidFill>
                        </a:rPr>
                        <a:t/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 lang="ko-KR">
                          <a:solidFill>
                            <a:schemeClr val="tx1"/>
                          </a:solidFill>
                        </a:rPr>
                        <a:t/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 lang="ko-KR">
                          <a:solidFill>
                            <a:schemeClr val="tx1"/>
                          </a:solidFill>
                        </a:rPr>
                        <a:t/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bg1"/>
                    </a:solidFill>
                  </a:tcPr>
                </a:tc>
              </a:tr>
              <a:tr h="603504">
                <a:tc>
                  <a:txBody>
                    <a:bodyPr wrap="square"/>
                    <a:lstStyle/>
                    <a:p>
                      <a:pPr algn="l"/>
                      <a:r>
                        <a:rPr sz="1400" b="0" lang="ko-KR">
                          <a:solidFill>
                            <a:schemeClr val="tx1"/>
                          </a:solidFill>
                        </a:rPr>
                        <a:t/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accent1">
                        <a:lumMod val="10000"/>
                        <a:lumOff val="90000"/>
                      </a:schemeClr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 lang="ko-KR">
                          <a:solidFill>
                            <a:schemeClr val="tx1"/>
                          </a:solidFill>
                        </a:rPr>
                        <a:t/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accent1">
                        <a:lumMod val="10000"/>
                        <a:lumOff val="90000"/>
                      </a:schemeClr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 lang="ko-KR">
                          <a:solidFill>
                            <a:schemeClr val="tx1"/>
                          </a:solidFill>
                        </a:rPr>
                        <a:t/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accent1">
                        <a:lumMod val="10000"/>
                        <a:lumOff val="90000"/>
                      </a:schemeClr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 lang="ko-KR">
                          <a:solidFill>
                            <a:schemeClr val="tx1"/>
                          </a:solidFill>
                        </a:rPr>
                        <a:t/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accent1">
                        <a:lumMod val="10000"/>
                        <a:lumOff val="90000"/>
                      </a:schemeClr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 lang="ko-KR">
                          <a:solidFill>
                            <a:schemeClr val="tx1"/>
                          </a:solidFill>
                        </a:rPr>
                        <a:t/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accent1">
                        <a:lumMod val="10000"/>
                        <a:lumOff val="90000"/>
                      </a:schemeClr>
                    </a:solidFill>
                  </a:tcPr>
                </a:tc>
              </a:tr>
              <a:tr h="603504">
                <a:tc>
                  <a:txBody>
                    <a:bodyPr wrap="square"/>
                    <a:lstStyle/>
                    <a:p>
                      <a:pPr algn="l"/>
                      <a:r>
                        <a:rPr sz="1400" b="0" lang="ko-KR">
                          <a:solidFill>
                            <a:schemeClr val="tx1"/>
                          </a:solidFill>
                        </a:rPr>
                        <a:t/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 lang="ko-KR">
                          <a:solidFill>
                            <a:schemeClr val="tx1"/>
                          </a:solidFill>
                        </a:rPr>
                        <a:t/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 lang="ko-KR">
                          <a:solidFill>
                            <a:schemeClr val="tx1"/>
                          </a:solidFill>
                        </a:rPr>
                        <a:t/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 lang="ko-KR">
                          <a:solidFill>
                            <a:schemeClr val="tx1"/>
                          </a:solidFill>
                        </a:rPr>
                        <a:t/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 lang="ko-KR">
                          <a:solidFill>
                            <a:schemeClr val="tx1"/>
                          </a:solidFill>
                        </a:rPr>
                        <a:t/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bg1"/>
                    </a:solidFill>
                  </a:tcPr>
                </a:tc>
              </a:tr>
              <a:tr h="603504">
                <a:tc>
                  <a:txBody>
                    <a:bodyPr wrap="square"/>
                    <a:lstStyle/>
                    <a:p>
                      <a:pPr algn="l"/>
                      <a:r>
                        <a:rPr sz="1400" b="0" lang="ko-KR">
                          <a:solidFill>
                            <a:schemeClr val="tx1"/>
                          </a:solidFill>
                        </a:rPr>
                        <a:t/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accent1">
                        <a:lumMod val="10000"/>
                        <a:lumOff val="90000"/>
                      </a:schemeClr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 lang="ko-KR">
                          <a:solidFill>
                            <a:schemeClr val="tx1"/>
                          </a:solidFill>
                        </a:rPr>
                        <a:t/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accent1">
                        <a:lumMod val="10000"/>
                        <a:lumOff val="90000"/>
                      </a:schemeClr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 lang="ko-KR">
                          <a:solidFill>
                            <a:schemeClr val="tx1"/>
                          </a:solidFill>
                        </a:rPr>
                        <a:t/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accent1">
                        <a:lumMod val="10000"/>
                        <a:lumOff val="90000"/>
                      </a:schemeClr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 lang="ko-KR">
                          <a:solidFill>
                            <a:schemeClr val="tx1"/>
                          </a:solidFill>
                        </a:rPr>
                        <a:t/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accent1">
                        <a:lumMod val="10000"/>
                        <a:lumOff val="90000"/>
                      </a:schemeClr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 lang="ko-KR">
                          <a:solidFill>
                            <a:schemeClr val="tx1"/>
                          </a:solidFill>
                        </a:rPr>
                        <a:t/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accent1">
                        <a:lumMod val="10000"/>
                        <a:lumOff val="90000"/>
                      </a:schemeClr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  <p:transition spd="med">
    <p:cover dir="l"/>
  </p:transition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0" sz="quarter"/>
          </p:nvPr>
        </p:nvSpPr>
        <p:spPr/>
        <p:txBody>
          <a:bodyPr/>
          <a:lstStyle/>
          <a:p>
            <a:r>
              <a:rPr lang="ko-KR"/>
              <a:t>CHECKLIST</a:t>
            </a:r>
          </a:p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/>
              <a:t>보장 항목 체크</a:t>
            </a:r>
          </a:p>
        </p:txBody>
      </p:sp>
      <p:sp>
        <p:nvSpPr>
          <p:cNvPr id="4" name="쪽 번호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FD64626-19E7-42E7-9497-CA6D4BF2204E}" type="slidenum">
              <a:rPr lang="en-US"/>
              <a:t>‹#›</a:t>
            </a:fld>
            <a:endParaRPr lang="en-US"/>
          </a:p>
        </p:txBody>
      </p:sp>
      <p:graphicFrame>
        <p:nvGraphicFramePr>
          <p:cNvPr id="5" name="표"/>
          <p:cNvGraphicFramePr>
            <a:graphicFrameLocks noGrp="1"/>
          </p:cNvGraphicFramePr>
          <p:nvPr/>
        </p:nvGraphicFramePr>
        <p:xfrm>
          <a:off x="731520" y="1828800"/>
          <a:ext cx="10728654" cy="4773168"/>
        </p:xfrm>
        <a:graphic>
          <a:graphicData uri="http://schemas.openxmlformats.org/drawingml/2006/table">
            <a:tbl>
              <a:tblPr firstRow="1">
                <a:tableStyleId>{2D5ABB26-0587-4C30-8999-92F81FD0307C}</a:tableStyleId>
              </a:tblPr>
              <a:tblGrid>
                <a:gridCol w="3657600"/>
                <a:gridCol w="2357018"/>
                <a:gridCol w="2357018"/>
                <a:gridCol w="2357018"/>
              </a:tblGrid>
              <a:tr h="530352">
                <a:tc>
                  <a:txBody>
                    <a:bodyPr wrap="square"/>
                    <a:lstStyle/>
                    <a:p>
                      <a:pPr algn="ctr"/>
                      <a:r>
                        <a:rPr sz="1400" b="1" lang="ko-KR">
                          <a:solidFill>
                            <a:srgbClr val="FFFFFF"/>
                          </a:solidFill>
                        </a:rPr>
                        <a:t>보장 항목</a:t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1" lang="ko-KR">
                          <a:solidFill>
                            <a:srgbClr val="FFFFFF"/>
                          </a:solidFill>
                        </a:rPr>
                        <a:t>가입 확인</a:t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1" lang="ko-KR">
                          <a:solidFill>
                            <a:srgbClr val="FFFFFF"/>
                          </a:solidFill>
                        </a:rPr>
                        <a:t>확인 필요</a:t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1" lang="ko-KR">
                          <a:solidFill>
                            <a:srgbClr val="FFFFFF"/>
                          </a:solidFill>
                        </a:rPr>
                        <a:t>해당 없음</a:t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accent1"/>
                    </a:solidFill>
                  </a:tcPr>
                </a:tc>
              </a:tr>
              <a:tr h="530352">
                <a:tc>
                  <a:txBody>
                    <a:bodyPr wrap="square"/>
                    <a:lstStyle/>
                    <a:p>
                      <a:pPr algn="l"/>
                      <a:r>
                        <a:rPr sz="1400" b="1" lang="ko-KR">
                          <a:solidFill>
                            <a:schemeClr val="tx2"/>
                          </a:solidFill>
                        </a:rPr>
                        <a:t>사망·재해</a:t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 lang="ko-KR">
                          <a:solidFill>
                            <a:schemeClr val="tx1"/>
                          </a:solidFill>
                        </a:rPr>
                        <a:t>□</a:t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 lang="ko-KR">
                          <a:solidFill>
                            <a:schemeClr val="tx1"/>
                          </a:solidFill>
                        </a:rPr>
                        <a:t>□</a:t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 lang="ko-KR">
                          <a:solidFill>
                            <a:schemeClr val="tx1"/>
                          </a:solidFill>
                        </a:rPr>
                        <a:t>□</a:t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bg1"/>
                    </a:solidFill>
                  </a:tcPr>
                </a:tc>
              </a:tr>
              <a:tr h="530352">
                <a:tc>
                  <a:txBody>
                    <a:bodyPr wrap="square"/>
                    <a:lstStyle/>
                    <a:p>
                      <a:pPr algn="l"/>
                      <a:r>
                        <a:rPr sz="1400" b="1" lang="ko-KR">
                          <a:solidFill>
                            <a:schemeClr val="tx2"/>
                          </a:solidFill>
                        </a:rPr>
                        <a:t>질병 진단</a:t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accent1">
                        <a:lumMod val="10000"/>
                        <a:lumOff val="90000"/>
                      </a:schemeClr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 lang="ko-KR">
                          <a:solidFill>
                            <a:schemeClr val="tx1"/>
                          </a:solidFill>
                        </a:rPr>
                        <a:t>□</a:t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accent1">
                        <a:lumMod val="10000"/>
                        <a:lumOff val="90000"/>
                      </a:schemeClr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 lang="ko-KR">
                          <a:solidFill>
                            <a:schemeClr val="tx1"/>
                          </a:solidFill>
                        </a:rPr>
                        <a:t>□</a:t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accent1">
                        <a:lumMod val="10000"/>
                        <a:lumOff val="90000"/>
                      </a:schemeClr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 lang="ko-KR">
                          <a:solidFill>
                            <a:schemeClr val="tx1"/>
                          </a:solidFill>
                        </a:rPr>
                        <a:t>□</a:t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accent1">
                        <a:lumMod val="10000"/>
                        <a:lumOff val="90000"/>
                      </a:schemeClr>
                    </a:solidFill>
                  </a:tcPr>
                </a:tc>
              </a:tr>
              <a:tr h="530352">
                <a:tc>
                  <a:txBody>
                    <a:bodyPr wrap="square"/>
                    <a:lstStyle/>
                    <a:p>
                      <a:pPr algn="l"/>
                      <a:r>
                        <a:rPr sz="1400" b="1" lang="ko-KR">
                          <a:solidFill>
                            <a:schemeClr val="tx2"/>
                          </a:solidFill>
                        </a:rPr>
                        <a:t>암</a:t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 lang="ko-KR">
                          <a:solidFill>
                            <a:schemeClr val="tx1"/>
                          </a:solidFill>
                        </a:rPr>
                        <a:t>□</a:t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 lang="ko-KR">
                          <a:solidFill>
                            <a:schemeClr val="tx1"/>
                          </a:solidFill>
                        </a:rPr>
                        <a:t>□</a:t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 lang="ko-KR">
                          <a:solidFill>
                            <a:schemeClr val="tx1"/>
                          </a:solidFill>
                        </a:rPr>
                        <a:t>□</a:t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bg1"/>
                    </a:solidFill>
                  </a:tcPr>
                </a:tc>
              </a:tr>
              <a:tr h="530352">
                <a:tc>
                  <a:txBody>
                    <a:bodyPr wrap="square"/>
                    <a:lstStyle/>
                    <a:p>
                      <a:pPr algn="l"/>
                      <a:r>
                        <a:rPr sz="1400" b="1" lang="ko-KR">
                          <a:solidFill>
                            <a:schemeClr val="tx2"/>
                          </a:solidFill>
                        </a:rPr>
                        <a:t>뇌·심장</a:t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accent1">
                        <a:lumMod val="10000"/>
                        <a:lumOff val="90000"/>
                      </a:schemeClr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 lang="ko-KR">
                          <a:solidFill>
                            <a:schemeClr val="tx1"/>
                          </a:solidFill>
                        </a:rPr>
                        <a:t>□</a:t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accent1">
                        <a:lumMod val="10000"/>
                        <a:lumOff val="90000"/>
                      </a:schemeClr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 lang="ko-KR">
                          <a:solidFill>
                            <a:schemeClr val="tx1"/>
                          </a:solidFill>
                        </a:rPr>
                        <a:t>□</a:t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accent1">
                        <a:lumMod val="10000"/>
                        <a:lumOff val="90000"/>
                      </a:schemeClr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 lang="ko-KR">
                          <a:solidFill>
                            <a:schemeClr val="tx1"/>
                          </a:solidFill>
                        </a:rPr>
                        <a:t>□</a:t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accent1">
                        <a:lumMod val="10000"/>
                        <a:lumOff val="90000"/>
                      </a:schemeClr>
                    </a:solidFill>
                  </a:tcPr>
                </a:tc>
              </a:tr>
              <a:tr h="530352">
                <a:tc>
                  <a:txBody>
                    <a:bodyPr wrap="square"/>
                    <a:lstStyle/>
                    <a:p>
                      <a:pPr algn="l"/>
                      <a:r>
                        <a:rPr sz="1400" b="1" lang="ko-KR">
                          <a:solidFill>
                            <a:schemeClr val="tx2"/>
                          </a:solidFill>
                        </a:rPr>
                        <a:t>입원·수술</a:t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 lang="ko-KR">
                          <a:solidFill>
                            <a:schemeClr val="tx1"/>
                          </a:solidFill>
                        </a:rPr>
                        <a:t>□</a:t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 lang="ko-KR">
                          <a:solidFill>
                            <a:schemeClr val="tx1"/>
                          </a:solidFill>
                        </a:rPr>
                        <a:t>□</a:t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 lang="ko-KR">
                          <a:solidFill>
                            <a:schemeClr val="tx1"/>
                          </a:solidFill>
                        </a:rPr>
                        <a:t>□</a:t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bg1"/>
                    </a:solidFill>
                  </a:tcPr>
                </a:tc>
              </a:tr>
              <a:tr h="530352">
                <a:tc>
                  <a:txBody>
                    <a:bodyPr wrap="square"/>
                    <a:lstStyle/>
                    <a:p>
                      <a:pPr algn="l"/>
                      <a:r>
                        <a:rPr sz="1400" b="1" lang="ko-KR">
                          <a:solidFill>
                            <a:schemeClr val="tx2"/>
                          </a:solidFill>
                        </a:rPr>
                        <a:t>상해</a:t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accent1">
                        <a:lumMod val="10000"/>
                        <a:lumOff val="90000"/>
                      </a:schemeClr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 lang="ko-KR">
                          <a:solidFill>
                            <a:schemeClr val="tx1"/>
                          </a:solidFill>
                        </a:rPr>
                        <a:t>□</a:t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accent1">
                        <a:lumMod val="10000"/>
                        <a:lumOff val="90000"/>
                      </a:schemeClr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 lang="ko-KR">
                          <a:solidFill>
                            <a:schemeClr val="tx1"/>
                          </a:solidFill>
                        </a:rPr>
                        <a:t>□</a:t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accent1">
                        <a:lumMod val="10000"/>
                        <a:lumOff val="90000"/>
                      </a:schemeClr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 lang="ko-KR">
                          <a:solidFill>
                            <a:schemeClr val="tx1"/>
                          </a:solidFill>
                        </a:rPr>
                        <a:t>□</a:t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accent1">
                        <a:lumMod val="10000"/>
                        <a:lumOff val="90000"/>
                      </a:schemeClr>
                    </a:solidFill>
                  </a:tcPr>
                </a:tc>
              </a:tr>
              <a:tr h="530352">
                <a:tc>
                  <a:txBody>
                    <a:bodyPr wrap="square"/>
                    <a:lstStyle/>
                    <a:p>
                      <a:pPr algn="l"/>
                      <a:r>
                        <a:rPr sz="1400" b="1" lang="ko-KR">
                          <a:solidFill>
                            <a:schemeClr val="tx2"/>
                          </a:solidFill>
                        </a:rPr>
                        <a:t>실손의료</a:t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 lang="ko-KR">
                          <a:solidFill>
                            <a:schemeClr val="tx1"/>
                          </a:solidFill>
                        </a:rPr>
                        <a:t>□</a:t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 lang="ko-KR">
                          <a:solidFill>
                            <a:schemeClr val="tx1"/>
                          </a:solidFill>
                        </a:rPr>
                        <a:t>□</a:t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 lang="ko-KR">
                          <a:solidFill>
                            <a:schemeClr val="tx1"/>
                          </a:solidFill>
                        </a:rPr>
                        <a:t>□</a:t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bg1"/>
                    </a:solidFill>
                  </a:tcPr>
                </a:tc>
              </a:tr>
              <a:tr h="530352">
                <a:tc>
                  <a:txBody>
                    <a:bodyPr wrap="square"/>
                    <a:lstStyle/>
                    <a:p>
                      <a:pPr algn="l"/>
                      <a:r>
                        <a:rPr sz="1400" b="1" lang="ko-KR">
                          <a:solidFill>
                            <a:schemeClr val="tx2"/>
                          </a:solidFill>
                        </a:rPr>
                        <a:t>연금·노후자금</a:t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accent1">
                        <a:lumMod val="10000"/>
                        <a:lumOff val="90000"/>
                      </a:schemeClr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 lang="ko-KR">
                          <a:solidFill>
                            <a:schemeClr val="tx1"/>
                          </a:solidFill>
                        </a:rPr>
                        <a:t>□</a:t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accent1">
                        <a:lumMod val="10000"/>
                        <a:lumOff val="90000"/>
                      </a:schemeClr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 lang="ko-KR">
                          <a:solidFill>
                            <a:schemeClr val="tx1"/>
                          </a:solidFill>
                        </a:rPr>
                        <a:t>□</a:t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accent1">
                        <a:lumMod val="10000"/>
                        <a:lumOff val="90000"/>
                      </a:schemeClr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 lang="ko-KR">
                          <a:solidFill>
                            <a:schemeClr val="tx1"/>
                          </a:solidFill>
                        </a:rPr>
                        <a:t>□</a:t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accent1">
                        <a:lumMod val="10000"/>
                        <a:lumOff val="90000"/>
                      </a:schemeClr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  <p:transition spd="med">
    <p:cover dir="l"/>
  </p:transition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0" sz="quarter"/>
          </p:nvPr>
        </p:nvSpPr>
        <p:spPr/>
        <p:txBody>
          <a:bodyPr/>
          <a:lstStyle/>
          <a:p>
            <a:r>
              <a:rPr lang="ko-KR"/>
              <a:t>PREMIUM</a:t>
            </a:r>
          </a:p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/>
              <a:t>월 보험료 한눈에</a:t>
            </a:r>
          </a:p>
        </p:txBody>
      </p:sp>
      <p:sp>
        <p:nvSpPr>
          <p:cNvPr id="4" name="쪽 번호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CF8BAA4-EBB8-4896-9371-5121D02E3FAD}" type="slidenum">
              <a:rPr lang="en-US"/>
              <a:t>‹#›</a:t>
            </a:fld>
            <a:endParaRPr lang="en-US"/>
          </a:p>
        </p:txBody>
      </p:sp>
      <p:grpSp>
        <p:nvGrpSpPr>
          <p:cNvPr id="5" name="카드 1"/>
          <p:cNvGrpSpPr/>
          <p:nvPr/>
        </p:nvGrpSpPr>
        <p:grpSpPr>
          <a:xfrm>
            <a:off x="731520" y="1828800"/>
            <a:ext cx="3393338" cy="2377440"/>
            <a:chOff x="731520" y="1828800"/>
            <a:chExt cx="3393338" cy="2377440"/>
          </a:xfrm>
        </p:grpSpPr>
        <p:sp>
          <p:nvSpPr>
            <p:cNvPr id="6" name="카드 바탕"/>
            <p:cNvSpPr/>
            <p:nvPr/>
          </p:nvSpPr>
          <p:spPr>
            <a:xfrm>
              <a:off x="731520" y="1828800"/>
              <a:ext cx="3393338" cy="2377440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  <a:effectLst>
              <a:outerShdw blurRad="76200" dist="19050" dir="5400000" algn="t" rotWithShape="0">
                <a:schemeClr val="tx2">
                  <a:alpha val="8000"/>
                </a:schemeClr>
              </a:outerShdw>
            </a:effectLst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7" name="윗선"/>
            <p:cNvSpPr/>
            <p:nvPr/>
          </p:nvSpPr>
          <p:spPr>
            <a:xfrm>
              <a:off x="731520" y="1828800"/>
              <a:ext cx="3393338" cy="64008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8" name="번호 1"/>
            <p:cNvSpPr/>
            <p:nvPr/>
          </p:nvSpPr>
          <p:spPr>
            <a:xfrm>
              <a:off x="960120" y="2084832"/>
              <a:ext cx="457200" cy="457200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</p:spPr>
          <p:txBody>
            <a:bodyPr rtlCol="0" anchor="ctr" wrap="square" lIns="45720" rIns="45720" tIns="27432" bIns="27432">
              <a:noAutofit/>
            </a:bodyPr>
            <a:lstStyle/>
            <a:p>
              <a:pPr algn="ctr">
                <a:lnSpc>
                  <a:spcPct val="110000"/>
                </a:lnSpc>
              </a:pPr>
              <a:r>
                <a:rPr sz="1500" b="1" i="0" lang="ko-KR">
                  <a:solidFill>
                    <a:srgbClr val="FFFFFF"/>
                  </a:solidFill>
                </a:rPr>
                <a:t>1</a:t>
              </a:r>
            </a:p>
          </p:txBody>
        </p:sp>
        <p:sp>
          <p:nvSpPr>
            <p:cNvPr id="9" name="카드 제목"/>
            <p:cNvSpPr txBox="1"/>
            <p:nvPr/>
          </p:nvSpPr>
          <p:spPr>
            <a:xfrm>
              <a:off x="914400" y="2697480"/>
              <a:ext cx="3027578" cy="640080"/>
            </a:xfrm>
            <a:prstGeom prst="rect">
              <a:avLst/>
            </a:prstGeom>
            <a:noFill/>
          </p:spPr>
          <p:txBody>
            <a:bodyPr wrap="square" lIns="45720" rIns="45720" tIns="27432" bIns="27432" anchor="ctr">
              <a:noAutofit/>
            </a:bodyPr>
            <a:lstStyle/>
            <a:p>
              <a:pPr algn="l">
                <a:lnSpc>
                  <a:spcPct val="120000"/>
                </a:lnSpc>
              </a:pPr>
              <a:r>
                <a:rPr sz="1700" b="1" i="0" lang="ko-KR">
                  <a:solidFill>
                    <a:schemeClr val="tx2"/>
                  </a:solidFill>
                  <a:latin typeface="+mj-lt"/>
                  <a:ea typeface="+mj-ea"/>
                </a:rPr>
                <a:t>월 보험료 합계</a:t>
              </a:r>
            </a:p>
          </p:txBody>
        </p:sp>
        <p:cxnSp>
          <p:nvCxnSpPr>
            <p:cNvPr id="10" name="구분선"/>
            <p:cNvCxnSpPr/>
            <p:nvPr/>
          </p:nvCxnSpPr>
          <p:spPr>
            <a:xfrm>
              <a:off x="960120" y="3364991"/>
              <a:ext cx="2936138" cy="0"/>
            </a:xfrm>
            <a:prstGeom prst="line">
              <a:avLst/>
            </a:prstGeom>
            <a:ln w="6350" cap="rnd">
              <a:solidFill>
                <a:schemeClr val="accent5"/>
              </a:solidFill>
            </a:ln>
          </p:spPr>
        </p:cxnSp>
        <p:sp>
          <p:nvSpPr>
            <p:cNvPr id="11" name="카드 내용"/>
            <p:cNvSpPr txBox="1"/>
            <p:nvPr/>
          </p:nvSpPr>
          <p:spPr>
            <a:xfrm>
              <a:off x="914400" y="3456432"/>
              <a:ext cx="3027578" cy="640080"/>
            </a:xfrm>
            <a:prstGeom prst="rect">
              <a:avLst/>
            </a:prstGeom>
            <a:noFill/>
          </p:spPr>
          <p:txBody>
            <a:bodyPr wrap="square" lIns="45720" rIns="45720" tIns="27432" bIns="27432" anchor="t">
              <a:noAutofit/>
            </a:bodyPr>
            <a:lstStyle/>
            <a:p>
              <a:pPr algn="l">
                <a:lnSpc>
                  <a:spcPct val="130000"/>
                </a:lnSpc>
              </a:pPr>
              <a:r>
                <a:rPr sz="2600" b="0" i="0" lang="ko-KR">
                  <a:solidFill>
                    <a:schemeClr val="tx1"/>
                  </a:solidFill>
                </a:rPr>
                <a:t>0원</a:t>
              </a:r>
            </a:p>
          </p:txBody>
        </p:sp>
      </p:grpSp>
      <p:grpSp>
        <p:nvGrpSpPr>
          <p:cNvPr id="12" name="카드 2"/>
          <p:cNvGrpSpPr/>
          <p:nvPr/>
        </p:nvGrpSpPr>
        <p:grpSpPr>
          <a:xfrm>
            <a:off x="4399178" y="1828800"/>
            <a:ext cx="3393338" cy="2377440"/>
            <a:chOff x="4399178" y="1828800"/>
            <a:chExt cx="3393338" cy="2377440"/>
          </a:xfrm>
        </p:grpSpPr>
        <p:sp>
          <p:nvSpPr>
            <p:cNvPr id="13" name="카드 바탕"/>
            <p:cNvSpPr/>
            <p:nvPr/>
          </p:nvSpPr>
          <p:spPr>
            <a:xfrm>
              <a:off x="4399178" y="1828800"/>
              <a:ext cx="3393338" cy="2377440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  <a:effectLst>
              <a:outerShdw blurRad="76200" dist="19050" dir="5400000" algn="t" rotWithShape="0">
                <a:schemeClr val="tx2">
                  <a:alpha val="8000"/>
                </a:schemeClr>
              </a:outerShdw>
            </a:effectLst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14" name="윗선"/>
            <p:cNvSpPr/>
            <p:nvPr/>
          </p:nvSpPr>
          <p:spPr>
            <a:xfrm>
              <a:off x="4399178" y="1828800"/>
              <a:ext cx="3393338" cy="64008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15" name="번호 2"/>
            <p:cNvSpPr/>
            <p:nvPr/>
          </p:nvSpPr>
          <p:spPr>
            <a:xfrm>
              <a:off x="4627778" y="2084832"/>
              <a:ext cx="457200" cy="457200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</p:spPr>
          <p:txBody>
            <a:bodyPr rtlCol="0" anchor="ctr" wrap="square" lIns="45720" rIns="45720" tIns="27432" bIns="27432">
              <a:noAutofit/>
            </a:bodyPr>
            <a:lstStyle/>
            <a:p>
              <a:pPr algn="ctr">
                <a:lnSpc>
                  <a:spcPct val="110000"/>
                </a:lnSpc>
              </a:pPr>
              <a:r>
                <a:rPr sz="1500" b="1" i="0" lang="ko-KR">
                  <a:solidFill>
                    <a:srgbClr val="FFFFFF"/>
                  </a:solidFill>
                </a:rPr>
                <a:t>2</a:t>
              </a:r>
            </a:p>
          </p:txBody>
        </p:sp>
        <p:sp>
          <p:nvSpPr>
            <p:cNvPr id="16" name="카드 제목"/>
            <p:cNvSpPr txBox="1"/>
            <p:nvPr/>
          </p:nvSpPr>
          <p:spPr>
            <a:xfrm>
              <a:off x="4582058" y="2697480"/>
              <a:ext cx="3027578" cy="640080"/>
            </a:xfrm>
            <a:prstGeom prst="rect">
              <a:avLst/>
            </a:prstGeom>
            <a:noFill/>
          </p:spPr>
          <p:txBody>
            <a:bodyPr wrap="square" lIns="45720" rIns="45720" tIns="27432" bIns="27432" anchor="ctr">
              <a:noAutofit/>
            </a:bodyPr>
            <a:lstStyle/>
            <a:p>
              <a:pPr algn="l">
                <a:lnSpc>
                  <a:spcPct val="120000"/>
                </a:lnSpc>
              </a:pPr>
              <a:r>
                <a:rPr sz="1700" b="1" i="0" lang="ko-KR">
                  <a:solidFill>
                    <a:schemeClr val="tx2"/>
                  </a:solidFill>
                  <a:latin typeface="+mj-lt"/>
                  <a:ea typeface="+mj-ea"/>
                </a:rPr>
                <a:t>연 보험료 합계</a:t>
              </a:r>
            </a:p>
          </p:txBody>
        </p:sp>
        <p:cxnSp>
          <p:nvCxnSpPr>
            <p:cNvPr id="17" name="구분선"/>
            <p:cNvCxnSpPr/>
            <p:nvPr/>
          </p:nvCxnSpPr>
          <p:spPr>
            <a:xfrm>
              <a:off x="4627778" y="3364991"/>
              <a:ext cx="2936138" cy="0"/>
            </a:xfrm>
            <a:prstGeom prst="line">
              <a:avLst/>
            </a:prstGeom>
            <a:ln w="6350" cap="rnd">
              <a:solidFill>
                <a:schemeClr val="accent5"/>
              </a:solidFill>
            </a:ln>
          </p:spPr>
        </p:cxnSp>
        <p:sp>
          <p:nvSpPr>
            <p:cNvPr id="18" name="카드 내용"/>
            <p:cNvSpPr txBox="1"/>
            <p:nvPr/>
          </p:nvSpPr>
          <p:spPr>
            <a:xfrm>
              <a:off x="4582058" y="3456432"/>
              <a:ext cx="3027578" cy="640080"/>
            </a:xfrm>
            <a:prstGeom prst="rect">
              <a:avLst/>
            </a:prstGeom>
            <a:noFill/>
          </p:spPr>
          <p:txBody>
            <a:bodyPr wrap="square" lIns="45720" rIns="45720" tIns="27432" bIns="27432" anchor="t">
              <a:noAutofit/>
            </a:bodyPr>
            <a:lstStyle/>
            <a:p>
              <a:pPr algn="l">
                <a:lnSpc>
                  <a:spcPct val="130000"/>
                </a:lnSpc>
              </a:pPr>
              <a:r>
                <a:rPr sz="2600" b="0" i="0" lang="ko-KR">
                  <a:solidFill>
                    <a:schemeClr val="tx1"/>
                  </a:solidFill>
                </a:rPr>
                <a:t>0원</a:t>
              </a:r>
            </a:p>
          </p:txBody>
        </p:sp>
      </p:grpSp>
      <p:grpSp>
        <p:nvGrpSpPr>
          <p:cNvPr id="19" name="카드 3"/>
          <p:cNvGrpSpPr/>
          <p:nvPr/>
        </p:nvGrpSpPr>
        <p:grpSpPr>
          <a:xfrm>
            <a:off x="8066836" y="1828800"/>
            <a:ext cx="3393338" cy="2377440"/>
            <a:chOff x="8066836" y="1828800"/>
            <a:chExt cx="3393338" cy="2377440"/>
          </a:xfrm>
        </p:grpSpPr>
        <p:sp>
          <p:nvSpPr>
            <p:cNvPr id="20" name="카드 바탕"/>
            <p:cNvSpPr/>
            <p:nvPr/>
          </p:nvSpPr>
          <p:spPr>
            <a:xfrm>
              <a:off x="8066836" y="1828800"/>
              <a:ext cx="3393338" cy="2377440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  <a:effectLst>
              <a:outerShdw blurRad="76200" dist="19050" dir="5400000" algn="t" rotWithShape="0">
                <a:schemeClr val="tx2">
                  <a:alpha val="8000"/>
                </a:schemeClr>
              </a:outerShdw>
            </a:effectLst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21" name="윗선"/>
            <p:cNvSpPr/>
            <p:nvPr/>
          </p:nvSpPr>
          <p:spPr>
            <a:xfrm>
              <a:off x="8066836" y="1828800"/>
              <a:ext cx="3393338" cy="64008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22" name="번호 3"/>
            <p:cNvSpPr/>
            <p:nvPr/>
          </p:nvSpPr>
          <p:spPr>
            <a:xfrm>
              <a:off x="8295436" y="2084832"/>
              <a:ext cx="457200" cy="457200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</p:spPr>
          <p:txBody>
            <a:bodyPr rtlCol="0" anchor="ctr" wrap="square" lIns="45720" rIns="45720" tIns="27432" bIns="27432">
              <a:noAutofit/>
            </a:bodyPr>
            <a:lstStyle/>
            <a:p>
              <a:pPr algn="ctr">
                <a:lnSpc>
                  <a:spcPct val="110000"/>
                </a:lnSpc>
              </a:pPr>
              <a:r>
                <a:rPr sz="1500" b="1" i="0" lang="ko-KR">
                  <a:solidFill>
                    <a:srgbClr val="FFFFFF"/>
                  </a:solidFill>
                </a:rPr>
                <a:t>3</a:t>
              </a:r>
            </a:p>
          </p:txBody>
        </p:sp>
        <p:sp>
          <p:nvSpPr>
            <p:cNvPr id="23" name="카드 제목"/>
            <p:cNvSpPr txBox="1"/>
            <p:nvPr/>
          </p:nvSpPr>
          <p:spPr>
            <a:xfrm>
              <a:off x="8249716" y="2697480"/>
              <a:ext cx="3027578" cy="640080"/>
            </a:xfrm>
            <a:prstGeom prst="rect">
              <a:avLst/>
            </a:prstGeom>
            <a:noFill/>
          </p:spPr>
          <p:txBody>
            <a:bodyPr wrap="square" lIns="45720" rIns="45720" tIns="27432" bIns="27432" anchor="ctr">
              <a:noAutofit/>
            </a:bodyPr>
            <a:lstStyle/>
            <a:p>
              <a:pPr algn="l">
                <a:lnSpc>
                  <a:spcPct val="120000"/>
                </a:lnSpc>
              </a:pPr>
              <a:r>
                <a:rPr sz="1700" b="1" i="0" lang="ko-KR">
                  <a:solidFill>
                    <a:schemeClr val="tx2"/>
                  </a:solidFill>
                  <a:latin typeface="+mj-lt"/>
                  <a:ea typeface="+mj-ea"/>
                </a:rPr>
                <a:t>월 소득 대비</a:t>
              </a:r>
            </a:p>
          </p:txBody>
        </p:sp>
        <p:cxnSp>
          <p:nvCxnSpPr>
            <p:cNvPr id="24" name="구분선"/>
            <p:cNvCxnSpPr/>
            <p:nvPr/>
          </p:nvCxnSpPr>
          <p:spPr>
            <a:xfrm>
              <a:off x="8295436" y="3364991"/>
              <a:ext cx="2936139" cy="0"/>
            </a:xfrm>
            <a:prstGeom prst="line">
              <a:avLst/>
            </a:prstGeom>
            <a:ln w="6350" cap="rnd">
              <a:solidFill>
                <a:schemeClr val="accent5"/>
              </a:solidFill>
            </a:ln>
          </p:spPr>
        </p:cxnSp>
        <p:sp>
          <p:nvSpPr>
            <p:cNvPr id="25" name="카드 내용"/>
            <p:cNvSpPr txBox="1"/>
            <p:nvPr/>
          </p:nvSpPr>
          <p:spPr>
            <a:xfrm>
              <a:off x="8249716" y="3456432"/>
              <a:ext cx="3027578" cy="640080"/>
            </a:xfrm>
            <a:prstGeom prst="rect">
              <a:avLst/>
            </a:prstGeom>
            <a:noFill/>
          </p:spPr>
          <p:txBody>
            <a:bodyPr wrap="square" lIns="45720" rIns="45720" tIns="27432" bIns="27432" anchor="t">
              <a:noAutofit/>
            </a:bodyPr>
            <a:lstStyle/>
            <a:p>
              <a:pPr algn="l">
                <a:lnSpc>
                  <a:spcPct val="130000"/>
                </a:lnSpc>
              </a:pPr>
              <a:r>
                <a:rPr sz="2600" b="0" i="0" lang="ko-KR">
                  <a:solidFill>
                    <a:schemeClr val="tx1"/>
                  </a:solidFill>
                </a:rPr>
                <a:t>0 %</a:t>
              </a:r>
            </a:p>
          </p:txBody>
        </p:sp>
      </p:grpSp>
      <p:graphicFrame>
        <p:nvGraphicFramePr>
          <p:cNvPr id="26" name="차트"/>
          <p:cNvGraphicFramePr>
            <a:graphicFrameLocks noGrp="1"/>
          </p:cNvGraphicFramePr>
          <p:nvPr/>
        </p:nvGraphicFramePr>
        <p:xfrm>
          <a:off x="731520" y="4389120"/>
          <a:ext cx="10728655" cy="1691640"/>
        </p:xfrm>
        <a:graphic>
          <a:graphicData uri="http://schemas.openxmlformats.org/drawingml/2006/chart">
            <c:chart xmlns:c="http://schemas.openxmlformats.org/drawingml/2006/chart" r:id="rId3"/>
          </a:graphicData>
        </a:graphic>
      </p:graphicFrame>
    </p:spTree>
  </p:cSld>
  <p:clrMapOvr>
    <a:masterClrMapping/>
  </p:clrMapOvr>
  <p:transition spd="med">
    <p:cover dir="l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15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3" fill="hold">
                            <p:stCondLst>
                              <p:cond delay="0"/>
                            </p:stCondLst>
                            <p:childTnLst>
                              <p:par>
                                <p:cTn id="4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6" dur="45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" fill="hold">
                            <p:stCondLst>
                              <p:cond delay="450"/>
                            </p:stCondLst>
                            <p:childTnLst>
                              <p:par>
                                <p:cTn id="8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0" dur="45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1" fill="hold">
                            <p:stCondLst>
                              <p:cond delay="900"/>
                            </p:stCondLst>
                            <p:childTnLst>
                              <p:par>
                                <p:cTn id="12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4" dur="4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0" sz="quarter"/>
          </p:nvPr>
        </p:nvSpPr>
        <p:spPr/>
        <p:txBody>
          <a:bodyPr/>
          <a:lstStyle/>
          <a:p>
            <a:r>
              <a:rPr lang="ko-KR"/>
              <a:t>NEXT</a:t>
            </a:r>
          </a:p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/>
              <a:t>점검 메모와 다음 할 일</a:t>
            </a:r>
          </a:p>
        </p:txBody>
      </p:sp>
      <p:sp>
        <p:nvSpPr>
          <p:cNvPr id="4" name="쪽 번호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8762E5F-7418-41B9-870E-963A0BE11A9E}" type="slidenum">
              <a:rPr lang="en-US"/>
              <a:t>‹#›</a:t>
            </a:fld>
            <a:endParaRPr lang="en-US"/>
          </a:p>
        </p:txBody>
      </p:sp>
      <p:grpSp>
        <p:nvGrpSpPr>
          <p:cNvPr id="5" name="카드 1"/>
          <p:cNvGrpSpPr/>
          <p:nvPr/>
        </p:nvGrpSpPr>
        <p:grpSpPr>
          <a:xfrm>
            <a:off x="731520" y="1828800"/>
            <a:ext cx="3393338" cy="3566160"/>
            <a:chOff x="731520" y="1828800"/>
            <a:chExt cx="3393338" cy="3566160"/>
          </a:xfrm>
        </p:grpSpPr>
        <p:sp>
          <p:nvSpPr>
            <p:cNvPr id="6" name="카드 바탕"/>
            <p:cNvSpPr/>
            <p:nvPr/>
          </p:nvSpPr>
          <p:spPr>
            <a:xfrm>
              <a:off x="731520" y="1828800"/>
              <a:ext cx="3393338" cy="3566160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  <a:effectLst>
              <a:outerShdw blurRad="76200" dist="19050" dir="5400000" algn="t" rotWithShape="0">
                <a:schemeClr val="tx2">
                  <a:alpha val="8000"/>
                </a:schemeClr>
              </a:outerShdw>
            </a:effectLst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7" name="윗선"/>
            <p:cNvSpPr/>
            <p:nvPr/>
          </p:nvSpPr>
          <p:spPr>
            <a:xfrm>
              <a:off x="731520" y="1828800"/>
              <a:ext cx="3393338" cy="64008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8" name="번호 1"/>
            <p:cNvSpPr/>
            <p:nvPr/>
          </p:nvSpPr>
          <p:spPr>
            <a:xfrm>
              <a:off x="960120" y="2084832"/>
              <a:ext cx="457200" cy="457200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</p:spPr>
          <p:txBody>
            <a:bodyPr rtlCol="0" anchor="ctr" wrap="square" lIns="45720" rIns="45720" tIns="27432" bIns="27432">
              <a:noAutofit/>
            </a:bodyPr>
            <a:lstStyle/>
            <a:p>
              <a:pPr algn="ctr">
                <a:lnSpc>
                  <a:spcPct val="110000"/>
                </a:lnSpc>
              </a:pPr>
              <a:r>
                <a:rPr sz="1500" b="1" i="0" lang="ko-KR">
                  <a:solidFill>
                    <a:srgbClr val="FFFFFF"/>
                  </a:solidFill>
                </a:rPr>
                <a:t>1</a:t>
              </a:r>
            </a:p>
          </p:txBody>
        </p:sp>
        <p:sp>
          <p:nvSpPr>
            <p:cNvPr id="9" name="카드 제목"/>
            <p:cNvSpPr txBox="1"/>
            <p:nvPr/>
          </p:nvSpPr>
          <p:spPr>
            <a:xfrm>
              <a:off x="914400" y="2697480"/>
              <a:ext cx="3027578" cy="640080"/>
            </a:xfrm>
            <a:prstGeom prst="rect">
              <a:avLst/>
            </a:prstGeom>
            <a:noFill/>
          </p:spPr>
          <p:txBody>
            <a:bodyPr wrap="square" lIns="45720" rIns="45720" tIns="27432" bIns="27432" anchor="ctr">
              <a:noAutofit/>
            </a:bodyPr>
            <a:lstStyle/>
            <a:p>
              <a:pPr algn="l">
                <a:lnSpc>
                  <a:spcPct val="120000"/>
                </a:lnSpc>
              </a:pPr>
              <a:r>
                <a:rPr sz="1800" b="1" i="0" lang="ko-KR">
                  <a:solidFill>
                    <a:schemeClr val="tx2"/>
                  </a:solidFill>
                  <a:latin typeface="+mj-lt"/>
                  <a:ea typeface="+mj-ea"/>
                </a:rPr>
                <a:t>확인할 것</a:t>
              </a:r>
            </a:p>
          </p:txBody>
        </p:sp>
        <p:cxnSp>
          <p:nvCxnSpPr>
            <p:cNvPr id="10" name="구분선"/>
            <p:cNvCxnSpPr/>
            <p:nvPr/>
          </p:nvCxnSpPr>
          <p:spPr>
            <a:xfrm>
              <a:off x="960120" y="3364991"/>
              <a:ext cx="2936138" cy="0"/>
            </a:xfrm>
            <a:prstGeom prst="line">
              <a:avLst/>
            </a:prstGeom>
            <a:ln w="6350" cap="rnd">
              <a:solidFill>
                <a:schemeClr val="accent5"/>
              </a:solidFill>
            </a:ln>
          </p:spPr>
        </p:cxnSp>
        <p:sp>
          <p:nvSpPr>
            <p:cNvPr id="11" name="카드 내용"/>
            <p:cNvSpPr txBox="1"/>
            <p:nvPr/>
          </p:nvSpPr>
          <p:spPr>
            <a:xfrm>
              <a:off x="914400" y="3456432"/>
              <a:ext cx="3027578" cy="1828800"/>
            </a:xfrm>
            <a:prstGeom prst="rect">
              <a:avLst/>
            </a:prstGeom>
            <a:noFill/>
          </p:spPr>
          <p:txBody>
            <a:bodyPr wrap="square" lIns="45720" rIns="45720" tIns="27432" bIns="27432" anchor="t">
              <a:noAutofit/>
            </a:bodyPr>
            <a:lstStyle/>
            <a:p>
              <a:pPr algn="l">
                <a:lnSpc>
                  <a:spcPct val="130000"/>
                </a:lnSpc>
              </a:pPr>
              <a:r>
                <a:rPr sz="1500" b="0" i="0" lang="ko-KR">
                  <a:solidFill>
                    <a:schemeClr val="tx1"/>
                  </a:solidFill>
                </a:rPr>
                <a:t>내용을 입력하세요</a:t>
              </a:r>
            </a:p>
          </p:txBody>
        </p:sp>
      </p:grpSp>
      <p:grpSp>
        <p:nvGrpSpPr>
          <p:cNvPr id="12" name="카드 2"/>
          <p:cNvGrpSpPr/>
          <p:nvPr/>
        </p:nvGrpSpPr>
        <p:grpSpPr>
          <a:xfrm>
            <a:off x="4399178" y="1828800"/>
            <a:ext cx="3393338" cy="3566160"/>
            <a:chOff x="4399178" y="1828800"/>
            <a:chExt cx="3393338" cy="3566160"/>
          </a:xfrm>
        </p:grpSpPr>
        <p:sp>
          <p:nvSpPr>
            <p:cNvPr id="13" name="카드 바탕"/>
            <p:cNvSpPr/>
            <p:nvPr/>
          </p:nvSpPr>
          <p:spPr>
            <a:xfrm>
              <a:off x="4399178" y="1828800"/>
              <a:ext cx="3393338" cy="3566160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  <a:effectLst>
              <a:outerShdw blurRad="76200" dist="19050" dir="5400000" algn="t" rotWithShape="0">
                <a:schemeClr val="tx2">
                  <a:alpha val="8000"/>
                </a:schemeClr>
              </a:outerShdw>
            </a:effectLst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14" name="윗선"/>
            <p:cNvSpPr/>
            <p:nvPr/>
          </p:nvSpPr>
          <p:spPr>
            <a:xfrm>
              <a:off x="4399178" y="1828800"/>
              <a:ext cx="3393338" cy="64008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15" name="번호 2"/>
            <p:cNvSpPr/>
            <p:nvPr/>
          </p:nvSpPr>
          <p:spPr>
            <a:xfrm>
              <a:off x="4627778" y="2084832"/>
              <a:ext cx="457200" cy="457200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</p:spPr>
          <p:txBody>
            <a:bodyPr rtlCol="0" anchor="ctr" wrap="square" lIns="45720" rIns="45720" tIns="27432" bIns="27432">
              <a:noAutofit/>
            </a:bodyPr>
            <a:lstStyle/>
            <a:p>
              <a:pPr algn="ctr">
                <a:lnSpc>
                  <a:spcPct val="110000"/>
                </a:lnSpc>
              </a:pPr>
              <a:r>
                <a:rPr sz="1500" b="1" i="0" lang="ko-KR">
                  <a:solidFill>
                    <a:srgbClr val="FFFFFF"/>
                  </a:solidFill>
                </a:rPr>
                <a:t>2</a:t>
              </a:r>
            </a:p>
          </p:txBody>
        </p:sp>
        <p:sp>
          <p:nvSpPr>
            <p:cNvPr id="16" name="카드 제목"/>
            <p:cNvSpPr txBox="1"/>
            <p:nvPr/>
          </p:nvSpPr>
          <p:spPr>
            <a:xfrm>
              <a:off x="4582058" y="2697480"/>
              <a:ext cx="3027578" cy="640080"/>
            </a:xfrm>
            <a:prstGeom prst="rect">
              <a:avLst/>
            </a:prstGeom>
            <a:noFill/>
          </p:spPr>
          <p:txBody>
            <a:bodyPr wrap="square" lIns="45720" rIns="45720" tIns="27432" bIns="27432" anchor="ctr">
              <a:noAutofit/>
            </a:bodyPr>
            <a:lstStyle/>
            <a:p>
              <a:pPr algn="l">
                <a:lnSpc>
                  <a:spcPct val="120000"/>
                </a:lnSpc>
              </a:pPr>
              <a:r>
                <a:rPr sz="1800" b="1" i="0" lang="ko-KR">
                  <a:solidFill>
                    <a:schemeClr val="tx2"/>
                  </a:solidFill>
                  <a:latin typeface="+mj-lt"/>
                  <a:ea typeface="+mj-ea"/>
                </a:rPr>
                <a:t>문의할 것</a:t>
              </a:r>
            </a:p>
          </p:txBody>
        </p:sp>
        <p:cxnSp>
          <p:nvCxnSpPr>
            <p:cNvPr id="17" name="구분선"/>
            <p:cNvCxnSpPr/>
            <p:nvPr/>
          </p:nvCxnSpPr>
          <p:spPr>
            <a:xfrm>
              <a:off x="4627778" y="3364991"/>
              <a:ext cx="2936138" cy="0"/>
            </a:xfrm>
            <a:prstGeom prst="line">
              <a:avLst/>
            </a:prstGeom>
            <a:ln w="6350" cap="rnd">
              <a:solidFill>
                <a:schemeClr val="accent5"/>
              </a:solidFill>
            </a:ln>
          </p:spPr>
        </p:cxnSp>
        <p:sp>
          <p:nvSpPr>
            <p:cNvPr id="18" name="카드 내용"/>
            <p:cNvSpPr txBox="1"/>
            <p:nvPr/>
          </p:nvSpPr>
          <p:spPr>
            <a:xfrm>
              <a:off x="4582058" y="3456432"/>
              <a:ext cx="3027578" cy="1828800"/>
            </a:xfrm>
            <a:prstGeom prst="rect">
              <a:avLst/>
            </a:prstGeom>
            <a:noFill/>
          </p:spPr>
          <p:txBody>
            <a:bodyPr wrap="square" lIns="45720" rIns="45720" tIns="27432" bIns="27432" anchor="t">
              <a:noAutofit/>
            </a:bodyPr>
            <a:lstStyle/>
            <a:p>
              <a:pPr algn="l">
                <a:lnSpc>
                  <a:spcPct val="130000"/>
                </a:lnSpc>
              </a:pPr>
              <a:r>
                <a:rPr sz="1500" b="0" i="0" lang="ko-KR">
                  <a:solidFill>
                    <a:schemeClr val="tx1"/>
                  </a:solidFill>
                </a:rPr>
                <a:t>내용을 입력하세요</a:t>
              </a:r>
            </a:p>
          </p:txBody>
        </p:sp>
      </p:grpSp>
      <p:grpSp>
        <p:nvGrpSpPr>
          <p:cNvPr id="19" name="카드 3"/>
          <p:cNvGrpSpPr/>
          <p:nvPr/>
        </p:nvGrpSpPr>
        <p:grpSpPr>
          <a:xfrm>
            <a:off x="8066836" y="1828800"/>
            <a:ext cx="3393338" cy="3566160"/>
            <a:chOff x="8066836" y="1828800"/>
            <a:chExt cx="3393338" cy="3566160"/>
          </a:xfrm>
        </p:grpSpPr>
        <p:sp>
          <p:nvSpPr>
            <p:cNvPr id="20" name="카드 바탕"/>
            <p:cNvSpPr/>
            <p:nvPr/>
          </p:nvSpPr>
          <p:spPr>
            <a:xfrm>
              <a:off x="8066836" y="1828800"/>
              <a:ext cx="3393338" cy="3566160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  <a:effectLst>
              <a:outerShdw blurRad="76200" dist="19050" dir="5400000" algn="t" rotWithShape="0">
                <a:schemeClr val="tx2">
                  <a:alpha val="8000"/>
                </a:schemeClr>
              </a:outerShdw>
            </a:effectLst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21" name="윗선"/>
            <p:cNvSpPr/>
            <p:nvPr/>
          </p:nvSpPr>
          <p:spPr>
            <a:xfrm>
              <a:off x="8066836" y="1828800"/>
              <a:ext cx="3393338" cy="64008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22" name="번호 3"/>
            <p:cNvSpPr/>
            <p:nvPr/>
          </p:nvSpPr>
          <p:spPr>
            <a:xfrm>
              <a:off x="8295436" y="2084832"/>
              <a:ext cx="457200" cy="457200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</p:spPr>
          <p:txBody>
            <a:bodyPr rtlCol="0" anchor="ctr" wrap="square" lIns="45720" rIns="45720" tIns="27432" bIns="27432">
              <a:noAutofit/>
            </a:bodyPr>
            <a:lstStyle/>
            <a:p>
              <a:pPr algn="ctr">
                <a:lnSpc>
                  <a:spcPct val="110000"/>
                </a:lnSpc>
              </a:pPr>
              <a:r>
                <a:rPr sz="1500" b="1" i="0" lang="ko-KR">
                  <a:solidFill>
                    <a:srgbClr val="FFFFFF"/>
                  </a:solidFill>
                </a:rPr>
                <a:t>3</a:t>
              </a:r>
            </a:p>
          </p:txBody>
        </p:sp>
        <p:sp>
          <p:nvSpPr>
            <p:cNvPr id="23" name="카드 제목"/>
            <p:cNvSpPr txBox="1"/>
            <p:nvPr/>
          </p:nvSpPr>
          <p:spPr>
            <a:xfrm>
              <a:off x="8249716" y="2697480"/>
              <a:ext cx="3027578" cy="640080"/>
            </a:xfrm>
            <a:prstGeom prst="rect">
              <a:avLst/>
            </a:prstGeom>
            <a:noFill/>
          </p:spPr>
          <p:txBody>
            <a:bodyPr wrap="square" lIns="45720" rIns="45720" tIns="27432" bIns="27432" anchor="ctr">
              <a:noAutofit/>
            </a:bodyPr>
            <a:lstStyle/>
            <a:p>
              <a:pPr algn="l">
                <a:lnSpc>
                  <a:spcPct val="120000"/>
                </a:lnSpc>
              </a:pPr>
              <a:r>
                <a:rPr sz="1800" b="1" i="0" lang="ko-KR">
                  <a:solidFill>
                    <a:schemeClr val="tx2"/>
                  </a:solidFill>
                  <a:latin typeface="+mj-lt"/>
                  <a:ea typeface="+mj-ea"/>
                </a:rPr>
                <a:t>정리할 날짜</a:t>
              </a:r>
            </a:p>
          </p:txBody>
        </p:sp>
        <p:cxnSp>
          <p:nvCxnSpPr>
            <p:cNvPr id="24" name="구분선"/>
            <p:cNvCxnSpPr/>
            <p:nvPr/>
          </p:nvCxnSpPr>
          <p:spPr>
            <a:xfrm>
              <a:off x="8295436" y="3364991"/>
              <a:ext cx="2936139" cy="0"/>
            </a:xfrm>
            <a:prstGeom prst="line">
              <a:avLst/>
            </a:prstGeom>
            <a:ln w="6350" cap="rnd">
              <a:solidFill>
                <a:schemeClr val="accent5"/>
              </a:solidFill>
            </a:ln>
          </p:spPr>
        </p:cxnSp>
        <p:sp>
          <p:nvSpPr>
            <p:cNvPr id="25" name="카드 내용"/>
            <p:cNvSpPr txBox="1"/>
            <p:nvPr/>
          </p:nvSpPr>
          <p:spPr>
            <a:xfrm>
              <a:off x="8249716" y="3456432"/>
              <a:ext cx="3027578" cy="1828800"/>
            </a:xfrm>
            <a:prstGeom prst="rect">
              <a:avLst/>
            </a:prstGeom>
            <a:noFill/>
          </p:spPr>
          <p:txBody>
            <a:bodyPr wrap="square" lIns="45720" rIns="45720" tIns="27432" bIns="27432" anchor="t">
              <a:noAutofit/>
            </a:bodyPr>
            <a:lstStyle/>
            <a:p>
              <a:pPr algn="l">
                <a:lnSpc>
                  <a:spcPct val="130000"/>
                </a:lnSpc>
              </a:pPr>
              <a:r>
                <a:rPr sz="1500" b="0" i="0" lang="ko-KR">
                  <a:solidFill>
                    <a:schemeClr val="tx1"/>
                  </a:solidFill>
                </a:rPr>
                <a:t>내용을 입력하세요</a:t>
              </a:r>
            </a:p>
          </p:txBody>
        </p:sp>
      </p:grpSp>
      <p:sp>
        <p:nvSpPr>
          <p:cNvPr id="26" name="안내 문구"/>
          <p:cNvSpPr txBox="1"/>
          <p:nvPr/>
        </p:nvSpPr>
        <p:spPr>
          <a:xfrm>
            <a:off x="731520" y="5577840"/>
            <a:ext cx="10728655" cy="548640"/>
          </a:xfrm>
          <a:prstGeom prst="rect">
            <a:avLst/>
          </a:prstGeom>
          <a:noFill/>
        </p:spPr>
        <p:txBody>
          <a:bodyPr wrap="square" lIns="45720" rIns="45720" tIns="27432" bIns="27432" anchor="t">
            <a:noAutofit/>
          </a:bodyPr>
          <a:lstStyle/>
          <a:p>
            <a:pPr algn="l">
              <a:lnSpc>
                <a:spcPct val="120000"/>
              </a:lnSpc>
            </a:pPr>
            <a:r>
              <a:rPr sz="1100" b="0" i="0" lang="ko-KR">
                <a:solidFill>
                  <a:schemeClr val="tx1">
                    <a:lumMod val="55000"/>
                    <a:lumOff val="45000"/>
                  </a:schemeClr>
                </a:solidFill>
              </a:rPr>
              <a:t>이 양식은 가입 내용을 스스로 정리하기 위한 것이며 보험 가입을 권유하거나 보장의 적정성을 판단하지 않습니다. 정확한 내용은 증권·약관과 가입한 보험회사에서 확인하세요.</a:t>
            </a:r>
          </a:p>
        </p:txBody>
      </p:sp>
    </p:spTree>
  </p:cSld>
  <p:clrMapOvr>
    <a:masterClrMapping/>
  </p:clrMapOvr>
  <p:transition spd="med">
    <p:cover dir="l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15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3" fill="hold">
                            <p:stCondLst>
                              <p:cond delay="0"/>
                            </p:stCondLst>
                            <p:childTnLst>
                              <p:par>
                                <p:cTn id="4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6" dur="45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" fill="hold">
                            <p:stCondLst>
                              <p:cond delay="450"/>
                            </p:stCondLst>
                            <p:childTnLst>
                              <p:par>
                                <p:cTn id="8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0" dur="45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1" fill="hold">
                            <p:stCondLst>
                              <p:cond delay="900"/>
                            </p:stCondLst>
                            <p:childTnLst>
                              <p:par>
                                <p:cTn id="12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4" dur="4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theme/theme1.xml><?xml version="1.0" encoding="utf-8"?>
<a:theme xmlns:a="http://schemas.openxmlformats.org/drawingml/2006/main" name="보험 보장 점검 발표자료(사업장 점검)">
  <a:themeElements>
    <a:clrScheme name="보험 보장 점검 발표자료(사업장 점검)">
      <a:dk1>
        <a:srgbClr val="08080A"/>
      </a:dk1>
      <a:lt1>
        <a:srgbClr val="FDFDFC"/>
      </a:lt1>
      <a:dk2>
        <a:srgbClr val="1C1C1E"/>
      </a:dk2>
      <a:lt2>
        <a:srgbClr val="F7F7F5"/>
      </a:lt2>
      <a:accent1>
        <a:srgbClr val="1C1C1E"/>
      </a:accent1>
      <a:accent2>
        <a:srgbClr val="8E8E93"/>
      </a:accent2>
      <a:accent3>
        <a:srgbClr val="080809"/>
      </a:accent3>
      <a:accent4>
        <a:srgbClr val="CBCBCA"/>
      </a:accent4>
      <a:accent5>
        <a:srgbClr val="B5B5B5"/>
      </a:accent5>
      <a:accent6>
        <a:srgbClr val="BDBDBF"/>
      </a:accent6>
      <a:hlink>
        <a:srgbClr val="1C1C1E"/>
      </a:hlink>
      <a:folHlink>
        <a:srgbClr val="080809"/>
      </a:folHlink>
    </a:clrScheme>
    <a:fontScheme name="보험 보장 점검 발표자료(사업장 점검)">
      <a:majorFont>
        <a:latin typeface="Century Gothic"/>
        <a:ea typeface="맑은 고딕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맑은 고딕"/>
        <a:ea typeface="맑은 고딕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보험 보장 점검 발표자료(사업장 점검)</dc:title>
  <dc:subject>보험 가입 내용 정리 양식 · 사업장 점검</dc:subject>
  <dc:creator>반딧불이의 곳간</dc:creator>
  <cp:keywords>보험,점검,양식,PPT</cp:keywords>
  <dc:description>자유롭게 편집해서 사용하세요.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>템플릿</cp:category>
  <dc:language>ko-KR</dc:language>
</cp:coreProperties>
</file>