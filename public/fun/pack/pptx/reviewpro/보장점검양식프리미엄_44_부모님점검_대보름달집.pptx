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4106EC8-6150-4F5E-A318-B0D9B224BB14}">
          <p14:sldIdLst>
            <p14:sldId id="256"/>
          </p14:sldIdLst>
        </p14:section>
        <p14:section name="본문" id="{D66D328D-AEC9-4E87-B531-21727F2D4BE7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Donut 6"/>
            <p:cNvSpPr/>
            <p:nvPr/>
          </p:nvSpPr>
          <p:spPr>
            <a:xfrm>
              <a:off x="9738103" y="1554480"/>
              <a:ext cx="1005840" cy="1005840"/>
            </a:xfrm>
            <a:prstGeom prst="donut">
              <a:avLst>
                <a:gd name="adj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26089CBB-9D91-479C-9676-53334629585D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Donut 6"/>
            <p:cNvSpPr/>
            <p:nvPr/>
          </p:nvSpPr>
          <p:spPr>
            <a:xfrm>
              <a:off x="9738103" y="1554480"/>
              <a:ext cx="1005840" cy="1005840"/>
            </a:xfrm>
            <a:prstGeom prst="donut">
              <a:avLst>
                <a:gd name="adj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14880507-F8AA-4F4F-AFF6-6FBEDCE98CF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8DF64AA-A650-4EAB-AD6C-06A958684F3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설날에 가서 증권철 위치를 확인합니다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C14DF-9972-47B7-9D00-D291D9FF32A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23A75-7ADA-4D6A-B7FA-6A0F6EF9058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44D0-3987-48E5-A2B4-CA9987507C2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B7AA-3FAC-4EAF-9783-385AC32AD31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D00E7-FA98-43FC-B25E-842B4DE3D4D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2B2724"/>
      </a:dk1>
      <a:lt1>
        <a:srgbClr val="FFFFFF"/>
      </a:lt1>
      <a:dk2>
        <a:srgbClr val="64503A"/>
      </a:dk2>
      <a:lt2>
        <a:srgbClr val="F7F4EB"/>
      </a:lt2>
      <a:accent1>
        <a:srgbClr val="CCBA89"/>
      </a:accent1>
      <a:accent2>
        <a:srgbClr val="BD928F"/>
      </a:accent2>
      <a:accent3>
        <a:srgbClr val="4E452C"/>
      </a:accent3>
      <a:accent4>
        <a:srgbClr val="EEE5CE"/>
      </a:accent4>
      <a:accent5>
        <a:srgbClr val="B1E0A3"/>
      </a:accent5>
      <a:accent6>
        <a:srgbClr val="E6BCC2"/>
      </a:accent6>
      <a:hlink>
        <a:srgbClr val="64503A"/>
      </a:hlink>
      <a:folHlink>
        <a:srgbClr val="4E452C"/>
      </a:folHlink>
    </a:clrScheme>
    <a:fontScheme name="보험 보장 점검 발표자료(부모님 점검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