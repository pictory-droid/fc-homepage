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0265C7E8-B33A-4933-B460-73A9F3505FB9}">
          <p14:sldIdLst>
            <p14:sldId id="256"/>
          </p14:sldIdLst>
        </p14:section>
        <p14:section name="본문" id="{B57A4518-1D6A-4BF2-ADF9-07A581DB030A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5E0E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EC5C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2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2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635ED701-F5EE-4355-926E-CF5F0BDDAF73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17BE85CD-7921-46E8-8917-4ADC6B5DEA85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7BEF1F58-28C3-40EC-A786-1272AFEDB01D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CRIMSON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겨울방학에 한 번 정리합니다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가족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9AB1E-FADE-49DA-B1ED-3D665B7AF0AB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828800"/>
          <a:ext cx="10134292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533573"/>
                <a:gridCol w="2533573"/>
                <a:gridCol w="2533573"/>
                <a:gridCol w="253357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직업·학교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DB041-13A0-4629-891A-C59F5FE08CB7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828800"/>
          <a:ext cx="1013429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35605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FA4B6-9244-4980-844A-1EF1E2DFE73E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828800"/>
          <a:ext cx="1013429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158898"/>
                <a:gridCol w="2158898"/>
                <a:gridCol w="215889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20969-AEAC-4B75-87F7-F7C0A36B34A7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640080" y="1828800"/>
            <a:ext cx="3195218" cy="2377440"/>
            <a:chOff x="640080" y="1828800"/>
            <a:chExt cx="3195218" cy="2377440"/>
          </a:xfrm>
        </p:grpSpPr>
        <p:sp>
          <p:nvSpPr>
            <p:cNvPr id="7" name="카드 바탕"/>
            <p:cNvSpPr/>
            <p:nvPr/>
          </p:nvSpPr>
          <p:spPr>
            <a:xfrm>
              <a:off x="640080" y="1828800"/>
              <a:ext cx="319521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822959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82295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868680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822959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109618" y="1828800"/>
            <a:ext cx="3195218" cy="2377440"/>
            <a:chOff x="4109618" y="1828800"/>
            <a:chExt cx="319521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109618" y="1828800"/>
              <a:ext cx="319521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429249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5" name="카드 제목"/>
            <p:cNvSpPr txBox="1"/>
            <p:nvPr/>
          </p:nvSpPr>
          <p:spPr>
            <a:xfrm>
              <a:off x="429249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433821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카드 내용"/>
            <p:cNvSpPr txBox="1"/>
            <p:nvPr/>
          </p:nvSpPr>
          <p:spPr>
            <a:xfrm>
              <a:off x="4292498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8" name="카드 3"/>
          <p:cNvGrpSpPr/>
          <p:nvPr/>
        </p:nvGrpSpPr>
        <p:grpSpPr>
          <a:xfrm>
            <a:off x="7579156" y="1828800"/>
            <a:ext cx="3195218" cy="2377440"/>
            <a:chOff x="7579156" y="1828800"/>
            <a:chExt cx="3195218" cy="2377440"/>
          </a:xfrm>
        </p:grpSpPr>
        <p:sp>
          <p:nvSpPr>
            <p:cNvPr id="19" name="카드 바탕"/>
            <p:cNvSpPr/>
            <p:nvPr/>
          </p:nvSpPr>
          <p:spPr>
            <a:xfrm>
              <a:off x="7579156" y="1828800"/>
              <a:ext cx="319521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776203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1" name="카드 제목"/>
            <p:cNvSpPr txBox="1"/>
            <p:nvPr/>
          </p:nvSpPr>
          <p:spPr>
            <a:xfrm>
              <a:off x="776203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780775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카드 내용"/>
            <p:cNvSpPr txBox="1"/>
            <p:nvPr/>
          </p:nvSpPr>
          <p:spPr>
            <a:xfrm>
              <a:off x="7762036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4" name="차트"/>
          <p:cNvGraphicFramePr>
            <a:graphicFrameLocks noGrp="1"/>
          </p:cNvGraphicFramePr>
          <p:nvPr/>
        </p:nvGraphicFramePr>
        <p:xfrm>
          <a:off x="640080" y="4389120"/>
          <a:ext cx="1013429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0E8C9-C63C-4E4B-9803-79373C5DB739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640080" y="1828800"/>
            <a:ext cx="3195218" cy="3566160"/>
            <a:chOff x="640080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640080" y="1828800"/>
              <a:ext cx="319521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822959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82295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868680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82295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109618" y="1828800"/>
            <a:ext cx="3195218" cy="3566160"/>
            <a:chOff x="4109618" y="1828800"/>
            <a:chExt cx="319521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109618" y="1828800"/>
              <a:ext cx="319521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429249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5" name="카드 제목"/>
            <p:cNvSpPr txBox="1"/>
            <p:nvPr/>
          </p:nvSpPr>
          <p:spPr>
            <a:xfrm>
              <a:off x="429249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433821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카드 내용"/>
            <p:cNvSpPr txBox="1"/>
            <p:nvPr/>
          </p:nvSpPr>
          <p:spPr>
            <a:xfrm>
              <a:off x="429249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8" name="카드 3"/>
          <p:cNvGrpSpPr/>
          <p:nvPr/>
        </p:nvGrpSpPr>
        <p:grpSpPr>
          <a:xfrm>
            <a:off x="7579156" y="1828800"/>
            <a:ext cx="3195218" cy="3566160"/>
            <a:chOff x="7579156" y="1828800"/>
            <a:chExt cx="3195218" cy="3566160"/>
          </a:xfrm>
        </p:grpSpPr>
        <p:sp>
          <p:nvSpPr>
            <p:cNvPr id="19" name="카드 바탕"/>
            <p:cNvSpPr/>
            <p:nvPr/>
          </p:nvSpPr>
          <p:spPr>
            <a:xfrm>
              <a:off x="7579156" y="1828800"/>
              <a:ext cx="319521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776203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1" name="카드 제목"/>
            <p:cNvSpPr txBox="1"/>
            <p:nvPr/>
          </p:nvSpPr>
          <p:spPr>
            <a:xfrm>
              <a:off x="776203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780775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카드 내용"/>
            <p:cNvSpPr txBox="1"/>
            <p:nvPr/>
          </p:nvSpPr>
          <p:spPr>
            <a:xfrm>
              <a:off x="776203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4" name="안내 문구"/>
          <p:cNvSpPr txBox="1"/>
          <p:nvPr/>
        </p:nvSpPr>
        <p:spPr>
          <a:xfrm>
            <a:off x="640080" y="5577840"/>
            <a:ext cx="10134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가족 점검)">
  <a:themeElements>
    <a:clrScheme name="보험 보장 점검 발표자료(가족 점검)">
      <a:dk1>
        <a:srgbClr val="48373A"/>
      </a:dk1>
      <a:lt1>
        <a:srgbClr val="FEFCFB"/>
      </a:lt1>
      <a:dk2>
        <a:srgbClr val="3A0F16"/>
      </a:dk2>
      <a:lt2>
        <a:srgbClr val="FAF3F1"/>
      </a:lt2>
      <a:accent1>
        <a:srgbClr val="B3202F"/>
      </a:accent1>
      <a:accent2>
        <a:srgbClr val="1F2A44"/>
      </a:accent2>
      <a:accent3>
        <a:srgbClr val="8B7478"/>
      </a:accent3>
      <a:accent4>
        <a:srgbClr val="ECC9CA"/>
      </a:accent4>
      <a:accent5>
        <a:srgbClr val="C6A15B"/>
      </a:accent5>
      <a:accent6>
        <a:srgbClr val="828492"/>
      </a:accent6>
      <a:hlink>
        <a:srgbClr val="3A0F16"/>
      </a:hlink>
      <a:folHlink>
        <a:srgbClr val="8B7478"/>
      </a:folHlink>
    </a:clrScheme>
    <a:fontScheme name="보험 보장 점검 발표자료(가족 점검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>보험 가입 내용 정리 양식 · 가족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