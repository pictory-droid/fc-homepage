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4249C9B-9E30-471F-8F7C-AD0853D83802}">
          <p14:sldIdLst>
            <p14:sldId id="256"/>
          </p14:sldIdLst>
        </p14:section>
        <p14:section name="본문" id="{C9DA61BA-8E01-40D1-BC71-44D5664EE2E7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pct10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10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2BFBDB33-0438-467D-AA42-4EA93DA74BF9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EE0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0C5BA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10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CB2230C2-9332-4601-A426-D2C5D84DD3D4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10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B9AB3D84-00B8-451F-B959-3FAACE16F53A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PISTACHIO  ·  INSURANCE CHECK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갱신 시기를 달력에 표시합니다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사업장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PISTACHIO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B5637-5BCE-4A45-90CD-A25E2CA4FE85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067147"/>
                <a:gridCol w="506714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상호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업종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직원 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PISTACHIO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B514D-9B25-4496-BC81-990E330FE70E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35605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PISTACHIO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F8439-6570-4B86-93B8-0DB711925D11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158898"/>
                <a:gridCol w="2158898"/>
                <a:gridCol w="215889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PISTACHIO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83D2B-F87D-436C-9981-57189A46F26A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2377440"/>
            <a:chOff x="1417319" y="1828800"/>
            <a:chExt cx="3195218" cy="237744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1600199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1600199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886858" y="1828800"/>
            <a:ext cx="3195218" cy="2377440"/>
            <a:chOff x="4886858" y="1828800"/>
            <a:chExt cx="319521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886858" y="1828800"/>
              <a:ext cx="319521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506973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5069738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8356396" y="1828800"/>
            <a:ext cx="3195218" cy="2377440"/>
            <a:chOff x="8356396" y="1828800"/>
            <a:chExt cx="3195218" cy="2377440"/>
          </a:xfrm>
        </p:grpSpPr>
        <p:sp>
          <p:nvSpPr>
            <p:cNvPr id="19" name="카드 바탕"/>
            <p:cNvSpPr/>
            <p:nvPr/>
          </p:nvSpPr>
          <p:spPr>
            <a:xfrm>
              <a:off x="8356396" y="1828800"/>
              <a:ext cx="319521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 txBox="1"/>
            <p:nvPr/>
          </p:nvSpPr>
          <p:spPr>
            <a:xfrm>
              <a:off x="853927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8539276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4" name="차트"/>
          <p:cNvGraphicFramePr>
            <a:graphicFrameLocks noGrp="1"/>
          </p:cNvGraphicFramePr>
          <p:nvPr/>
        </p:nvGraphicFramePr>
        <p:xfrm>
          <a:off x="1417319" y="4389120"/>
          <a:ext cx="1013429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PISTACHIO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BF4F28-6F0F-4A96-B51C-E71A2BCFC398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566160"/>
            <a:chOff x="1417319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1600199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160019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886858" y="1828800"/>
            <a:ext cx="3195218" cy="3566160"/>
            <a:chOff x="4886858" y="1828800"/>
            <a:chExt cx="319521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886858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506973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506973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8356396" y="1828800"/>
            <a:ext cx="3195218" cy="3566160"/>
            <a:chOff x="8356396" y="1828800"/>
            <a:chExt cx="3195218" cy="3566160"/>
          </a:xfrm>
        </p:grpSpPr>
        <p:sp>
          <p:nvSpPr>
            <p:cNvPr id="19" name="카드 바탕"/>
            <p:cNvSpPr/>
            <p:nvPr/>
          </p:nvSpPr>
          <p:spPr>
            <a:xfrm>
              <a:off x="8356396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 txBox="1"/>
            <p:nvPr/>
          </p:nvSpPr>
          <p:spPr>
            <a:xfrm>
              <a:off x="853927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853927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4" name="안내 문구"/>
          <p:cNvSpPr txBox="1"/>
          <p:nvPr/>
        </p:nvSpPr>
        <p:spPr>
          <a:xfrm>
            <a:off x="1417319" y="5577840"/>
            <a:ext cx="10134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사업장 점검)">
  <a:themeElements>
    <a:clrScheme name="보험 보장 점검 발표자료(사업장 점검)">
      <a:dk1>
        <a:srgbClr val="404837"/>
      </a:dk1>
      <a:lt1>
        <a:srgbClr val="FDFEFA"/>
      </a:lt1>
      <a:dk2>
        <a:srgbClr val="34471E"/>
      </a:dk2>
      <a:lt2>
        <a:srgbClr val="F7FAEC"/>
      </a:lt2>
      <a:accent1>
        <a:srgbClr val="8DAE5B"/>
      </a:accent1>
      <a:accent2>
        <a:srgbClr val="D6A58A"/>
      </a:accent2>
      <a:accent3>
        <a:srgbClr val="68745B"/>
      </a:accent3>
      <a:accent4>
        <a:srgbClr val="E2EBCF"/>
      </a:accent4>
      <a:accent5>
        <a:srgbClr val="B7B06C"/>
      </a:accent5>
      <a:accent6>
        <a:srgbClr val="E5CBB6"/>
      </a:accent6>
      <a:hlink>
        <a:srgbClr val="34471E"/>
      </a:hlink>
      <a:folHlink>
        <a:srgbClr val="68745B"/>
      </a:folHlink>
    </a:clrScheme>
    <a:fontScheme name="보험 보장 점검 발표자료(사업장 점검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>보험 가입 내용 정리 양식 · 사업장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