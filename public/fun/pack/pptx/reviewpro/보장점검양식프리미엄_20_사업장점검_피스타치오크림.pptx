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BFE8608-FABD-42A7-9035-4C46BDAA312D}">
          <p14:sldIdLst>
            <p14:sldId id="256"/>
          </p14:sldIdLst>
        </p14:section>
        <p14:section name="본문" id="{5C27B43B-CB2F-4220-A602-E3AF46E3CE9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0464B292-F2AE-4E74-8BAC-5A68B99867B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EE0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0C5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32168BD3-297C-4F53-B354-9D5C70871D2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1F37C537-4F6B-4137-99CD-9311F33E1F8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갱신 시기를 달력에 표시합니다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2063-2996-4EF3-A44E-DC40699A571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067147"/>
                <a:gridCol w="506714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B2CEC-D83A-479E-99DE-D7E72CB5C30C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84A84-6B6D-4D03-B60E-1AA133818BF7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B42F-36B3-43A4-9D5F-ABAADEFE6CA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2377440"/>
            <a:chOff x="1417319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1600199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2377440"/>
            <a:chOff x="4886858" y="1828800"/>
            <a:chExt cx="319521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506973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2377440"/>
            <a:chOff x="8356396" y="1828800"/>
            <a:chExt cx="319521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53927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1417319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0B87-913C-44A7-BA7A-6A4ACB4CE8ED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1600199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506973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53927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1417319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404837"/>
      </a:dk1>
      <a:lt1>
        <a:srgbClr val="FDFEFA"/>
      </a:lt1>
      <a:dk2>
        <a:srgbClr val="34471E"/>
      </a:dk2>
      <a:lt2>
        <a:srgbClr val="F7FAEC"/>
      </a:lt2>
      <a:accent1>
        <a:srgbClr val="8DAE5B"/>
      </a:accent1>
      <a:accent2>
        <a:srgbClr val="D6A58A"/>
      </a:accent2>
      <a:accent3>
        <a:srgbClr val="68745B"/>
      </a:accent3>
      <a:accent4>
        <a:srgbClr val="E2EBCF"/>
      </a:accent4>
      <a:accent5>
        <a:srgbClr val="B7B06C"/>
      </a:accent5>
      <a:accent6>
        <a:srgbClr val="E5CBB6"/>
      </a:accent6>
      <a:hlink>
        <a:srgbClr val="34471E"/>
      </a:hlink>
      <a:folHlink>
        <a:srgbClr val="68745B"/>
      </a:folHlink>
    </a:clrScheme>
    <a:fontScheme name="보험 보장 점검 발표자료(사업장 점검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