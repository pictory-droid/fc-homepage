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723E296-867A-4D99-BB75-888B18C09F82}">
          <p14:sldIdLst>
            <p14:sldId id="256"/>
          </p14:sldIdLst>
        </p14:section>
        <p14:section name="본문" id="{87223A22-F342-4F74-A40E-D3FA372F5F30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219456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57860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425196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5029200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8122615" y="457200"/>
            <a:ext cx="3794760" cy="3291840"/>
            <a:chOff x="8122615" y="457200"/>
            <a:chExt cx="3794760" cy="3291840"/>
          </a:xfrm>
        </p:grpSpPr>
        <p:sp>
          <p:nvSpPr>
            <p:cNvPr id="3" name="알약 1"/>
            <p:cNvSpPr/>
            <p:nvPr/>
          </p:nvSpPr>
          <p:spPr>
            <a:xfrm>
              <a:off x="8168335" y="457200"/>
              <a:ext cx="3657600" cy="1371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8991295" y="1645920"/>
              <a:ext cx="2926080" cy="118872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8122615" y="1965960"/>
              <a:ext cx="1005840" cy="100584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10911535" y="2834640"/>
              <a:ext cx="914400" cy="914400"/>
            </a:xfrm>
            <a:prstGeom prst="ellipse">
              <a:avLst/>
            </a:prstGeom>
            <a:noFill/>
            <a:ln w="254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10980115" y="937259"/>
              <a:ext cx="411480" cy="411480"/>
              <a:chOff x="10980115" y="937259"/>
              <a:chExt cx="411480" cy="41148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10980115" y="937259"/>
                <a:ext cx="411480" cy="41148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9" name="작은 알약"/>
          <p:cNvSpPr/>
          <p:nvPr/>
        </p:nvSpPr>
        <p:spPr>
          <a:xfrm>
            <a:off x="457200" y="6035040"/>
            <a:ext cx="2011680" cy="2377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DC508A2E-C4DF-490D-88BF-D7B0CC23AFCE}" type="slidenum">
              <a:rPr lang="en-US"/>
              <a:t>‹#›</a:t>
            </a:fld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219456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57860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425196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1D1D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5029200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6A7A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8122615" y="457200"/>
            <a:ext cx="3794760" cy="3291840"/>
            <a:chOff x="8122615" y="457200"/>
            <a:chExt cx="3794760" cy="3291840"/>
          </a:xfrm>
        </p:grpSpPr>
        <p:sp>
          <p:nvSpPr>
            <p:cNvPr id="3" name="알약 1"/>
            <p:cNvSpPr/>
            <p:nvPr/>
          </p:nvSpPr>
          <p:spPr>
            <a:xfrm>
              <a:off x="8168335" y="457200"/>
              <a:ext cx="3657600" cy="1371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8991295" y="1645920"/>
              <a:ext cx="2926080" cy="118872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8122615" y="1965960"/>
              <a:ext cx="1005840" cy="100584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10911535" y="2834640"/>
              <a:ext cx="914400" cy="914400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10980115" y="937259"/>
              <a:ext cx="411480" cy="411480"/>
              <a:chOff x="10980115" y="937259"/>
              <a:chExt cx="411480" cy="41148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10980115" y="937259"/>
                <a:ext cx="411480" cy="41148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9" name="작은 알약"/>
          <p:cNvSpPr/>
          <p:nvPr/>
        </p:nvSpPr>
        <p:spPr>
          <a:xfrm>
            <a:off x="457200" y="6035040"/>
            <a:ext cx="2011680" cy="2377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D521A347-7FFA-437E-AE33-4325A1010A5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76669404-5957-45AF-A66D-6160E0B2CC2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8" name="Diamond 7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11" name="Connector 10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12" name="Diamond 11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OPAL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가족별로 칸을 나눠 정리합니다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가족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A635A-8F9F-4683-96B3-B76839F859D6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엄마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자녀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직업·학교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60EFA-46D8-464A-9A6F-BFB8D02E7DF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9F8D5-38BF-43A1-BB78-6768F5C53AC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476FA-8B24-4E40-B2C9-6FD7EEFE7CEF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66EFE-61D9-4BF4-957E-06B7B6259F5D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가족 점검)">
  <a:themeElements>
    <a:clrScheme name="보험 보장 점검 발표자료(가족 점검)">
      <a:dk1>
        <a:srgbClr val="2F303D"/>
      </a:dk1>
      <a:lt1>
        <a:srgbClr val="FDFDFC"/>
      </a:lt1>
      <a:dk2>
        <a:srgbClr val="3C3F5C"/>
      </a:dk2>
      <a:lt2>
        <a:srgbClr val="F8F7F5"/>
      </a:lt2>
      <a:accent1>
        <a:srgbClr val="9A9DBA"/>
      </a:accent1>
      <a:accent2>
        <a:srgbClr val="D6B7A8"/>
      </a:accent2>
      <a:accent3>
        <a:srgbClr val="2C2E40"/>
      </a:accent3>
      <a:accent4>
        <a:srgbClr val="E5E5E9"/>
      </a:accent4>
      <a:accent5>
        <a:srgbClr val="C6B9AF"/>
      </a:accent5>
      <a:accent6>
        <a:srgbClr val="E5D4CB"/>
      </a:accent6>
      <a:hlink>
        <a:srgbClr val="3C3F5C"/>
      </a:hlink>
      <a:folHlink>
        <a:srgbClr val="2C2E40"/>
      </a:folHlink>
    </a:clrScheme>
    <a:fontScheme name="보험 보장 점검 발표자료(가족 점검)">
      <a:majorFont>
        <a:latin typeface="Candara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>보험 가입 내용 정리 양식 · 가족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