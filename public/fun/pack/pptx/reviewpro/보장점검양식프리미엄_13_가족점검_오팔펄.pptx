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ECC24B4-31C5-43C7-A022-79830620E00A}">
          <p14:sldIdLst>
            <p14:sldId id="256"/>
          </p14:sldIdLst>
        </p14:section>
        <p14:section name="본문" id="{BFEB1521-E1AE-444B-A15D-62A9A3C90BF2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8122615" y="457200"/>
            <a:ext cx="3794760" cy="3291840"/>
            <a:chOff x="8122615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8168335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8991295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8122615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10911535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10980115" y="937259"/>
              <a:ext cx="411480" cy="411480"/>
              <a:chOff x="10980115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10980115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457200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9CDFCDF3-1D0F-41DE-9822-751CB1CD8C36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8122615" y="457200"/>
            <a:ext cx="3794760" cy="3291840"/>
            <a:chOff x="8122615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8168335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8991295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8122615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10911535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10980115" y="937259"/>
              <a:ext cx="411480" cy="411480"/>
              <a:chOff x="10980115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10980115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457200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EC752947-1A13-4038-8B03-0D5457E71D9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D8C49AEC-217F-445D-BCDF-35BB4D38DB4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가족별로 칸을 나눠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2784-6B37-4332-800E-1549CA32E0A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C62E4-FC48-42F0-B62C-AE586F8AA74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824EC-51BC-4C07-A3B3-D65A287EC4E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FB9-5371-4960-A6EE-7A58EA87C50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4F78-4ECC-4CCB-9C19-0736B06D9DC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보험 보장 점검 발표자료(가족 점검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