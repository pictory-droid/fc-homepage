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DFC98D1-A198-49C5-833D-A8034B3701DC}">
          <p14:sldIdLst>
            <p14:sldId id="256"/>
          </p14:sldIdLst>
        </p14:section>
        <p14:section name="본문" id="{633CFE32-CFA2-409A-BB9C-CD6A9676602C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950098" y="3268065"/>
            <a:ext cx="877824" cy="321868"/>
            <a:chOff x="3950098" y="326806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950098" y="3268065"/>
              <a:ext cx="877824" cy="321868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A75C577A-191B-4283-A6DC-581AA7B9535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3950098" y="3268065"/>
            <a:ext cx="877824" cy="321868"/>
            <a:chOff x="3950098" y="3268065"/>
            <a:chExt cx="877824" cy="321868"/>
          </a:xfrm>
        </p:grpSpPr>
        <p:sp>
          <p:nvSpPr>
            <p:cNvPr id="6" name="Wave 5"/>
            <p:cNvSpPr/>
            <p:nvPr/>
          </p:nvSpPr>
          <p:spPr>
            <a:xfrm>
              <a:off x="3950098" y="3268065"/>
              <a:ext cx="877824" cy="321868"/>
            </a:xfrm>
            <a:prstGeom prst="wav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712F288-A8EC-44C3-B7E5-32671B67399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531FDD29-007F-4337-8A57-A4E32BECE89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766663" y="5365699"/>
            <a:ext cx="658368" cy="241401"/>
            <a:chOff x="5766663" y="5365699"/>
            <a:chExt cx="658368" cy="241401"/>
          </a:xfrm>
        </p:grpSpPr>
        <p:sp>
          <p:nvSpPr>
            <p:cNvPr id="7" name="Wave 6"/>
            <p:cNvSpPr/>
            <p:nvPr/>
          </p:nvSpPr>
          <p:spPr>
            <a:xfrm>
              <a:off x="5766663" y="5365699"/>
              <a:ext cx="658368" cy="241401"/>
            </a:xfrm>
            <a:prstGeom prst="wav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월 보험료가 얼마인지 합계를 내 봅니다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07C25-C784-4F51-9307-87BA50F9B78A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BFB35-4F59-435E-BE8B-8D094F035937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01BD9-D8DE-4416-864E-71EB6F96FD1A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D7AC8-9CC8-4A29-9FFA-093BE9E3110E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4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은행잎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498BB-CB80-4A9F-AAF5-89E23B2E5EED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4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4A643A"/>
      </a:dk2>
      <a:lt2>
        <a:srgbClr val="F5F2E2"/>
      </a:lt2>
      <a:accent1>
        <a:srgbClr val="CFBF7C"/>
      </a:accent1>
      <a:accent2>
        <a:srgbClr val="83ACBE"/>
      </a:accent2>
      <a:accent3>
        <a:srgbClr val="4E472C"/>
      </a:accent3>
      <a:accent4>
        <a:srgbClr val="F0E9CB"/>
      </a:accent4>
      <a:accent5>
        <a:srgbClr val="ADE0A3"/>
      </a:accent5>
      <a:accent6>
        <a:srgbClr val="E6BCBF"/>
      </a:accent6>
      <a:hlink>
        <a:srgbClr val="4A643A"/>
      </a:hlink>
      <a:folHlink>
        <a:srgbClr val="4E472C"/>
      </a:folHlink>
    </a:clrScheme>
    <a:fontScheme name="보험 보장 점검 발표자료(본인 점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