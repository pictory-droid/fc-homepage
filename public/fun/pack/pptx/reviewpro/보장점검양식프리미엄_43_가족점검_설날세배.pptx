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3A2F7C7-FFE3-4C10-A74A-DA1F068737C3}">
          <p14:sldIdLst>
            <p14:sldId id="256"/>
          </p14:sldIdLst>
        </p14:section>
        <p14:section name="본문" id="{34C6A9F1-61FC-42C0-94A9-09C07DE3E614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063240"/>
            <a:ext cx="731520" cy="731520"/>
            <a:chOff x="4023250" y="3063240"/>
            <a:chExt cx="731520" cy="731520"/>
          </a:xfrm>
        </p:grpSpPr>
        <p:sp>
          <p:nvSpPr>
            <p:cNvPr id="6" name="Plus 5"/>
            <p:cNvSpPr/>
            <p:nvPr/>
          </p:nvSpPr>
          <p:spPr>
            <a:xfrm>
              <a:off x="4023250" y="3063240"/>
              <a:ext cx="731520" cy="731520"/>
            </a:xfrm>
            <a:prstGeom prst="mathPlus">
              <a:avLst>
                <a:gd name="adj1" fmla="val 24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DB89305-0389-4D16-AD23-0A9B3DCE3567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Plus 4"/>
            <p:cNvSpPr/>
            <p:nvPr/>
          </p:nvSpPr>
          <p:spPr>
            <a:xfrm>
              <a:off x="11208715" y="754380"/>
              <a:ext cx="320040" cy="320040"/>
            </a:xfrm>
            <a:prstGeom prst="mathPlus">
              <a:avLst>
                <a:gd name="adj1" fmla="val 24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063240"/>
            <a:ext cx="731520" cy="731520"/>
            <a:chOff x="4023250" y="3063240"/>
            <a:chExt cx="731520" cy="731520"/>
          </a:xfrm>
        </p:grpSpPr>
        <p:sp>
          <p:nvSpPr>
            <p:cNvPr id="6" name="Plus 5"/>
            <p:cNvSpPr/>
            <p:nvPr/>
          </p:nvSpPr>
          <p:spPr>
            <a:xfrm>
              <a:off x="4023250" y="3063240"/>
              <a:ext cx="731520" cy="731520"/>
            </a:xfrm>
            <a:prstGeom prst="mathPlus">
              <a:avLst>
                <a:gd name="adj1" fmla="val 24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02345FE-B85C-4144-89A5-A8D41DF9898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Plus 4"/>
            <p:cNvSpPr/>
            <p:nvPr/>
          </p:nvSpPr>
          <p:spPr>
            <a:xfrm>
              <a:off x="11208715" y="754380"/>
              <a:ext cx="320040" cy="320040"/>
            </a:xfrm>
            <a:prstGeom prst="mathPlus">
              <a:avLst>
                <a:gd name="adj1" fmla="val 24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768B679-3CBB-4032-BFDE-9052738EA15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Plus 6"/>
            <p:cNvSpPr/>
            <p:nvPr/>
          </p:nvSpPr>
          <p:spPr>
            <a:xfrm>
              <a:off x="5821527" y="5212080"/>
              <a:ext cx="548640" cy="548640"/>
            </a:xfrm>
            <a:prstGeom prst="mathPlus">
              <a:avLst>
                <a:gd name="adj1" fmla="val 24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설날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겨울방학에 한 번 정리합니다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387ED-1C7E-4EF1-9C37-E4A20E964D5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FCEF9-4C6D-4E0A-B964-FE338521B3E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8FD2A-B003-426A-87D8-C897A4892A3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F393-D697-4A1A-BA93-0EEC7B7DEFF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29761-D2BC-4F86-8229-E74C4B8797D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2B2724"/>
      </a:dk1>
      <a:lt1>
        <a:srgbClr val="FFFFFF"/>
      </a:lt1>
      <a:dk2>
        <a:srgbClr val="643A48"/>
      </a:dk2>
      <a:lt2>
        <a:srgbClr val="F7EBED"/>
      </a:lt2>
      <a:accent1>
        <a:srgbClr val="CC8995"/>
      </a:accent1>
      <a:accent2>
        <a:srgbClr val="BD8FAD"/>
      </a:accent2>
      <a:accent3>
        <a:srgbClr val="4E2C32"/>
      </a:accent3>
      <a:accent4>
        <a:srgbClr val="EECED3"/>
      </a:accent4>
      <a:accent5>
        <a:srgbClr val="E0D8A3"/>
      </a:accent5>
      <a:accent6>
        <a:srgbClr val="E4BCE6"/>
      </a:accent6>
      <a:hlink>
        <a:srgbClr val="643A48"/>
      </a:hlink>
      <a:folHlink>
        <a:srgbClr val="4E2C32"/>
      </a:folHlink>
    </a:clrScheme>
    <a:fontScheme name="보험 보장 점검 발표자료(가족 점검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