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AFF611C-8259-41F4-A7F1-B94E3672A193}">
          <p14:sldIdLst>
            <p14:sldId id="256"/>
          </p14:sldIdLst>
        </p14:section>
        <p14:section name="본문" id="{D2817546-C2E1-49EF-97D5-AB38F9EFA07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F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C1B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26E7A8AE-25E1-49CE-B169-A4EB22703B8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6390AABE-1C3C-4DBE-A476-A5B5FEBDB62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0A485A56-4AE6-4BD8-A094-C920A9DCB2B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연락처와 담당자 이름도 적어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C3D4-A408-4CB7-968D-F4A6B5E54FAF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378098"/>
                <a:gridCol w="3378098"/>
                <a:gridCol w="337809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F59-9785-4B5F-B962-C8A0A207808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AD9A-DDFA-48C0-A666-34CF7036EAB1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0B436-8509-4EFB-A46B-E76B8980C477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2377440"/>
            <a:chOff x="640080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옆 선"/>
            <p:cNvSpPr/>
            <p:nvPr/>
          </p:nvSpPr>
          <p:spPr>
            <a:xfrm>
              <a:off x="640080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86868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82295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109618" y="1828800"/>
            <a:ext cx="3195218" cy="2377440"/>
            <a:chOff x="4109618" y="1828800"/>
            <a:chExt cx="3195218" cy="2377440"/>
          </a:xfrm>
        </p:grpSpPr>
        <p:sp>
          <p:nvSpPr>
            <p:cNvPr id="14" name="카드 바탕"/>
            <p:cNvSpPr/>
            <p:nvPr/>
          </p:nvSpPr>
          <p:spPr>
            <a:xfrm>
              <a:off x="4109618" y="1828800"/>
              <a:ext cx="319521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109618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433821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429249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7579156" y="1828800"/>
            <a:ext cx="3195218" cy="2377440"/>
            <a:chOff x="7579156" y="1828800"/>
            <a:chExt cx="3195218" cy="2377440"/>
          </a:xfrm>
        </p:grpSpPr>
        <p:sp>
          <p:nvSpPr>
            <p:cNvPr id="21" name="카드 바탕"/>
            <p:cNvSpPr/>
            <p:nvPr/>
          </p:nvSpPr>
          <p:spPr>
            <a:xfrm>
              <a:off x="7579156" y="1828800"/>
              <a:ext cx="319521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옆 선"/>
            <p:cNvSpPr/>
            <p:nvPr/>
          </p:nvSpPr>
          <p:spPr>
            <a:xfrm>
              <a:off x="7579156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780775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776203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7" name="차트"/>
          <p:cNvGraphicFramePr>
            <a:graphicFrameLocks noGrp="1"/>
          </p:cNvGraphicFramePr>
          <p:nvPr/>
        </p:nvGraphicFramePr>
        <p:xfrm>
          <a:off x="640080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94D8-B0B8-4097-BFA6-1AA36CD6FBE7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옆 선"/>
            <p:cNvSpPr/>
            <p:nvPr/>
          </p:nvSpPr>
          <p:spPr>
            <a:xfrm>
              <a:off x="64008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86868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10961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433821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옆 선"/>
            <p:cNvSpPr/>
            <p:nvPr/>
          </p:nvSpPr>
          <p:spPr>
            <a:xfrm>
              <a:off x="757915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780775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7" name="안내 문구"/>
          <p:cNvSpPr txBox="1"/>
          <p:nvPr/>
        </p:nvSpPr>
        <p:spPr>
          <a:xfrm>
            <a:off x="640080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374842"/>
      </a:dk1>
      <a:lt1>
        <a:srgbClr val="FCFDFC"/>
      </a:lt1>
      <a:dk2>
        <a:srgbClr val="17342A"/>
      </a:dk2>
      <a:lt2>
        <a:srgbClr val="F4F7F5"/>
      </a:lt2>
      <a:accent1>
        <a:srgbClr val="2F5D4A"/>
      </a:accent1>
      <a:accent2>
        <a:srgbClr val="A9BFB4"/>
      </a:accent2>
      <a:accent3>
        <a:srgbClr val="5A6C65"/>
      </a:accent3>
      <a:accent4>
        <a:srgbClr val="CDD8D3"/>
      </a:accent4>
      <a:accent5>
        <a:srgbClr val="B3B9A8"/>
      </a:accent5>
      <a:accent6>
        <a:srgbClr val="CBD8D1"/>
      </a:accent6>
      <a:hlink>
        <a:srgbClr val="17342A"/>
      </a:hlink>
      <a:folHlink>
        <a:srgbClr val="5A6C65"/>
      </a:folHlink>
    </a:clrScheme>
    <a:fontScheme name="보험 보장 점검 발표자료(부모님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