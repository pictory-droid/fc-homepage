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BA9D0839-104E-4DEF-A404-9AB28099D1DF}">
          <p14:sldIdLst>
            <p14:sldId id="256"/>
          </p14:sldIdLst>
        </p14:section>
        <p14:section name="본문" id="{9F445501-37BF-4756-8B50-EF915832BC8C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BDFD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AC1B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6A8AC9CB-9932-4EFA-80AB-50F2A3D67F02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EC225036-C2EE-4F0A-A426-2674D0E8A455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6400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0116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33832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47548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6400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0116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33832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47548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B46CE888-9AA8-46EE-A1D3-40514F83FF39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SNOW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연락처와 담당자 이름도 적어 둡니다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부모님 점검 · 날짜 입력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SNOW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D7BB-6A2C-4FBC-B1C8-5C17B23872DD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828800"/>
          <a:ext cx="1013429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378098"/>
                <a:gridCol w="3378098"/>
                <a:gridCol w="337809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아버지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어머니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성함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연세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건강 상태 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함께 확인할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SNOW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EBCDB-D068-4123-BEA5-F864B15D7635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828800"/>
          <a:ext cx="1013429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35605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SNOW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E3D323-1C19-4A0D-AD35-29ED881CB509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828800"/>
          <a:ext cx="1013429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158898"/>
                <a:gridCol w="2158898"/>
                <a:gridCol w="215889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SNOW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4FD8B-D180-45E1-88A5-8CC67BB4DB1D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640080" y="1828800"/>
            <a:ext cx="3195218" cy="2377440"/>
            <a:chOff x="640080" y="1828800"/>
            <a:chExt cx="3195218" cy="2377440"/>
          </a:xfrm>
        </p:grpSpPr>
        <p:sp>
          <p:nvSpPr>
            <p:cNvPr id="7" name="카드 바탕"/>
            <p:cNvSpPr/>
            <p:nvPr/>
          </p:nvSpPr>
          <p:spPr>
            <a:xfrm>
              <a:off x="640080" y="1828800"/>
              <a:ext cx="3195218" cy="23774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옆 선"/>
            <p:cNvSpPr/>
            <p:nvPr/>
          </p:nvSpPr>
          <p:spPr>
            <a:xfrm>
              <a:off x="640080" y="1828800"/>
              <a:ext cx="54864" cy="23774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번호 1"/>
            <p:cNvSpPr/>
            <p:nvPr/>
          </p:nvSpPr>
          <p:spPr>
            <a:xfrm>
              <a:off x="86868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10" name="카드 제목"/>
            <p:cNvSpPr txBox="1"/>
            <p:nvPr/>
          </p:nvSpPr>
          <p:spPr>
            <a:xfrm>
              <a:off x="82295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868680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822959" y="3456432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109618" y="1828800"/>
            <a:ext cx="3195218" cy="2377440"/>
            <a:chOff x="4109618" y="1828800"/>
            <a:chExt cx="3195218" cy="2377440"/>
          </a:xfrm>
        </p:grpSpPr>
        <p:sp>
          <p:nvSpPr>
            <p:cNvPr id="14" name="카드 바탕"/>
            <p:cNvSpPr/>
            <p:nvPr/>
          </p:nvSpPr>
          <p:spPr>
            <a:xfrm>
              <a:off x="4109618" y="1828800"/>
              <a:ext cx="3195218" cy="23774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옆 선"/>
            <p:cNvSpPr/>
            <p:nvPr/>
          </p:nvSpPr>
          <p:spPr>
            <a:xfrm>
              <a:off x="4109618" y="1828800"/>
              <a:ext cx="54864" cy="23774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/>
            <p:nvPr/>
          </p:nvSpPr>
          <p:spPr>
            <a:xfrm>
              <a:off x="433821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7" name="카드 제목"/>
            <p:cNvSpPr txBox="1"/>
            <p:nvPr/>
          </p:nvSpPr>
          <p:spPr>
            <a:xfrm>
              <a:off x="429249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8" name="구분선"/>
            <p:cNvCxnSpPr/>
            <p:nvPr/>
          </p:nvCxnSpPr>
          <p:spPr>
            <a:xfrm>
              <a:off x="4338218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9" name="카드 내용"/>
            <p:cNvSpPr txBox="1"/>
            <p:nvPr/>
          </p:nvSpPr>
          <p:spPr>
            <a:xfrm>
              <a:off x="4292498" y="3456432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20" name="카드 3"/>
          <p:cNvGrpSpPr/>
          <p:nvPr/>
        </p:nvGrpSpPr>
        <p:grpSpPr>
          <a:xfrm>
            <a:off x="7579156" y="1828800"/>
            <a:ext cx="3195218" cy="2377440"/>
            <a:chOff x="7579156" y="1828800"/>
            <a:chExt cx="3195218" cy="2377440"/>
          </a:xfrm>
        </p:grpSpPr>
        <p:sp>
          <p:nvSpPr>
            <p:cNvPr id="21" name="카드 바탕"/>
            <p:cNvSpPr/>
            <p:nvPr/>
          </p:nvSpPr>
          <p:spPr>
            <a:xfrm>
              <a:off x="7579156" y="1828800"/>
              <a:ext cx="3195218" cy="23774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옆 선"/>
            <p:cNvSpPr/>
            <p:nvPr/>
          </p:nvSpPr>
          <p:spPr>
            <a:xfrm>
              <a:off x="7579156" y="1828800"/>
              <a:ext cx="54864" cy="23774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번호 3"/>
            <p:cNvSpPr/>
            <p:nvPr/>
          </p:nvSpPr>
          <p:spPr>
            <a:xfrm>
              <a:off x="780775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4" name="카드 제목"/>
            <p:cNvSpPr txBox="1"/>
            <p:nvPr/>
          </p:nvSpPr>
          <p:spPr>
            <a:xfrm>
              <a:off x="776203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5" name="구분선"/>
            <p:cNvCxnSpPr/>
            <p:nvPr/>
          </p:nvCxnSpPr>
          <p:spPr>
            <a:xfrm>
              <a:off x="7807756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6" name="카드 내용"/>
            <p:cNvSpPr txBox="1"/>
            <p:nvPr/>
          </p:nvSpPr>
          <p:spPr>
            <a:xfrm>
              <a:off x="7762036" y="3456432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7" name="차트"/>
          <p:cNvGraphicFramePr>
            <a:graphicFrameLocks noGrp="1"/>
          </p:cNvGraphicFramePr>
          <p:nvPr/>
        </p:nvGraphicFramePr>
        <p:xfrm>
          <a:off x="640080" y="4389120"/>
          <a:ext cx="1013429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SNOW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E937B-E16D-4EF4-93DC-139F65123E08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640080" y="1828800"/>
            <a:ext cx="3195218" cy="3566160"/>
            <a:chOff x="640080" y="1828800"/>
            <a:chExt cx="3195218" cy="3566160"/>
          </a:xfrm>
        </p:grpSpPr>
        <p:sp>
          <p:nvSpPr>
            <p:cNvPr id="7" name="카드 바탕"/>
            <p:cNvSpPr/>
            <p:nvPr/>
          </p:nvSpPr>
          <p:spPr>
            <a:xfrm>
              <a:off x="640080" y="1828800"/>
              <a:ext cx="319521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옆 선"/>
            <p:cNvSpPr/>
            <p:nvPr/>
          </p:nvSpPr>
          <p:spPr>
            <a:xfrm>
              <a:off x="640080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번호 1"/>
            <p:cNvSpPr/>
            <p:nvPr/>
          </p:nvSpPr>
          <p:spPr>
            <a:xfrm>
              <a:off x="86868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10" name="카드 제목"/>
            <p:cNvSpPr txBox="1"/>
            <p:nvPr/>
          </p:nvSpPr>
          <p:spPr>
            <a:xfrm>
              <a:off x="82295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868680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822959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109618" y="1828800"/>
            <a:ext cx="3195218" cy="3566160"/>
            <a:chOff x="4109618" y="1828800"/>
            <a:chExt cx="3195218" cy="3566160"/>
          </a:xfrm>
        </p:grpSpPr>
        <p:sp>
          <p:nvSpPr>
            <p:cNvPr id="14" name="카드 바탕"/>
            <p:cNvSpPr/>
            <p:nvPr/>
          </p:nvSpPr>
          <p:spPr>
            <a:xfrm>
              <a:off x="4109618" y="1828800"/>
              <a:ext cx="319521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옆 선"/>
            <p:cNvSpPr/>
            <p:nvPr/>
          </p:nvSpPr>
          <p:spPr>
            <a:xfrm>
              <a:off x="4109618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/>
            <p:nvPr/>
          </p:nvSpPr>
          <p:spPr>
            <a:xfrm>
              <a:off x="433821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7" name="카드 제목"/>
            <p:cNvSpPr txBox="1"/>
            <p:nvPr/>
          </p:nvSpPr>
          <p:spPr>
            <a:xfrm>
              <a:off x="429249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8" name="구분선"/>
            <p:cNvCxnSpPr/>
            <p:nvPr/>
          </p:nvCxnSpPr>
          <p:spPr>
            <a:xfrm>
              <a:off x="4338218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9" name="카드 내용"/>
            <p:cNvSpPr txBox="1"/>
            <p:nvPr/>
          </p:nvSpPr>
          <p:spPr>
            <a:xfrm>
              <a:off x="4292498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20" name="카드 3"/>
          <p:cNvGrpSpPr/>
          <p:nvPr/>
        </p:nvGrpSpPr>
        <p:grpSpPr>
          <a:xfrm>
            <a:off x="7579156" y="1828800"/>
            <a:ext cx="3195218" cy="3566160"/>
            <a:chOff x="7579156" y="1828800"/>
            <a:chExt cx="3195218" cy="3566160"/>
          </a:xfrm>
        </p:grpSpPr>
        <p:sp>
          <p:nvSpPr>
            <p:cNvPr id="21" name="카드 바탕"/>
            <p:cNvSpPr/>
            <p:nvPr/>
          </p:nvSpPr>
          <p:spPr>
            <a:xfrm>
              <a:off x="7579156" y="1828800"/>
              <a:ext cx="319521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옆 선"/>
            <p:cNvSpPr/>
            <p:nvPr/>
          </p:nvSpPr>
          <p:spPr>
            <a:xfrm>
              <a:off x="7579156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번호 3"/>
            <p:cNvSpPr/>
            <p:nvPr/>
          </p:nvSpPr>
          <p:spPr>
            <a:xfrm>
              <a:off x="780775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4" name="카드 제목"/>
            <p:cNvSpPr txBox="1"/>
            <p:nvPr/>
          </p:nvSpPr>
          <p:spPr>
            <a:xfrm>
              <a:off x="776203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5" name="구분선"/>
            <p:cNvCxnSpPr/>
            <p:nvPr/>
          </p:nvCxnSpPr>
          <p:spPr>
            <a:xfrm>
              <a:off x="7807756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6" name="카드 내용"/>
            <p:cNvSpPr txBox="1"/>
            <p:nvPr/>
          </p:nvSpPr>
          <p:spPr>
            <a:xfrm>
              <a:off x="7762036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7" name="안내 문구"/>
          <p:cNvSpPr txBox="1"/>
          <p:nvPr/>
        </p:nvSpPr>
        <p:spPr>
          <a:xfrm>
            <a:off x="640080" y="5577840"/>
            <a:ext cx="10134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부모님 점검)">
  <a:themeElements>
    <a:clrScheme name="보험 보장 점검 발표자료(부모님 점검)">
      <a:dk1>
        <a:srgbClr val="374842"/>
      </a:dk1>
      <a:lt1>
        <a:srgbClr val="FCFDFC"/>
      </a:lt1>
      <a:dk2>
        <a:srgbClr val="17342A"/>
      </a:dk2>
      <a:lt2>
        <a:srgbClr val="F4F7F5"/>
      </a:lt2>
      <a:accent1>
        <a:srgbClr val="2F5D4A"/>
      </a:accent1>
      <a:accent2>
        <a:srgbClr val="A9BFB4"/>
      </a:accent2>
      <a:accent3>
        <a:srgbClr val="5A6C65"/>
      </a:accent3>
      <a:accent4>
        <a:srgbClr val="CDD8D3"/>
      </a:accent4>
      <a:accent5>
        <a:srgbClr val="B3B9A8"/>
      </a:accent5>
      <a:accent6>
        <a:srgbClr val="CBD8D1"/>
      </a:accent6>
      <a:hlink>
        <a:srgbClr val="17342A"/>
      </a:hlink>
      <a:folHlink>
        <a:srgbClr val="5A6C65"/>
      </a:folHlink>
    </a:clrScheme>
    <a:fontScheme name="보험 보장 점검 발표자료(부모님 점검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발표자료(부모님 점검)</dc:title>
  <dc:subject>보험 가입 내용 정리 양식 · 부모님 점검</dc:subject>
  <dc:creator>반딧불이의 곳간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