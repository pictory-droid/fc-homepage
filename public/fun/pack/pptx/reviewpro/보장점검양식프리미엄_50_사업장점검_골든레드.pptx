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F6541A58-018B-42F8-AD72-0A90CF5535B0}">
          <p14:sldIdLst>
            <p14:sldId id="256"/>
          </p14:sldIdLst>
        </p14:section>
        <p14:section name="본문" id="{64A77D99-9823-4E5F-8CAA-D85FDB3843B9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EB5A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D817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D7779DC7-000B-4528-A004-F8108DCB9080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EB5A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D817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FE1BD2B6-3D86-411A-AE05-371A29E3978E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18467E89-D61F-4FF4-A5A7-C4CAB5B65568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LUCKY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사업 계획 전에 점검합니다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사업장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2211E-6F5D-4749-B4F5-EEFED9CD3E50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5364327"/>
                <a:gridCol w="536432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상호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업종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직원 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확인할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3DA01-9218-4F8A-A621-7E0083C3B6E0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034B7-CAD3-4F81-BE46-B925C8237D94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3D2C4-EE90-4138-BC05-21C8A969E9F6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3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E7318-C5EA-4951-852C-C60AB938AECC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3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사업장 점검)">
  <a:themeElements>
    <a:clrScheme name="보험 보장 점검 발표자료(사업장 점검)">
      <a:dk1>
        <a:srgbClr val="FCF7EA"/>
      </a:dk1>
      <a:lt1>
        <a:srgbClr val="2F1119"/>
      </a:lt1>
      <a:dk2>
        <a:srgbClr val="F6E3B4"/>
      </a:dk2>
      <a:lt2>
        <a:srgbClr val="1E0B10"/>
      </a:lt2>
      <a:accent1>
        <a:srgbClr val="E2B659"/>
      </a:accent1>
      <a:accent2>
        <a:srgbClr val="C0283C"/>
      </a:accent2>
      <a:accent3>
        <a:srgbClr val="13070A"/>
      </a:accent3>
      <a:accent4>
        <a:srgbClr val="431924"/>
      </a:accent4>
      <a:accent5>
        <a:srgbClr val="EAC871"/>
      </a:accent5>
      <a:accent6>
        <a:srgbClr val="8F1F2F"/>
      </a:accent6>
      <a:hlink>
        <a:srgbClr val="F6E3B4"/>
      </a:hlink>
      <a:folHlink>
        <a:srgbClr val="13070A"/>
      </a:folHlink>
    </a:clrScheme>
    <a:fontScheme name="보험 보장 점검 발표자료(사업장 점검)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>보험 가입 내용 정리 양식 · 사업장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