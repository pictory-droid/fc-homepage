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911ECCC-3B3E-440B-8AF5-B9CDEEA256C6}">
          <p14:sldIdLst>
            <p14:sldId id="256"/>
          </p14:sldIdLst>
        </p14:section>
        <p14:section name="본문" id="{4EFDDCC2-4E2F-4B43-B23C-9B8052D9684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6AF6DFD-1A4D-48C0-83AB-E449B4CFFCA0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00E70CB-EC15-4676-B881-DC16E85F49A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8320D45-DF98-4A0E-B125-3FD83CF8FD9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사업 계획 전에 점검합니다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4F986-C750-459D-90E0-B00F74AC4A2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DAFD-10CA-42D3-BB16-92C84300355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93F-7EB6-4EA4-B2DB-68BDEFBEFA7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396B-1D28-41EE-9600-891D2C71D67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F8315-A130-437F-B069-ECF68841CAD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FCF7EA"/>
      </a:dk1>
      <a:lt1>
        <a:srgbClr val="2F1119"/>
      </a:lt1>
      <a:dk2>
        <a:srgbClr val="F6E3B4"/>
      </a:dk2>
      <a:lt2>
        <a:srgbClr val="1E0B10"/>
      </a:lt2>
      <a:accent1>
        <a:srgbClr val="E2B659"/>
      </a:accent1>
      <a:accent2>
        <a:srgbClr val="C0283C"/>
      </a:accent2>
      <a:accent3>
        <a:srgbClr val="13070A"/>
      </a:accent3>
      <a:accent4>
        <a:srgbClr val="431924"/>
      </a:accent4>
      <a:accent5>
        <a:srgbClr val="EAC871"/>
      </a:accent5>
      <a:accent6>
        <a:srgbClr val="8F1F2F"/>
      </a:accent6>
      <a:hlink>
        <a:srgbClr val="F6E3B4"/>
      </a:hlink>
      <a:folHlink>
        <a:srgbClr val="13070A"/>
      </a:folHlink>
    </a:clrScheme>
    <a:fontScheme name="보험 보장 점검 발표자료(사업장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