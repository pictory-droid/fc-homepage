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8BA49C4D-BADB-4C86-AACE-92E215140575}">
          <p14:sldIdLst>
            <p14:sldId id="256"/>
          </p14:sldIdLst>
        </p14:section>
        <p14:section name="본문" id="{CFD67448-1BEC-47FF-9424-7A7AE4EC420E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BF7ED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8B5A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4827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22B0801A-7ECF-462B-ADD5-420D951C8CDC}" type="slidenum">
              <a:rPr lang="en-US"/>
              <a:t>‹#›</a:t>
            </a:fld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BF7ED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8B5A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4827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26B8ECD2-229C-4C0E-AB22-6E8239113E87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B3C56D7E-B780-43B4-B099-02D08547365D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1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17" name="Diamond 1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0" name="Connector 1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1" name="Diamond 2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ONYX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직원 관련 가입 내역을 따로 모읍니다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사업장 점검 · 날짜 입력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94CE0-719B-44AF-995D-13EB83C74B02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5364327"/>
                <a:gridCol w="536432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내용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상호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업종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직원 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확인할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1F9326-BD34-4440-884D-7471119B94D0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654B0-F965-4EF7-978A-0FE676B73CA5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0881C-3207-49E3-9C35-03A8834388CA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3228746" cy="22128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안쪽 선"/>
            <p:cNvSpPr/>
            <p:nvPr/>
          </p:nvSpPr>
          <p:spPr>
            <a:xfrm>
              <a:off x="4481474" y="1911095"/>
              <a:ext cx="3228746" cy="22128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안쪽 선"/>
            <p:cNvSpPr/>
            <p:nvPr/>
          </p:nvSpPr>
          <p:spPr>
            <a:xfrm>
              <a:off x="8149132" y="1911095"/>
              <a:ext cx="3228746" cy="22128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6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A1F25-C0D8-400D-A63A-6DB59CD9F605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안쪽 선"/>
            <p:cNvSpPr/>
            <p:nvPr/>
          </p:nvSpPr>
          <p:spPr>
            <a:xfrm>
              <a:off x="4481474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안쪽 선"/>
            <p:cNvSpPr/>
            <p:nvPr/>
          </p:nvSpPr>
          <p:spPr>
            <a:xfrm>
              <a:off x="8149132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6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사업장 점검)">
  <a:themeElements>
    <a:clrScheme name="보험 보장 점검 발표자료(사업장 점검)">
      <a:dk1>
        <a:srgbClr val="FBF7ED"/>
      </a:dk1>
      <a:lt1>
        <a:srgbClr val="18181B"/>
      </a:lt1>
      <a:dk2>
        <a:srgbClr val="F0E3BD"/>
      </a:dk2>
      <a:lt2>
        <a:srgbClr val="0D0D0F"/>
      </a:lt2>
      <a:accent1>
        <a:srgbClr val="D4AF5A"/>
      </a:accent1>
      <a:accent2>
        <a:srgbClr val="8C8C92"/>
      </a:accent2>
      <a:accent3>
        <a:srgbClr val="080809"/>
      </a:accent3>
      <a:accent4>
        <a:srgbClr val="25252A"/>
      </a:accent4>
      <a:accent5>
        <a:srgbClr val="E0C070"/>
      </a:accent5>
      <a:accent6>
        <a:srgbClr val="66666B"/>
      </a:accent6>
      <a:hlink>
        <a:srgbClr val="F0E3BD"/>
      </a:hlink>
      <a:folHlink>
        <a:srgbClr val="080809"/>
      </a:folHlink>
    </a:clrScheme>
    <a:fontScheme name="보험 보장 점검 발표자료(사업장 점검)">
      <a:majorFont>
        <a:latin typeface="Bodoni MT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발표자료(사업장 점검)</dc:title>
  <dc:subject>보험 가입 내용 정리 양식 · 사업장 점검</dc:subject>
  <dc:creator>반딧불이의 곳간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