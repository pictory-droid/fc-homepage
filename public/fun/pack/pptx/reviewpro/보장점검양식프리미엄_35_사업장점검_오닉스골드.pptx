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33EDDF4-FA85-4DA5-9847-3C79E0318323}">
          <p14:sldIdLst>
            <p14:sldId id="256"/>
          </p14:sldIdLst>
        </p14:section>
        <p14:section name="본문" id="{533DEDE1-751C-4464-B467-DF99D6ECA446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BF7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AFFBDB9-FF21-4E29-B3EC-F257EEA4C945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BF7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641B88E-FCE5-41FC-8F30-B5084505985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29B66A5-7512-461D-8C53-C7C67E66159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직원 관련 가입 내역을 따로 모읍니다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9A4A-F7B1-4887-8A41-2D57F8AA333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58E9-D17C-429F-9189-58CA6C652D8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03B96-134F-4312-8B19-E05D201CBBA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F556-157B-4BE7-A862-52C092FD4D1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2A0A-DEFB-4EF0-A098-B2D617D77EA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FBF7ED"/>
      </a:dk1>
      <a:lt1>
        <a:srgbClr val="18181B"/>
      </a:lt1>
      <a:dk2>
        <a:srgbClr val="F0E3BD"/>
      </a:dk2>
      <a:lt2>
        <a:srgbClr val="0D0D0F"/>
      </a:lt2>
      <a:accent1>
        <a:srgbClr val="D4AF5A"/>
      </a:accent1>
      <a:accent2>
        <a:srgbClr val="8C8C92"/>
      </a:accent2>
      <a:accent3>
        <a:srgbClr val="080809"/>
      </a:accent3>
      <a:accent4>
        <a:srgbClr val="25252A"/>
      </a:accent4>
      <a:accent5>
        <a:srgbClr val="E0C070"/>
      </a:accent5>
      <a:accent6>
        <a:srgbClr val="66666B"/>
      </a:accent6>
      <a:hlink>
        <a:srgbClr val="F0E3BD"/>
      </a:hlink>
      <a:folHlink>
        <a:srgbClr val="080809"/>
      </a:folHlink>
    </a:clrScheme>
    <a:fontScheme name="보험 보장 점검 발표자료(사업장 점검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