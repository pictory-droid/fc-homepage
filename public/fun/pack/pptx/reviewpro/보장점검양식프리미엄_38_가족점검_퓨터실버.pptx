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EF682EA-B6A2-4445-8A03-56E7209AF899}">
          <p14:sldIdLst>
            <p14:sldId id="256"/>
          </p14:sldIdLst>
        </p14:section>
        <p14:section name="본문" id="{8C232232-E321-48CB-B950-72B7145E2B04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CFD0D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3A5A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857762" y="777240"/>
            <a:ext cx="5303520" cy="530352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7842" y="1417319"/>
            <a:ext cx="4023360" cy="402336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202" y="2011680"/>
            <a:ext cx="2834640" cy="283464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40842" y="2560320"/>
            <a:ext cx="1737360" cy="173736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행성"/>
          <p:cNvSpPr/>
          <p:nvPr/>
        </p:nvSpPr>
        <p:spPr>
          <a:xfrm>
            <a:off x="9179423" y="3098901"/>
            <a:ext cx="660196" cy="660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1"/>
          <p:cNvSpPr/>
          <p:nvPr/>
        </p:nvSpPr>
        <p:spPr>
          <a:xfrm>
            <a:off x="11122600" y="1306193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2"/>
          <p:cNvSpPr/>
          <p:nvPr/>
        </p:nvSpPr>
        <p:spPr>
          <a:xfrm>
            <a:off x="7555153" y="2676956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위성 3"/>
          <p:cNvSpPr/>
          <p:nvPr/>
        </p:nvSpPr>
        <p:spPr>
          <a:xfrm>
            <a:off x="9893690" y="4660261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위성 4"/>
          <p:cNvSpPr/>
          <p:nvPr/>
        </p:nvSpPr>
        <p:spPr>
          <a:xfrm>
            <a:off x="10120105" y="2815759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6459998" y="1970532"/>
            <a:ext cx="6099048" cy="291693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287C39CA-58A6-4714-95A5-FD562006CCAB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857762" y="777240"/>
            <a:ext cx="5303520" cy="530352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7842" y="1417319"/>
            <a:ext cx="4023360" cy="402336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202" y="2011680"/>
            <a:ext cx="2834640" cy="283464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40842" y="2560320"/>
            <a:ext cx="1737360" cy="173736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행성"/>
          <p:cNvSpPr/>
          <p:nvPr/>
        </p:nvSpPr>
        <p:spPr>
          <a:xfrm>
            <a:off x="9179423" y="3098901"/>
            <a:ext cx="660196" cy="660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1"/>
          <p:cNvSpPr/>
          <p:nvPr/>
        </p:nvSpPr>
        <p:spPr>
          <a:xfrm>
            <a:off x="11122600" y="1306193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2"/>
          <p:cNvSpPr/>
          <p:nvPr/>
        </p:nvSpPr>
        <p:spPr>
          <a:xfrm>
            <a:off x="7555153" y="2676956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위성 3"/>
          <p:cNvSpPr/>
          <p:nvPr/>
        </p:nvSpPr>
        <p:spPr>
          <a:xfrm>
            <a:off x="9893690" y="4660261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위성 4"/>
          <p:cNvSpPr/>
          <p:nvPr/>
        </p:nvSpPr>
        <p:spPr>
          <a:xfrm>
            <a:off x="10120105" y="2815759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6459998" y="1970532"/>
            <a:ext cx="6099048" cy="2916936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27A82718-F574-436A-8C41-27EC7438E5D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6D85C5E7-635F-47B9-98FA-654B21619646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grpSp>
        <p:nvGrpSpPr>
          <p:cNvPr id="3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7" name="Diamond 3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39" name="Connector 3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40" name="Connector 3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1" name="Diamond 4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PEWTER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가족이 모였을 때 같이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E4B3-C9AE-44F0-B3F4-7B1509EAE92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66F39-1309-4024-9B36-1FC9803831B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FB7D-792A-4912-BB5C-21E23A2AAFE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5E401-4743-4785-B1BC-4558C117E47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1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4481474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1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49132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1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C3FB-3E24-429D-ADFE-682492B9F61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1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4481474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1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49132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1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24292E"/>
      </a:dk1>
      <a:lt1>
        <a:srgbClr val="FCFCFB"/>
      </a:lt1>
      <a:dk2>
        <a:srgbClr val="272E36"/>
      </a:dk2>
      <a:lt2>
        <a:srgbClr val="F3F3F2"/>
      </a:lt2>
      <a:accent1>
        <a:srgbClr val="6F7A86"/>
      </a:accent1>
      <a:accent2>
        <a:srgbClr val="A9B2BC"/>
      </a:accent2>
      <a:accent3>
        <a:srgbClr val="24292E"/>
      </a:accent3>
      <a:accent4>
        <a:srgbClr val="D9DBDC"/>
      </a:accent4>
      <a:accent5>
        <a:srgbClr val="B5BCC4"/>
      </a:accent5>
      <a:accent6>
        <a:srgbClr val="CACFD4"/>
      </a:accent6>
      <a:hlink>
        <a:srgbClr val="272E36"/>
      </a:hlink>
      <a:folHlink>
        <a:srgbClr val="24292E"/>
      </a:folHlink>
    </a:clrScheme>
    <a:fontScheme name="보험 보장 점검 발표자료(가족 점검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