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E90F429-DD37-4698-BD67-70BB935BF2C5}">
          <p14:sldIdLst>
            <p14:sldId id="256"/>
          </p14:sldIdLst>
        </p14:section>
        <p14:section name="본문" id="{9091131C-E2F2-4322-81A6-B69A720F694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283CC0C-AEBB-47DB-B572-E03E9EF0EAF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9D1CC845-8209-45C5-B3BD-96D140AEEFA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FED0F23-788A-43AB-8E7C-EB3CC3A5754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lus 5"/>
            <p:cNvSpPr/>
            <p:nvPr/>
          </p:nvSpPr>
          <p:spPr>
            <a:xfrm>
              <a:off x="5821527" y="5212080"/>
              <a:ext cx="548640" cy="548640"/>
            </a:xfrm>
            <a:prstGeom prst="mathPlus">
              <a:avLst>
                <a:gd name="adj1" fmla="val 24000"/>
              </a:avLst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봄맞이 정리하듯 서류부터 모읍니다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655149-E8FB-4C29-A043-2F84216E1A7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21DAF-3D13-4DF2-91E9-639C9799A9D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5EAED-A11B-49E7-BF1D-5E7BDA0B38C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1C02E0-2DA7-410C-B757-654F5832D5C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2A76B-53D0-4B72-8D94-9BA72EA6DEA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593A64"/>
      </a:dk2>
      <a:lt2>
        <a:srgbClr val="F0E4F9"/>
      </a:lt2>
      <a:accent1>
        <a:srgbClr val="AE73D8"/>
      </a:accent1>
      <a:accent2>
        <a:srgbClr val="C57CBF"/>
      </a:accent2>
      <a:accent3>
        <a:srgbClr val="402C4E"/>
      </a:accent3>
      <a:accent4>
        <a:srgbClr val="E2C7F4"/>
      </a:accent4>
      <a:accent5>
        <a:srgbClr val="E0A3BB"/>
      </a:accent5>
      <a:accent6>
        <a:srgbClr val="BCC8E6"/>
      </a:accent6>
      <a:hlink>
        <a:srgbClr val="593A64"/>
      </a:hlink>
      <a:folHlink>
        <a:srgbClr val="402C4E"/>
      </a:folHlink>
    </a:clrScheme>
    <a:fontScheme name="보험 보장 점검 발표자료(본인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