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98D62DF-1AAA-41E8-95BD-DD66159FC1B7}">
          <p14:sldIdLst>
            <p14:sldId id="256"/>
          </p14:sldIdLst>
        </p14:section>
        <p14:section name="본문" id="{CEB5C0B1-B9E0-486D-A4E3-C443691B62B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7C592A8-5A50-47BA-BD9E-8A555C7341FD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03504" y="6240780"/>
            <a:ext cx="256031" cy="320040"/>
            <a:chOff x="603504" y="6240780"/>
            <a:chExt cx="256031" cy="320040"/>
          </a:xfrm>
        </p:grpSpPr>
        <p:sp>
          <p:nvSpPr>
            <p:cNvPr id="4" name="Diamond 3"/>
            <p:cNvSpPr/>
            <p:nvPr/>
          </p:nvSpPr>
          <p:spPr>
            <a:xfrm>
              <a:off x="603504" y="6240780"/>
              <a:ext cx="256031" cy="3200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32159" y="6240780"/>
            <a:ext cx="256031" cy="320040"/>
            <a:chOff x="11332159" y="6240780"/>
            <a:chExt cx="256031" cy="320040"/>
          </a:xfrm>
        </p:grpSpPr>
        <p:sp>
          <p:nvSpPr>
            <p:cNvPr id="6" name="Diamond 5"/>
            <p:cNvSpPr/>
            <p:nvPr/>
          </p:nvSpPr>
          <p:spPr>
            <a:xfrm>
              <a:off x="11332159" y="6240780"/>
              <a:ext cx="256031" cy="3200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9753356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-487667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E593541-ADBF-4103-AF13-938C27F5406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03504" y="6240780"/>
            <a:ext cx="256031" cy="320040"/>
            <a:chOff x="603504" y="6240780"/>
            <a:chExt cx="256031" cy="320040"/>
          </a:xfrm>
        </p:grpSpPr>
        <p:sp>
          <p:nvSpPr>
            <p:cNvPr id="4" name="Diamond 3"/>
            <p:cNvSpPr/>
            <p:nvPr/>
          </p:nvSpPr>
          <p:spPr>
            <a:xfrm>
              <a:off x="603504" y="6240780"/>
              <a:ext cx="256031" cy="3200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32159" y="6240780"/>
            <a:ext cx="256031" cy="320040"/>
            <a:chOff x="11332159" y="6240780"/>
            <a:chExt cx="256031" cy="320040"/>
          </a:xfrm>
        </p:grpSpPr>
        <p:sp>
          <p:nvSpPr>
            <p:cNvPr id="6" name="Diamond 5"/>
            <p:cNvSpPr/>
            <p:nvPr/>
          </p:nvSpPr>
          <p:spPr>
            <a:xfrm>
              <a:off x="11332159" y="6240780"/>
              <a:ext cx="256031" cy="3200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3053B3B-7C5C-4B3B-8022-58F45D51CC4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사업 계획 전에 점검합니다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28F6F-BF14-43AF-BAC8-FE1704BA89F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DF21-C7D4-4DE8-B4F3-8637E28726C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D17DB-ECAA-46BD-ACB9-B646C697F88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3E2E-B739-4967-9576-CC77DC6197D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BF78C-EBD5-45B4-AF49-2A2E6EA9867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64523A"/>
      </a:dk2>
      <a:lt2>
        <a:srgbClr val="F7F0EB"/>
      </a:lt2>
      <a:accent1>
        <a:srgbClr val="CCA489"/>
      </a:accent1>
      <a:accent2>
        <a:srgbClr val="BDB88F"/>
      </a:accent2>
      <a:accent3>
        <a:srgbClr val="4E3A2C"/>
      </a:accent3>
      <a:accent4>
        <a:srgbClr val="EEDBCE"/>
      </a:accent4>
      <a:accent5>
        <a:srgbClr val="C6E0A3"/>
      </a:accent5>
      <a:accent6>
        <a:srgbClr val="E6BCD0"/>
      </a:accent6>
      <a:hlink>
        <a:srgbClr val="64523A"/>
      </a:hlink>
      <a:folHlink>
        <a:srgbClr val="4E3A2C"/>
      </a:folHlink>
    </a:clrScheme>
    <a:fontScheme name="보험 보장 점검 발표자료(사업장 점검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