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D5D3CE6-EFDD-4DF0-BD7E-EBEB199D8991}">
          <p14:sldIdLst>
            <p14:sldId id="256"/>
          </p14:sldIdLst>
        </p14:section>
        <p14:section name="본문" id="{81237726-D430-4BBA-A0E5-173D6885FE54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6857817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561045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E4A027D-7EAF-46A6-A733-E504EAAF08EE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Block Arc 3"/>
            <p:cNvSpPr/>
            <p:nvPr/>
          </p:nvSpPr>
          <p:spPr>
            <a:xfrm>
              <a:off x="571500" y="6240780"/>
              <a:ext cx="320040" cy="3200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Block Arc 5"/>
            <p:cNvSpPr/>
            <p:nvPr/>
          </p:nvSpPr>
          <p:spPr>
            <a:xfrm>
              <a:off x="11300155" y="6240780"/>
              <a:ext cx="320040" cy="3200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6857817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561045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CD0E81E-0628-4A07-9B76-115F9034E03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Block Arc 3"/>
            <p:cNvSpPr/>
            <p:nvPr/>
          </p:nvSpPr>
          <p:spPr>
            <a:xfrm>
              <a:off x="571500" y="6240780"/>
              <a:ext cx="320040" cy="3200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Block Arc 5"/>
            <p:cNvSpPr/>
            <p:nvPr/>
          </p:nvSpPr>
          <p:spPr>
            <a:xfrm>
              <a:off x="11300155" y="6240780"/>
              <a:ext cx="320040" cy="3200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06F0125-26E9-4F16-8BDB-8338166C68FB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Block Arc 5"/>
            <p:cNvSpPr/>
            <p:nvPr/>
          </p:nvSpPr>
          <p:spPr>
            <a:xfrm>
              <a:off x="5821527" y="5212080"/>
              <a:ext cx="548640" cy="5486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INSURANCE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증권철을 꺼내 놓고 하나씩 확인합니다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본인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5C10C-2727-46C9-8406-BB7F0C4776E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가족 구성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EAF7-BAA5-4FDE-B2C0-AB506B87532E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FCECD3-69B9-48FE-8F25-51C0653A9E9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F2442-9695-4BE8-A06D-BA46F2121AE4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CBDB2-4833-40FA-9FB0-5F22A6E612E6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본인 점검)">
  <a:themeElements>
    <a:clrScheme name="보험 보장 점검 발표자료(본인 점검)">
      <a:dk1>
        <a:srgbClr val="2B2724"/>
      </a:dk1>
      <a:lt1>
        <a:srgbClr val="FFFFFF"/>
      </a:lt1>
      <a:dk2>
        <a:srgbClr val="453A64"/>
      </a:dk2>
      <a:lt2>
        <a:srgbClr val="E4F0F9"/>
      </a:lt2>
      <a:accent1>
        <a:srgbClr val="73AED8"/>
      </a:accent1>
      <a:accent2>
        <a:srgbClr val="C57C82"/>
      </a:accent2>
      <a:accent3>
        <a:srgbClr val="2C404E"/>
      </a:accent3>
      <a:accent4>
        <a:srgbClr val="C7E2F4"/>
      </a:accent4>
      <a:accent5>
        <a:srgbClr val="BFA3E0"/>
      </a:accent5>
      <a:accent6>
        <a:srgbClr val="BCE6D3"/>
      </a:accent6>
      <a:hlink>
        <a:srgbClr val="453A64"/>
      </a:hlink>
      <a:folHlink>
        <a:srgbClr val="2C404E"/>
      </a:folHlink>
    </a:clrScheme>
    <a:fontScheme name="보험 보장 점검 발표자료(본인 점검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>보험 가입 내용 정리 양식 · 본인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