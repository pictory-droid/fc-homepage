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770F1B6-2FB5-4070-B24C-74D954570B08}">
          <p14:sldIdLst>
            <p14:sldId id="256"/>
          </p14:sldIdLst>
        </p14:section>
        <p14:section name="본문" id="{27D349FE-6571-4C23-AE84-0D755FFFE52F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DA10D54B-DE3B-4384-A8D0-93315D75586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F22C35D-811F-4268-9422-FB92F1B74C6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A3514B3-3746-410B-A7BE-F096CB5E743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7" name="Diamond 6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겨울 저녁에 따뜻한 차 놓고 정리합니다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986DC-A666-46C0-AECC-F7622C84E796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DB2D4-BF79-4AB3-B029-85D98CBD1861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683-1C24-40A9-BAE5-3F2594CBB886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5A070-B952-43A8-AC6C-62C0878F102C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1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036E7-EE46-4CE1-81B1-10DC556F0292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1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split orient="horz" dir="ou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2B2724"/>
      </a:dk1>
      <a:lt1>
        <a:srgbClr val="FFFFFF"/>
      </a:lt1>
      <a:dk2>
        <a:srgbClr val="60643A"/>
      </a:dk2>
      <a:lt2>
        <a:srgbClr val="F7EBEC"/>
      </a:lt2>
      <a:accent1>
        <a:srgbClr val="CC898F"/>
      </a:accent1>
      <a:accent2>
        <a:srgbClr val="8FAABD"/>
      </a:accent2>
      <a:accent3>
        <a:srgbClr val="4E2C2F"/>
      </a:accent3>
      <a:accent4>
        <a:srgbClr val="EECED1"/>
      </a:accent4>
      <a:accent5>
        <a:srgbClr val="E0DDA3"/>
      </a:accent5>
      <a:accent6>
        <a:srgbClr val="E6BCE4"/>
      </a:accent6>
      <a:hlink>
        <a:srgbClr val="60643A"/>
      </a:hlink>
      <a:folHlink>
        <a:srgbClr val="4E2C2F"/>
      </a:folHlink>
    </a:clrScheme>
    <a:fontScheme name="보험 보장 점검 발표자료(부부 점검)">
      <a:majorFont>
        <a:latin typeface="Palatino Linotyp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