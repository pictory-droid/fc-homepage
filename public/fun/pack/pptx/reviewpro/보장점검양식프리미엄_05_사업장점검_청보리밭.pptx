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4D92FACD-D5AF-46B9-A855-7C5FAD0753E5}">
          <p14:sldIdLst>
            <p14:sldId id="256"/>
          </p14:sldIdLst>
        </p14:section>
        <p14:section name="본문" id="{BE4CC34B-EE06-4D43-9134-D86E17EFF24B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star12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BF9C21E2-0816-4EA2-A748-F2525D493932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10500055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45720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3367963" y="891539"/>
            <a:ext cx="545576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3367963" y="1275587"/>
            <a:ext cx="545576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3367963" y="2948939"/>
            <a:ext cx="5455767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743145" y="5554980"/>
            <a:ext cx="6705404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편지지"/>
          <p:cNvSpPr/>
          <p:nvPr/>
        </p:nvSpPr>
        <p:spPr>
          <a:xfrm>
            <a:off x="3047923" y="617219"/>
            <a:ext cx="6095847" cy="493775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봉투 앞면"/>
          <p:cNvSpPr/>
          <p:nvPr/>
        </p:nvSpPr>
        <p:spPr>
          <a:xfrm>
            <a:off x="2194505" y="3291839"/>
            <a:ext cx="7802685" cy="3291840"/>
          </a:xfrm>
          <a:custGeom>
            <a:avLst/>
            <a:gdLst/>
            <a:ahLst/>
            <a:cxnLst/>
            <a:rect l="l" t="t" r="r" b="b"/>
            <a:pathLst>
              <a:path w="7802685" h="3291840">
                <a:moveTo>
                  <a:pt x="0" y="0"/>
                </a:moveTo>
                <a:lnTo>
                  <a:pt x="3901342" y="1508761"/>
                </a:lnTo>
                <a:lnTo>
                  <a:pt x="7802685" y="0"/>
                </a:lnTo>
                <a:lnTo>
                  <a:pt x="7802685" y="3291840"/>
                </a:lnTo>
                <a:lnTo>
                  <a:pt x="0" y="329184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194505" y="3291839"/>
            <a:ext cx="3901342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6095847" y="3291839"/>
            <a:ext cx="3901343" cy="1508761"/>
          </a:xfrm>
          <a:prstGeom prst="line">
            <a:avLst/>
          </a:prstGeom>
          <a:ln w="19050" cap="rnd">
            <a:solidFill>
              <a:schemeClr val="bg1"/>
            </a:solidFill>
          </a:ln>
        </p:spPr>
      </p:cxnSp>
      <p:sp>
        <p:nvSpPr>
          <p:cNvPr id="6" name="봉인"/>
          <p:cNvSpPr/>
          <p:nvPr/>
        </p:nvSpPr>
        <p:spPr>
          <a:xfrm>
            <a:off x="5684367" y="4389120"/>
            <a:ext cx="822959" cy="822959"/>
          </a:xfrm>
          <a:prstGeom prst="star12">
            <a:avLst/>
          </a:prstGeom>
          <a:solidFill>
            <a:schemeClr val="accent2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7" name="봉인 하트"/>
          <p:cNvSpPr/>
          <p:nvPr/>
        </p:nvSpPr>
        <p:spPr>
          <a:xfrm>
            <a:off x="5944971" y="4663440"/>
            <a:ext cx="301751" cy="274320"/>
          </a:xfrm>
          <a:prstGeom prst="hear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21A4C984-67CC-4818-95AD-C567E6CF69FF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10500055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457200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B926F99-A5F7-4320-9C32-8F0CC07675FF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Pie 5"/>
            <p:cNvSpPr/>
            <p:nvPr/>
          </p:nvSpPr>
          <p:spPr>
            <a:xfrm>
              <a:off x="5821527" y="5212080"/>
              <a:ext cx="548640" cy="548640"/>
            </a:xfrm>
            <a:prstGeom prst="pi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사업장 보험을 한 곳에 모아 정리합니다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사업장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86B71-425E-48DD-8F98-4215AABBCC0D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상호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업종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직원 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9514C-27E9-43E4-BD62-3C11941B23E8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6B33D8-A5FA-47F9-96D3-8413B2FC534E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C1CC6-0341-4293-9A67-90F5B31A578E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21579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4399178" y="1938528"/>
              <a:ext cx="64008" cy="21579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8066836" y="1938528"/>
              <a:ext cx="64008" cy="21579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3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DC998-BCEC-44A0-A09A-9A95AE881B46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4399178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8066836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3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사업장 점검)">
  <a:themeElements>
    <a:clrScheme name="보험 보장 점검 발표자료(사업장 점검)">
      <a:dk1>
        <a:srgbClr val="2B2724"/>
      </a:dk1>
      <a:lt1>
        <a:srgbClr val="FFFFFF"/>
      </a:lt1>
      <a:dk2>
        <a:srgbClr val="55643A"/>
      </a:dk2>
      <a:lt2>
        <a:srgbClr val="EDF9E4"/>
      </a:lt2>
      <a:accent1>
        <a:srgbClr val="9DD873"/>
      </a:accent1>
      <a:accent2>
        <a:srgbClr val="C5BF7C"/>
      </a:accent2>
      <a:accent3>
        <a:srgbClr val="3A4E2C"/>
      </a:accent3>
      <a:accent4>
        <a:srgbClr val="DAF4C7"/>
      </a:accent4>
      <a:accent5>
        <a:srgbClr val="A3E0C9"/>
      </a:accent5>
      <a:accent6>
        <a:srgbClr val="E6DABC"/>
      </a:accent6>
      <a:hlink>
        <a:srgbClr val="55643A"/>
      </a:hlink>
      <a:folHlink>
        <a:srgbClr val="3A4E2C"/>
      </a:folHlink>
    </a:clrScheme>
    <a:fontScheme name="보험 보장 점검 발표자료(사업장 점검)">
      <a:majorFont>
        <a:latin typeface="Georg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>보험 가입 내용 정리 양식 · 사업장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