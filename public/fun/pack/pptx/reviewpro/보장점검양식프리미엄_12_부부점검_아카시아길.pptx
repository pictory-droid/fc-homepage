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D93408E-6FCF-4052-8CD9-BF9AB829E639}">
          <p14:sldIdLst>
            <p14:sldId id="256"/>
          </p14:sldIdLst>
        </p14:section>
        <p14:section name="본문" id="{58E6D8E3-2617-4A5C-8412-3D082CBF6367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362931" y="731519"/>
            <a:ext cx="731520" cy="731520"/>
            <a:chOff x="10362931" y="731519"/>
            <a:chExt cx="731520" cy="731520"/>
          </a:xfrm>
        </p:grpSpPr>
        <p:sp>
          <p:nvSpPr>
            <p:cNvPr id="6" name="Donut 5"/>
            <p:cNvSpPr/>
            <p:nvPr/>
          </p:nvSpPr>
          <p:spPr>
            <a:xfrm>
              <a:off x="10362931" y="731519"/>
              <a:ext cx="731520" cy="731520"/>
            </a:xfrm>
            <a:prstGeom prst="donut">
              <a:avLst>
                <a:gd name="adj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1BDC2C7-C190-4F70-A399-8380FF552F61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Donut 3"/>
            <p:cNvSpPr/>
            <p:nvPr/>
          </p:nvSpPr>
          <p:spPr>
            <a:xfrm>
              <a:off x="571500" y="6240780"/>
              <a:ext cx="320040" cy="320040"/>
            </a:xfrm>
            <a:prstGeom prst="donut">
              <a:avLst>
                <a:gd name="adj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Donut 5"/>
            <p:cNvSpPr/>
            <p:nvPr/>
          </p:nvSpPr>
          <p:spPr>
            <a:xfrm>
              <a:off x="11300155" y="6240780"/>
              <a:ext cx="320040" cy="320040"/>
            </a:xfrm>
            <a:prstGeom prst="donut">
              <a:avLst>
                <a:gd name="adj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362931" y="731519"/>
            <a:ext cx="731520" cy="731520"/>
            <a:chOff x="10362931" y="731519"/>
            <a:chExt cx="731520" cy="731520"/>
          </a:xfrm>
        </p:grpSpPr>
        <p:sp>
          <p:nvSpPr>
            <p:cNvPr id="6" name="Donut 5"/>
            <p:cNvSpPr/>
            <p:nvPr/>
          </p:nvSpPr>
          <p:spPr>
            <a:xfrm>
              <a:off x="10362931" y="731519"/>
              <a:ext cx="731520" cy="731520"/>
            </a:xfrm>
            <a:prstGeom prst="donut">
              <a:avLst>
                <a:gd name="adj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BA15496-70C2-44F2-B044-73A768C7B589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Donut 3"/>
            <p:cNvSpPr/>
            <p:nvPr/>
          </p:nvSpPr>
          <p:spPr>
            <a:xfrm>
              <a:off x="571500" y="6240780"/>
              <a:ext cx="320040" cy="320040"/>
            </a:xfrm>
            <a:prstGeom prst="donut">
              <a:avLst>
                <a:gd name="adj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Donut 5"/>
            <p:cNvSpPr/>
            <p:nvPr/>
          </p:nvSpPr>
          <p:spPr>
            <a:xfrm>
              <a:off x="11300155" y="6240780"/>
              <a:ext cx="320040" cy="320040"/>
            </a:xfrm>
            <a:prstGeom prst="donut">
              <a:avLst>
                <a:gd name="adj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73944D0-4235-42BA-B8E0-13D47240CF91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Donut 5"/>
            <p:cNvSpPr/>
            <p:nvPr/>
          </p:nvSpPr>
          <p:spPr>
            <a:xfrm>
              <a:off x="5821527" y="5212080"/>
              <a:ext cx="548640" cy="548640"/>
            </a:xfrm>
            <a:prstGeom prst="donut">
              <a:avLst>
                <a:gd name="adj" fmla="val 2200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각자 증권을 가져와 식탁에 펼칩니다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부부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E349B-C367-4A3A-9A81-24B1D68D69D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남편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C0CC-FE93-4CE4-85D2-4F021668495A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68E3C-0417-4727-A12D-8A2CD146104E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CE1AA-9D6A-4262-AD08-A3C6E803F403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0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99B2-8823-44A2-94CD-BD682BED51A6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0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부 점검)">
  <a:themeElements>
    <a:clrScheme name="보험 보장 점검 발표자료(부부 점검)">
      <a:dk1>
        <a:srgbClr val="2B2724"/>
      </a:dk1>
      <a:lt1>
        <a:srgbClr val="FFFFFF"/>
      </a:lt1>
      <a:dk2>
        <a:srgbClr val="3A6448"/>
      </a:dk2>
      <a:lt2>
        <a:srgbClr val="F2F9E4"/>
      </a:lt2>
      <a:accent1>
        <a:srgbClr val="B7D873"/>
      </a:accent1>
      <a:accent2>
        <a:srgbClr val="957CC5"/>
      </a:accent2>
      <a:accent3>
        <a:srgbClr val="434E2C"/>
      </a:accent3>
      <a:accent4>
        <a:srgbClr val="E5F4C7"/>
      </a:accent4>
      <a:accent5>
        <a:srgbClr val="A3E0BA"/>
      </a:accent5>
      <a:accent6>
        <a:srgbClr val="E6D0BC"/>
      </a:accent6>
      <a:hlink>
        <a:srgbClr val="3A6448"/>
      </a:hlink>
      <a:folHlink>
        <a:srgbClr val="434E2C"/>
      </a:folHlink>
    </a:clrScheme>
    <a:fontScheme name="보험 보장 점검 발표자료(부부 점검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>보험 가입 내용 정리 양식 · 부부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