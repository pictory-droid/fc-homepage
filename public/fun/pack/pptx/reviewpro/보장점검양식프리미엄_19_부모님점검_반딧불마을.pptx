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C83E006-897A-49EA-9A3C-AAC20945EDA3}">
          <p14:sldIdLst>
            <p14:sldId id="256"/>
          </p14:sldIdLst>
        </p14:section>
        <p14:section name="본문" id="{E5395B10-715D-426B-B708-64541260C53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7436924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DAB2FA0-C071-459E-A660-ED5A6D979235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lus 4"/>
            <p:cNvSpPr/>
            <p:nvPr/>
          </p:nvSpPr>
          <p:spPr>
            <a:xfrm>
              <a:off x="548640" y="6172200"/>
              <a:ext cx="365760" cy="36576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7436924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0A35A40-ECFD-4456-9D1E-AB50AB88883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lus 4"/>
            <p:cNvSpPr/>
            <p:nvPr/>
          </p:nvSpPr>
          <p:spPr>
            <a:xfrm>
              <a:off x="548640" y="6172200"/>
              <a:ext cx="365760" cy="36576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1A13488-C4C8-4A7B-8176-91926B345F9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반딧불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연세와 건강 상태를 메모해 둡니다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BD12-24E9-4329-A5A2-2E0EAB77FD7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CBB1-1A9D-486B-969C-F4797A948FB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BF21-1F62-41DB-818A-FBB32D9DF2E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85E83-7852-4BDF-BEEF-43C497298E6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8CE75-E872-44B7-ACC6-07341EA893A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3A644D"/>
      </a:dk2>
      <a:lt2>
        <a:srgbClr val="DEF9F0"/>
      </a:lt2>
      <a:accent1>
        <a:srgbClr val="7EE2C1"/>
      </a:accent1>
      <a:accent2>
        <a:srgbClr val="86CF86"/>
      </a:accent2>
      <a:accent3>
        <a:srgbClr val="2C4E43"/>
      </a:accent3>
      <a:accent4>
        <a:srgbClr val="C5F7E6"/>
      </a:accent4>
      <a:accent5>
        <a:srgbClr val="A3B6E0"/>
      </a:accent5>
      <a:accent6>
        <a:srgbClr val="C5E6BC"/>
      </a:accent6>
      <a:hlink>
        <a:srgbClr val="3A644D"/>
      </a:hlink>
      <a:folHlink>
        <a:srgbClr val="2C4E43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