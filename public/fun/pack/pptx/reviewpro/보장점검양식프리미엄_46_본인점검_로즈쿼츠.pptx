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BCF7F71-D5FC-4C1D-B553-DBCA931C7967}">
          <p14:sldIdLst>
            <p14:sldId id="256"/>
          </p14:sldIdLst>
        </p14:section>
        <p14:section name="본문" id="{149168AD-2C9C-411A-96B5-C9C18FD5E4C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B8DE6BDF-E5E4-4B41-A5F5-89F37D475E36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1544E92A-7BB9-4E42-A9CA-5A5CDD06DDB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930CD92E-8BAB-48A5-AFE6-2D75996ED5A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이름과 증권 번호를 한 줄씩 옮겨 적습니다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3E4BE-D92C-414A-8AC4-E55E8856401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FA3F7A-039A-4042-A92C-A7426ADDEEE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933603-727A-4656-832A-79F0C771A82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B861AF-945A-48BE-8F2F-4BC4265D192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39917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806683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9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4BB86-F325-4940-9B4A-842BFC8F33E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9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보험 보장 점검 발표자료(본인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