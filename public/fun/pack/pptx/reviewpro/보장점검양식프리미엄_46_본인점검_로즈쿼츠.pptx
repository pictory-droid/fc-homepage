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8307BC5-808E-44E1-985B-7A49C67AB1B4}">
          <p14:sldIdLst>
            <p14:sldId id="256"/>
          </p14:sldIdLst>
        </p14:section>
        <p14:section name="본문" id="{505FCB98-0B74-461C-B92D-172E9A75FE5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2DB01ED2-BE3C-4EDD-BA64-CBFCAC3CF822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9D4D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7ACB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EA023360-4768-440E-A5B2-7FDCB58FC93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E21C1330-41CE-4283-B83F-587204B5A3A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이름과 증권 번호를 한 줄씩 옮겨 적습니다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C9BE5-5545-439C-9D43-4241A13DC98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BEE82-61F3-4E69-92D3-A4B9AC3DE53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BD3B-9CED-4D8D-AE8C-EEEF780F212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89B99-C943-45C1-B4A2-5D7B2DB5AD5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399178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옆 선"/>
            <p:cNvSpPr/>
            <p:nvPr/>
          </p:nvSpPr>
          <p:spPr>
            <a:xfrm>
              <a:off x="8066836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9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6BA-BD7B-4F93-A2BD-1DD8CE60EBB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9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48373D"/>
      </a:dk1>
      <a:lt1>
        <a:srgbClr val="FEFCFC"/>
      </a:lt1>
      <a:dk2>
        <a:srgbClr val="5A3341"/>
      </a:dk2>
      <a:lt2>
        <a:srgbClr val="FBF3F4"/>
      </a:lt2>
      <a:accent1>
        <a:srgbClr val="D59AA9"/>
      </a:accent1>
      <a:accent2>
        <a:srgbClr val="A9A3C4"/>
      </a:accent2>
      <a:accent3>
        <a:srgbClr val="533A43"/>
      </a:accent3>
      <a:accent4>
        <a:srgbClr val="F3E1E5"/>
      </a:accent4>
      <a:accent5>
        <a:srgbClr val="C9B2A8"/>
      </a:accent5>
      <a:accent6>
        <a:srgbClr val="CEC7DA"/>
      </a:accent6>
      <a:hlink>
        <a:srgbClr val="5A3341"/>
      </a:hlink>
      <a:folHlink>
        <a:srgbClr val="533A43"/>
      </a:folHlink>
    </a:clrScheme>
    <a:fontScheme name="보험 보장 점검 발표자료(본인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