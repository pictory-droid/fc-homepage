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4D24A97-7F69-40A3-A482-B2A729243FBD}">
          <p14:sldIdLst>
            <p14:sldId id="256"/>
          </p14:sldIdLst>
        </p14:section>
        <p14:section name="본문" id="{699669E8-705B-409C-BECB-DC12B5052ABD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9753356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487667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81A6A66B-A82B-4BAC-B786-82E847E8A66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9753356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487667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32F03F74-3AF3-4C08-AEA6-68E01387666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2D6B0AFB-FA8D-414A-B067-7DDBF54FB44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Block Arc 6"/>
            <p:cNvSpPr/>
            <p:nvPr/>
          </p:nvSpPr>
          <p:spPr>
            <a:xfrm>
              <a:off x="5821527" y="5212080"/>
              <a:ext cx="548640" cy="5486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명절에 뵙고 증권 위치를 여쭤봅니다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B9B57-3C7C-4A45-B4A0-3DDDC2279BD2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CD48-79A2-49E9-8E84-206D9CB4E52A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B6F5-9F72-4B02-87D7-48D0AA96049A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E682D-AD7A-4177-9494-05DE1302BB5B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1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5BFC-53DF-4A06-A2E9-A316504AEF6A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1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2B2724"/>
      </a:dk1>
      <a:lt1>
        <a:srgbClr val="FFFFFF"/>
      </a:lt1>
      <a:dk2>
        <a:srgbClr val="5E3A64"/>
      </a:dk2>
      <a:lt2>
        <a:srgbClr val="DEE7F9"/>
      </a:lt2>
      <a:accent1>
        <a:srgbClr val="7E9CE2"/>
      </a:accent1>
      <a:accent2>
        <a:srgbClr val="C1CF86"/>
      </a:accent2>
      <a:accent3>
        <a:srgbClr val="2C364E"/>
      </a:accent3>
      <a:accent4>
        <a:srgbClr val="C5D4F7"/>
      </a:accent4>
      <a:accent5>
        <a:srgbClr val="D0A3E0"/>
      </a:accent5>
      <a:accent6>
        <a:srgbClr val="BCE6DF"/>
      </a:accent6>
      <a:hlink>
        <a:srgbClr val="5E3A64"/>
      </a:hlink>
      <a:folHlink>
        <a:srgbClr val="2C364E"/>
      </a:folHlink>
    </a:clrScheme>
    <a:fontScheme name="보험 보장 점검 발표자료(부모님 점검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