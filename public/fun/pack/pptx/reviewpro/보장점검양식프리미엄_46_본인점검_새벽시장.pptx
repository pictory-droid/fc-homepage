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E69E617F-FDDE-4C43-BE26-0F4F98BD11F8}">
          <p14:sldIdLst>
            <p14:sldId id="256"/>
          </p14:sldIdLst>
        </p14:section>
        <p14:section name="본문" id="{88AA2F5B-FD6E-4977-AEA3-7C5954184A1C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A86D07C-4CEE-4D92-9E78-D8862DB13A27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Block Arc 3"/>
            <p:cNvSpPr/>
            <p:nvPr/>
          </p:nvSpPr>
          <p:spPr>
            <a:xfrm>
              <a:off x="5958687" y="1344168"/>
              <a:ext cx="274320" cy="27432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1655618" y="1371600"/>
            <a:ext cx="1097280" cy="411480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4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3890381" y="1645920"/>
            <a:ext cx="686877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3890381" y="2029968"/>
            <a:ext cx="6868778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3890381" y="3703320"/>
            <a:ext cx="6868778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3890381" y="4480559"/>
            <a:ext cx="686877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티켓"/>
          <p:cNvSpPr/>
          <p:nvPr/>
        </p:nvSpPr>
        <p:spPr>
          <a:xfrm>
            <a:off x="975335" y="1097280"/>
            <a:ext cx="10241023" cy="4663440"/>
          </a:xfrm>
          <a:prstGeom prst="roundRect">
            <a:avLst>
              <a:gd name="adj" fmla="val 7000"/>
            </a:avLst>
          </a:prstGeom>
          <a:solidFill>
            <a:schemeClr val="tx2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티켓 끝"/>
          <p:cNvSpPr/>
          <p:nvPr/>
        </p:nvSpPr>
        <p:spPr>
          <a:xfrm>
            <a:off x="975335" y="1097280"/>
            <a:ext cx="2457845" cy="466344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티켓 면"/>
          <p:cNvSpPr/>
          <p:nvPr/>
        </p:nvSpPr>
        <p:spPr>
          <a:xfrm>
            <a:off x="975335" y="1097280"/>
            <a:ext cx="1228922" cy="4663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절취선"/>
          <p:cNvCxnSpPr/>
          <p:nvPr/>
        </p:nvCxnSpPr>
        <p:spPr>
          <a:xfrm>
            <a:off x="3433181" y="1188720"/>
            <a:ext cx="0" cy="4480560"/>
          </a:xfrm>
          <a:prstGeom prst="line">
            <a:avLst/>
          </a:prstGeom>
          <a:ln w="31750" cap="rnd">
            <a:solidFill>
              <a:schemeClr val="bg1"/>
            </a:solidFill>
            <a:prstDash val="sysDot"/>
          </a:ln>
        </p:spPr>
      </p:cxnSp>
      <p:sp>
        <p:nvSpPr>
          <p:cNvPr id="6" name="구멍 위"/>
          <p:cNvSpPr/>
          <p:nvPr/>
        </p:nvSpPr>
        <p:spPr>
          <a:xfrm>
            <a:off x="3268589" y="93268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구멍 아래"/>
          <p:cNvSpPr/>
          <p:nvPr/>
        </p:nvSpPr>
        <p:spPr>
          <a:xfrm>
            <a:off x="3268589" y="5596128"/>
            <a:ext cx="329184" cy="32918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BD87555-5417-4CAB-AF98-9C79CB6EDE55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Block Arc 3"/>
            <p:cNvSpPr/>
            <p:nvPr/>
          </p:nvSpPr>
          <p:spPr>
            <a:xfrm>
              <a:off x="5958687" y="1344168"/>
              <a:ext cx="274320" cy="27432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E7C54932-1790-4E26-A89B-05E34089E67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Block Arc 5"/>
            <p:cNvSpPr/>
            <p:nvPr/>
          </p:nvSpPr>
          <p:spPr>
            <a:xfrm>
              <a:off x="5821527" y="5212080"/>
              <a:ext cx="548640" cy="548640"/>
            </a:xfrm>
            <a:prstGeom prst="blockArc">
              <a:avLst>
                <a:gd name="adj1" fmla="val 10800000"/>
                <a:gd name="adj2" fmla="val 0"/>
                <a:gd name="adj3" fmla="val 22000"/>
              </a:avLst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새벽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INSURANCE CHECK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이름과 증권 번호를 한 줄씩 옮겨 적습니다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본인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C88CC-C76A-43CC-9579-44F7D9D7E592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가족 구성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2CA08-B9F4-4CDB-B211-141EE81E1E5B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F689F4-5DB8-4A08-860B-E2E23988A51C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68BE4-585B-49AA-8B03-4F3AD8F9172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3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9F8F82-4C7F-4BD8-A17E-3C6895D6AD04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위쪽 띠"/>
            <p:cNvSpPr/>
            <p:nvPr/>
          </p:nvSpPr>
          <p:spPr>
            <a:xfrm>
              <a:off x="749808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위쪽 띠"/>
            <p:cNvSpPr/>
            <p:nvPr/>
          </p:nvSpPr>
          <p:spPr>
            <a:xfrm>
              <a:off x="4417466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위쪽 띠"/>
            <p:cNvSpPr/>
            <p:nvPr/>
          </p:nvSpPr>
          <p:spPr>
            <a:xfrm>
              <a:off x="8085124" y="1828800"/>
              <a:ext cx="3356762" cy="822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3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본인 점검)">
  <a:themeElements>
    <a:clrScheme name="보험 보장 점검 발표자료(본인 점검)">
      <a:dk1>
        <a:srgbClr val="2B2724"/>
      </a:dk1>
      <a:lt1>
        <a:srgbClr val="FFFFFF"/>
      </a:lt1>
      <a:dk2>
        <a:srgbClr val="493A64"/>
      </a:dk2>
      <a:lt2>
        <a:srgbClr val="EBF4F7"/>
      </a:lt2>
      <a:accent1>
        <a:srgbClr val="89BCCC"/>
      </a:accent1>
      <a:accent2>
        <a:srgbClr val="BDAA8F"/>
      </a:accent2>
      <a:accent3>
        <a:srgbClr val="2C464E"/>
      </a:accent3>
      <a:accent4>
        <a:srgbClr val="CEE6EE"/>
      </a:accent4>
      <a:accent5>
        <a:srgbClr val="B5A3E0"/>
      </a:accent5>
      <a:accent6>
        <a:srgbClr val="BCE6CC"/>
      </a:accent6>
      <a:hlink>
        <a:srgbClr val="493A64"/>
      </a:hlink>
      <a:folHlink>
        <a:srgbClr val="2C464E"/>
      </a:folHlink>
    </a:clrScheme>
    <a:fontScheme name="보험 보장 점검 발표자료(본인 점검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발표자료(본인 점검)</dc:title>
  <dc:subject>보험 가입 내용 정리 양식 · 본인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