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AC5C546-4A04-4DCC-8EB2-6F53B07C44E5}">
          <p14:sldIdLst>
            <p14:sldId id="256"/>
          </p14:sldIdLst>
        </p14:section>
        <p14:section name="본문" id="{FBD2CB62-DAE1-4BE9-A59C-05CCAA9E7715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10362931" y="731519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D8F72628-19C9-4973-818D-C6E051ED015F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Donut 4"/>
            <p:cNvSpPr/>
            <p:nvPr/>
          </p:nvSpPr>
          <p:spPr>
            <a:xfrm>
              <a:off x="11277295" y="6172200"/>
              <a:ext cx="365760" cy="36576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09728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481328"/>
            <a:ext cx="8534186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15468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88620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609584" y="5074920"/>
            <a:ext cx="13410864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609584" y="5486400"/>
            <a:ext cx="13410864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609584" y="5897880"/>
            <a:ext cx="13410864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10362931" y="731519"/>
            <a:ext cx="731520" cy="731520"/>
            <a:chOff x="10362931" y="731519"/>
            <a:chExt cx="731520" cy="731520"/>
          </a:xfrm>
        </p:grpSpPr>
        <p:sp>
          <p:nvSpPr>
            <p:cNvPr id="6" name="Donut 5"/>
            <p:cNvSpPr/>
            <p:nvPr/>
          </p:nvSpPr>
          <p:spPr>
            <a:xfrm>
              <a:off x="10362931" y="731519"/>
              <a:ext cx="731520" cy="73152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14997B4C-0E49-4FEF-AE23-65F395ED2F0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Donut 4"/>
            <p:cNvSpPr/>
            <p:nvPr/>
          </p:nvSpPr>
          <p:spPr>
            <a:xfrm>
              <a:off x="11277295" y="6172200"/>
              <a:ext cx="365760" cy="365760"/>
            </a:xfrm>
            <a:prstGeom prst="donut">
              <a:avLst>
                <a:gd name="adj" fmla="val 2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D29D243-FE9C-49C3-8A3F-B39EAB3E149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Donut 5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만기가 언제인지 달력에 표시합니다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99C8-551F-4171-8F60-2A951E83A53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AA9C-E07D-432A-8014-E31108A8377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F498-4150-4C31-89BC-3A5EA8BBF5D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F4E33-7F38-4272-811B-492AB1B8A27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CA103-D124-4314-B80A-B0829AD3759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2B2724"/>
      </a:dk1>
      <a:lt1>
        <a:srgbClr val="FFFFFF"/>
      </a:lt1>
      <a:dk2>
        <a:srgbClr val="3A4F64"/>
      </a:dk2>
      <a:lt2>
        <a:srgbClr val="E2EFF5"/>
      </a:lt2>
      <a:accent1>
        <a:srgbClr val="7CB4CF"/>
      </a:accent1>
      <a:accent2>
        <a:srgbClr val="838DBE"/>
      </a:accent2>
      <a:accent3>
        <a:srgbClr val="2C434E"/>
      </a:accent3>
      <a:accent4>
        <a:srgbClr val="CBE4F0"/>
      </a:accent4>
      <a:accent5>
        <a:srgbClr val="BAA3E0"/>
      </a:accent5>
      <a:accent6>
        <a:srgbClr val="BCE6D0"/>
      </a:accent6>
      <a:hlink>
        <a:srgbClr val="3A4F64"/>
      </a:hlink>
      <a:folHlink>
        <a:srgbClr val="2C434E"/>
      </a:folHlink>
    </a:clrScheme>
    <a:fontScheme name="보험 보장 점검 발표자료(본인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