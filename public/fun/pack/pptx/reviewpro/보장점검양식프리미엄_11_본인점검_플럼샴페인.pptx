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DEEDB15-DC27-466D-AA16-520E8260DC02}">
          <p14:sldIdLst>
            <p14:sldId id="256"/>
          </p14:sldIdLst>
        </p14:section>
        <p14:section name="본문" id="{76130C3A-EC0B-451F-B79C-099A7934849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3ECEEF0-6DC4-411E-9B0D-57E74BA0F9E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DEAD301-5CA2-4F97-9F0A-72AE0D49733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0376277-E778-4810-B72F-EF08E92D947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봄맞이 정리하듯 서류부터 모읍니다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675F-0AEF-48AA-B3DC-2D349C9492B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5C40F-8D47-47BD-BEAE-97F0F88EDC1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C530-9007-4012-9607-0DBFABE3A20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FA9D-F917-4CED-B67A-14381A38B56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A644-5FB7-44C4-8C0A-D3E6D458339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보험 보장 점검 발표자료(본인 점검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