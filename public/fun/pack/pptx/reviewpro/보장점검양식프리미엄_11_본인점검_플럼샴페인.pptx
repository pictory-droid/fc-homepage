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9C1172A-82C1-4A3E-BBA8-558BE452E521}">
          <p14:sldIdLst>
            <p14:sldId id="256"/>
          </p14:sldIdLst>
        </p14:section>
        <p14:section name="본문" id="{1FA2FE24-8912-4611-B643-000AA8840ABF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9F4E8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4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9F4E8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C8ECF4F9-D39A-448D-BA43-FF142DC6AD5B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9F4E8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4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9F4E8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05C57DB0-E6DE-420F-A5AE-BC61146A463A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D6657894-F190-4265-BACB-F90C994FA033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PLUM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대청소하듯 서류부터 모읍니다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본인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D684F7-11E6-4089-B353-49E797C8A012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가족 구성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105376-E6F3-4B23-8912-586AB85A1AA1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520E74-A08C-4F06-89F7-255DE2A46EF4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778905-57E2-4D66-A192-82E3AE5A6A7B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662796-4D5A-4E06-86DC-DF2BAF0E5E93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본인 점검)">
  <a:themeElements>
    <a:clrScheme name="보험 보장 점검 발표자료(본인 점검)">
      <a:dk1>
        <a:srgbClr val="F9F4E8"/>
      </a:dk1>
      <a:lt1>
        <a:srgbClr val="2A1E2E"/>
      </a:lt1>
      <a:dk2>
        <a:srgbClr val="EAD6AE"/>
      </a:dk2>
      <a:lt2>
        <a:srgbClr val="1D1520"/>
      </a:lt2>
      <a:accent1>
        <a:srgbClr val="D2B27E"/>
      </a:accent1>
      <a:accent2>
        <a:srgbClr val="B67C9A"/>
      </a:accent2>
      <a:accent3>
        <a:srgbClr val="120D14"/>
      </a:accent3>
      <a:accent4>
        <a:srgbClr val="39293F"/>
      </a:accent4>
      <a:accent5>
        <a:srgbClr val="DDC08C"/>
      </a:accent5>
      <a:accent6>
        <a:srgbClr val="885D75"/>
      </a:accent6>
      <a:hlink>
        <a:srgbClr val="EAD6AE"/>
      </a:hlink>
      <a:folHlink>
        <a:srgbClr val="120D14"/>
      </a:folHlink>
    </a:clrScheme>
    <a:fontScheme name="보험 보장 점검 발표자료(본인 점검)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>보험 가입 내용 정리 양식 · 본인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