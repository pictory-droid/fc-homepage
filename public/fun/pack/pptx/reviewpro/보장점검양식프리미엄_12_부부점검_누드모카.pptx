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312597C-8F2F-4CE5-9B80-B9D56418AA4A}">
          <p14:sldIdLst>
            <p14:sldId id="256"/>
          </p14:sldIdLst>
        </p14:section>
        <p14:section name="본문" id="{BF2976D0-F812-491A-9540-2E55263556CF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794659" y="3200400"/>
            <a:ext cx="457200" cy="457200"/>
            <a:chOff x="3794659" y="3200400"/>
            <a:chExt cx="457200" cy="457200"/>
          </a:xfrm>
        </p:grpSpPr>
        <p:sp>
          <p:nvSpPr>
            <p:cNvPr id="6" name="Oval 5"/>
            <p:cNvSpPr/>
            <p:nvPr/>
          </p:nvSpPr>
          <p:spPr>
            <a:xfrm>
              <a:off x="3794659" y="32004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959251" y="3364992"/>
              <a:ext cx="128016" cy="128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82D74C7E-CD94-4F44-A005-A486FF15A75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5D3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FAA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794659" y="3200400"/>
            <a:ext cx="457200" cy="457200"/>
            <a:chOff x="3794659" y="3200400"/>
            <a:chExt cx="457200" cy="457200"/>
          </a:xfrm>
        </p:grpSpPr>
        <p:sp>
          <p:nvSpPr>
            <p:cNvPr id="6" name="Oval 5"/>
            <p:cNvSpPr/>
            <p:nvPr/>
          </p:nvSpPr>
          <p:spPr>
            <a:xfrm>
              <a:off x="3794659" y="32004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959251" y="3364992"/>
              <a:ext cx="128016" cy="128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95CDE03E-F350-496F-88A7-A33DAE018BC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8902099A-B9A4-4FFC-B56C-1CA0EF95D52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NUDE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NUDE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각자 증권을 가져와 식탁에 펼칩니다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2D4AD-0673-481E-B180-88BE474B90B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5F7AA-E77F-4F9C-AA2E-D8D1AB9F4AF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5908-683C-48FF-87E0-69B4B9C7F44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1ADB-453A-41D7-81DE-1AD31EE305D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0ADF-03A4-40E7-AD35-97079D45778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403531"/>
      </a:dk1>
      <a:lt1>
        <a:srgbClr val="FDFBF9"/>
      </a:lt1>
      <a:dk2>
        <a:srgbClr val="42302A"/>
      </a:dk2>
      <a:lt2>
        <a:srgbClr val="F8F1EA"/>
      </a:lt2>
      <a:accent1>
        <a:srgbClr val="A47F67"/>
      </a:accent1>
      <a:accent2>
        <a:srgbClr val="7B5A48"/>
      </a:accent2>
      <a:accent3>
        <a:srgbClr val="403531"/>
      </a:accent3>
      <a:accent4>
        <a:srgbClr val="E7DAD0"/>
      </a:accent4>
      <a:accent5>
        <a:srgbClr val="B89B7B"/>
      </a:accent5>
      <a:accent6>
        <a:srgbClr val="B39E91"/>
      </a:accent6>
      <a:hlink>
        <a:srgbClr val="42302A"/>
      </a:hlink>
      <a:folHlink>
        <a:srgbClr val="403531"/>
      </a:folHlink>
    </a:clrScheme>
    <a:fontScheme name="보험 보장 점검 발표자료(부부 점검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