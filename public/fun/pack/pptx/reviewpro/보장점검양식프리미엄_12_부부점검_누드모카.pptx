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7ACF341-A58F-469F-A326-DF91923BC1FC}">
          <p14:sldIdLst>
            <p14:sldId id="256"/>
          </p14:sldIdLst>
        </p14:section>
        <p14:section name="본문" id="{7F32A9AD-6728-4C82-979B-F95C4056F21B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3794659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959251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BA617EB3-E2FC-4605-B0BB-73757E8EC02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600149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5242428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5242428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5242428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3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5242428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A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4389019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3456331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3794659" y="3200400"/>
            <a:ext cx="457200" cy="457200"/>
            <a:chOff x="3794659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3794659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959251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03C5555A-3D2E-48C2-9C90-5F3859532EEA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29F828F1-9688-41ED-8EDD-ED581185E05E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NUDE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INSURANCE CHECK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각자 증권을 가져와 식탁에 펼칩니다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부부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BAD6C-5BDD-457E-9C20-43E0B9DA799F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남편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아내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9BF1FE-BE9E-4BF3-81CE-4F77304D166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875B3-1F52-4330-9C34-C49C7D3A50C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BFC80-3BD8-49CD-BC35-A457E17C629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AA259-9FF7-4E5C-B092-1D9C852C9BB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부 점검)">
  <a:themeElements>
    <a:clrScheme name="보험 보장 점검 발표자료(부부 점검)">
      <a:dk1>
        <a:srgbClr val="403531"/>
      </a:dk1>
      <a:lt1>
        <a:srgbClr val="FDFBF9"/>
      </a:lt1>
      <a:dk2>
        <a:srgbClr val="42302A"/>
      </a:dk2>
      <a:lt2>
        <a:srgbClr val="F8F1EA"/>
      </a:lt2>
      <a:accent1>
        <a:srgbClr val="A47F67"/>
      </a:accent1>
      <a:accent2>
        <a:srgbClr val="7B5A48"/>
      </a:accent2>
      <a:accent3>
        <a:srgbClr val="403531"/>
      </a:accent3>
      <a:accent4>
        <a:srgbClr val="E7DAD0"/>
      </a:accent4>
      <a:accent5>
        <a:srgbClr val="B89B7B"/>
      </a:accent5>
      <a:accent6>
        <a:srgbClr val="B39E91"/>
      </a:accent6>
      <a:hlink>
        <a:srgbClr val="42302A"/>
      </a:hlink>
      <a:folHlink>
        <a:srgbClr val="403531"/>
      </a:folHlink>
    </a:clrScheme>
    <a:fontScheme name="보험 보장 점검 발표자료(부부 점검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>보험 가입 내용 정리 양식 · 부부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