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3B83EF3-682B-4FE2-9008-3FDBC4DCBFE3}">
          <p14:sldIdLst>
            <p14:sldId id="256"/>
          </p14:sldIdLst>
        </p14:section>
        <p14:section name="본문" id="{79C08987-7F6C-4DF6-B72B-D3F168C180E4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3794659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3867811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3940963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D09D9C5A-3827-4755-9898-4D48D7C7A5E0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E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BF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3794659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3867811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3940963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2BECBBE-B390-43E7-9194-0FE8D260A3E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37443DD1-02B1-40BA-BF01-71A13F3FBFD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ICE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 이름으로 된 보험도 같이 적습니다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D0945-FC24-47FD-B5C9-78315AF1FCE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32F9B-E723-40F1-9E7A-B1FBE7FB9A5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6A49E-A914-4004-AD9F-CF695E42B0F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B1765-2E2D-4979-989D-C74BE4BFBEF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AF60E-4E7A-496E-96DC-70F18EE0C6F4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373F48"/>
      </a:dk1>
      <a:lt1>
        <a:srgbClr val="FBFCFE"/>
      </a:lt1>
      <a:dk2>
        <a:srgbClr val="21354F"/>
      </a:dk2>
      <a:lt2>
        <a:srgbClr val="F2F6FA"/>
      </a:lt2>
      <a:accent1>
        <a:srgbClr val="6C8EB6"/>
      </a:accent1>
      <a:accent2>
        <a:srgbClr val="AABDD2"/>
      </a:accent2>
      <a:accent3>
        <a:srgbClr val="5A6777"/>
      </a:accent3>
      <a:accent4>
        <a:srgbClr val="D7E1EC"/>
      </a:accent4>
      <a:accent5>
        <a:srgbClr val="C2CBD6"/>
      </a:accent5>
      <a:accent6>
        <a:srgbClr val="CAD7E4"/>
      </a:accent6>
      <a:hlink>
        <a:srgbClr val="21354F"/>
      </a:hlink>
      <a:folHlink>
        <a:srgbClr val="5A6777"/>
      </a:folHlink>
    </a:clrScheme>
    <a:fontScheme name="보험 보장 점검 발표자료(가족 점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