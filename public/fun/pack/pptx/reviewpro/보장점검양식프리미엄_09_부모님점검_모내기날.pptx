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7B306BB-EDB2-4E95-9DE9-AA5082678267}">
          <p14:sldIdLst>
            <p14:sldId id="256"/>
          </p14:sldIdLst>
        </p14:section>
        <p14:section name="본문" id="{7A375AA8-96BE-4B9C-93AE-95ECC40BEE9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75004"/>
            <a:ext cx="457200" cy="393192"/>
            <a:chOff x="5867247" y="1175004"/>
            <a:chExt cx="457200" cy="393192"/>
          </a:xfrm>
        </p:grpSpPr>
        <p:sp>
          <p:nvSpPr>
            <p:cNvPr id="11" name="Hexagon 10"/>
            <p:cNvSpPr/>
            <p:nvPr/>
          </p:nvSpPr>
          <p:spPr>
            <a:xfrm>
              <a:off x="5867247" y="1175004"/>
              <a:ext cx="457200" cy="39319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CB6E928-CC6B-4A51-9196-EF35F13CD83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75004"/>
            <a:ext cx="457200" cy="393192"/>
            <a:chOff x="5867247" y="1175004"/>
            <a:chExt cx="457200" cy="393192"/>
          </a:xfrm>
        </p:grpSpPr>
        <p:sp>
          <p:nvSpPr>
            <p:cNvPr id="11" name="Hexagon 10"/>
            <p:cNvSpPr/>
            <p:nvPr/>
          </p:nvSpPr>
          <p:spPr>
            <a:xfrm>
              <a:off x="5867247" y="1175004"/>
              <a:ext cx="457200" cy="393192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1D098AC-3A48-4848-BEA8-EBCE1565CD8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06472FC0-938D-43B3-A512-1A229BEE66A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7" name="Hexagon 6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어머니 아버지 가입 내역을 적어 둡니다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43A97-35C6-4354-B8BB-84567BF50BE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F296E-BE32-4753-BDB1-1CFADC3E898C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14C38-5B3D-4DB9-8F5E-1D8351C8A5D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E1FB-77CC-465B-852B-35FFD50CE20F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1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97DD5-9A13-4B57-9973-62A0870C4CF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1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