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751BB74-9341-445C-8E8A-B0FD34DDEE2A}">
          <p14:sldIdLst>
            <p14:sldId id="256"/>
          </p14:sldIdLst>
        </p14:section>
        <p14:section name="본문" id="{410A2D8E-EC64-436D-BC8F-2885E6D692A5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A7280DE-D722-4F18-9F5A-E0DBE18FC72D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D904556-11AB-4C75-8525-97EDD72D329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B83E2AA-2E9E-44D2-BE03-9CCE3DDFF94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사업장 보험을 한 곳에 모아 정리합니다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A3AA19-86BF-4316-A439-B0A54FA38E0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8C0FF0-E77C-42C5-BFAA-C13E4680645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D6587-F580-45BA-914E-A17028D13F3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2EF2B-372D-4473-A171-3006F30C800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8C449-D652-4B38-BD8D-DBAF571318A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보험 보장 점검 발표자료(사업장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