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9F33046-DB62-48BD-859B-5A1EBC3443AC}">
          <p14:sldIdLst>
            <p14:sldId id="256"/>
          </p14:sldIdLst>
        </p14:section>
        <p14:section name="본문" id="{FF8FE9CB-4251-4A88-8C50-470C37E19DCA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D66D8EC-C218-4C8D-9ACD-955BB55F7A8C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2A7EB13-D2CF-4594-B01A-EB2B955AE12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1B4F5F-75BC-49E1-BDBF-1D684F00C79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사업장 보험을 한 곳에 모아 정리합니다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75E98-BEDF-4681-9122-95491B3CB4E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DE847-BDD6-4777-9FD3-36ABD43245E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9A42-1587-4D41-B800-DDD7ABBAC76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73D4-0AD3-44BE-A77A-F5E6910C6C5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CDFD-15CE-40D1-83B4-378C98E7B5A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보험 보장 점검 발표자료(사업장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