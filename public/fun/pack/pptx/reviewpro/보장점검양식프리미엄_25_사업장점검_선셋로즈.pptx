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BC66A51-FE12-4586-8581-13CB58D64DB8}">
          <p14:sldIdLst>
            <p14:sldId id="256"/>
          </p14:sldIdLst>
        </p14:section>
        <p14:section name="본문" id="{0911C149-27FB-40C7-B382-AF25A6162F6F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B82613B-CF4B-4B2F-BE5B-C60885AD3015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7DF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D1C2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3A730EE7-56A1-4BA8-8506-86D762A78E30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9D49107C-77FD-48D8-9C5F-D94C0ED9FE3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SUNSET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SUNSET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성수기 전에 점검해 둡니다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사업장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91EDC-2107-45B9-AA7B-7A887C17221C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상호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업종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직원 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79596-3EEA-4A7B-99F4-D67409D6C471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292E44-1A86-48E2-ACE9-F61408422A5C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2D573-85BE-46D5-93A2-72FA0436EE2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6AF92-9BED-4F51-9F1F-72CCD5CF4A78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사업장 점검)">
  <a:themeElements>
    <a:clrScheme name="보험 보장 점검 발표자료(사업장 점검)">
      <a:dk1>
        <a:srgbClr val="48373D"/>
      </a:dk1>
      <a:lt1>
        <a:srgbClr val="FFFCFA"/>
      </a:lt1>
      <a:dk2>
        <a:srgbClr val="5B1E33"/>
      </a:dk2>
      <a:lt2>
        <a:srgbClr val="FFF4EE"/>
      </a:lt2>
      <a:accent1>
        <a:srgbClr val="D2506A"/>
      </a:accent1>
      <a:accent2>
        <a:srgbClr val="F0A15E"/>
      </a:accent2>
      <a:accent3>
        <a:srgbClr val="926D7A"/>
      </a:accent3>
      <a:accent4>
        <a:srgbClr val="F6D3D4"/>
      </a:accent4>
      <a:accent5>
        <a:srgbClr val="D4A265"/>
      </a:accent5>
      <a:accent6>
        <a:srgbClr val="F7C69F"/>
      </a:accent6>
      <a:hlink>
        <a:srgbClr val="5B1E33"/>
      </a:hlink>
      <a:folHlink>
        <a:srgbClr val="926D7A"/>
      </a:folHlink>
    </a:clrScheme>
    <a:fontScheme name="보험 보장 점검 발표자료(사업장 점검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>보험 가입 내용 정리 양식 · 사업장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