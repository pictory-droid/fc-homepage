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FA288391-2D0A-47B4-9229-FF76DC98FB0C}">
          <p14:sldIdLst>
            <p14:sldId id="256"/>
          </p14:sldIdLst>
        </p14:section>
        <p14:section name="본문" id="{15638358-AAB8-41BE-9920-EE2A01D5DED2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sm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274320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3657508" y="1645920"/>
            <a:ext cx="755885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3657508" y="2029968"/>
            <a:ext cx="755885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3657508" y="3703320"/>
            <a:ext cx="755885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3657508" y="4480559"/>
            <a:ext cx="755885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0" y="0"/>
            <a:ext cx="137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371600" y="0"/>
            <a:ext cx="77724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2148840" y="0"/>
            <a:ext cx="4572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2606040" y="0"/>
            <a:ext cx="27432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2880360" y="0"/>
            <a:ext cx="13716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sm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4F56C8F8-1A0A-4E24-9F03-D66E0C1D7217}" type="slidenum">
              <a:rPr lang="en-US"/>
              <a:t>‹#›</a:t>
            </a:fld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274320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3657508" y="1645920"/>
            <a:ext cx="755885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3657508" y="2029968"/>
            <a:ext cx="755885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3657508" y="3703320"/>
            <a:ext cx="755885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7DFE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3657508" y="4480559"/>
            <a:ext cx="755885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D1C2C7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0" y="0"/>
            <a:ext cx="1371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371600" y="0"/>
            <a:ext cx="77724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2148840" y="0"/>
            <a:ext cx="4572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2606040" y="0"/>
            <a:ext cx="2743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2880360" y="0"/>
            <a:ext cx="13716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sm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C8C3C0F-6D9D-43D2-A6B4-F9C71D402889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sm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F8D9029-4C75-4891-9B02-70F181DB7CF2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SUNSET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SUNSET  ·  INSURANCE CHECK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성수기 전에 점검해 둡니다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사업장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E80F3-62F6-458E-8C6C-1D18847EAAD2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5364327"/>
                <a:gridCol w="536432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상호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업종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직원 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확인할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F51F7-4F94-41DD-9B31-A8B9216285A9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0184-FE7D-4220-93B2-3D577CE41158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DC4D9-8FD1-4BDB-B0DB-C3DAE46CA9EA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3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B4D50-2182-4AC6-91E9-2353DEBE5525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3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사업장 점검)">
  <a:themeElements>
    <a:clrScheme name="보험 보장 점검 발표자료(사업장 점검)">
      <a:dk1>
        <a:srgbClr val="48373D"/>
      </a:dk1>
      <a:lt1>
        <a:srgbClr val="FFFCFA"/>
      </a:lt1>
      <a:dk2>
        <a:srgbClr val="5B1E33"/>
      </a:dk2>
      <a:lt2>
        <a:srgbClr val="FFF4EE"/>
      </a:lt2>
      <a:accent1>
        <a:srgbClr val="D2506A"/>
      </a:accent1>
      <a:accent2>
        <a:srgbClr val="F0A15E"/>
      </a:accent2>
      <a:accent3>
        <a:srgbClr val="926D7A"/>
      </a:accent3>
      <a:accent4>
        <a:srgbClr val="F6D3D4"/>
      </a:accent4>
      <a:accent5>
        <a:srgbClr val="D4A265"/>
      </a:accent5>
      <a:accent6>
        <a:srgbClr val="F7C69F"/>
      </a:accent6>
      <a:hlink>
        <a:srgbClr val="5B1E33"/>
      </a:hlink>
      <a:folHlink>
        <a:srgbClr val="926D7A"/>
      </a:folHlink>
    </a:clrScheme>
    <a:fontScheme name="보험 보장 점검 발표자료(사업장 점검)">
      <a:majorFont>
        <a:latin typeface="Georgi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발표자료(사업장 점검)</dc:title>
  <dc:subject>보험 가입 내용 정리 양식 · 사업장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