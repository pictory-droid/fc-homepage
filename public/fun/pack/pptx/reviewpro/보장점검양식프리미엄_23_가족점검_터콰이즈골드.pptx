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24BE610-619C-458B-AB4A-06A4F1812572}">
          <p14:sldIdLst>
            <p14:sldId id="256"/>
          </p14:sldIdLst>
        </p14:section>
        <p14:section name="본문" id="{843C50A2-EBC5-44E1-8961-5DF47F3ED6FB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70D80AC-47C9-4473-BC57-398B334E22A5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EC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804C8A7-B609-48A7-9F55-A8CC49CA6C5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8152223-3570-4D5D-98D4-F8E30D7008A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방학 동안 가족 회의로 정리합니다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36B45-4FF8-4DAB-AE10-CC7E42F21E2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568D-199F-4F85-BFF3-5A858E9DA30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BE774-A3CB-49E9-AC7F-13525270E7D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59E1-AD16-4D2C-A639-D5F7706E5DB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10C5B-4671-49FB-A29E-A06C24A6266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374847"/>
      </a:dk1>
      <a:lt1>
        <a:srgbClr val="FCFDFC"/>
      </a:lt1>
      <a:dk2>
        <a:srgbClr val="16413F"/>
      </a:dk2>
      <a:lt2>
        <a:srgbClr val="F5F8F4"/>
      </a:lt2>
      <a:accent1>
        <a:srgbClr val="1D7F7A"/>
      </a:accent1>
      <a:accent2>
        <a:srgbClr val="C2A25A"/>
      </a:accent2>
      <a:accent3>
        <a:srgbClr val="718B8A"/>
      </a:accent3>
      <a:accent4>
        <a:srgbClr val="CAE0DC"/>
      </a:accent4>
      <a:accent5>
        <a:srgbClr val="C4A45C"/>
      </a:accent5>
      <a:accent6>
        <a:srgbClr val="D9C99F"/>
      </a:accent6>
      <a:hlink>
        <a:srgbClr val="16413F"/>
      </a:hlink>
      <a:folHlink>
        <a:srgbClr val="718B8A"/>
      </a:folHlink>
    </a:clrScheme>
    <a:fontScheme name="보험 보장 점검 발표자료(가족 점검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