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337412A-5977-4377-89DE-59679C4A538A}">
          <p14:sldIdLst>
            <p14:sldId id="256"/>
          </p14:sldIdLst>
        </p14:section>
        <p14:section name="본문" id="{E07A51DE-1C03-4724-82B2-8A9BE88687E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0B0DF11-01DC-4F5A-B0D0-40B2C5D7FFB5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30CC18F-7B9D-4188-A9EC-84181F5E5EE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A83B7FB-9C93-454C-946B-D9F2352EB64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 회의로 정리합니다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5C8F-7BC1-4378-BDF7-20C3F71AD6F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28D46-0FFA-4A8E-816E-5B0FB4331DC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9D07F-71A1-4DD6-9689-772C6D2A66A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DAB52-F2A5-42DE-8865-29FF65872A2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2390A-3D7E-4FCE-9E6F-5A159A5BA77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보험 보장 점검 발표자료(가족 점검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