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D585257-2FE9-43D8-B47C-AD8BBDFFDAB3}">
          <p14:sldIdLst>
            <p14:sldId id="256"/>
          </p14:sldIdLst>
        </p14:section>
        <p14:section name="본문" id="{22B02E8E-B44A-4568-9C8F-B5D26EA8EF0C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2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A9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34A9B0AC-3E26-40C3-9661-E03C959004A0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6EFE860-0C90-452E-BBC5-DFE1289E00F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41C928F7-D5E1-495D-AC38-205F08E900B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부부가 각자 든 보험을 나란히 적어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8C12E-30D0-43E7-BF25-901CD0E235D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F5E88-7365-46D5-83AF-C2026789FC2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4B6ED-CF2E-46CE-8C0B-62997336F51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E4F9E-8CDE-4582-9FDD-B303364DDE2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75516-D5FC-464A-B36A-C95AAD8E761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433534"/>
      </a:dk1>
      <a:lt1>
        <a:srgbClr val="FEFCFB"/>
      </a:lt1>
      <a:dk2>
        <a:srgbClr val="5A3B38"/>
      </a:dk2>
      <a:lt2>
        <a:srgbClr val="FBF4F1"/>
      </a:lt2>
      <a:accent1>
        <a:srgbClr val="D4A39B"/>
      </a:accent1>
      <a:accent2>
        <a:srgbClr val="B48866"/>
      </a:accent2>
      <a:accent3>
        <a:srgbClr val="463331"/>
      </a:accent3>
      <a:accent4>
        <a:srgbClr val="F3E4E0"/>
      </a:accent4>
      <a:accent5>
        <a:srgbClr val="C9AA7C"/>
      </a:accent5>
      <a:accent6>
        <a:srgbClr val="D4B9A5"/>
      </a:accent6>
      <a:hlink>
        <a:srgbClr val="5A3B38"/>
      </a:hlink>
      <a:folHlink>
        <a:srgbClr val="463331"/>
      </a:folHlink>
    </a:clrScheme>
    <a:fontScheme name="보험 보장 점검 발표자료(부부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