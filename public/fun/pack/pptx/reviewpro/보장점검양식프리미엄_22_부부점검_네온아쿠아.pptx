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5DF189B-BC99-4488-B50F-D2D595396C97}">
          <p14:sldIdLst>
            <p14:sldId id="256"/>
          </p14:sldIdLst>
        </p14:section>
        <p14:section name="본문" id="{C6827E42-ED82-4D41-8F71-9237EEEF9034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112495" y="1645920"/>
            <a:ext cx="48766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112495" y="2029968"/>
            <a:ext cx="48766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4FE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112495" y="3703320"/>
            <a:ext cx="48766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2BCBE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112495" y="4480559"/>
            <a:ext cx="48766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7F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격자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cxnSp>
          <p:nvCxnSpPr>
            <p:cNvPr id="3" name="Connector 2"/>
            <p:cNvCxnSpPr/>
            <p:nvPr/>
          </p:nvCxnSpPr>
          <p:spPr>
            <a:xfrm>
              <a:off x="5486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4" name="Connector 3"/>
            <p:cNvCxnSpPr/>
            <p:nvPr/>
          </p:nvCxnSpPr>
          <p:spPr>
            <a:xfrm>
              <a:off x="10972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16459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219456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274320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38404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438912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49377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54863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60350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65836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71323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76809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82295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87782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93268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98755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104241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109727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115214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120700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0" y="5486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0" y="10972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0" y="164591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0" y="219456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>
              <a:off x="0" y="274320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>
              <a:off x="0" y="32918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>
              <a:off x="0" y="38404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0" y="438912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0" y="493775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0" y="548639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0" y="603503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0" y="658367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</p:grpSp>
      <p:cxnSp>
        <p:nvCxnSpPr>
          <p:cNvPr id="37" name="Connector 36"/>
          <p:cNvCxnSpPr/>
          <p:nvPr/>
        </p:nvCxnSpPr>
        <p:spPr>
          <a:xfrm>
            <a:off x="32004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32004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9" name="Connector 38"/>
          <p:cNvCxnSpPr/>
          <p:nvPr/>
        </p:nvCxnSpPr>
        <p:spPr>
          <a:xfrm flipH="1">
            <a:off x="11414455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11871655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32004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32004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11414455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11871655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7680722" y="1600200"/>
            <a:ext cx="3657600" cy="36576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outerShdw blurRad="279400" dist="0" dir="5400000" algn="t" rotWithShape="0">
              <a:srgbClr val="000000">
                <a:alpha val="5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083058" y="2002536"/>
            <a:ext cx="2852928" cy="2852928"/>
          </a:xfrm>
          <a:prstGeom prst="ellipse">
            <a:avLst/>
          </a:prstGeom>
          <a:noFill/>
          <a:ln w="12700">
            <a:solidFill>
              <a:schemeClr val="accent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95122" y="2514600"/>
            <a:ext cx="1828800" cy="182880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중심점"/>
          <p:cNvSpPr/>
          <p:nvPr/>
        </p:nvSpPr>
        <p:spPr>
          <a:xfrm>
            <a:off x="9326642" y="324612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1484626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11220012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10497074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9509522" y="5404104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3" name="Connector 52"/>
          <p:cNvCxnSpPr/>
          <p:nvPr/>
        </p:nvCxnSpPr>
        <p:spPr>
          <a:xfrm flipH="1">
            <a:off x="8430530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4" name="Connector 53"/>
          <p:cNvCxnSpPr/>
          <p:nvPr/>
        </p:nvCxnSpPr>
        <p:spPr>
          <a:xfrm flipH="1">
            <a:off x="7640653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5" name="Connector 54"/>
          <p:cNvCxnSpPr/>
          <p:nvPr/>
        </p:nvCxnSpPr>
        <p:spPr>
          <a:xfrm flipH="1">
            <a:off x="7351538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6" name="Connector 55"/>
          <p:cNvCxnSpPr/>
          <p:nvPr/>
        </p:nvCxnSpPr>
        <p:spPr>
          <a:xfrm flipH="1" flipV="1">
            <a:off x="7640653" y="2350008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 flipV="1">
            <a:off x="8430530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9509522" y="1271016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9" name="Connector 58"/>
          <p:cNvCxnSpPr/>
          <p:nvPr/>
        </p:nvCxnSpPr>
        <p:spPr>
          <a:xfrm flipV="1">
            <a:off x="10497074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11220012" y="2350007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61" name="라벨 표시"/>
          <p:cNvSpPr/>
          <p:nvPr/>
        </p:nvSpPr>
        <p:spPr>
          <a:xfrm>
            <a:off x="975335" y="1719072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7493B193-3B0C-4169-AF71-652A9BFCAE8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112495" y="1645920"/>
            <a:ext cx="48766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112495" y="2029968"/>
            <a:ext cx="48766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4FEFC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112495" y="3703320"/>
            <a:ext cx="48766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2BCBE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112495" y="4480559"/>
            <a:ext cx="48766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7F888E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격자"/>
          <p:cNvGrpSpPr/>
          <p:nvPr/>
        </p:nvGrpSpPr>
        <p:grpSpPr>
          <a:xfrm>
            <a:off x="0" y="0"/>
            <a:ext cx="12191695" cy="6858000"/>
            <a:chOff x="0" y="0"/>
            <a:chExt cx="12191695" cy="6858000"/>
          </a:xfrm>
        </p:grpSpPr>
        <p:cxnSp>
          <p:nvCxnSpPr>
            <p:cNvPr id="3" name="Connector 2"/>
            <p:cNvCxnSpPr/>
            <p:nvPr/>
          </p:nvCxnSpPr>
          <p:spPr>
            <a:xfrm>
              <a:off x="5486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4" name="Connector 3"/>
            <p:cNvCxnSpPr/>
            <p:nvPr/>
          </p:nvCxnSpPr>
          <p:spPr>
            <a:xfrm>
              <a:off x="10972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16459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219456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274320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29184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9" name="Connector 8"/>
            <p:cNvCxnSpPr/>
            <p:nvPr/>
          </p:nvCxnSpPr>
          <p:spPr>
            <a:xfrm>
              <a:off x="384048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0" name="Connector 9"/>
            <p:cNvCxnSpPr/>
            <p:nvPr/>
          </p:nvCxnSpPr>
          <p:spPr>
            <a:xfrm>
              <a:off x="4389120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1" name="Connector 10"/>
            <p:cNvCxnSpPr/>
            <p:nvPr/>
          </p:nvCxnSpPr>
          <p:spPr>
            <a:xfrm>
              <a:off x="49377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2" name="Connector 11"/>
            <p:cNvCxnSpPr/>
            <p:nvPr/>
          </p:nvCxnSpPr>
          <p:spPr>
            <a:xfrm>
              <a:off x="54863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60350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65836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5" name="Connector 14"/>
            <p:cNvCxnSpPr/>
            <p:nvPr/>
          </p:nvCxnSpPr>
          <p:spPr>
            <a:xfrm>
              <a:off x="71323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6" name="Connector 15"/>
            <p:cNvCxnSpPr/>
            <p:nvPr/>
          </p:nvCxnSpPr>
          <p:spPr>
            <a:xfrm>
              <a:off x="76809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7" name="Connector 16"/>
            <p:cNvCxnSpPr/>
            <p:nvPr/>
          </p:nvCxnSpPr>
          <p:spPr>
            <a:xfrm>
              <a:off x="82295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8" name="Connector 17"/>
            <p:cNvCxnSpPr/>
            <p:nvPr/>
          </p:nvCxnSpPr>
          <p:spPr>
            <a:xfrm>
              <a:off x="87782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93268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0" name="Connector 19"/>
            <p:cNvCxnSpPr/>
            <p:nvPr/>
          </p:nvCxnSpPr>
          <p:spPr>
            <a:xfrm>
              <a:off x="987551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1" name="Connector 20"/>
            <p:cNvCxnSpPr/>
            <p:nvPr/>
          </p:nvCxnSpPr>
          <p:spPr>
            <a:xfrm>
              <a:off x="1042415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2" name="Connector 21"/>
            <p:cNvCxnSpPr/>
            <p:nvPr/>
          </p:nvCxnSpPr>
          <p:spPr>
            <a:xfrm>
              <a:off x="1097279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3" name="Connector 22"/>
            <p:cNvCxnSpPr/>
            <p:nvPr/>
          </p:nvCxnSpPr>
          <p:spPr>
            <a:xfrm>
              <a:off x="1152143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4" name="Connector 23"/>
            <p:cNvCxnSpPr/>
            <p:nvPr/>
          </p:nvCxnSpPr>
          <p:spPr>
            <a:xfrm>
              <a:off x="12070079" y="0"/>
              <a:ext cx="0" cy="685800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5" name="Connector 24"/>
            <p:cNvCxnSpPr/>
            <p:nvPr/>
          </p:nvCxnSpPr>
          <p:spPr>
            <a:xfrm>
              <a:off x="0" y="5486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0" y="10972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0" y="164591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8" name="Connector 27"/>
            <p:cNvCxnSpPr/>
            <p:nvPr/>
          </p:nvCxnSpPr>
          <p:spPr>
            <a:xfrm>
              <a:off x="0" y="219456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29" name="Connector 28"/>
            <p:cNvCxnSpPr/>
            <p:nvPr/>
          </p:nvCxnSpPr>
          <p:spPr>
            <a:xfrm>
              <a:off x="0" y="274320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0" name="Connector 29"/>
            <p:cNvCxnSpPr/>
            <p:nvPr/>
          </p:nvCxnSpPr>
          <p:spPr>
            <a:xfrm>
              <a:off x="0" y="329184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1" name="Connector 30"/>
            <p:cNvCxnSpPr/>
            <p:nvPr/>
          </p:nvCxnSpPr>
          <p:spPr>
            <a:xfrm>
              <a:off x="0" y="384048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2" name="Connector 31"/>
            <p:cNvCxnSpPr/>
            <p:nvPr/>
          </p:nvCxnSpPr>
          <p:spPr>
            <a:xfrm>
              <a:off x="0" y="4389120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3" name="Connector 32"/>
            <p:cNvCxnSpPr/>
            <p:nvPr/>
          </p:nvCxnSpPr>
          <p:spPr>
            <a:xfrm>
              <a:off x="0" y="493775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0" y="548639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0" y="603503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  <p:cxnSp>
          <p:nvCxnSpPr>
            <p:cNvPr id="36" name="Connector 35"/>
            <p:cNvCxnSpPr/>
            <p:nvPr/>
          </p:nvCxnSpPr>
          <p:spPr>
            <a:xfrm>
              <a:off x="0" y="6583679"/>
              <a:ext cx="12191695" cy="0"/>
            </a:xfrm>
            <a:prstGeom prst="line">
              <a:avLst/>
            </a:prstGeom>
            <a:ln w="6350" cap="rnd">
              <a:solidFill>
                <a:schemeClr val="accent4">
                  <a:alpha val="55000"/>
                </a:schemeClr>
              </a:solidFill>
            </a:ln>
          </p:spPr>
        </p:cxnSp>
      </p:grpSp>
      <p:cxnSp>
        <p:nvCxnSpPr>
          <p:cNvPr id="37" name="Connector 36"/>
          <p:cNvCxnSpPr/>
          <p:nvPr/>
        </p:nvCxnSpPr>
        <p:spPr>
          <a:xfrm>
            <a:off x="320040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320040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39" name="Connector 38"/>
          <p:cNvCxnSpPr/>
          <p:nvPr/>
        </p:nvCxnSpPr>
        <p:spPr>
          <a:xfrm flipH="1">
            <a:off x="11414455" y="32004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11871655" y="32004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320040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2" name="Connector 41"/>
          <p:cNvCxnSpPr/>
          <p:nvPr/>
        </p:nvCxnSpPr>
        <p:spPr>
          <a:xfrm flipV="1">
            <a:off x="320040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3" name="Connector 42"/>
          <p:cNvCxnSpPr/>
          <p:nvPr/>
        </p:nvCxnSpPr>
        <p:spPr>
          <a:xfrm flipH="1">
            <a:off x="11414455" y="6537960"/>
            <a:ext cx="457200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11871655" y="6080760"/>
            <a:ext cx="0" cy="45720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</p:cxnSp>
      <p:sp>
        <p:nvSpPr>
          <p:cNvPr id="45" name="Oval 44"/>
          <p:cNvSpPr/>
          <p:nvPr/>
        </p:nvSpPr>
        <p:spPr>
          <a:xfrm>
            <a:off x="7680722" y="1600200"/>
            <a:ext cx="3657600" cy="3657600"/>
          </a:xfrm>
          <a:prstGeom prst="ellipse">
            <a:avLst/>
          </a:prstGeom>
          <a:noFill/>
          <a:ln w="28575">
            <a:solidFill>
              <a:schemeClr val="accent1"/>
            </a:solidFill>
          </a:ln>
          <a:effectLst>
            <a:outerShdw blurRad="279400" dist="0" dir="5400000" algn="t" rotWithShape="0">
              <a:srgbClr val="000000">
                <a:alpha val="54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083058" y="2002536"/>
            <a:ext cx="2852928" cy="2852928"/>
          </a:xfrm>
          <a:prstGeom prst="ellipse">
            <a:avLst/>
          </a:prstGeom>
          <a:noFill/>
          <a:ln w="12700">
            <a:solidFill>
              <a:schemeClr val="accent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595122" y="2514600"/>
            <a:ext cx="1828800" cy="1828800"/>
          </a:xfrm>
          <a:prstGeom prst="ellipse">
            <a:avLst/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중심점"/>
          <p:cNvSpPr/>
          <p:nvPr/>
        </p:nvSpPr>
        <p:spPr>
          <a:xfrm>
            <a:off x="9326642" y="3246120"/>
            <a:ext cx="365760" cy="36576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11484626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0" name="Connector 49"/>
          <p:cNvCxnSpPr/>
          <p:nvPr/>
        </p:nvCxnSpPr>
        <p:spPr>
          <a:xfrm>
            <a:off x="11220012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1" name="Connector 50"/>
          <p:cNvCxnSpPr/>
          <p:nvPr/>
        </p:nvCxnSpPr>
        <p:spPr>
          <a:xfrm>
            <a:off x="10497074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9509522" y="5404104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3" name="Connector 52"/>
          <p:cNvCxnSpPr/>
          <p:nvPr/>
        </p:nvCxnSpPr>
        <p:spPr>
          <a:xfrm flipH="1">
            <a:off x="8430530" y="5139490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4" name="Connector 53"/>
          <p:cNvCxnSpPr/>
          <p:nvPr/>
        </p:nvCxnSpPr>
        <p:spPr>
          <a:xfrm flipH="1">
            <a:off x="7640653" y="4416552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5" name="Connector 54"/>
          <p:cNvCxnSpPr/>
          <p:nvPr/>
        </p:nvCxnSpPr>
        <p:spPr>
          <a:xfrm flipH="1">
            <a:off x="7351538" y="3429000"/>
            <a:ext cx="1828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6" name="Connector 55"/>
          <p:cNvCxnSpPr/>
          <p:nvPr/>
        </p:nvCxnSpPr>
        <p:spPr>
          <a:xfrm flipH="1" flipV="1">
            <a:off x="7640653" y="2350008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 flipV="1">
            <a:off x="8430530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9509522" y="1271016"/>
            <a:ext cx="0" cy="182879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59" name="Connector 58"/>
          <p:cNvCxnSpPr/>
          <p:nvPr/>
        </p:nvCxnSpPr>
        <p:spPr>
          <a:xfrm flipV="1">
            <a:off x="10497074" y="1560131"/>
            <a:ext cx="91440" cy="158378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60" name="Connector 59"/>
          <p:cNvCxnSpPr/>
          <p:nvPr/>
        </p:nvCxnSpPr>
        <p:spPr>
          <a:xfrm flipV="1">
            <a:off x="11220012" y="2350007"/>
            <a:ext cx="158379" cy="9144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61" name="라벨 표시"/>
          <p:cNvSpPr/>
          <p:nvPr/>
        </p:nvSpPr>
        <p:spPr>
          <a:xfrm>
            <a:off x="975335" y="1719072"/>
            <a:ext cx="73152" cy="1828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417C9521-8070-4DB7-98A6-E960A44CD6A7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2697479" y="1572768"/>
            <a:ext cx="8854136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dotGrid">
          <a:fgClr>
            <a:schemeClr val="bg1"/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0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BE14F955-7FA2-4026-AB0F-D0DD9D19621B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NEON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휴가 전에 둘이서 한 시간만 앉아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부부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NEON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84A9-DC11-4D38-B205-60850476408D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378098"/>
                <a:gridCol w="3378098"/>
                <a:gridCol w="337809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남편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rgbClr val="1A1613"/>
                          </a:solidFill>
                        </a:rPr>
                        <a:t>아내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건강 상태 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NEON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F6C37-1691-409A-B84F-310FCBC5296F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35605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NEON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70CE7-2041-40EB-AE8C-2E0F63772540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1417319" y="1828800"/>
          <a:ext cx="1013429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158898"/>
                <a:gridCol w="2158898"/>
                <a:gridCol w="215889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rgbClr val="1A1613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NEON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5ABCF4-27EF-4583-BD7B-3E99C2B718AA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2377440"/>
            <a:chOff x="1417319" y="1828800"/>
            <a:chExt cx="3195218" cy="237744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645919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1600199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886858" y="1828800"/>
            <a:ext cx="3195218" cy="2377440"/>
            <a:chOff x="4886858" y="1828800"/>
            <a:chExt cx="319521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886858" y="1828800"/>
              <a:ext cx="319521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511545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카드 내용"/>
            <p:cNvSpPr txBox="1"/>
            <p:nvPr/>
          </p:nvSpPr>
          <p:spPr>
            <a:xfrm>
              <a:off x="5069738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356396" y="1828800"/>
            <a:ext cx="3195218" cy="2377440"/>
            <a:chOff x="8356396" y="1828800"/>
            <a:chExt cx="3195218" cy="2377440"/>
          </a:xfrm>
        </p:grpSpPr>
        <p:sp>
          <p:nvSpPr>
            <p:cNvPr id="19" name="카드 바탕"/>
            <p:cNvSpPr/>
            <p:nvPr/>
          </p:nvSpPr>
          <p:spPr>
            <a:xfrm>
              <a:off x="8356396" y="1828800"/>
              <a:ext cx="3195218" cy="237744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58499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카드 내용"/>
            <p:cNvSpPr txBox="1"/>
            <p:nvPr/>
          </p:nvSpPr>
          <p:spPr>
            <a:xfrm>
              <a:off x="8539276" y="3456432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4" name="차트"/>
          <p:cNvGraphicFramePr>
            <a:graphicFrameLocks noGrp="1"/>
          </p:cNvGraphicFramePr>
          <p:nvPr/>
        </p:nvGraphicFramePr>
        <p:xfrm>
          <a:off x="1417319" y="4389120"/>
          <a:ext cx="1013429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NEON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D40CD5-95E8-4E22-96B9-7BD25AAB5069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1417319" y="1828800"/>
            <a:ext cx="3195218" cy="3566160"/>
            <a:chOff x="1417319" y="1828800"/>
            <a:chExt cx="3195218" cy="3566160"/>
          </a:xfrm>
        </p:grpSpPr>
        <p:sp>
          <p:nvSpPr>
            <p:cNvPr id="7" name="카드 바탕"/>
            <p:cNvSpPr/>
            <p:nvPr/>
          </p:nvSpPr>
          <p:spPr>
            <a:xfrm>
              <a:off x="1417319" y="1828800"/>
              <a:ext cx="319521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645919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1600199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1645919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카드 내용"/>
            <p:cNvSpPr txBox="1"/>
            <p:nvPr/>
          </p:nvSpPr>
          <p:spPr>
            <a:xfrm>
              <a:off x="1600199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886858" y="1828800"/>
            <a:ext cx="3195218" cy="3566160"/>
            <a:chOff x="4886858" y="1828800"/>
            <a:chExt cx="319521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886858" y="1828800"/>
              <a:ext cx="319521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511545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5069738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cxnSp>
          <p:nvCxnSpPr>
            <p:cNvPr id="16" name="구분선"/>
            <p:cNvCxnSpPr/>
            <p:nvPr/>
          </p:nvCxnSpPr>
          <p:spPr>
            <a:xfrm>
              <a:off x="5115458" y="3364991"/>
              <a:ext cx="273801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7" name="카드 내용"/>
            <p:cNvSpPr txBox="1"/>
            <p:nvPr/>
          </p:nvSpPr>
          <p:spPr>
            <a:xfrm>
              <a:off x="5069738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356396" y="1828800"/>
            <a:ext cx="3195218" cy="3566160"/>
            <a:chOff x="8356396" y="1828800"/>
            <a:chExt cx="3195218" cy="3566160"/>
          </a:xfrm>
        </p:grpSpPr>
        <p:sp>
          <p:nvSpPr>
            <p:cNvPr id="19" name="카드 바탕"/>
            <p:cNvSpPr/>
            <p:nvPr/>
          </p:nvSpPr>
          <p:spPr>
            <a:xfrm>
              <a:off x="8356396" y="1828800"/>
              <a:ext cx="3195218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58499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539276" y="2697480"/>
              <a:ext cx="282945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cxnSp>
          <p:nvCxnSpPr>
            <p:cNvPr id="22" name="구분선"/>
            <p:cNvCxnSpPr/>
            <p:nvPr/>
          </p:nvCxnSpPr>
          <p:spPr>
            <a:xfrm>
              <a:off x="8584996" y="3364991"/>
              <a:ext cx="273801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3" name="카드 내용"/>
            <p:cNvSpPr txBox="1"/>
            <p:nvPr/>
          </p:nvSpPr>
          <p:spPr>
            <a:xfrm>
              <a:off x="8539276" y="3456432"/>
              <a:ext cx="2829458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4" name="안내 문구"/>
          <p:cNvSpPr txBox="1"/>
          <p:nvPr/>
        </p:nvSpPr>
        <p:spPr>
          <a:xfrm>
            <a:off x="1417319" y="5577840"/>
            <a:ext cx="1013429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62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부부 점검)">
  <a:themeElements>
    <a:clrScheme name="보험 보장 점검 발표자료(부부 점검)">
      <a:dk1>
        <a:srgbClr val="F4FEFC"/>
      </a:dk1>
      <a:lt1>
        <a:srgbClr val="0F1C31"/>
      </a:lt1>
      <a:dk2>
        <a:srgbClr val="D6FBF6"/>
      </a:dk2>
      <a:lt2>
        <a:srgbClr val="0A1220"/>
      </a:lt2>
      <a:accent1>
        <a:srgbClr val="34E1D0"/>
      </a:accent1>
      <a:accent2>
        <a:srgbClr val="7A6CFF"/>
      </a:accent2>
      <a:accent3>
        <a:srgbClr val="060B14"/>
      </a:accent3>
      <a:accent4>
        <a:srgbClr val="162847"/>
      </a:accent4>
      <a:accent5>
        <a:srgbClr val="8FEFE6"/>
      </a:accent5>
      <a:accent6>
        <a:srgbClr val="5851BC"/>
      </a:accent6>
      <a:hlink>
        <a:srgbClr val="D6FBF6"/>
      </a:hlink>
      <a:folHlink>
        <a:srgbClr val="060B14"/>
      </a:folHlink>
    </a:clrScheme>
    <a:fontScheme name="보험 보장 점검 발표자료(부부 점검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>보험 가입 내용 정리 양식 · 부부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