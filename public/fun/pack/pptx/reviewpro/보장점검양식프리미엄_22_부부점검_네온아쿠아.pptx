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C2DA632-4F58-4D1D-A198-381AC6DA99B4}">
          <p14:sldIdLst>
            <p14:sldId id="256"/>
          </p14:sldIdLst>
        </p14:section>
        <p14:section name="본문" id="{E637BDB6-E70A-43DB-9325-A220A9D863A8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112495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112495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112495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112495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768072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rgbClr val="000000">
                <a:alpha val="5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08305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59512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932664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148462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11220012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1049707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950952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843053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764065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735153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764065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843053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950952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1049707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11220012" y="2350007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975335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C306836D-B237-4404-B80B-7CE57C220FD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112495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112495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112495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112495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768072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rgbClr val="000000">
                <a:alpha val="5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08305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59512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932664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148462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11220012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1049707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950952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843053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764065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735153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764065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843053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950952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1049707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11220012" y="2350007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975335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276DCE85-C6B0-4256-9B64-7620ED67529D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CFAC718B-0B4A-4397-BED5-175391133D7E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NEON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둘이서 한 시간만 앉아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부부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NEON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FCED5-67E6-440F-ACF4-DF30EACDB90E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378098"/>
                <a:gridCol w="3378098"/>
                <a:gridCol w="337809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남편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NEON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2DB0F7-B197-43C3-A67D-89ACF02901FD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35605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NEON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535D2-08EB-40FF-80D6-AB6772B94311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158898"/>
                <a:gridCol w="2158898"/>
                <a:gridCol w="215889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NEON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C26F9-66B7-4273-8CAA-5CF25D5E0A1C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2377440"/>
            <a:chOff x="1417319" y="1828800"/>
            <a:chExt cx="3195218" cy="237744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645919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1600199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886858" y="1828800"/>
            <a:ext cx="3195218" cy="2377440"/>
            <a:chOff x="4886858" y="1828800"/>
            <a:chExt cx="319521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886858" y="1828800"/>
              <a:ext cx="319521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511545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5069738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8356396" y="1828800"/>
            <a:ext cx="3195218" cy="2377440"/>
            <a:chOff x="8356396" y="1828800"/>
            <a:chExt cx="3195218" cy="2377440"/>
          </a:xfrm>
        </p:grpSpPr>
        <p:sp>
          <p:nvSpPr>
            <p:cNvPr id="19" name="카드 바탕"/>
            <p:cNvSpPr/>
            <p:nvPr/>
          </p:nvSpPr>
          <p:spPr>
            <a:xfrm>
              <a:off x="8356396" y="1828800"/>
              <a:ext cx="319521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858499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8539276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4" name="차트"/>
          <p:cNvGraphicFramePr>
            <a:graphicFrameLocks noGrp="1"/>
          </p:cNvGraphicFramePr>
          <p:nvPr/>
        </p:nvGraphicFramePr>
        <p:xfrm>
          <a:off x="1417319" y="4389120"/>
          <a:ext cx="1013429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NEON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9B9FDA-6825-49D7-96EA-0B24FFD33CBE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566160"/>
            <a:chOff x="1417319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645919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160019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886858" y="1828800"/>
            <a:ext cx="3195218" cy="3566160"/>
            <a:chOff x="4886858" y="1828800"/>
            <a:chExt cx="319521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886858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511545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506973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8356396" y="1828800"/>
            <a:ext cx="3195218" cy="3566160"/>
            <a:chOff x="8356396" y="1828800"/>
            <a:chExt cx="3195218" cy="3566160"/>
          </a:xfrm>
        </p:grpSpPr>
        <p:sp>
          <p:nvSpPr>
            <p:cNvPr id="19" name="카드 바탕"/>
            <p:cNvSpPr/>
            <p:nvPr/>
          </p:nvSpPr>
          <p:spPr>
            <a:xfrm>
              <a:off x="8356396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858499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853927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4" name="안내 문구"/>
          <p:cNvSpPr txBox="1"/>
          <p:nvPr/>
        </p:nvSpPr>
        <p:spPr>
          <a:xfrm>
            <a:off x="1417319" y="5577840"/>
            <a:ext cx="10134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부 점검)">
  <a:themeElements>
    <a:clrScheme name="보험 보장 점검 발표자료(부부 점검)">
      <a:dk1>
        <a:srgbClr val="F4FEFC"/>
      </a:dk1>
      <a:lt1>
        <a:srgbClr val="0F1C31"/>
      </a:lt1>
      <a:dk2>
        <a:srgbClr val="D6FBF6"/>
      </a:dk2>
      <a:lt2>
        <a:srgbClr val="0A1220"/>
      </a:lt2>
      <a:accent1>
        <a:srgbClr val="34E1D0"/>
      </a:accent1>
      <a:accent2>
        <a:srgbClr val="7A6CFF"/>
      </a:accent2>
      <a:accent3>
        <a:srgbClr val="060B14"/>
      </a:accent3>
      <a:accent4>
        <a:srgbClr val="162847"/>
      </a:accent4>
      <a:accent5>
        <a:srgbClr val="8FEFE6"/>
      </a:accent5>
      <a:accent6>
        <a:srgbClr val="5851BC"/>
      </a:accent6>
      <a:hlink>
        <a:srgbClr val="D6FBF6"/>
      </a:hlink>
      <a:folHlink>
        <a:srgbClr val="060B14"/>
      </a:folHlink>
    </a:clrScheme>
    <a:fontScheme name="보험 보장 점검 발표자료(부부 점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>보험 가입 내용 정리 양식 · 부부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