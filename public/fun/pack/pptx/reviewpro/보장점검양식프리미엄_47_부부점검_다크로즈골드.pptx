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5B089162-69D8-477E-8C91-30DA0107B961}">
          <p14:sldIdLst>
            <p14:sldId id="256"/>
          </p14:sldIdLst>
        </p14:section>
        <p14:section name="본문" id="{B633FBCC-7788-4329-964E-198CBAD639A7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BF5F4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DB6B6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B8586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640006" y="1463039"/>
            <a:ext cx="3291840" cy="42062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1280086" y="1188719"/>
            <a:ext cx="3291840" cy="42062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1737286" y="868679"/>
            <a:ext cx="3291840" cy="4206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1051486" y="960119"/>
            <a:ext cx="3749039" cy="466344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3529510" y="1645919"/>
            <a:ext cx="768096" cy="768096"/>
          </a:xfrm>
          <a:prstGeom prst="ellipse">
            <a:avLst/>
          </a:prstGeom>
          <a:noFill/>
          <a:ln w="19050">
            <a:solidFill>
              <a:srgbClr val="FBF5F4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D3713D3B-7F19-45B2-A65C-7EF265E958DE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BF5F4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DB6B6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B8586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640006" y="1463039"/>
            <a:ext cx="3291840" cy="42062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1280086" y="1188719"/>
            <a:ext cx="3291840" cy="42062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1737286" y="868679"/>
            <a:ext cx="3291840" cy="4206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1051486" y="960119"/>
            <a:ext cx="3749039" cy="466344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3529510" y="1645919"/>
            <a:ext cx="768096" cy="768096"/>
          </a:xfrm>
          <a:prstGeom prst="ellipse">
            <a:avLst/>
          </a:prstGeom>
          <a:noFill/>
          <a:ln w="19050">
            <a:solidFill>
              <a:srgbClr val="FBF5F4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74D6C9CD-D943-4D02-9B9B-EA4E3085FBCD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D350BC29-0D19-4E32-8004-DA989E9AF59B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3" name="Diamond 2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6" name="Connector 5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7" name="Diamond 6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ROSEGOLD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새해 계획 세울 때 같이 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부부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32037-9E95-4740-A59B-FC63967B91AC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576218"/>
                <a:gridCol w="3576218"/>
                <a:gridCol w="357621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남편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아내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건강 상태 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64BB3-35C4-4E26-9F02-3DA04CD21C97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E1A9F-4A1A-4CAD-8978-8672BFB3A13F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3D39B-D3BD-4C6B-99D4-F6211CDFCE4C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14400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 txBox="1"/>
            <p:nvPr/>
          </p:nvSpPr>
          <p:spPr>
            <a:xfrm>
              <a:off x="4582058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 txBox="1"/>
            <p:nvPr/>
          </p:nvSpPr>
          <p:spPr>
            <a:xfrm>
              <a:off x="8249716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3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4BBAF-25E8-4F5F-9A59-13C4CEA3B6A0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14400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 txBox="1"/>
            <p:nvPr/>
          </p:nvSpPr>
          <p:spPr>
            <a:xfrm>
              <a:off x="4582058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 txBox="1"/>
            <p:nvPr/>
          </p:nvSpPr>
          <p:spPr>
            <a:xfrm>
              <a:off x="8249716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3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부부 점검)">
  <a:themeElements>
    <a:clrScheme name="보험 보장 점검 발표자료(부부 점검)">
      <a:dk1>
        <a:srgbClr val="FBF5F4"/>
      </a:dk1>
      <a:lt1>
        <a:srgbClr val="291F22"/>
      </a:lt1>
      <a:dk2>
        <a:srgbClr val="F1DDD6"/>
      </a:dk2>
      <a:lt2>
        <a:srgbClr val="1C1517"/>
      </a:lt2>
      <a:accent1>
        <a:srgbClr val="D49A8A"/>
      </a:accent1>
      <a:accent2>
        <a:srgbClr val="9E7B84"/>
      </a:accent2>
      <a:accent3>
        <a:srgbClr val="110D0E"/>
      </a:accent3>
      <a:accent4>
        <a:srgbClr val="392B2F"/>
      </a:accent4>
      <a:accent5>
        <a:srgbClr val="E0AB9B"/>
      </a:accent5>
      <a:accent6>
        <a:srgbClr val="775C63"/>
      </a:accent6>
      <a:hlink>
        <a:srgbClr val="F1DDD6"/>
      </a:hlink>
      <a:folHlink>
        <a:srgbClr val="110D0E"/>
      </a:folHlink>
    </a:clrScheme>
    <a:fontScheme name="보험 보장 점검 발표자료(부부 점검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발표자료(부부 점검)</dc:title>
  <dc:subject>보험 가입 내용 정리 양식 · 부부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