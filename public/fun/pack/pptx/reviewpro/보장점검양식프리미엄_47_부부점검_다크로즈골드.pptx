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C1E81E15-3787-4C19-84C0-9A582860FC41}">
          <p14:sldIdLst>
            <p14:sldId id="256"/>
          </p14:sldIdLst>
        </p14:section>
        <p14:section name="본문" id="{99816305-D83A-4891-991E-4F10E3537AB7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BF5F4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DB6B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B8586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40006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1280086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1737286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1051486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3529510" y="1645919"/>
            <a:ext cx="768096" cy="768096"/>
          </a:xfrm>
          <a:prstGeom prst="ellipse">
            <a:avLst/>
          </a:prstGeom>
          <a:noFill/>
          <a:ln w="19050">
            <a:solidFill>
              <a:srgbClr val="FBF5F4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01919615-3E31-4CF4-9359-23F240167770}" type="slidenum">
              <a:rPr lang="en-US"/>
              <a:t>‹#›</a:t>
            </a:fld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BF5F4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DB6B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B8586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40006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1280086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1737286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1051486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3529510" y="1645919"/>
            <a:ext cx="768096" cy="768096"/>
          </a:xfrm>
          <a:prstGeom prst="ellipse">
            <a:avLst/>
          </a:prstGeom>
          <a:noFill/>
          <a:ln w="19050">
            <a:solidFill>
              <a:srgbClr val="FBF5F4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215B4300-7F33-421A-AC4F-7693B98F483A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D79B2C7A-C77E-470A-B145-3059B2658C74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grpSp>
        <p:nvGrpSpPr>
          <p:cNvPr id="2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" name="Diamond 2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6" name="Connector 5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7" name="Diamond 6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ROSEGOLD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계획 세울 때 같이 봅니다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부부 점검 · 날짜 입력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B2328E-2652-41F1-B80E-349770728384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576218"/>
                <a:gridCol w="3576218"/>
                <a:gridCol w="357621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남편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아내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나이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건강 상태 메모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FBE1E-3427-4D00-9723-0C611731298A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8C66C-6766-4F70-98D2-8AB739FDC760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09764-A075-4263-B3CA-55BC97B78109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3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DEFA-6327-416F-829C-11E81D7AF8F6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3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부부 점검)">
  <a:themeElements>
    <a:clrScheme name="보험 보장 점검 발표자료(부부 점검)">
      <a:dk1>
        <a:srgbClr val="FBF5F4"/>
      </a:dk1>
      <a:lt1>
        <a:srgbClr val="291F22"/>
      </a:lt1>
      <a:dk2>
        <a:srgbClr val="F1DDD6"/>
      </a:dk2>
      <a:lt2>
        <a:srgbClr val="1C1517"/>
      </a:lt2>
      <a:accent1>
        <a:srgbClr val="D49A8A"/>
      </a:accent1>
      <a:accent2>
        <a:srgbClr val="9E7B84"/>
      </a:accent2>
      <a:accent3>
        <a:srgbClr val="110D0E"/>
      </a:accent3>
      <a:accent4>
        <a:srgbClr val="392B2F"/>
      </a:accent4>
      <a:accent5>
        <a:srgbClr val="E0AB9B"/>
      </a:accent5>
      <a:accent6>
        <a:srgbClr val="775C63"/>
      </a:accent6>
      <a:hlink>
        <a:srgbClr val="F1DDD6"/>
      </a:hlink>
      <a:folHlink>
        <a:srgbClr val="110D0E"/>
      </a:folHlink>
    </a:clrScheme>
    <a:fontScheme name="보험 보장 점검 발표자료(부부 점검)">
      <a:majorFont>
        <a:latin typeface="Tw Cen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발표자료(부부 점검)</dc:title>
  <dc:subject>보험 가입 내용 정리 양식 · 부부 점검</dc:subject>
  <dc:creator>반딧불이의 곳간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