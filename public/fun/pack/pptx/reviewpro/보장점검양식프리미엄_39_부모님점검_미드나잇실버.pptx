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171A0487-24F4-4823-AA22-BF0338040E8B}">
          <p14:sldIdLst>
            <p14:sldId id="256"/>
          </p14:sldIdLst>
        </p14:section>
        <p14:section name="본문" id="{224C34CA-F11D-4AC1-9B49-0EF7AFEA593A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8B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184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7265822" y="350131"/>
            <a:ext cx="4708245" cy="5958032"/>
            <a:chOff x="7265822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7265822" y="35013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726582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726582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726582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726582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7265822" y="4111515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726582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726582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791733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791733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791733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791733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7917332" y="373537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791733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7917332" y="5239930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856884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8568842" y="1102407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856884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8568842" y="2606961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856884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856884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856884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856884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922035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922035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9220352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922035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922035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922035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922035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987186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9871862" y="1102407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9871862" y="1854684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987186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987186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987186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9871862" y="4863792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987186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10523372" y="726269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1052337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1052337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1052337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1052337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10523372" y="4487653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1052337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1117488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1117488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1117488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11174882" y="260696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11174882" y="3359238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1117488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1117488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1117488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793EA3BF-E019-4491-A77B-B721215F7E7D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8B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184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7265822" y="350131"/>
            <a:ext cx="4708245" cy="5958032"/>
            <a:chOff x="7265822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7265822" y="35013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726582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726582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726582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726582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7265822" y="4111515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726582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726582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791733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791733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791733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791733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7917332" y="373537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791733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7917332" y="5239930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856884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8568842" y="1102407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856884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8568842" y="2606961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856884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856884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856884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856884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922035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922035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9220352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922035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922035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922035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922035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987186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9871862" y="1102407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9871862" y="1854684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987186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987186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987186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9871862" y="4863792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987186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10523372" y="726269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1052337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1052337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1052337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1052337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10523372" y="4487653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1052337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1117488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1117488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1117488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11174882" y="260696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11174882" y="3359238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1117488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1117488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1117488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84D11E99-1770-4F98-9242-5889AFC49FA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5ED20990-3F61-411A-AB1E-DC42A554C63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MIDNIGHT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다음에 뵐 때 물어볼 것을 적어 둡니다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부모님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F5717-3039-4615-B65D-B366A2AF97A6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아버지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어머니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성함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연세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함께 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BA792-9B04-4DE4-A7F5-9625271E2C5F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C243FA-F626-4392-BBD9-B3F66ECBB3FE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75599D-2409-413C-B9CA-E1DA06FF1DD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B77AF4-E5F7-425A-94DB-5CD3079D1350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모님 점검)">
  <a:themeElements>
    <a:clrScheme name="보험 보장 점검 발표자료(부모님 점검)">
      <a:dk1>
        <a:srgbClr val="F7F9FC"/>
      </a:dk1>
      <a:lt1>
        <a:srgbClr val="111833"/>
      </a:lt1>
      <a:dk2>
        <a:srgbClr val="E3E9F6"/>
      </a:dk2>
      <a:lt2>
        <a:srgbClr val="0B1022"/>
      </a:lt2>
      <a:accent1>
        <a:srgbClr val="A9B8D9"/>
      </a:accent1>
      <a:accent2>
        <a:srgbClr val="6C7BFF"/>
      </a:accent2>
      <a:accent3>
        <a:srgbClr val="070A15"/>
      </a:accent3>
      <a:accent4>
        <a:srgbClr val="172249"/>
      </a:accent4>
      <a:accent5>
        <a:srgbClr val="C4CEE6"/>
      </a:accent5>
      <a:accent6>
        <a:srgbClr val="4F5BBD"/>
      </a:accent6>
      <a:hlink>
        <a:srgbClr val="E3E9F6"/>
      </a:hlink>
      <a:folHlink>
        <a:srgbClr val="070A15"/>
      </a:folHlink>
    </a:clrScheme>
    <a:fontScheme name="보험 보장 점검 발표자료(부모님 점검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>보험 가입 내용 정리 양식 · 부모님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