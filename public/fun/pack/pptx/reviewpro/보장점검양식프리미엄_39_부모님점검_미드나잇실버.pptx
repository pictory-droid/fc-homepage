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3F147B4E-C917-4DC9-9215-F94C12A6B235}">
          <p14:sldIdLst>
            <p14:sldId id="256"/>
          </p14:sldIdLst>
        </p14:section>
        <p14:section name="본문" id="{EB05814E-2D79-43A9-A205-5BE6DA818295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accent3"/>
            </a:gs>
            <a:gs pos="100000">
              <a:schemeClr val="bg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7F9FC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5B8BF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1848F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grpSp>
        <p:nvGrpSpPr>
          <p:cNvPr id="2" name="헥스 격자"/>
          <p:cNvGrpSpPr/>
          <p:nvPr/>
        </p:nvGrpSpPr>
        <p:grpSpPr>
          <a:xfrm>
            <a:off x="7265822" y="350131"/>
            <a:ext cx="4708245" cy="5958032"/>
            <a:chOff x="7265822" y="350131"/>
            <a:chExt cx="4708245" cy="5958032"/>
          </a:xfrm>
        </p:grpSpPr>
        <p:sp>
          <p:nvSpPr>
            <p:cNvPr id="3" name="Hexagon 2"/>
            <p:cNvSpPr/>
            <p:nvPr/>
          </p:nvSpPr>
          <p:spPr>
            <a:xfrm>
              <a:off x="7265822" y="350131"/>
              <a:ext cx="799185" cy="692094"/>
            </a:xfrm>
            <a:prstGeom prst="hexagon">
              <a:avLst/>
            </a:prstGeom>
            <a:solidFill>
              <a:schemeClr val="accent1">
                <a:alpha val="25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Hexagon 3"/>
            <p:cNvSpPr/>
            <p:nvPr/>
          </p:nvSpPr>
          <p:spPr>
            <a:xfrm>
              <a:off x="7265822" y="1102407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Hexagon 4"/>
            <p:cNvSpPr/>
            <p:nvPr/>
          </p:nvSpPr>
          <p:spPr>
            <a:xfrm>
              <a:off x="7265822" y="1854684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Hexagon 5"/>
            <p:cNvSpPr/>
            <p:nvPr/>
          </p:nvSpPr>
          <p:spPr>
            <a:xfrm>
              <a:off x="7265822" y="260696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Hexagon 6"/>
            <p:cNvSpPr/>
            <p:nvPr/>
          </p:nvSpPr>
          <p:spPr>
            <a:xfrm>
              <a:off x="7265822" y="3359238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Hexagon 7"/>
            <p:cNvSpPr/>
            <p:nvPr/>
          </p:nvSpPr>
          <p:spPr>
            <a:xfrm>
              <a:off x="7265822" y="4111515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Hexagon 8"/>
            <p:cNvSpPr/>
            <p:nvPr/>
          </p:nvSpPr>
          <p:spPr>
            <a:xfrm>
              <a:off x="7265822" y="4863792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Hexagon 9"/>
            <p:cNvSpPr/>
            <p:nvPr/>
          </p:nvSpPr>
          <p:spPr>
            <a:xfrm>
              <a:off x="7265822" y="56160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Hexagon 10"/>
            <p:cNvSpPr/>
            <p:nvPr/>
          </p:nvSpPr>
          <p:spPr>
            <a:xfrm>
              <a:off x="7917332" y="7262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Hexagon 11"/>
            <p:cNvSpPr/>
            <p:nvPr/>
          </p:nvSpPr>
          <p:spPr>
            <a:xfrm>
              <a:off x="7917332" y="1478546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Hexagon 12"/>
            <p:cNvSpPr/>
            <p:nvPr/>
          </p:nvSpPr>
          <p:spPr>
            <a:xfrm>
              <a:off x="7917332" y="2230823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Hexagon 13"/>
            <p:cNvSpPr/>
            <p:nvPr/>
          </p:nvSpPr>
          <p:spPr>
            <a:xfrm>
              <a:off x="7917332" y="298310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Hexagon 14"/>
            <p:cNvSpPr/>
            <p:nvPr/>
          </p:nvSpPr>
          <p:spPr>
            <a:xfrm>
              <a:off x="7917332" y="3735377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Hexagon 15"/>
            <p:cNvSpPr/>
            <p:nvPr/>
          </p:nvSpPr>
          <p:spPr>
            <a:xfrm>
              <a:off x="7917332" y="4487653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Hexagon 16"/>
            <p:cNvSpPr/>
            <p:nvPr/>
          </p:nvSpPr>
          <p:spPr>
            <a:xfrm>
              <a:off x="7917332" y="5239930"/>
              <a:ext cx="799185" cy="692094"/>
            </a:xfrm>
            <a:prstGeom prst="hexagon">
              <a:avLst/>
            </a:prstGeom>
            <a:solidFill>
              <a:schemeClr val="accent1">
                <a:alpha val="25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Hexagon 17"/>
            <p:cNvSpPr/>
            <p:nvPr/>
          </p:nvSpPr>
          <p:spPr>
            <a:xfrm>
              <a:off x="8568842" y="35013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Hexagon 18"/>
            <p:cNvSpPr/>
            <p:nvPr/>
          </p:nvSpPr>
          <p:spPr>
            <a:xfrm>
              <a:off x="8568842" y="1102407"/>
              <a:ext cx="799185" cy="692094"/>
            </a:xfrm>
            <a:prstGeom prst="hexagon">
              <a:avLst/>
            </a:prstGeom>
            <a:solidFill>
              <a:schemeClr val="accent1">
                <a:alpha val="33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Hexagon 19"/>
            <p:cNvSpPr/>
            <p:nvPr/>
          </p:nvSpPr>
          <p:spPr>
            <a:xfrm>
              <a:off x="8568842" y="1854684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Hexagon 20"/>
            <p:cNvSpPr/>
            <p:nvPr/>
          </p:nvSpPr>
          <p:spPr>
            <a:xfrm>
              <a:off x="8568842" y="2606961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Hexagon 21"/>
            <p:cNvSpPr/>
            <p:nvPr/>
          </p:nvSpPr>
          <p:spPr>
            <a:xfrm>
              <a:off x="8568842" y="3359238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Hexagon 22"/>
            <p:cNvSpPr/>
            <p:nvPr/>
          </p:nvSpPr>
          <p:spPr>
            <a:xfrm>
              <a:off x="8568842" y="4111515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Hexagon 23"/>
            <p:cNvSpPr/>
            <p:nvPr/>
          </p:nvSpPr>
          <p:spPr>
            <a:xfrm>
              <a:off x="8568842" y="4863792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Hexagon 24"/>
            <p:cNvSpPr/>
            <p:nvPr/>
          </p:nvSpPr>
          <p:spPr>
            <a:xfrm>
              <a:off x="8568842" y="56160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Hexagon 25"/>
            <p:cNvSpPr/>
            <p:nvPr/>
          </p:nvSpPr>
          <p:spPr>
            <a:xfrm>
              <a:off x="9220352" y="7262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Hexagon 26"/>
            <p:cNvSpPr/>
            <p:nvPr/>
          </p:nvSpPr>
          <p:spPr>
            <a:xfrm>
              <a:off x="9220352" y="1478546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Hexagon 27"/>
            <p:cNvSpPr/>
            <p:nvPr/>
          </p:nvSpPr>
          <p:spPr>
            <a:xfrm>
              <a:off x="9220352" y="2230823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Hexagon 28"/>
            <p:cNvSpPr/>
            <p:nvPr/>
          </p:nvSpPr>
          <p:spPr>
            <a:xfrm>
              <a:off x="9220352" y="298310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Hexagon 29"/>
            <p:cNvSpPr/>
            <p:nvPr/>
          </p:nvSpPr>
          <p:spPr>
            <a:xfrm>
              <a:off x="9220352" y="3735377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Hexagon 30"/>
            <p:cNvSpPr/>
            <p:nvPr/>
          </p:nvSpPr>
          <p:spPr>
            <a:xfrm>
              <a:off x="9220352" y="4487653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Hexagon 31"/>
            <p:cNvSpPr/>
            <p:nvPr/>
          </p:nvSpPr>
          <p:spPr>
            <a:xfrm>
              <a:off x="9220352" y="523993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Hexagon 32"/>
            <p:cNvSpPr/>
            <p:nvPr/>
          </p:nvSpPr>
          <p:spPr>
            <a:xfrm>
              <a:off x="9871862" y="35013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Hexagon 33"/>
            <p:cNvSpPr/>
            <p:nvPr/>
          </p:nvSpPr>
          <p:spPr>
            <a:xfrm>
              <a:off x="9871862" y="1102407"/>
              <a:ext cx="799185" cy="692094"/>
            </a:xfrm>
            <a:prstGeom prst="hexagon">
              <a:avLst/>
            </a:prstGeom>
            <a:solidFill>
              <a:schemeClr val="accent2">
                <a:alpha val="26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Hexagon 34"/>
            <p:cNvSpPr/>
            <p:nvPr/>
          </p:nvSpPr>
          <p:spPr>
            <a:xfrm>
              <a:off x="9871862" y="1854684"/>
              <a:ext cx="799185" cy="692094"/>
            </a:xfrm>
            <a:prstGeom prst="hexagon">
              <a:avLst/>
            </a:prstGeom>
            <a:solidFill>
              <a:schemeClr val="accent1">
                <a:alpha val="56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Hexagon 35"/>
            <p:cNvSpPr/>
            <p:nvPr/>
          </p:nvSpPr>
          <p:spPr>
            <a:xfrm>
              <a:off x="9871862" y="260696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Hexagon 36"/>
            <p:cNvSpPr/>
            <p:nvPr/>
          </p:nvSpPr>
          <p:spPr>
            <a:xfrm>
              <a:off x="9871862" y="3359238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Hexagon 37"/>
            <p:cNvSpPr/>
            <p:nvPr/>
          </p:nvSpPr>
          <p:spPr>
            <a:xfrm>
              <a:off x="9871862" y="4111515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Hexagon 38"/>
            <p:cNvSpPr/>
            <p:nvPr/>
          </p:nvSpPr>
          <p:spPr>
            <a:xfrm>
              <a:off x="9871862" y="4863792"/>
              <a:ext cx="799185" cy="692094"/>
            </a:xfrm>
            <a:prstGeom prst="hexagon">
              <a:avLst/>
            </a:prstGeom>
            <a:solidFill>
              <a:schemeClr val="accent2">
                <a:alpha val="26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Hexagon 39"/>
            <p:cNvSpPr/>
            <p:nvPr/>
          </p:nvSpPr>
          <p:spPr>
            <a:xfrm>
              <a:off x="9871862" y="56160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Hexagon 40"/>
            <p:cNvSpPr/>
            <p:nvPr/>
          </p:nvSpPr>
          <p:spPr>
            <a:xfrm>
              <a:off x="10523372" y="726269"/>
              <a:ext cx="799185" cy="692094"/>
            </a:xfrm>
            <a:prstGeom prst="hexagon">
              <a:avLst/>
            </a:prstGeom>
            <a:solidFill>
              <a:schemeClr val="accent2">
                <a:alpha val="38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Hexagon 41"/>
            <p:cNvSpPr/>
            <p:nvPr/>
          </p:nvSpPr>
          <p:spPr>
            <a:xfrm>
              <a:off x="10523372" y="1478546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Hexagon 42"/>
            <p:cNvSpPr/>
            <p:nvPr/>
          </p:nvSpPr>
          <p:spPr>
            <a:xfrm>
              <a:off x="10523372" y="2230823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Hexagon 43"/>
            <p:cNvSpPr/>
            <p:nvPr/>
          </p:nvSpPr>
          <p:spPr>
            <a:xfrm>
              <a:off x="10523372" y="298310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Hexagon 44"/>
            <p:cNvSpPr/>
            <p:nvPr/>
          </p:nvSpPr>
          <p:spPr>
            <a:xfrm>
              <a:off x="10523372" y="3735377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Hexagon 45"/>
            <p:cNvSpPr/>
            <p:nvPr/>
          </p:nvSpPr>
          <p:spPr>
            <a:xfrm>
              <a:off x="10523372" y="4487653"/>
              <a:ext cx="799185" cy="692094"/>
            </a:xfrm>
            <a:prstGeom prst="hexagon">
              <a:avLst/>
            </a:prstGeom>
            <a:solidFill>
              <a:schemeClr val="accent2">
                <a:alpha val="38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Hexagon 46"/>
            <p:cNvSpPr/>
            <p:nvPr/>
          </p:nvSpPr>
          <p:spPr>
            <a:xfrm>
              <a:off x="10523372" y="523993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Hexagon 47"/>
            <p:cNvSpPr/>
            <p:nvPr/>
          </p:nvSpPr>
          <p:spPr>
            <a:xfrm>
              <a:off x="11174882" y="35013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Hexagon 48"/>
            <p:cNvSpPr/>
            <p:nvPr/>
          </p:nvSpPr>
          <p:spPr>
            <a:xfrm>
              <a:off x="11174882" y="1102407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Hexagon 49"/>
            <p:cNvSpPr/>
            <p:nvPr/>
          </p:nvSpPr>
          <p:spPr>
            <a:xfrm>
              <a:off x="11174882" y="1854684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Hexagon 50"/>
            <p:cNvSpPr/>
            <p:nvPr/>
          </p:nvSpPr>
          <p:spPr>
            <a:xfrm>
              <a:off x="11174882" y="2606961"/>
              <a:ext cx="799185" cy="692094"/>
            </a:xfrm>
            <a:prstGeom prst="hexagon">
              <a:avLst/>
            </a:prstGeom>
            <a:solidFill>
              <a:schemeClr val="accent1">
                <a:alpha val="8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Hexagon 51"/>
            <p:cNvSpPr/>
            <p:nvPr/>
          </p:nvSpPr>
          <p:spPr>
            <a:xfrm>
              <a:off x="11174882" y="3359238"/>
              <a:ext cx="799185" cy="692094"/>
            </a:xfrm>
            <a:prstGeom prst="hexagon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Hexagon 52"/>
            <p:cNvSpPr/>
            <p:nvPr/>
          </p:nvSpPr>
          <p:spPr>
            <a:xfrm>
              <a:off x="11174882" y="4111515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Hexagon 53"/>
            <p:cNvSpPr/>
            <p:nvPr/>
          </p:nvSpPr>
          <p:spPr>
            <a:xfrm>
              <a:off x="11174882" y="4863792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Hexagon 54"/>
            <p:cNvSpPr/>
            <p:nvPr/>
          </p:nvSpPr>
          <p:spPr>
            <a:xfrm>
              <a:off x="11174882" y="56160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802684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rgbClr val="F7F9FC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204" y="502920"/>
            <a:ext cx="292597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E6A5AA50-3AE5-4891-9CA7-CF981C7A7E41}" type="slidenum">
              <a:rPr lang="en-US"/>
              <a:t>‹#›</a:t>
            </a:fld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dotGrid">
          <a:fgClr>
            <a:schemeClr val="bg1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7F9FC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5B8BF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1848F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grpSp>
        <p:nvGrpSpPr>
          <p:cNvPr id="2" name="헥스 격자"/>
          <p:cNvGrpSpPr/>
          <p:nvPr/>
        </p:nvGrpSpPr>
        <p:grpSpPr>
          <a:xfrm>
            <a:off x="7265822" y="350131"/>
            <a:ext cx="4708245" cy="5958032"/>
            <a:chOff x="7265822" y="350131"/>
            <a:chExt cx="4708245" cy="5958032"/>
          </a:xfrm>
        </p:grpSpPr>
        <p:sp>
          <p:nvSpPr>
            <p:cNvPr id="3" name="Hexagon 2"/>
            <p:cNvSpPr/>
            <p:nvPr/>
          </p:nvSpPr>
          <p:spPr>
            <a:xfrm>
              <a:off x="7265822" y="350131"/>
              <a:ext cx="799185" cy="692094"/>
            </a:xfrm>
            <a:prstGeom prst="hexagon">
              <a:avLst/>
            </a:prstGeom>
            <a:solidFill>
              <a:schemeClr val="accent1">
                <a:alpha val="25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Hexagon 3"/>
            <p:cNvSpPr/>
            <p:nvPr/>
          </p:nvSpPr>
          <p:spPr>
            <a:xfrm>
              <a:off x="7265822" y="1102407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Hexagon 4"/>
            <p:cNvSpPr/>
            <p:nvPr/>
          </p:nvSpPr>
          <p:spPr>
            <a:xfrm>
              <a:off x="7265822" y="1854684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Hexagon 5"/>
            <p:cNvSpPr/>
            <p:nvPr/>
          </p:nvSpPr>
          <p:spPr>
            <a:xfrm>
              <a:off x="7265822" y="260696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Hexagon 6"/>
            <p:cNvSpPr/>
            <p:nvPr/>
          </p:nvSpPr>
          <p:spPr>
            <a:xfrm>
              <a:off x="7265822" y="3359238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Hexagon 7"/>
            <p:cNvSpPr/>
            <p:nvPr/>
          </p:nvSpPr>
          <p:spPr>
            <a:xfrm>
              <a:off x="7265822" y="4111515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Hexagon 8"/>
            <p:cNvSpPr/>
            <p:nvPr/>
          </p:nvSpPr>
          <p:spPr>
            <a:xfrm>
              <a:off x="7265822" y="4863792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Hexagon 9"/>
            <p:cNvSpPr/>
            <p:nvPr/>
          </p:nvSpPr>
          <p:spPr>
            <a:xfrm>
              <a:off x="7265822" y="56160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Hexagon 10"/>
            <p:cNvSpPr/>
            <p:nvPr/>
          </p:nvSpPr>
          <p:spPr>
            <a:xfrm>
              <a:off x="7917332" y="7262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Hexagon 11"/>
            <p:cNvSpPr/>
            <p:nvPr/>
          </p:nvSpPr>
          <p:spPr>
            <a:xfrm>
              <a:off x="7917332" y="1478546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Hexagon 12"/>
            <p:cNvSpPr/>
            <p:nvPr/>
          </p:nvSpPr>
          <p:spPr>
            <a:xfrm>
              <a:off x="7917332" y="2230823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Hexagon 13"/>
            <p:cNvSpPr/>
            <p:nvPr/>
          </p:nvSpPr>
          <p:spPr>
            <a:xfrm>
              <a:off x="7917332" y="298310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Hexagon 14"/>
            <p:cNvSpPr/>
            <p:nvPr/>
          </p:nvSpPr>
          <p:spPr>
            <a:xfrm>
              <a:off x="7917332" y="3735377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Hexagon 15"/>
            <p:cNvSpPr/>
            <p:nvPr/>
          </p:nvSpPr>
          <p:spPr>
            <a:xfrm>
              <a:off x="7917332" y="4487653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Hexagon 16"/>
            <p:cNvSpPr/>
            <p:nvPr/>
          </p:nvSpPr>
          <p:spPr>
            <a:xfrm>
              <a:off x="7917332" y="5239930"/>
              <a:ext cx="799185" cy="692094"/>
            </a:xfrm>
            <a:prstGeom prst="hexagon">
              <a:avLst/>
            </a:prstGeom>
            <a:solidFill>
              <a:schemeClr val="accent1">
                <a:alpha val="25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Hexagon 17"/>
            <p:cNvSpPr/>
            <p:nvPr/>
          </p:nvSpPr>
          <p:spPr>
            <a:xfrm>
              <a:off x="8568842" y="35013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Hexagon 18"/>
            <p:cNvSpPr/>
            <p:nvPr/>
          </p:nvSpPr>
          <p:spPr>
            <a:xfrm>
              <a:off x="8568842" y="1102407"/>
              <a:ext cx="799185" cy="692094"/>
            </a:xfrm>
            <a:prstGeom prst="hexagon">
              <a:avLst/>
            </a:prstGeom>
            <a:solidFill>
              <a:schemeClr val="accent1">
                <a:alpha val="33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Hexagon 19"/>
            <p:cNvSpPr/>
            <p:nvPr/>
          </p:nvSpPr>
          <p:spPr>
            <a:xfrm>
              <a:off x="8568842" y="1854684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Hexagon 20"/>
            <p:cNvSpPr/>
            <p:nvPr/>
          </p:nvSpPr>
          <p:spPr>
            <a:xfrm>
              <a:off x="8568842" y="2606961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Hexagon 21"/>
            <p:cNvSpPr/>
            <p:nvPr/>
          </p:nvSpPr>
          <p:spPr>
            <a:xfrm>
              <a:off x="8568842" y="3359238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Hexagon 22"/>
            <p:cNvSpPr/>
            <p:nvPr/>
          </p:nvSpPr>
          <p:spPr>
            <a:xfrm>
              <a:off x="8568842" y="4111515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Hexagon 23"/>
            <p:cNvSpPr/>
            <p:nvPr/>
          </p:nvSpPr>
          <p:spPr>
            <a:xfrm>
              <a:off x="8568842" y="4863792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Hexagon 24"/>
            <p:cNvSpPr/>
            <p:nvPr/>
          </p:nvSpPr>
          <p:spPr>
            <a:xfrm>
              <a:off x="8568842" y="56160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Hexagon 25"/>
            <p:cNvSpPr/>
            <p:nvPr/>
          </p:nvSpPr>
          <p:spPr>
            <a:xfrm>
              <a:off x="9220352" y="7262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Hexagon 26"/>
            <p:cNvSpPr/>
            <p:nvPr/>
          </p:nvSpPr>
          <p:spPr>
            <a:xfrm>
              <a:off x="9220352" y="1478546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Hexagon 27"/>
            <p:cNvSpPr/>
            <p:nvPr/>
          </p:nvSpPr>
          <p:spPr>
            <a:xfrm>
              <a:off x="9220352" y="2230823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Hexagon 28"/>
            <p:cNvSpPr/>
            <p:nvPr/>
          </p:nvSpPr>
          <p:spPr>
            <a:xfrm>
              <a:off x="9220352" y="298310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Hexagon 29"/>
            <p:cNvSpPr/>
            <p:nvPr/>
          </p:nvSpPr>
          <p:spPr>
            <a:xfrm>
              <a:off x="9220352" y="3735377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Hexagon 30"/>
            <p:cNvSpPr/>
            <p:nvPr/>
          </p:nvSpPr>
          <p:spPr>
            <a:xfrm>
              <a:off x="9220352" y="4487653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Hexagon 31"/>
            <p:cNvSpPr/>
            <p:nvPr/>
          </p:nvSpPr>
          <p:spPr>
            <a:xfrm>
              <a:off x="9220352" y="523993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Hexagon 32"/>
            <p:cNvSpPr/>
            <p:nvPr/>
          </p:nvSpPr>
          <p:spPr>
            <a:xfrm>
              <a:off x="9871862" y="35013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Hexagon 33"/>
            <p:cNvSpPr/>
            <p:nvPr/>
          </p:nvSpPr>
          <p:spPr>
            <a:xfrm>
              <a:off x="9871862" y="1102407"/>
              <a:ext cx="799185" cy="692094"/>
            </a:xfrm>
            <a:prstGeom prst="hexagon">
              <a:avLst/>
            </a:prstGeom>
            <a:solidFill>
              <a:schemeClr val="accent2">
                <a:alpha val="26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Hexagon 34"/>
            <p:cNvSpPr/>
            <p:nvPr/>
          </p:nvSpPr>
          <p:spPr>
            <a:xfrm>
              <a:off x="9871862" y="1854684"/>
              <a:ext cx="799185" cy="692094"/>
            </a:xfrm>
            <a:prstGeom prst="hexagon">
              <a:avLst/>
            </a:prstGeom>
            <a:solidFill>
              <a:schemeClr val="accent1">
                <a:alpha val="56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Hexagon 35"/>
            <p:cNvSpPr/>
            <p:nvPr/>
          </p:nvSpPr>
          <p:spPr>
            <a:xfrm>
              <a:off x="9871862" y="260696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Hexagon 36"/>
            <p:cNvSpPr/>
            <p:nvPr/>
          </p:nvSpPr>
          <p:spPr>
            <a:xfrm>
              <a:off x="9871862" y="3359238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Hexagon 37"/>
            <p:cNvSpPr/>
            <p:nvPr/>
          </p:nvSpPr>
          <p:spPr>
            <a:xfrm>
              <a:off x="9871862" y="4111515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Hexagon 38"/>
            <p:cNvSpPr/>
            <p:nvPr/>
          </p:nvSpPr>
          <p:spPr>
            <a:xfrm>
              <a:off x="9871862" y="4863792"/>
              <a:ext cx="799185" cy="692094"/>
            </a:xfrm>
            <a:prstGeom prst="hexagon">
              <a:avLst/>
            </a:prstGeom>
            <a:solidFill>
              <a:schemeClr val="accent2">
                <a:alpha val="26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Hexagon 39"/>
            <p:cNvSpPr/>
            <p:nvPr/>
          </p:nvSpPr>
          <p:spPr>
            <a:xfrm>
              <a:off x="9871862" y="56160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Hexagon 40"/>
            <p:cNvSpPr/>
            <p:nvPr/>
          </p:nvSpPr>
          <p:spPr>
            <a:xfrm>
              <a:off x="10523372" y="726269"/>
              <a:ext cx="799185" cy="692094"/>
            </a:xfrm>
            <a:prstGeom prst="hexagon">
              <a:avLst/>
            </a:prstGeom>
            <a:solidFill>
              <a:schemeClr val="accent2">
                <a:alpha val="38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Hexagon 41"/>
            <p:cNvSpPr/>
            <p:nvPr/>
          </p:nvSpPr>
          <p:spPr>
            <a:xfrm>
              <a:off x="10523372" y="1478546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Hexagon 42"/>
            <p:cNvSpPr/>
            <p:nvPr/>
          </p:nvSpPr>
          <p:spPr>
            <a:xfrm>
              <a:off x="10523372" y="2230823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Hexagon 43"/>
            <p:cNvSpPr/>
            <p:nvPr/>
          </p:nvSpPr>
          <p:spPr>
            <a:xfrm>
              <a:off x="10523372" y="298310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Hexagon 44"/>
            <p:cNvSpPr/>
            <p:nvPr/>
          </p:nvSpPr>
          <p:spPr>
            <a:xfrm>
              <a:off x="10523372" y="3735377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Hexagon 45"/>
            <p:cNvSpPr/>
            <p:nvPr/>
          </p:nvSpPr>
          <p:spPr>
            <a:xfrm>
              <a:off x="10523372" y="4487653"/>
              <a:ext cx="799185" cy="692094"/>
            </a:xfrm>
            <a:prstGeom prst="hexagon">
              <a:avLst/>
            </a:prstGeom>
            <a:solidFill>
              <a:schemeClr val="accent2">
                <a:alpha val="38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Hexagon 46"/>
            <p:cNvSpPr/>
            <p:nvPr/>
          </p:nvSpPr>
          <p:spPr>
            <a:xfrm>
              <a:off x="10523372" y="523993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Hexagon 47"/>
            <p:cNvSpPr/>
            <p:nvPr/>
          </p:nvSpPr>
          <p:spPr>
            <a:xfrm>
              <a:off x="11174882" y="35013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Hexagon 48"/>
            <p:cNvSpPr/>
            <p:nvPr/>
          </p:nvSpPr>
          <p:spPr>
            <a:xfrm>
              <a:off x="11174882" y="1102407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Hexagon 49"/>
            <p:cNvSpPr/>
            <p:nvPr/>
          </p:nvSpPr>
          <p:spPr>
            <a:xfrm>
              <a:off x="11174882" y="1854684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Hexagon 50"/>
            <p:cNvSpPr/>
            <p:nvPr/>
          </p:nvSpPr>
          <p:spPr>
            <a:xfrm>
              <a:off x="11174882" y="2606961"/>
              <a:ext cx="799185" cy="692094"/>
            </a:xfrm>
            <a:prstGeom prst="hexagon">
              <a:avLst/>
            </a:prstGeom>
            <a:solidFill>
              <a:schemeClr val="accent1">
                <a:alpha val="8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Hexagon 51"/>
            <p:cNvSpPr/>
            <p:nvPr/>
          </p:nvSpPr>
          <p:spPr>
            <a:xfrm>
              <a:off x="11174882" y="3359238"/>
              <a:ext cx="799185" cy="692094"/>
            </a:xfrm>
            <a:prstGeom prst="hexagon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Hexagon 52"/>
            <p:cNvSpPr/>
            <p:nvPr/>
          </p:nvSpPr>
          <p:spPr>
            <a:xfrm>
              <a:off x="11174882" y="4111515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Hexagon 53"/>
            <p:cNvSpPr/>
            <p:nvPr/>
          </p:nvSpPr>
          <p:spPr>
            <a:xfrm>
              <a:off x="11174882" y="4863792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Hexagon 54"/>
            <p:cNvSpPr/>
            <p:nvPr/>
          </p:nvSpPr>
          <p:spPr>
            <a:xfrm>
              <a:off x="11174882" y="56160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802684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rgbClr val="F7F9FC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204" y="502920"/>
            <a:ext cx="292597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CF5CF2B2-6A90-418D-A89F-18DA3A83733E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73152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BB7571D6-1BA5-46D6-A1FE-44C45CA52C87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4572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MIDNIGHT  ·  INSURANCE CHECK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다음에 뵐 때 물어볼 것을 적어 둡니다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부모님 점검 · 0000. 00. 00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0A833-BDAE-47F0-AAE1-112576B13CCF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576218"/>
                <a:gridCol w="3576218"/>
                <a:gridCol w="3576218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A1613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A1613"/>
                          </a:solidFill>
                        </a:rPr>
                        <a:t>아버지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A1613"/>
                          </a:solidFill>
                        </a:rPr>
                        <a:t>어머니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성함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연세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건강 상태 메모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함께 확인할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F553F-C474-420F-8122-291E9FF20593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AA9C5-49FE-4860-81F5-1DCE5B6056BF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5FCA-680A-4B97-8B6A-E03D935A34C5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2377440"/>
            <a:chOff x="731520" y="1828800"/>
            <a:chExt cx="3393338" cy="237744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237744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rgbClr val="000000">
                  <a:alpha val="27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14400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카드 내용"/>
            <p:cNvSpPr txBox="1"/>
            <p:nvPr/>
          </p:nvSpPr>
          <p:spPr>
            <a:xfrm>
              <a:off x="914400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2377440"/>
            <a:chOff x="4399178" y="1828800"/>
            <a:chExt cx="3393338" cy="237744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237744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rgbClr val="000000">
                  <a:alpha val="27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4582058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카드 내용"/>
            <p:cNvSpPr txBox="1"/>
            <p:nvPr/>
          </p:nvSpPr>
          <p:spPr>
            <a:xfrm>
              <a:off x="4582058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2377440"/>
            <a:chOff x="8066836" y="1828800"/>
            <a:chExt cx="3393338" cy="237744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237744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rgbClr val="000000">
                  <a:alpha val="27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/>
            <p:nvPr/>
          </p:nvSpPr>
          <p:spPr>
            <a:xfrm>
              <a:off x="8249716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3</a:t>
              </a:r>
            </a:p>
          </p:txBody>
        </p:sp>
        <p:sp>
          <p:nvSpPr>
            <p:cNvPr id="20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카드 내용"/>
            <p:cNvSpPr txBox="1"/>
            <p:nvPr/>
          </p:nvSpPr>
          <p:spPr>
            <a:xfrm>
              <a:off x="8249716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3" name="차트"/>
          <p:cNvGraphicFramePr>
            <a:graphicFrameLocks noGrp="1"/>
          </p:cNvGraphicFramePr>
          <p:nvPr/>
        </p:nvGraphicFramePr>
        <p:xfrm>
          <a:off x="731520" y="4389120"/>
          <a:ext cx="1072865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CE6FB-CE1C-4B1C-8C05-E723246A130A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rgbClr val="000000">
                  <a:alpha val="27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14400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카드 내용"/>
            <p:cNvSpPr txBox="1"/>
            <p:nvPr/>
          </p:nvSpPr>
          <p:spPr>
            <a:xfrm>
              <a:off x="914400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rgbClr val="000000">
                  <a:alpha val="27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4582058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카드 내용"/>
            <p:cNvSpPr txBox="1"/>
            <p:nvPr/>
          </p:nvSpPr>
          <p:spPr>
            <a:xfrm>
              <a:off x="4582058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rgbClr val="000000">
                  <a:alpha val="27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/>
            <p:nvPr/>
          </p:nvSpPr>
          <p:spPr>
            <a:xfrm>
              <a:off x="8249716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3</a:t>
              </a:r>
            </a:p>
          </p:txBody>
        </p:sp>
        <p:sp>
          <p:nvSpPr>
            <p:cNvPr id="20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카드 내용"/>
            <p:cNvSpPr txBox="1"/>
            <p:nvPr/>
          </p:nvSpPr>
          <p:spPr>
            <a:xfrm>
              <a:off x="8249716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3" name="안내 문구"/>
          <p:cNvSpPr txBox="1"/>
          <p:nvPr/>
        </p:nvSpPr>
        <p:spPr>
          <a:xfrm>
            <a:off x="731520" y="5577840"/>
            <a:ext cx="1072865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부모님 점검)">
  <a:themeElements>
    <a:clrScheme name="보험 보장 점검 발표자료(부모님 점검)">
      <a:dk1>
        <a:srgbClr val="F7F9FC"/>
      </a:dk1>
      <a:lt1>
        <a:srgbClr val="111833"/>
      </a:lt1>
      <a:dk2>
        <a:srgbClr val="E3E9F6"/>
      </a:dk2>
      <a:lt2>
        <a:srgbClr val="0B1022"/>
      </a:lt2>
      <a:accent1>
        <a:srgbClr val="A9B8D9"/>
      </a:accent1>
      <a:accent2>
        <a:srgbClr val="6C7BFF"/>
      </a:accent2>
      <a:accent3>
        <a:srgbClr val="070A15"/>
      </a:accent3>
      <a:accent4>
        <a:srgbClr val="172249"/>
      </a:accent4>
      <a:accent5>
        <a:srgbClr val="C4CEE6"/>
      </a:accent5>
      <a:accent6>
        <a:srgbClr val="4F5BBD"/>
      </a:accent6>
      <a:hlink>
        <a:srgbClr val="E3E9F6"/>
      </a:hlink>
      <a:folHlink>
        <a:srgbClr val="070A15"/>
      </a:folHlink>
    </a:clrScheme>
    <a:fontScheme name="보험 보장 점검 발표자료(부모님 점검)">
      <a:majorFont>
        <a:latin typeface="Tw Cen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발표자료(부모님 점검)</dc:title>
  <dc:subject>보험 가입 내용 정리 양식 · 부모님 점검</dc:subject>
  <dc:creator>우체국보험 상담 안내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