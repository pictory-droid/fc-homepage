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81999FF-99E5-43F1-8D3A-7A730C11EBED}">
          <p14:sldIdLst>
            <p14:sldId id="256"/>
          </p14:sldIdLst>
        </p14:section>
        <p14:section name="본문" id="{CEFFDAA3-1E95-4243-A25F-0AB0A58C4363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EA9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F141F6D-9EED-4126-B331-2E1D0802815A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0A2F981-3B52-4678-BBCF-568355D182E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99AECA4-F0FC-403D-8852-3CA42A402D0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부모님 증권부터 먼저 찾아봅니다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C1855-A886-48D3-BD82-5037936A724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A13E-BD8D-4FBF-9F6F-8C83957D91E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A61D6-159F-4801-9CB2-749368D133D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163FCB-0FD9-4F33-B845-5D9699FF63D4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F5CAF-89B6-4CA3-B773-A5536440804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413D32"/>
      </a:dk1>
      <a:lt1>
        <a:srgbClr val="FEFEFC"/>
      </a:lt1>
      <a:dk2>
        <a:srgbClr val="3C3726"/>
      </a:dk2>
      <a:lt2>
        <a:srgbClr val="FCFAF4"/>
      </a:lt2>
      <a:accent1>
        <a:srgbClr val="C7A557"/>
      </a:accent1>
      <a:accent2>
        <a:srgbClr val="8B8572"/>
      </a:accent2>
      <a:accent3>
        <a:srgbClr val="403D32"/>
      </a:accent3>
      <a:accent4>
        <a:srgbClr val="F1E9D5"/>
      </a:accent4>
      <a:accent5>
        <a:srgbClr val="D4B56A"/>
      </a:accent5>
      <a:accent6>
        <a:srgbClr val="BEBAAC"/>
      </a:accent6>
      <a:hlink>
        <a:srgbClr val="3C3726"/>
      </a:hlink>
      <a:folHlink>
        <a:srgbClr val="403D32"/>
      </a:folHlink>
    </a:clrScheme>
    <a:fontScheme name="보험 보장 점검 발표자료(부모님 점검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