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779C220-C2C3-4A4A-931F-EF7DE511C935}">
          <p14:sldIdLst>
            <p14:sldId id="256"/>
          </p14:sldIdLst>
        </p14:section>
        <p14:section name="본문" id="{D028E939-544B-41E5-97D8-2DB32B85E68D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F38386-B7F2-493B-8DA2-4B30EAD3B213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B6445C7-770E-4739-ACC5-68D5EEFDFAF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161D7C1-53B7-4EEB-8C60-C351BC69AF2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방학 동안 가족 회의로 정리합니다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EA06-CA6E-4E83-A9F7-8FCCDB3A023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2A5E-99AF-4B20-9C90-84810BC0407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3302-337E-4F98-B582-B61BE2217B2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4D51-DBD9-48D0-AA84-0942FDE44D7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364FD-2D47-49F8-817A-F15B134CA79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보험 보장 점검 발표자료(가족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