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4FCAEB3-604E-4328-9E53-5B0CEE90B66A}">
          <p14:sldIdLst>
            <p14:sldId id="256"/>
          </p14:sldIdLst>
        </p14:section>
        <p14:section name="본문" id="{DCB79711-09DF-434C-8315-3EB3BE016FC6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43000"/>
            <a:ext cx="457200" cy="457200"/>
            <a:chOff x="5867247" y="1143000"/>
            <a:chExt cx="457200" cy="457200"/>
          </a:xfrm>
        </p:grpSpPr>
        <p:sp>
          <p:nvSpPr>
            <p:cNvPr id="11" name="Pie 10"/>
            <p:cNvSpPr/>
            <p:nvPr/>
          </p:nvSpPr>
          <p:spPr>
            <a:xfrm>
              <a:off x="5867247" y="1143000"/>
              <a:ext cx="457200" cy="45720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83A10F5-0EC0-40B9-8A9F-B78A48305E24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Pie 4"/>
            <p:cNvSpPr/>
            <p:nvPr/>
          </p:nvSpPr>
          <p:spPr>
            <a:xfrm>
              <a:off x="11208715" y="754380"/>
              <a:ext cx="320040" cy="32004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43000"/>
            <a:ext cx="457200" cy="457200"/>
            <a:chOff x="5867247" y="1143000"/>
            <a:chExt cx="457200" cy="457200"/>
          </a:xfrm>
        </p:grpSpPr>
        <p:sp>
          <p:nvSpPr>
            <p:cNvPr id="11" name="Pie 10"/>
            <p:cNvSpPr/>
            <p:nvPr/>
          </p:nvSpPr>
          <p:spPr>
            <a:xfrm>
              <a:off x="5867247" y="1143000"/>
              <a:ext cx="457200" cy="45720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40B7D45-9BF4-40B2-8F87-A15B71495BD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Pie 4"/>
            <p:cNvSpPr/>
            <p:nvPr/>
          </p:nvSpPr>
          <p:spPr>
            <a:xfrm>
              <a:off x="11208715" y="754380"/>
              <a:ext cx="320040" cy="32004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D625032-62D0-42AC-8857-60CF57A9C5A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Pie 6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대숲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휴가 가기 전에 한 번 훑어봅니다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9C656-6FDA-4234-B144-522BEAE6817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04F32-9AD4-4CD3-9143-87FE5A878D4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F84CE-11ED-4273-93C2-CA51D050415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B17-9FAA-4E92-84BB-D53F700F0674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C849-0E51-4145-AA41-3FE1D386D7F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2B2724"/>
      </a:dk1>
      <a:lt1>
        <a:srgbClr val="FFFFFF"/>
      </a:lt1>
      <a:dk2>
        <a:srgbClr val="3A4A64"/>
      </a:dk2>
      <a:lt2>
        <a:srgbClr val="DEF9EC"/>
      </a:lt2>
      <a:accent1>
        <a:srgbClr val="7EE2B0"/>
      </a:accent1>
      <a:accent2>
        <a:srgbClr val="CF8693"/>
      </a:accent2>
      <a:accent3>
        <a:srgbClr val="2C4E3D"/>
      </a:accent3>
      <a:accent4>
        <a:srgbClr val="C5F7DE"/>
      </a:accent4>
      <a:accent5>
        <a:srgbClr val="A3C0E0"/>
      </a:accent5>
      <a:accent6>
        <a:srgbClr val="CCE6BC"/>
      </a:accent6>
      <a:hlink>
        <a:srgbClr val="3A4A64"/>
      </a:hlink>
      <a:folHlink>
        <a:srgbClr val="2C4E3D"/>
      </a:folHlink>
    </a:clrScheme>
    <a:fontScheme name="보험 보장 점검 발표자료(본인 점검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