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0872AFD-D807-4A81-A3B2-9AF32198CC6F}">
          <p14:sldIdLst>
            <p14:sldId id="256"/>
          </p14:sldIdLst>
        </p14:section>
        <p14:section name="본문" id="{47A6FC0A-CC66-4A70-84A4-F21DC7821ACB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5BFE6B8-DBE1-447D-97F7-AE4B276D22B9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6137B54-062F-4FDB-A3F3-9CC72B93FF4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D41A9B7-83A5-4935-B85A-D18B57AB6BE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증권철을 꺼내 놓고 하나씩 확인합니다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248BC-9246-44BB-8CA4-372AF78E715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004FB-7382-451D-8205-00CF9882C06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28902-537C-48CE-989E-A11F6A8937D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840C8A-D025-4AC4-A4F4-585C015BBC1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B0DA4-BD3F-41F5-AD41-4694E0575E8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보험 보장 점검 발표자료(본인 점검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