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AA47BED-473F-43DA-BA27-4EED687F953A}">
          <p14:sldIdLst>
            <p14:sldId id="256"/>
          </p14:sldIdLst>
        </p14:section>
        <p14:section name="본문" id="{49134FD9-9756-4637-92C8-19772E27C8C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A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B9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42E241F-0B09-4367-88F4-2D98E4A9AA16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F2B1F4C-32D5-4C29-B537-DBB6E35C1C8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9347584-73D4-42A3-BA5C-BFBE054DBC3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증권철을 꺼내 놓고 하나씩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F994A-B1ED-47A7-8A35-A2D57C147A1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2DB4-E6D1-4C5B-B7CB-5295CBC1EDC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D7A2-4F41-4AD0-A039-E4BA8DE23D3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73D6E-BA91-47BB-99FF-76085E685D2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F0C6-0F8D-4CE9-9A14-C4609BEC0FD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374846"/>
      </a:dk1>
      <a:lt1>
        <a:srgbClr val="FBFCFC"/>
      </a:lt1>
      <a:dk2>
        <a:srgbClr val="22413D"/>
      </a:dk2>
      <a:lt2>
        <a:srgbClr val="F0F6F4"/>
      </a:lt2>
      <a:accent1>
        <a:srgbClr val="6E9C92"/>
      </a:accent1>
      <a:accent2>
        <a:srgbClr val="A2ADB3"/>
      </a:accent2>
      <a:accent3>
        <a:srgbClr val="465957"/>
      </a:accent3>
      <a:accent4>
        <a:srgbClr val="D6E4E0"/>
      </a:accent4>
      <a:accent5>
        <a:srgbClr val="BCC5C4"/>
      </a:accent5>
      <a:accent6>
        <a:srgbClr val="C5CED0"/>
      </a:accent6>
      <a:hlink>
        <a:srgbClr val="22413D"/>
      </a:hlink>
      <a:folHlink>
        <a:srgbClr val="465957"/>
      </a:folHlink>
    </a:clrScheme>
    <a:fontScheme name="보험 보장 점검 발표자료(본인 점검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