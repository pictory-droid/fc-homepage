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3B1412D-292F-46C6-863B-0BE14A968ED2}">
          <p14:sldIdLst>
            <p14:sldId id="256"/>
          </p14:sldIdLst>
        </p14:section>
        <p14:section name="본문" id="{FF875C5B-4964-40E2-B039-8777D452E46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27827"/>
            <a:ext cx="347472" cy="298825"/>
            <a:chOff x="9424227" y="627827"/>
            <a:chExt cx="347472" cy="298825"/>
          </a:xfrm>
        </p:grpSpPr>
        <p:sp>
          <p:nvSpPr>
            <p:cNvPr id="10" name="Hexagon 9"/>
            <p:cNvSpPr/>
            <p:nvPr/>
          </p:nvSpPr>
          <p:spPr>
            <a:xfrm>
              <a:off x="9424227" y="627827"/>
              <a:ext cx="347472" cy="29882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0C5BD4B-B101-4084-BEAF-115D09708E3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27827"/>
            <a:ext cx="347472" cy="298825"/>
            <a:chOff x="9424227" y="627827"/>
            <a:chExt cx="347472" cy="298825"/>
          </a:xfrm>
        </p:grpSpPr>
        <p:sp>
          <p:nvSpPr>
            <p:cNvPr id="10" name="Hexagon 9"/>
            <p:cNvSpPr/>
            <p:nvPr/>
          </p:nvSpPr>
          <p:spPr>
            <a:xfrm>
              <a:off x="9424227" y="627827"/>
              <a:ext cx="347472" cy="29882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B7FA4B0-B810-478F-AB1C-6F25A992596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C46BCBB-BA17-45B3-BC82-D4362AA4E2A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연락처와 담당자 이름도 적어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0AEB4-DC29-4F57-AC73-3FF36394505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F0443-E350-4BFB-95B8-F7845A9D1D9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922D-B17F-4D71-BC49-7D59FD695DF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CEBC-1CAF-481B-B6DC-FD59B01FFFE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36881-8B80-4CF7-83BF-6EF4A672018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643A5F"/>
      </a:dk2>
      <a:lt2>
        <a:srgbClr val="EBEBF7"/>
      </a:lt2>
      <a:accent1>
        <a:srgbClr val="8989CC"/>
      </a:accent1>
      <a:accent2>
        <a:srgbClr val="ADBD8F"/>
      </a:accent2>
      <a:accent3>
        <a:srgbClr val="2C2C4E"/>
      </a:accent3>
      <a:accent4>
        <a:srgbClr val="CECEEE"/>
      </a:accent4>
      <a:accent5>
        <a:srgbClr val="E0A3DE"/>
      </a:accent5>
      <a:accent6>
        <a:srgbClr val="BCE0E6"/>
      </a:accent6>
      <a:hlink>
        <a:srgbClr val="643A5F"/>
      </a:hlink>
      <a:folHlink>
        <a:srgbClr val="2C2C4E"/>
      </a:folHlink>
    </a:clrScheme>
    <a:fontScheme name="보험 보장 점검 발표자료(부모님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