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87DE93D-0F9C-46E1-B4CA-502CFB33AF28}">
          <p14:sldIdLst>
            <p14:sldId id="256"/>
          </p14:sldIdLst>
        </p14:section>
        <p14:section name="본문" id="{36A9D576-EEC0-405F-99FB-36DCEED5B606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FC8A3504-EB4A-4884-AFC5-A23B528355F9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428F7D2D-ADF5-4919-A7FC-75DB6221E13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E815C10-5696-4D68-A7BF-214EA5CFF66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평상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INSURANCE CHECK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어떤 보험에 들었는지부터 적습니다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DDB7-6DA2-4E1F-9A2D-509FD6E2814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A7496-E0DD-4679-B9C6-11DC8E861A5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7EA1-3839-4F53-8929-0CCA983D856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69C4-08B3-4217-8DCB-A5563EB18DB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B216-4FA4-4BAA-A6ED-51D5572E72B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2B2724"/>
      </a:dk1>
      <a:lt1>
        <a:srgbClr val="FFFFFF"/>
      </a:lt1>
      <a:dk2>
        <a:srgbClr val="3A6442"/>
      </a:dk2>
      <a:lt2>
        <a:srgbClr val="DEF9EA"/>
      </a:lt2>
      <a:accent1>
        <a:srgbClr val="7EE2A8"/>
      </a:accent1>
      <a:accent2>
        <a:srgbClr val="99CF86"/>
      </a:accent2>
      <a:accent3>
        <a:srgbClr val="2C4E3A"/>
      </a:accent3>
      <a:accent4>
        <a:srgbClr val="C5F7DA"/>
      </a:accent4>
      <a:accent5>
        <a:srgbClr val="A3C5E0"/>
      </a:accent5>
      <a:accent6>
        <a:srgbClr val="CFE6BC"/>
      </a:accent6>
      <a:hlink>
        <a:srgbClr val="3A6442"/>
      </a:hlink>
      <a:folHlink>
        <a:srgbClr val="2C4E3A"/>
      </a:folHlink>
    </a:clrScheme>
    <a:fontScheme name="보험 보장 점검 발표자료(본인 점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