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6BD6653-53D5-48DE-8B36-6EE42C6C375B}">
          <p14:sldIdLst>
            <p14:sldId id="256"/>
          </p14:sldIdLst>
        </p14:section>
        <p14:section name="본문" id="{85C3970C-BC04-4AAB-9E13-9F66BC344BA6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Pie 9"/>
            <p:cNvSpPr/>
            <p:nvPr/>
          </p:nvSpPr>
          <p:spPr>
            <a:xfrm>
              <a:off x="2596877" y="603503"/>
              <a:ext cx="347472" cy="347472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5BE16CF3-0478-42C1-B9C0-2927BE9B9B27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ie 4"/>
            <p:cNvSpPr/>
            <p:nvPr/>
          </p:nvSpPr>
          <p:spPr>
            <a:xfrm>
              <a:off x="548640" y="6172200"/>
              <a:ext cx="365760" cy="36576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3150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133500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193850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254201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314551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374902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249629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2596877" y="603503"/>
            <a:ext cx="347472" cy="347472"/>
            <a:chOff x="2596877" y="603503"/>
            <a:chExt cx="347472" cy="347472"/>
          </a:xfrm>
        </p:grpSpPr>
        <p:sp>
          <p:nvSpPr>
            <p:cNvPr id="10" name="Pie 9"/>
            <p:cNvSpPr/>
            <p:nvPr/>
          </p:nvSpPr>
          <p:spPr>
            <a:xfrm>
              <a:off x="2596877" y="603503"/>
              <a:ext cx="347472" cy="347472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EE155FA-78F1-45AC-A311-4552F74B1A0C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Pie 4"/>
            <p:cNvSpPr/>
            <p:nvPr/>
          </p:nvSpPr>
          <p:spPr>
            <a:xfrm>
              <a:off x="548640" y="6172200"/>
              <a:ext cx="365760" cy="36576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21755B0-348E-480B-80D0-F17FD9876896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Pie 5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가족별로 칸을 나눠 정리합니다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가족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918715-6BF6-45D3-BF00-66B947AD1CE4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아빠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엄마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자녀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나이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직업·학교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메모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83A8D9-E458-4D24-8523-6C83FDDBCEAA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9ECD-E805-4E91-B4D1-DC552CF1E28D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345E9A-7B9E-4447-B586-DA4BE074AE82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0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7799-9081-4A0F-B17B-092AB03A6223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0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가족 점검)">
  <a:themeElements>
    <a:clrScheme name="보험 보장 점검 발표자료(가족 점검)">
      <a:dk1>
        <a:srgbClr val="2B2724"/>
      </a:dk1>
      <a:lt1>
        <a:srgbClr val="FFFFFF"/>
      </a:lt1>
      <a:dk2>
        <a:srgbClr val="3A6462"/>
      </a:dk2>
      <a:lt2>
        <a:srgbClr val="E4F9EA"/>
      </a:lt2>
      <a:accent1>
        <a:srgbClr val="73D892"/>
      </a:accent1>
      <a:accent2>
        <a:srgbClr val="927CC5"/>
      </a:accent2>
      <a:accent3>
        <a:srgbClr val="2C4E36"/>
      </a:accent3>
      <a:accent4>
        <a:srgbClr val="C7F4D5"/>
      </a:accent4>
      <a:accent5>
        <a:srgbClr val="A3CCE0"/>
      </a:accent5>
      <a:accent6>
        <a:srgbClr val="D4E6BC"/>
      </a:accent6>
      <a:hlink>
        <a:srgbClr val="3A6462"/>
      </a:hlink>
      <a:folHlink>
        <a:srgbClr val="2C4E36"/>
      </a:folHlink>
    </a:clrScheme>
    <a:fontScheme name="보험 보장 점검 발표자료(가족 점검)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발표자료(가족 점검)</dc:title>
  <dc:subject>보험 가입 내용 정리 양식 · 가족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