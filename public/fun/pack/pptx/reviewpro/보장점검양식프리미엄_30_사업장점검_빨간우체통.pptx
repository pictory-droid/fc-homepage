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1808EF1-77ED-465A-8A58-EA22B2ABCA9A}">
          <p14:sldIdLst>
            <p14:sldId id="256"/>
          </p14:sldIdLst>
        </p14:section>
        <p14:section name="본문" id="{383C6104-622C-4DAE-8AE9-D8EA38590668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DC5CF9E-C95E-4D67-8D69-FE8CE54A1419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Block Arc 4"/>
            <p:cNvSpPr/>
            <p:nvPr/>
          </p:nvSpPr>
          <p:spPr>
            <a:xfrm>
              <a:off x="11277295" y="6172200"/>
              <a:ext cx="365760" cy="36576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290514B-3067-40ED-9D37-60FE27159DC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Block Arc 4"/>
            <p:cNvSpPr/>
            <p:nvPr/>
          </p:nvSpPr>
          <p:spPr>
            <a:xfrm>
              <a:off x="11277295" y="6172200"/>
              <a:ext cx="365760" cy="36576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D1349BF-188C-4796-AE51-2AD4486B3D9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Block Arc 5"/>
            <p:cNvSpPr/>
            <p:nvPr/>
          </p:nvSpPr>
          <p:spPr>
            <a:xfrm>
              <a:off x="5821527" y="5212080"/>
              <a:ext cx="548640" cy="5486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만기가 가까운 것부터 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C8F41-09D8-455E-8E4B-4C69DF904FB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6C534-D84B-43C2-A77D-E4D5C99ED50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6439A-C938-415D-83A5-A378C19E2DE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05B57-DA3A-401B-9AB8-949C02DECD5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D89F8-0405-45C8-8009-DF5C8832BA4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2B2724"/>
      </a:dk1>
      <a:lt1>
        <a:srgbClr val="FFFFFF"/>
      </a:lt1>
      <a:dk2>
        <a:srgbClr val="643A3B"/>
      </a:dk2>
      <a:lt2>
        <a:srgbClr val="F5E6E2"/>
      </a:lt2>
      <a:accent1>
        <a:srgbClr val="CF8D7C"/>
      </a:accent1>
      <a:accent2>
        <a:srgbClr val="BE839F"/>
      </a:accent2>
      <a:accent3>
        <a:srgbClr val="4E332C"/>
      </a:accent3>
      <a:accent4>
        <a:srgbClr val="F0D3CB"/>
      </a:accent4>
      <a:accent5>
        <a:srgbClr val="D2E0A3"/>
      </a:accent5>
      <a:accent6>
        <a:srgbClr val="E6BCD8"/>
      </a:accent6>
      <a:hlink>
        <a:srgbClr val="643A3B"/>
      </a:hlink>
      <a:folHlink>
        <a:srgbClr val="4E332C"/>
      </a:folHlink>
    </a:clrScheme>
    <a:fontScheme name="보험 보장 점검 발표자료(사업장 점검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