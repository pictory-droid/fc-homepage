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8278457-16AB-491B-9198-7CD8B392F937}">
          <p14:sldIdLst>
            <p14:sldId id="256"/>
          </p14:sldIdLst>
        </p14:section>
        <p14:section name="본문" id="{6C524F99-2A5F-48AC-BCF1-AF5669112E0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94095" y="346557"/>
            <a:ext cx="603504" cy="221284"/>
            <a:chOff x="5794095" y="346557"/>
            <a:chExt cx="603504" cy="221284"/>
          </a:xfrm>
        </p:grpSpPr>
        <p:sp>
          <p:nvSpPr>
            <p:cNvPr id="9" name="Wave 8"/>
            <p:cNvSpPr/>
            <p:nvPr/>
          </p:nvSpPr>
          <p:spPr>
            <a:xfrm>
              <a:off x="5794095" y="346557"/>
              <a:ext cx="603504" cy="221284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115CCB4-D922-4EC0-A97D-5CF6E4A7780C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39496" y="6330391"/>
            <a:ext cx="384048" cy="140817"/>
            <a:chOff x="539496" y="6330391"/>
            <a:chExt cx="384048" cy="140817"/>
          </a:xfrm>
        </p:grpSpPr>
        <p:sp>
          <p:nvSpPr>
            <p:cNvPr id="4" name="Wave 3"/>
            <p:cNvSpPr/>
            <p:nvPr/>
          </p:nvSpPr>
          <p:spPr>
            <a:xfrm>
              <a:off x="539496" y="63303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68151" y="6330391"/>
            <a:ext cx="384048" cy="140817"/>
            <a:chOff x="11268151" y="6330391"/>
            <a:chExt cx="384048" cy="140817"/>
          </a:xfrm>
        </p:grpSpPr>
        <p:sp>
          <p:nvSpPr>
            <p:cNvPr id="6" name="Wave 5"/>
            <p:cNvSpPr/>
            <p:nvPr/>
          </p:nvSpPr>
          <p:spPr>
            <a:xfrm>
              <a:off x="11268151" y="63303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94095" y="346557"/>
            <a:ext cx="603504" cy="221284"/>
            <a:chOff x="5794095" y="346557"/>
            <a:chExt cx="603504" cy="221284"/>
          </a:xfrm>
        </p:grpSpPr>
        <p:sp>
          <p:nvSpPr>
            <p:cNvPr id="9" name="Wave 8"/>
            <p:cNvSpPr/>
            <p:nvPr/>
          </p:nvSpPr>
          <p:spPr>
            <a:xfrm>
              <a:off x="5794095" y="346557"/>
              <a:ext cx="603504" cy="221284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9D8F0D2-3C48-4AD2-9FC1-18501645AA1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39496" y="6330391"/>
            <a:ext cx="384048" cy="140817"/>
            <a:chOff x="539496" y="6330391"/>
            <a:chExt cx="384048" cy="140817"/>
          </a:xfrm>
        </p:grpSpPr>
        <p:sp>
          <p:nvSpPr>
            <p:cNvPr id="4" name="Wave 3"/>
            <p:cNvSpPr/>
            <p:nvPr/>
          </p:nvSpPr>
          <p:spPr>
            <a:xfrm>
              <a:off x="539496" y="63303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68151" y="6330391"/>
            <a:ext cx="384048" cy="140817"/>
            <a:chOff x="11268151" y="6330391"/>
            <a:chExt cx="384048" cy="140817"/>
          </a:xfrm>
        </p:grpSpPr>
        <p:sp>
          <p:nvSpPr>
            <p:cNvPr id="6" name="Wave 5"/>
            <p:cNvSpPr/>
            <p:nvPr/>
          </p:nvSpPr>
          <p:spPr>
            <a:xfrm>
              <a:off x="11268151" y="63303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EFBB604-D912-4B48-85F0-4BBFF9B3FC0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다음에 뵐 때 물어볼 것을 적어 둡니다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5EF9-EAA7-421F-971C-C46B1753111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00A4-CF92-422C-A627-580112C8E52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6636E-E76E-4FB7-BF5F-117DD0A571D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140B-DB19-4BF9-B22F-588C5EA1C60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E960-909B-450E-AB71-6FCB65C5DB9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573A64"/>
      </a:dk2>
      <a:lt2>
        <a:srgbClr val="EBF1F7"/>
      </a:lt2>
      <a:accent1>
        <a:srgbClr val="89A9CC"/>
      </a:accent1>
      <a:accent2>
        <a:srgbClr val="BBBD8F"/>
      </a:accent2>
      <a:accent3>
        <a:srgbClr val="2C3C4E"/>
      </a:accent3>
      <a:accent4>
        <a:srgbClr val="CEDDEE"/>
      </a:accent4>
      <a:accent5>
        <a:srgbClr val="C6A3E0"/>
      </a:accent5>
      <a:accent6>
        <a:srgbClr val="BCE6D8"/>
      </a:accent6>
      <a:hlink>
        <a:srgbClr val="573A64"/>
      </a:hlink>
      <a:folHlink>
        <a:srgbClr val="2C3C4E"/>
      </a:folHlink>
    </a:clrScheme>
    <a:fontScheme name="보험 보장 점검 발표자료(부모님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