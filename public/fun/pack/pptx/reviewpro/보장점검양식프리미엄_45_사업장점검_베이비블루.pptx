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FBCEF4C-E4E5-4C2B-A20A-1B0E095FFD1F}">
          <p14:sldIdLst>
            <p14:sldId id="256"/>
          </p14:sldIdLst>
        </p14:section>
        <p14:section name="본문" id="{573271FB-C1B6-4F13-9DD7-9544D1005838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137AB04-672C-4ED6-B181-3F623A50CBB6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D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E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AAC2A71-19A3-4BC3-9882-E7B03C5B5E1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57D4CA2-2C9B-44B1-814B-CDC9B058826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연말정산 전에 서류를 모읍니다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E47E6-6FA9-43DB-9262-7FBDAE49AD7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1D160-C359-4138-917E-CDC5F982875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D8759-51E6-4E10-8B21-DCCB32F0C59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44AE3-E396-4947-9460-B9167CCC66C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0B727-A923-4111-A3E2-E0AB3E5A7E4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373E48"/>
      </a:dk1>
      <a:lt1>
        <a:srgbClr val="FEFDFB"/>
      </a:lt1>
      <a:dk2>
        <a:srgbClr val="2C4468"/>
      </a:dk2>
      <a:lt2>
        <a:srgbClr val="FBF9F2"/>
      </a:lt2>
      <a:accent1>
        <a:srgbClr val="8DB6E0"/>
      </a:accent1>
      <a:accent2>
        <a:srgbClr val="F0C7A9"/>
      </a:accent2>
      <a:accent3>
        <a:srgbClr val="55647A"/>
      </a:accent3>
      <a:accent4>
        <a:srgbClr val="E5ECEE"/>
      </a:accent4>
      <a:accent5>
        <a:srgbClr val="C9BFA6"/>
      </a:accent5>
      <a:accent6>
        <a:srgbClr val="F5DECA"/>
      </a:accent6>
      <a:hlink>
        <a:srgbClr val="2C4468"/>
      </a:hlink>
      <a:folHlink>
        <a:srgbClr val="55647A"/>
      </a:folHlink>
    </a:clrScheme>
    <a:fontScheme name="보험 보장 점검 발표자료(사업장 점검)">
      <a:majorFont>
        <a:latin typeface="Candara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