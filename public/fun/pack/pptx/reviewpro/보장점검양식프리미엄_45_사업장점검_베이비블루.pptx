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092A8F1-D6FC-40F0-912D-1FBADE76F6F4}">
          <p14:sldIdLst>
            <p14:sldId id="256"/>
          </p14:sldIdLst>
        </p14:section>
        <p14:section name="본문" id="{95AFF389-CB10-41EE-A571-452C42A23D9E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3BEABEC-5200-4DEC-B4FD-66641ED015E6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D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E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802A11B-1DFF-4F1B-B006-5645390A28E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168F5C3-1F2C-4FF6-B295-876A1191E1A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정산 전에 서류를 모읍니다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2F3B-F7B3-4C2C-BFCF-E976256D76B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0B16B-05E3-4BDA-9414-2102C3829F6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D7D43-F2BD-4A15-B1B1-E5840D2FB4F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55BE-D0EC-4BBC-BBF6-22C9DEECAF9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D267-0751-42BA-8162-58196144060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373E48"/>
      </a:dk1>
      <a:lt1>
        <a:srgbClr val="FEFDFB"/>
      </a:lt1>
      <a:dk2>
        <a:srgbClr val="2C4468"/>
      </a:dk2>
      <a:lt2>
        <a:srgbClr val="FBF9F2"/>
      </a:lt2>
      <a:accent1>
        <a:srgbClr val="8DB6E0"/>
      </a:accent1>
      <a:accent2>
        <a:srgbClr val="F0C7A9"/>
      </a:accent2>
      <a:accent3>
        <a:srgbClr val="55647A"/>
      </a:accent3>
      <a:accent4>
        <a:srgbClr val="E5ECEE"/>
      </a:accent4>
      <a:accent5>
        <a:srgbClr val="C9BFA6"/>
      </a:accent5>
      <a:accent6>
        <a:srgbClr val="F5DECA"/>
      </a:accent6>
      <a:hlink>
        <a:srgbClr val="2C4468"/>
      </a:hlink>
      <a:folHlink>
        <a:srgbClr val="55647A"/>
      </a:folHlink>
    </a:clrScheme>
    <a:fontScheme name="보험 보장 점검 발표자료(사업장 점검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