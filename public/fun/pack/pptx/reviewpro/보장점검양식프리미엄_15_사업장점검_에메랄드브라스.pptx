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6E77AE0-5B3A-4BC7-BFB3-1442357790F7}">
          <p14:sldIdLst>
            <p14:sldId id="256"/>
          </p14:sldIdLst>
        </p14:section>
        <p14:section name="본문" id="{64D80E50-B39B-4509-B150-573F4A3D31C8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8F5EB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6BCB3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2908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FD977A62-D730-4E63-86A3-C12734F3AAA8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8F5EB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6BCB3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2908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A6288361-3B18-4DB3-9502-C7B9DAFCF95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86A09CA9-E66D-46F8-9A76-5DAD082D871B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EMERALD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상호와 사업자 정보부터 정리합니다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사업장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F77F2-27F9-40C0-AF22-BFB044F61C3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상호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업종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직원 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7395-840F-4D68-8E81-B635FCB392C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03E8C-C5E5-4213-B803-E3D1BBA764B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86E77-942D-422E-9F1B-7B3EE1E148E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4DD4-4290-4C33-B8B2-9AA7EFB1E0B8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사업장 점검)">
  <a:themeElements>
    <a:clrScheme name="보험 보장 점검 발표자료(사업장 점검)">
      <a:dk1>
        <a:srgbClr val="F8F5EB"/>
      </a:dk1>
      <a:lt1>
        <a:srgbClr val="113C33"/>
      </a:lt1>
      <a:dk2>
        <a:srgbClr val="E6DCB8"/>
      </a:dk2>
      <a:lt2>
        <a:srgbClr val="0C2A24"/>
      </a:lt2>
      <a:accent1>
        <a:srgbClr val="C0A15A"/>
      </a:accent1>
      <a:accent2>
        <a:srgbClr val="4FA58C"/>
      </a:accent2>
      <a:accent3>
        <a:srgbClr val="071A16"/>
      </a:accent3>
      <a:accent4>
        <a:srgbClr val="175246"/>
      </a:accent4>
      <a:accent5>
        <a:srgbClr val="CDB06C"/>
      </a:accent5>
      <a:accent6>
        <a:srgbClr val="3B806D"/>
      </a:accent6>
      <a:hlink>
        <a:srgbClr val="E6DCB8"/>
      </a:hlink>
      <a:folHlink>
        <a:srgbClr val="071A16"/>
      </a:folHlink>
    </a:clrScheme>
    <a:fontScheme name="보험 보장 점검 발표자료(사업장 점검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>보험 가입 내용 정리 양식 · 사업장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