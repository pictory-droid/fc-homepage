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7744269B-F7A6-4A58-81CE-0E0D217E4FE9}">
          <p14:sldIdLst>
            <p14:sldId id="256"/>
          </p14:sldIdLst>
        </p14:section>
        <p14:section name="본문" id="{3DB668F5-D963-4B06-B95F-E509B966EFE7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8F5EB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6BCB3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2908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9D7B85D4-7DB0-4078-9BAE-020E9B170464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8F5EB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6BCB3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2908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78A0EE31-99E6-4597-90D3-3E48C977B4AF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BA5F9D69-40EB-4F52-8BD6-C41F9894386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EMERALD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상호와 사업자 정보부터 정리합니다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사업장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AC239-7867-4E72-AB4F-28C4705770E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364327"/>
                <a:gridCol w="536432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상호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업종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직원 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확인할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C72F3D-AC85-42FC-99E8-2ADAA63E37F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6AB4A-80D9-40EE-AC85-A5820645D80A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5CE81-96C7-418B-B4C7-8E9EEA69F4AB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3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E031E0-FC32-4FC2-8728-8BB874DD5CDA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3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사업장 점검)">
  <a:themeElements>
    <a:clrScheme name="보험 보장 점검 발표자료(사업장 점검)">
      <a:dk1>
        <a:srgbClr val="F8F5EB"/>
      </a:dk1>
      <a:lt1>
        <a:srgbClr val="113C33"/>
      </a:lt1>
      <a:dk2>
        <a:srgbClr val="E6DCB8"/>
      </a:dk2>
      <a:lt2>
        <a:srgbClr val="0C2A24"/>
      </a:lt2>
      <a:accent1>
        <a:srgbClr val="C0A15A"/>
      </a:accent1>
      <a:accent2>
        <a:srgbClr val="4FA58C"/>
      </a:accent2>
      <a:accent3>
        <a:srgbClr val="071A16"/>
      </a:accent3>
      <a:accent4>
        <a:srgbClr val="175246"/>
      </a:accent4>
      <a:accent5>
        <a:srgbClr val="CDB06C"/>
      </a:accent5>
      <a:accent6>
        <a:srgbClr val="3B806D"/>
      </a:accent6>
      <a:hlink>
        <a:srgbClr val="E6DCB8"/>
      </a:hlink>
      <a:folHlink>
        <a:srgbClr val="071A16"/>
      </a:folHlink>
    </a:clrScheme>
    <a:fontScheme name="보험 보장 점검 발표자료(사업장 점검)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>보험 가입 내용 정리 양식 · 사업장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