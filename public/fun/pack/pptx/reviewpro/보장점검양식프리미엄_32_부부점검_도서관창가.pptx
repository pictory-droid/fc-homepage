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E43DF8C-FC55-4205-BA7D-6AA51671E354}">
          <p14:sldIdLst>
            <p14:sldId id="256"/>
          </p14:sldIdLst>
        </p14:section>
        <p14:section name="본문" id="{13D9E01C-B18C-4B4C-A716-C53E8C7DC42E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1266FA8-8579-469D-9758-A37DB00CC6F0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73904A8-EAF5-42B0-9ECD-96A9B4C719B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0A613EC-0963-498A-A68D-037228E840A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사람 앞으로만 몰려 있지 않은지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48F9-8F41-4284-9352-BD8737581C3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BA41-0059-417F-AB45-E1D5A8E7C48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464DC-8941-4A34-ABD6-5326833B2CA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3694-5062-44E0-92BB-4FD15E6ED8E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B753E-B5DF-45B8-B582-291039E29E0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4F643A"/>
      </a:dk2>
      <a:lt2>
        <a:srgbClr val="F5EAE2"/>
      </a:lt2>
      <a:accent1>
        <a:srgbClr val="CF9D7C"/>
      </a:accent1>
      <a:accent2>
        <a:srgbClr val="8393BE"/>
      </a:accent2>
      <a:accent3>
        <a:srgbClr val="4E3A2C"/>
      </a:accent3>
      <a:accent4>
        <a:srgbClr val="F0DACB"/>
      </a:accent4>
      <a:accent5>
        <a:srgbClr val="C6E0A3"/>
      </a:accent5>
      <a:accent6>
        <a:srgbClr val="E6BCD0"/>
      </a:accent6>
      <a:hlink>
        <a:srgbClr val="4F643A"/>
      </a:hlink>
      <a:folHlink>
        <a:srgbClr val="4E3A2C"/>
      </a:folHlink>
    </a:clrScheme>
    <a:fontScheme name="보험 보장 점검 발표자료(부부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