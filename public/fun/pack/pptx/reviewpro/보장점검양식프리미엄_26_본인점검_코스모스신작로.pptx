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FDF7CCC-3F7C-44B2-83A2-FFAC36FCA68F}">
          <p14:sldIdLst>
            <p14:sldId id="256"/>
          </p14:sldIdLst>
        </p14:section>
        <p14:section name="본문" id="{5E3729D2-446C-4EAA-AA8D-C28AC76160D9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AAE8ECD-1EF0-4E86-8D7C-31C9DD8E79A0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40719" y="754380"/>
            <a:ext cx="256031" cy="320040"/>
            <a:chOff x="11240719" y="754380"/>
            <a:chExt cx="256031" cy="320040"/>
          </a:xfrm>
        </p:grpSpPr>
        <p:sp>
          <p:nvSpPr>
            <p:cNvPr id="5" name="Diamond 4"/>
            <p:cNvSpPr/>
            <p:nvPr/>
          </p:nvSpPr>
          <p:spPr>
            <a:xfrm>
              <a:off x="11240719" y="754380"/>
              <a:ext cx="256031" cy="3200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AC89FB4-E7DD-4565-AAE0-4447782EBF5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40719" y="754380"/>
            <a:ext cx="256031" cy="320040"/>
            <a:chOff x="11240719" y="754380"/>
            <a:chExt cx="256031" cy="320040"/>
          </a:xfrm>
        </p:grpSpPr>
        <p:sp>
          <p:nvSpPr>
            <p:cNvPr id="5" name="Diamond 4"/>
            <p:cNvSpPr/>
            <p:nvPr/>
          </p:nvSpPr>
          <p:spPr>
            <a:xfrm>
              <a:off x="11240719" y="754380"/>
              <a:ext cx="256031" cy="3200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24CE7BB-CEE4-4AC2-AC6F-7E90D92F14C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76391" y="5212080"/>
            <a:ext cx="438912" cy="548640"/>
            <a:chOff x="5876391" y="5212080"/>
            <a:chExt cx="438912" cy="548640"/>
          </a:xfrm>
        </p:grpSpPr>
        <p:sp>
          <p:nvSpPr>
            <p:cNvPr id="7" name="Diamond 6"/>
            <p:cNvSpPr/>
            <p:nvPr/>
          </p:nvSpPr>
          <p:spPr>
            <a:xfrm>
              <a:off x="5876391" y="5212080"/>
              <a:ext cx="438912" cy="54864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연말 전에 갱신일부터 확인합니다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64747-C56B-43FF-B26B-F428B09419E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B69F4-6132-4DD7-AD2A-D64F150A21C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0A3A0-5E72-4481-B2F5-5C65A987593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2755-9BD7-473E-AADE-5B180EBBA3D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7D27E-F05E-4B50-B231-9C8AB774198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2B2724"/>
      </a:dk1>
      <a:lt1>
        <a:srgbClr val="FFFFFF"/>
      </a:lt1>
      <a:dk2>
        <a:srgbClr val="64483A"/>
      </a:dk2>
      <a:lt2>
        <a:srgbClr val="F5E2EF"/>
      </a:lt2>
      <a:accent1>
        <a:srgbClr val="CF7CB4"/>
      </a:accent1>
      <a:accent2>
        <a:srgbClr val="83BE97"/>
      </a:accent2>
      <a:accent3>
        <a:srgbClr val="4E2C43"/>
      </a:accent3>
      <a:accent4>
        <a:srgbClr val="F0CBE4"/>
      </a:accent4>
      <a:accent5>
        <a:srgbClr val="E0BAA3"/>
      </a:accent5>
      <a:accent6>
        <a:srgbClr val="D0BCE6"/>
      </a:accent6>
      <a:hlink>
        <a:srgbClr val="64483A"/>
      </a:hlink>
      <a:folHlink>
        <a:srgbClr val="4E2C43"/>
      </a:folHlink>
    </a:clrScheme>
    <a:fontScheme name="보험 보장 점검 발표자료(본인 점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