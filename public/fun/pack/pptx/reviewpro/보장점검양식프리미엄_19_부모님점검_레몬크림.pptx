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271127B-8E0A-4908-8FB0-A1C9112D980B}">
          <p14:sldIdLst>
            <p14:sldId id="256"/>
          </p14:sldIdLst>
        </p14:section>
        <p14:section name="본문" id="{7F218714-8B05-49A2-BA10-E2AFA6EEB156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C0E5F5BB-AB49-4494-ACF6-43EA24DF7FC7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6E5E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FCDC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CFE106AE-CF7D-4E84-B96D-0A4A44D709B9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6E5B1A54-830C-4B1A-8E84-EDB829057266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LEMON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LEMON  ·  INSURANCE CHECK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연세와 건강 상태를 메모해 둡니다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부모님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F5436-E95C-4AA8-97F9-A5E938E795B8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576218"/>
                <a:gridCol w="3576218"/>
                <a:gridCol w="357621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아버지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어머니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성함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연세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건강 상태 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함께 확인할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8365D-1DCF-4CD1-B3B7-4FF0F2F08E8E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C70F4-6534-4617-9704-198B51318FF7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D2D2A-45EA-45E0-A339-59D7A5E09939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2377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4399178" y="1828800"/>
              <a:ext cx="54864" cy="2377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8066836" y="1828800"/>
              <a:ext cx="54864" cy="2377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6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50F7C-E6CC-4E04-B7A8-F78AF2A4CB76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4399178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8066836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6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부모님 점검)">
  <a:themeElements>
    <a:clrScheme name="보험 보장 점검 발표자료(부모님 점검)">
      <a:dk1>
        <a:srgbClr val="484437"/>
      </a:dk1>
      <a:lt1>
        <a:srgbClr val="FFFEF9"/>
      </a:lt1>
      <a:dk2>
        <a:srgbClr val="4A3C0F"/>
      </a:dk2>
      <a:lt2>
        <a:srgbClr val="FFFBEA"/>
      </a:lt2>
      <a:accent1>
        <a:srgbClr val="E3B21E"/>
      </a:accent1>
      <a:accent2>
        <a:srgbClr val="7C9A6B"/>
      </a:accent2>
      <a:accent3>
        <a:srgbClr val="8D8772"/>
      </a:accent3>
      <a:accent4>
        <a:srgbClr val="F9ECC1"/>
      </a:accent4>
      <a:accent5>
        <a:srgbClr val="D2AE4E"/>
      </a:accent5>
      <a:accent6>
        <a:srgbClr val="B7C6A4"/>
      </a:accent6>
      <a:hlink>
        <a:srgbClr val="4A3C0F"/>
      </a:hlink>
      <a:folHlink>
        <a:srgbClr val="8D8772"/>
      </a:folHlink>
    </a:clrScheme>
    <a:fontScheme name="보험 보장 점검 발표자료(부모님 점검)">
      <a:majorFont>
        <a:latin typeface="Constant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>보험 가입 내용 정리 양식 · 부모님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