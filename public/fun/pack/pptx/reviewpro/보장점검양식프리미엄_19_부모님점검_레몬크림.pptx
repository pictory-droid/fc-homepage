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019CA64-F093-47E8-B157-2B48D86834D7}">
          <p14:sldIdLst>
            <p14:sldId id="256"/>
          </p14:sldIdLst>
        </p14:section>
        <p14:section name="본문" id="{04E3B685-FA80-48F9-842C-1CECA115F4A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21F76F6-4000-4046-A806-B0E3C61B4C3B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2265802-64D5-4B63-BC72-D10DEE2CE16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EBC691C-7F41-42D4-9616-6DCD753D716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연세와 건강 상태를 메모해 둡니다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4CBF-469B-48A4-B03C-FB56AD61BF7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D87B-4BB6-42E2-8A0B-7F698448CAF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6321-B29E-4BB2-B4EF-45033057C9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8FB68-F055-4D3D-AA00-2C31065054A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DBD7-A8B4-4CF2-BB58-11BD347017F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보험 보장 점검 발표자료(부모님 점검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