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E9DC5AF-6C25-4B76-A5CF-0EAEC20AE45E}">
          <p14:sldIdLst>
            <p14:sldId id="256"/>
          </p14:sldIdLst>
        </p14:section>
        <p14:section name="본문" id="{2FD60A05-F502-4109-8963-0D8076167F7F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9F5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1C981FD-04E7-464E-8198-DED5B87F4A44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9F5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A048037-DD2E-47E6-9E54-EC747164AD5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397E836-207C-4B04-BBDD-7866C9A92AC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찾아뵙고 증권철 위치를 확인합니다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B2D3E-7706-47A5-B7A5-E6ACA39461B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B1AE8-DB10-4EEF-BD31-79CC964AC86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115B4-102B-4801-BF3E-1C8D497E0C7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5B282-E50C-4DBA-A30B-93F475973B9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DF5184-E45D-46E2-A6BA-CA8EF515286F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FCF9F5"/>
      </a:dk1>
      <a:lt1>
        <a:srgbClr val="1F1D1C"/>
      </a:lt1>
      <a:dk2>
        <a:srgbClr val="F3EBDD"/>
      </a:dk2>
      <a:lt2>
        <a:srgbClr val="131211"/>
      </a:lt2>
      <a:accent1>
        <a:srgbClr val="D9C39A"/>
      </a:accent1>
      <a:accent2>
        <a:srgbClr val="A58D68"/>
      </a:accent2>
      <a:accent3>
        <a:srgbClr val="0C0B0B"/>
      </a:accent3>
      <a:accent4>
        <a:srgbClr val="2E2C29"/>
      </a:accent4>
      <a:accent5>
        <a:srgbClr val="E6D3AB"/>
      </a:accent5>
      <a:accent6>
        <a:srgbClr val="79684E"/>
      </a:accent6>
      <a:hlink>
        <a:srgbClr val="F3EBDD"/>
      </a:hlink>
      <a:folHlink>
        <a:srgbClr val="0C0B0B"/>
      </a:folHlink>
    </a:clrScheme>
    <a:fontScheme name="보험 보장 점검 발표자료(부모님 점검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