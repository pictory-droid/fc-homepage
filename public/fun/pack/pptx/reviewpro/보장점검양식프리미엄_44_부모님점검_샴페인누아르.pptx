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E9271FB4-CA94-4D0B-AA81-E85937105F31}">
          <p14:sldIdLst>
            <p14:sldId id="256"/>
          </p14:sldIdLst>
        </p14:section>
        <p14:section name="본문" id="{12707926-598F-4226-BB89-CCD9E8DD9A2D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dotGrid">
          <a:fgClr>
            <a:schemeClr val="bg1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1219169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사진을 넣으려면 아이콘을 누르세요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CF9F5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BB8B5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88583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어긋난 아치 선"/>
          <p:cNvSpPr/>
          <p:nvPr/>
        </p:nvSpPr>
        <p:spPr>
          <a:xfrm>
            <a:off x="926561" y="96012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1127729" y="594360"/>
            <a:ext cx="3840388" cy="56692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>
              <a:alpha val="100000"/>
            </a:schemeClr>
          </a:solidFill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1219169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사진을 넣어 주세요</a:t>
            </a:r>
          </a:p>
        </p:txBody>
      </p:sp>
      <p:sp>
        <p:nvSpPr>
          <p:cNvPr id="5" name="포인트 원"/>
          <p:cNvSpPr/>
          <p:nvPr/>
        </p:nvSpPr>
        <p:spPr>
          <a:xfrm>
            <a:off x="835121" y="5330952"/>
            <a:ext cx="585216" cy="58521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dotGrid">
          <a:fgClr>
            <a:schemeClr val="bg1"/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40" y="365760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463040" y="658368"/>
            <a:ext cx="92656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309360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E4A045AC-0943-4E00-8799-CFBFB32B3FEE}" type="slidenum">
              <a:rPr lang="en-US"/>
              <a:t>‹#›</a:t>
            </a:fld>
          </a:p>
        </p:txBody>
      </p:sp>
      <p:sp>
        <p:nvSpPr>
          <p:cNvPr id="2" name="Arc 1"/>
          <p:cNvSpPr/>
          <p:nvPr/>
        </p:nvSpPr>
        <p:spPr>
          <a:xfrm>
            <a:off x="-182880" y="-182880"/>
            <a:ext cx="914400" cy="91440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548640" y="-548640"/>
            <a:ext cx="1645920" cy="164592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-914400"/>
            <a:ext cx="2377440" cy="237744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4421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269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91872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36868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9" name="Arc 8"/>
          <p:cNvSpPr/>
          <p:nvPr/>
        </p:nvSpPr>
        <p:spPr>
          <a:xfrm>
            <a:off x="11460175" y="-182880"/>
            <a:ext cx="914400" cy="91440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11094415" y="-54864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10728655" y="-914400"/>
            <a:ext cx="2377440" cy="237744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10746714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10887913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11153280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11510809" y="446170"/>
            <a:ext cx="344017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463280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627872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8" name="Diamond 17"/>
          <p:cNvSpPr/>
          <p:nvPr/>
        </p:nvSpPr>
        <p:spPr>
          <a:xfrm>
            <a:off x="6036411" y="1458468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1219169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사진을 넣으려면 아이콘을 누르세요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CF9F5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BB8B5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88583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어긋난 아치 선"/>
          <p:cNvSpPr/>
          <p:nvPr/>
        </p:nvSpPr>
        <p:spPr>
          <a:xfrm>
            <a:off x="926561" y="96012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1127729" y="594360"/>
            <a:ext cx="3840388" cy="56692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>
              <a:alpha val="100000"/>
            </a:schemeClr>
          </a:solidFill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1219169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사진을 넣어 주세요</a:t>
            </a:r>
          </a:p>
        </p:txBody>
      </p:sp>
      <p:sp>
        <p:nvSpPr>
          <p:cNvPr id="5" name="포인트 원"/>
          <p:cNvSpPr/>
          <p:nvPr/>
        </p:nvSpPr>
        <p:spPr>
          <a:xfrm>
            <a:off x="835121" y="5330952"/>
            <a:ext cx="585216" cy="58521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dotGrid">
          <a:fgClr>
            <a:schemeClr val="bg1"/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40" y="365760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463040" y="658368"/>
            <a:ext cx="92656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309360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AF0B8D40-62B2-4B6D-9739-1BC763CCED3F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Arc 1"/>
          <p:cNvSpPr/>
          <p:nvPr/>
        </p:nvSpPr>
        <p:spPr>
          <a:xfrm>
            <a:off x="-182880" y="-182880"/>
            <a:ext cx="914400" cy="91440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548640" y="-548640"/>
            <a:ext cx="1645920" cy="164592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-914400"/>
            <a:ext cx="2377440" cy="237744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4421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269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91872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36868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9" name="Arc 8"/>
          <p:cNvSpPr/>
          <p:nvPr/>
        </p:nvSpPr>
        <p:spPr>
          <a:xfrm>
            <a:off x="11460175" y="-182880"/>
            <a:ext cx="914400" cy="91440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11094415" y="-54864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10728655" y="-914400"/>
            <a:ext cx="2377440" cy="237744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10746714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10887913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11153280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11510809" y="446170"/>
            <a:ext cx="344017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463280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627872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8" name="Diamond 17"/>
          <p:cNvSpPr/>
          <p:nvPr/>
        </p:nvSpPr>
        <p:spPr>
          <a:xfrm>
            <a:off x="6036411" y="1458468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dotGrid">
          <a:fgClr>
            <a:schemeClr val="bg1"/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40" y="365760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309360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05784B75-827F-466E-8340-44700B5EE40F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Arc 1"/>
          <p:cNvSpPr/>
          <p:nvPr/>
        </p:nvSpPr>
        <p:spPr>
          <a:xfrm>
            <a:off x="-182880" y="-182880"/>
            <a:ext cx="914400" cy="91440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548640" y="-548640"/>
            <a:ext cx="1645920" cy="164592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-914400"/>
            <a:ext cx="2377440" cy="237744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4421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269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91872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36868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9" name="Arc 8"/>
          <p:cNvSpPr/>
          <p:nvPr/>
        </p:nvSpPr>
        <p:spPr>
          <a:xfrm>
            <a:off x="11460175" y="-182880"/>
            <a:ext cx="914400" cy="91440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11094415" y="-54864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10728655" y="-914400"/>
            <a:ext cx="2377440" cy="237744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10746714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10887913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11153280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11510809" y="446170"/>
            <a:ext cx="344017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grpSp>
        <p:nvGrpSpPr>
          <p:cNvPr id="16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17" name="Diamond 16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8" name="Connector 17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19" name="Connector 18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20" name="Connector 19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21" name="Diamond 20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NOIR  ·  INSURANCE CHECK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설날에 가서 증권철 위치를 확인합니다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부모님 점검 · 0000. 00. 00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3716-373C-430D-85CB-0215362556F3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576218"/>
                <a:gridCol w="3576218"/>
                <a:gridCol w="3576218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A1613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A1613"/>
                          </a:solidFill>
                        </a:rPr>
                        <a:t>아버지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A1613"/>
                          </a:solidFill>
                        </a:rPr>
                        <a:t>어머니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성함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연세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건강 상태 메모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함께 확인할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edg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366D-AFAD-4B83-9D05-009A56DDD398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edg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26821-801F-4E46-8DDF-29EC1FF5659F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edg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3E4AD-F7CF-4C9C-894A-AACCBA488E9B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2377440"/>
            <a:chOff x="731520" y="1828800"/>
            <a:chExt cx="3393338" cy="237744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23774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 txBox="1"/>
            <p:nvPr/>
          </p:nvSpPr>
          <p:spPr>
            <a:xfrm>
              <a:off x="914400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카드 내용"/>
            <p:cNvSpPr txBox="1"/>
            <p:nvPr/>
          </p:nvSpPr>
          <p:spPr>
            <a:xfrm>
              <a:off x="914400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2377440"/>
            <a:chOff x="4399178" y="1828800"/>
            <a:chExt cx="3393338" cy="237744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23774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 txBox="1"/>
            <p:nvPr/>
          </p:nvSpPr>
          <p:spPr>
            <a:xfrm>
              <a:off x="4582058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카드 내용"/>
            <p:cNvSpPr txBox="1"/>
            <p:nvPr/>
          </p:nvSpPr>
          <p:spPr>
            <a:xfrm>
              <a:off x="4582058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2377440"/>
            <a:chOff x="8066836" y="1828800"/>
            <a:chExt cx="3393338" cy="237744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23774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 txBox="1"/>
            <p:nvPr/>
          </p:nvSpPr>
          <p:spPr>
            <a:xfrm>
              <a:off x="8249716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20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카드 내용"/>
            <p:cNvSpPr txBox="1"/>
            <p:nvPr/>
          </p:nvSpPr>
          <p:spPr>
            <a:xfrm>
              <a:off x="8249716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23" name="차트"/>
          <p:cNvGraphicFramePr>
            <a:graphicFrameLocks noGrp="1"/>
          </p:cNvGraphicFramePr>
          <p:nvPr/>
        </p:nvGraphicFramePr>
        <p:xfrm>
          <a:off x="731520" y="4389120"/>
          <a:ext cx="1072865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6F68E-4D87-420E-BE9A-7462D23CCCDD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 txBox="1"/>
            <p:nvPr/>
          </p:nvSpPr>
          <p:spPr>
            <a:xfrm>
              <a:off x="914400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카드 내용"/>
            <p:cNvSpPr txBox="1"/>
            <p:nvPr/>
          </p:nvSpPr>
          <p:spPr>
            <a:xfrm>
              <a:off x="914400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 txBox="1"/>
            <p:nvPr/>
          </p:nvSpPr>
          <p:spPr>
            <a:xfrm>
              <a:off x="4582058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카드 내용"/>
            <p:cNvSpPr txBox="1"/>
            <p:nvPr/>
          </p:nvSpPr>
          <p:spPr>
            <a:xfrm>
              <a:off x="4582058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 txBox="1"/>
            <p:nvPr/>
          </p:nvSpPr>
          <p:spPr>
            <a:xfrm>
              <a:off x="8249716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20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카드 내용"/>
            <p:cNvSpPr txBox="1"/>
            <p:nvPr/>
          </p:nvSpPr>
          <p:spPr>
            <a:xfrm>
              <a:off x="8249716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23" name="안내 문구"/>
          <p:cNvSpPr txBox="1"/>
          <p:nvPr/>
        </p:nvSpPr>
        <p:spPr>
          <a:xfrm>
            <a:off x="731520" y="5577840"/>
            <a:ext cx="1072865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부모님 점검)">
  <a:themeElements>
    <a:clrScheme name="보험 보장 점검 발표자료(부모님 점검)">
      <a:dk1>
        <a:srgbClr val="FCF9F5"/>
      </a:dk1>
      <a:lt1>
        <a:srgbClr val="1F1D1C"/>
      </a:lt1>
      <a:dk2>
        <a:srgbClr val="F3EBDD"/>
      </a:dk2>
      <a:lt2>
        <a:srgbClr val="131211"/>
      </a:lt2>
      <a:accent1>
        <a:srgbClr val="D9C39A"/>
      </a:accent1>
      <a:accent2>
        <a:srgbClr val="A58D68"/>
      </a:accent2>
      <a:accent3>
        <a:srgbClr val="0C0B0B"/>
      </a:accent3>
      <a:accent4>
        <a:srgbClr val="2E2C29"/>
      </a:accent4>
      <a:accent5>
        <a:srgbClr val="E6D3AB"/>
      </a:accent5>
      <a:accent6>
        <a:srgbClr val="79684E"/>
      </a:accent6>
      <a:hlink>
        <a:srgbClr val="F3EBDD"/>
      </a:hlink>
      <a:folHlink>
        <a:srgbClr val="0C0B0B"/>
      </a:folHlink>
    </a:clrScheme>
    <a:fontScheme name="보험 보장 점검 발표자료(부모님 점검)">
      <a:majorFont>
        <a:latin typeface="Garamond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발표자료(부모님 점검)</dc:title>
  <dc:subject>보험 가입 내용 정리 양식 · 부모님 점검</dc:subject>
  <dc:creator>우체국보험 상담 안내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