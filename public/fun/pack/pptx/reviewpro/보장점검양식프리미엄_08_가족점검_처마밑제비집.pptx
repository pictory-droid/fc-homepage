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EF5C538-CB3E-4C5C-8054-206117B72D5D}">
          <p14:sldIdLst>
            <p14:sldId id="256"/>
          </p14:sldIdLst>
        </p14:section>
        <p14:section name="본문" id="{3F9DA9E7-A8FD-4B0F-B476-F310D3045605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554480"/>
            <a:ext cx="1005840" cy="1005840"/>
            <a:chOff x="9738103" y="1554480"/>
            <a:chExt cx="1005840" cy="1005840"/>
          </a:xfrm>
        </p:grpSpPr>
        <p:sp>
          <p:nvSpPr>
            <p:cNvPr id="7" name="4-Point Star 6"/>
            <p:cNvSpPr/>
            <p:nvPr/>
          </p:nvSpPr>
          <p:spPr>
            <a:xfrm>
              <a:off x="9738103" y="1554480"/>
              <a:ext cx="1005840" cy="100584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EB555CD-46F2-4666-A77E-15F091CE7C3B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4-Point Star 4"/>
            <p:cNvSpPr/>
            <p:nvPr/>
          </p:nvSpPr>
          <p:spPr>
            <a:xfrm>
              <a:off x="11277295" y="6172200"/>
              <a:ext cx="365760" cy="36576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554480"/>
            <a:ext cx="1005840" cy="1005840"/>
            <a:chOff x="9738103" y="1554480"/>
            <a:chExt cx="1005840" cy="1005840"/>
          </a:xfrm>
        </p:grpSpPr>
        <p:sp>
          <p:nvSpPr>
            <p:cNvPr id="7" name="4-Point Star 6"/>
            <p:cNvSpPr/>
            <p:nvPr/>
          </p:nvSpPr>
          <p:spPr>
            <a:xfrm>
              <a:off x="9738103" y="1554480"/>
              <a:ext cx="1005840" cy="100584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14F13D7-F83E-4CD1-8ACD-932154B014A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4-Point Star 4"/>
            <p:cNvSpPr/>
            <p:nvPr/>
          </p:nvSpPr>
          <p:spPr>
            <a:xfrm>
              <a:off x="11277295" y="6172200"/>
              <a:ext cx="365760" cy="36576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1663D86-9B15-43AE-9006-EC785A9324C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 이름으로 된 보험도 같이 적습니다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46B9D-463B-463B-A1A2-7E938136ADC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0DBCB-A843-49AB-88BA-6549B104140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62CE-E414-4E94-878C-2F52F082E01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A2D13-4F7A-4794-9E03-2FEDCBFB919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C26FC-6C9F-44D6-9030-E04B16CB2FC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2B2724"/>
      </a:dk1>
      <a:lt1>
        <a:srgbClr val="FFFFFF"/>
      </a:lt1>
      <a:dk2>
        <a:srgbClr val="3A4564"/>
      </a:dk2>
      <a:lt2>
        <a:srgbClr val="E4EDF9"/>
      </a:lt2>
      <a:accent1>
        <a:srgbClr val="739DD8"/>
      </a:accent1>
      <a:accent2>
        <a:srgbClr val="827CC5"/>
      </a:accent2>
      <a:accent3>
        <a:srgbClr val="2C3A4E"/>
      </a:accent3>
      <a:accent4>
        <a:srgbClr val="C7DAF4"/>
      </a:accent4>
      <a:accent5>
        <a:srgbClr val="C9A3E0"/>
      </a:accent5>
      <a:accent6>
        <a:srgbClr val="BCE6DA"/>
      </a:accent6>
      <a:hlink>
        <a:srgbClr val="3A4564"/>
      </a:hlink>
      <a:folHlink>
        <a:srgbClr val="2C3A4E"/>
      </a:folHlink>
    </a:clrScheme>
    <a:fontScheme name="보험 보장 점검 발표자료(가족 점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