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BCA997A-08F7-44D1-AE54-1AFD5C779A29}">
          <p14:sldIdLst>
            <p14:sldId id="256"/>
          </p14:sldIdLst>
        </p14:section>
        <p14:section name="본문" id="{167CC5CF-5887-4ED1-90D8-B37283A94209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E453944-30EE-4E1D-AFFD-D1BB79C35AD4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E5488A4-63BF-4A0C-A4E5-B9A2837EDEC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5A6E429-38F1-487D-909B-0A3FEA39316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부모님이 아는 것과 실제 가입 내용을 맞춰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8B12-43FC-4E84-BA6D-DA4C10B9BF2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0721-6F36-46D3-815D-DBDA35ADDFE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EC798-A887-4A15-923A-F64A41DF9FD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8A30-2CAA-4331-ADAF-AB8ED96EAB5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7208-E654-4D18-8010-943D0485B29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F8F5EB"/>
      </a:dk1>
      <a:lt1>
        <a:srgbClr val="162E24"/>
      </a:lt1>
      <a:dk2>
        <a:srgbClr val="E7DDB8"/>
      </a:dk2>
      <a:lt2>
        <a:srgbClr val="0F1F18"/>
      </a:lt2>
      <a:accent1>
        <a:srgbClr val="C6A55E"/>
      </a:accent1>
      <a:accent2>
        <a:srgbClr val="5F8F6E"/>
      </a:accent2>
      <a:accent3>
        <a:srgbClr val="09130F"/>
      </a:accent3>
      <a:accent4>
        <a:srgbClr val="204133"/>
      </a:accent4>
      <a:accent5>
        <a:srgbClr val="D3B873"/>
      </a:accent5>
      <a:accent6>
        <a:srgbClr val="476D54"/>
      </a:accent6>
      <a:hlink>
        <a:srgbClr val="E7DDB8"/>
      </a:hlink>
      <a:folHlink>
        <a:srgbClr val="09130F"/>
      </a:folHlink>
    </a:clrScheme>
    <a:fontScheme name="보험 보장 점검 발표자료(부모님 점검)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