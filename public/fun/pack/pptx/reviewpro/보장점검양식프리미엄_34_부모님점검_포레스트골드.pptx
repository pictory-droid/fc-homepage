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8BEE6A2-3CD4-46CB-823C-3E566BB73CCE}">
          <p14:sldIdLst>
            <p14:sldId id="256"/>
          </p14:sldIdLst>
        </p14:section>
        <p14:section name="본문" id="{96D8043F-0C5C-442B-A2F2-FDD4259D175B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7179CF1-DCC8-487F-A299-B7CF51DE9627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5349F41-DD77-4896-82DB-A09F15D062F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B15E783-DC86-42C2-BFAA-42086F25FCD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부모님이 아는 것과 실제 가입 내용을 맞춰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4A907-6A9B-4E9A-9031-667407AC25D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47494-754C-44AB-A016-F518708A469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21FE2-F2E6-4FEB-AF12-004B1765DD6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2D9C7-3571-4FDC-ABCC-F438909AC69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5C427-9A07-42BF-9362-3669E03885D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F8F5EB"/>
      </a:dk1>
      <a:lt1>
        <a:srgbClr val="162E24"/>
      </a:lt1>
      <a:dk2>
        <a:srgbClr val="E7DDB8"/>
      </a:dk2>
      <a:lt2>
        <a:srgbClr val="0F1F18"/>
      </a:lt2>
      <a:accent1>
        <a:srgbClr val="C6A55E"/>
      </a:accent1>
      <a:accent2>
        <a:srgbClr val="5F8F6E"/>
      </a:accent2>
      <a:accent3>
        <a:srgbClr val="09130F"/>
      </a:accent3>
      <a:accent4>
        <a:srgbClr val="204133"/>
      </a:accent4>
      <a:accent5>
        <a:srgbClr val="D3B873"/>
      </a:accent5>
      <a:accent6>
        <a:srgbClr val="476D54"/>
      </a:accent6>
      <a:hlink>
        <a:srgbClr val="E7DDB8"/>
      </a:hlink>
      <a:folHlink>
        <a:srgbClr val="09130F"/>
      </a:folHlink>
    </a:clrScheme>
    <a:fontScheme name="보험 보장 점검 발표자료(부모님 점검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