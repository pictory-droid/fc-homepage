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D878EA6-8F2B-43F5-AC38-AD02BF256445}">
          <p14:sldIdLst>
            <p14:sldId id="256"/>
          </p14:sldIdLst>
        </p14:section>
        <p14:section name="본문" id="{DC2E9426-ACA5-4C13-BE1D-E75F68F4F178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01DC99D-3135-48AA-A5FF-D136B713CCD9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0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3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4568C34-2712-4864-BE26-0DAEEDCEF03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ABFA47D-A463-4E5F-9688-30C5DD1EF7E6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gradFill rotWithShape="1">
            <a:gsLst>
              <a:gs pos="0">
                <a:schemeClr val="accent3"/>
              </a:gs>
              <a:gs pos="100000">
                <a:schemeClr val="tx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자녀 학교와 나이도 함께 적어 둡니다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날짜 입력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58166-0E9C-448B-BB59-440017D6CA7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48DD-8DFC-415F-A8FA-02BCC1F0BA3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FEF0F-5865-4170-804F-FC4CC26591C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D3092-B928-4408-9FF6-E2C660D6DF0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BDAF1-9101-44D6-A9D9-98F95E49C61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484737"/>
      </a:dk1>
      <a:lt1>
        <a:srgbClr val="FCFBF9"/>
      </a:lt1>
      <a:dk2>
        <a:srgbClr val="302F14"/>
      </a:dk2>
      <a:lt2>
        <a:srgbClr val="F5F2E8"/>
      </a:lt2>
      <a:accent1>
        <a:srgbClr val="6D6A2E"/>
      </a:accent1>
      <a:accent2>
        <a:srgbClr val="B38B4D"/>
      </a:accent2>
      <a:accent3>
        <a:srgbClr val="727160"/>
      </a:accent3>
      <a:accent4>
        <a:srgbClr val="DAD7C3"/>
      </a:accent4>
      <a:accent5>
        <a:srgbClr val="B68F52"/>
      </a:accent5>
      <a:accent6>
        <a:srgbClr val="D1B993"/>
      </a:accent6>
      <a:hlink>
        <a:srgbClr val="302F14"/>
      </a:hlink>
      <a:folHlink>
        <a:srgbClr val="727160"/>
      </a:folHlink>
    </a:clrScheme>
    <a:fontScheme name="보험 보장 점검 발표자료(가족 점검)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반딧불이의 곳간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