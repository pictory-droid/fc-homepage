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288971F-069F-4896-A468-9F39FEFC399D}">
          <p14:sldIdLst>
            <p14:sldId id="256"/>
          </p14:sldIdLst>
        </p14:section>
        <p14:section name="본문" id="{5D812E41-F2F8-4F8D-9196-2AAD541EEBFC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79B607C-1168-4343-83E9-23FE31507E9B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tx2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0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3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ACBDF7A-0248-49FE-AC12-CE27066A03E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tx2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67EB9CA-E4D3-4599-A578-C1286E5AD6E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tx2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BRONZE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자녀 학교와 나이도 함께 적어 둡니다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7159-F64D-4CA8-AFA6-7D595FB142B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31A54-C978-47EF-98FF-B2B0586418D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E827E-18E6-42C1-9097-D73BA694865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7F22A-F288-4D4E-BD18-A18EC6FD513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B67E4-05E3-4BD6-A7FE-FEA99F2EDF6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484737"/>
      </a:dk1>
      <a:lt1>
        <a:srgbClr val="FCFBF9"/>
      </a:lt1>
      <a:dk2>
        <a:srgbClr val="302F14"/>
      </a:dk2>
      <a:lt2>
        <a:srgbClr val="F5F2E8"/>
      </a:lt2>
      <a:accent1>
        <a:srgbClr val="6D6A2E"/>
      </a:accent1>
      <a:accent2>
        <a:srgbClr val="B38B4D"/>
      </a:accent2>
      <a:accent3>
        <a:srgbClr val="727160"/>
      </a:accent3>
      <a:accent4>
        <a:srgbClr val="DAD7C3"/>
      </a:accent4>
      <a:accent5>
        <a:srgbClr val="B68F52"/>
      </a:accent5>
      <a:accent6>
        <a:srgbClr val="D1B993"/>
      </a:accent6>
      <a:hlink>
        <a:srgbClr val="302F14"/>
      </a:hlink>
      <a:folHlink>
        <a:srgbClr val="727160"/>
      </a:folHlink>
    </a:clrScheme>
    <a:fontScheme name="보험 보장 점검 발표자료(가족 점검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