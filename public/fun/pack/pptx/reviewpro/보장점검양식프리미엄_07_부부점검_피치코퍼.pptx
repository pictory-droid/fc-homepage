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7865DD-BC0F-43CF-A33F-A8EED86F20CA}">
          <p14:sldIdLst>
            <p14:sldId id="256"/>
          </p14:sldIdLst>
        </p14:section>
        <p14:section name="본문" id="{5F82F18F-AEEE-4B5A-8503-A9E494BCA89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A4DF621-D689-4793-ACD5-75FB4BAADD6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2976842-D588-44DB-967B-F6522FAC96D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A42C913-70F1-49D9-8C7D-1437856A603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무엇에 들었는지 서로 모릅니다 — 그래서 적습니다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FB9F-CF6C-4076-9A8E-1BD7695AD955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78098"/>
                <a:gridCol w="3378098"/>
                <a:gridCol w="337809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4EE1-985E-498F-B12C-F62C4B57510B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813-2F48-4218-BB24-2461946D2F35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32F2-E312-4543-BC49-E8EE21D754D0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00199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06973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3927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2EFC-546D-460C-87BA-926BD665BEC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00199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06973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3927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보험 보장 점검 발표자료(부부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