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182A077-8855-4A58-ACBC-5D5B1EE981A5}">
          <p14:sldIdLst>
            <p14:sldId id="256"/>
          </p14:sldIdLst>
        </p14:section>
        <p14:section name="본문" id="{B7599C0F-2297-422B-BAB4-C92197DE036C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1ABB22C1-3A1A-4443-B3F9-109D0293170F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4DEDC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BC0BC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D14569C7-475D-449C-AE10-78510BBE8EFC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9C5A96DE-F18A-4AFC-AAEB-9A2316AA8D44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PEACH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누가 무엇에 들었는지 서로 모릅니다 — 그래서 적습니다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부부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3B8280-2417-43B9-AA50-BDF94EB8A2E9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378098"/>
                <a:gridCol w="3378098"/>
                <a:gridCol w="337809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남편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296E6B-282D-46C2-973B-8B217991DF0F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35605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1B0AEE-3941-4D26-9D6F-631BB00BDA00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158898"/>
                <a:gridCol w="2158898"/>
                <a:gridCol w="215889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1D2D96-1656-43FF-8549-9337C092541D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2377440"/>
            <a:chOff x="1417319" y="1828800"/>
            <a:chExt cx="3195218" cy="237744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600199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1600199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886858" y="1828800"/>
            <a:ext cx="3195218" cy="2377440"/>
            <a:chOff x="4886858" y="1828800"/>
            <a:chExt cx="319521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886858" y="1828800"/>
              <a:ext cx="319521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506973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5069738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8356396" y="1828800"/>
            <a:ext cx="3195218" cy="2377440"/>
            <a:chOff x="8356396" y="1828800"/>
            <a:chExt cx="3195218" cy="2377440"/>
          </a:xfrm>
        </p:grpSpPr>
        <p:sp>
          <p:nvSpPr>
            <p:cNvPr id="19" name="카드 바탕"/>
            <p:cNvSpPr/>
            <p:nvPr/>
          </p:nvSpPr>
          <p:spPr>
            <a:xfrm>
              <a:off x="8356396" y="1828800"/>
              <a:ext cx="319521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853927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8539276" y="3456432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4" name="차트"/>
          <p:cNvGraphicFramePr>
            <a:graphicFrameLocks noGrp="1"/>
          </p:cNvGraphicFramePr>
          <p:nvPr/>
        </p:nvGraphicFramePr>
        <p:xfrm>
          <a:off x="1417319" y="4389120"/>
          <a:ext cx="1013429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83E6-4B1A-499E-959F-8462798A76D5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566160"/>
            <a:chOff x="1417319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600199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160019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886858" y="1828800"/>
            <a:ext cx="3195218" cy="3566160"/>
            <a:chOff x="4886858" y="1828800"/>
            <a:chExt cx="319521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886858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506973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506973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8356396" y="1828800"/>
            <a:ext cx="3195218" cy="3566160"/>
            <a:chOff x="8356396" y="1828800"/>
            <a:chExt cx="3195218" cy="3566160"/>
          </a:xfrm>
        </p:grpSpPr>
        <p:sp>
          <p:nvSpPr>
            <p:cNvPr id="19" name="카드 바탕"/>
            <p:cNvSpPr/>
            <p:nvPr/>
          </p:nvSpPr>
          <p:spPr>
            <a:xfrm>
              <a:off x="8356396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853927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853927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4" name="안내 문구"/>
          <p:cNvSpPr txBox="1"/>
          <p:nvPr/>
        </p:nvSpPr>
        <p:spPr>
          <a:xfrm>
            <a:off x="1417319" y="5577840"/>
            <a:ext cx="10134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부 점검)">
  <a:themeElements>
    <a:clrScheme name="보험 보장 점검 발표자료(부부 점검)">
      <a:dk1>
        <a:srgbClr val="483B37"/>
      </a:dk1>
      <a:lt1>
        <a:srgbClr val="FEFCFA"/>
      </a:lt1>
      <a:dk2>
        <a:srgbClr val="5B3023"/>
      </a:dk2>
      <a:lt2>
        <a:srgbClr val="FDF3EC"/>
      </a:lt2>
      <a:accent1>
        <a:srgbClr val="D78C6B"/>
      </a:accent1>
      <a:accent2>
        <a:srgbClr val="A65D43"/>
      </a:accent2>
      <a:accent3>
        <a:srgbClr val="836860"/>
      </a:accent3>
      <a:accent4>
        <a:srgbClr val="F5DED2"/>
      </a:accent4>
      <a:accent5>
        <a:srgbClr val="C98D5C"/>
      </a:accent5>
      <a:accent6>
        <a:srgbClr val="CDA08F"/>
      </a:accent6>
      <a:hlink>
        <a:srgbClr val="5B3023"/>
      </a:hlink>
      <a:folHlink>
        <a:srgbClr val="836860"/>
      </a:folHlink>
    </a:clrScheme>
    <a:fontScheme name="보험 보장 점검 발표자료(부부 점검)">
      <a:majorFont>
        <a:latin typeface="Trebuchet MS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>보험 가입 내용 정리 양식 · 부부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