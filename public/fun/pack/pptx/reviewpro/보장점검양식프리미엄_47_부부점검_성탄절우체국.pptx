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E9B538A-D255-4395-99B3-151E0E438A37}">
          <p14:sldIdLst>
            <p14:sldId id="256"/>
          </p14:sldIdLst>
        </p14:section>
        <p14:section name="본문" id="{83AFCEF0-2D3C-49CE-A572-1E17EB5A585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F0FCE33-FDB7-4DE3-8BB1-AF4B722E3EF1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12064" y="6274612"/>
            <a:ext cx="438912" cy="160934"/>
            <a:chOff x="512064" y="6274612"/>
            <a:chExt cx="438912" cy="160934"/>
          </a:xfrm>
        </p:grpSpPr>
        <p:sp>
          <p:nvSpPr>
            <p:cNvPr id="5" name="Wave 4"/>
            <p:cNvSpPr/>
            <p:nvPr/>
          </p:nvSpPr>
          <p:spPr>
            <a:xfrm>
              <a:off x="512064" y="6274612"/>
              <a:ext cx="438912" cy="16093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10255E3-8BA8-4294-B973-522FDEE851E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12064" y="6274612"/>
            <a:ext cx="438912" cy="160934"/>
            <a:chOff x="512064" y="6274612"/>
            <a:chExt cx="438912" cy="160934"/>
          </a:xfrm>
        </p:grpSpPr>
        <p:sp>
          <p:nvSpPr>
            <p:cNvPr id="5" name="Wave 4"/>
            <p:cNvSpPr/>
            <p:nvPr/>
          </p:nvSpPr>
          <p:spPr>
            <a:xfrm>
              <a:off x="512064" y="6274612"/>
              <a:ext cx="438912" cy="16093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2F69621-DA5C-4535-937D-0B9E58CBA36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계획 세울 때 같이 봅니다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472D7-DB4F-46F5-8161-5024BFADF85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7534C-8D76-405A-8559-3BD925C4DBF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11F9B-E2C6-47BB-96C7-A4A2D137C69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2BFC6-BF2F-4D8B-8993-2303BE985EC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1EE0-B4A2-4F65-A752-65F29F00879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3A644F"/>
      </a:dk2>
      <a:lt2>
        <a:srgbClr val="EBF7EF"/>
      </a:lt2>
      <a:accent1>
        <a:srgbClr val="89CCA0"/>
      </a:accent1>
      <a:accent2>
        <a:srgbClr val="8FBDB5"/>
      </a:accent2>
      <a:accent3>
        <a:srgbClr val="2C4E37"/>
      </a:accent3>
      <a:accent4>
        <a:srgbClr val="CEEED9"/>
      </a:accent4>
      <a:accent5>
        <a:srgbClr val="A3CAE0"/>
      </a:accent5>
      <a:accent6>
        <a:srgbClr val="D2E6BC"/>
      </a:accent6>
      <a:hlink>
        <a:srgbClr val="3A644F"/>
      </a:hlink>
      <a:folHlink>
        <a:srgbClr val="2C4E37"/>
      </a:folHlink>
    </a:clrScheme>
    <a:fontScheme name="보험 보장 점검 발표자료(부부 점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