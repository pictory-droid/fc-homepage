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C30C00EB-15D1-40B4-BC23-E28F2593C0D1}">
          <p14:sldIdLst>
            <p14:sldId id="256"/>
          </p14:sldIdLst>
        </p14:section>
        <p14:section name="본문" id="{01121453-A510-4432-A40D-B3D0BA136AA6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233007" y="1645920"/>
            <a:ext cx="487667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233007" y="2029968"/>
            <a:ext cx="4876678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8F6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233007" y="3703320"/>
            <a:ext cx="4876678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6B4C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233007" y="4480559"/>
            <a:ext cx="487667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3808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격자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cxnSp>
          <p:nvCxnSpPr>
            <p:cNvPr id="3" name="Connector 2"/>
            <p:cNvCxnSpPr/>
            <p:nvPr/>
          </p:nvCxnSpPr>
          <p:spPr>
            <a:xfrm>
              <a:off x="54864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4" name="Connector 3"/>
            <p:cNvCxnSpPr/>
            <p:nvPr/>
          </p:nvCxnSpPr>
          <p:spPr>
            <a:xfrm>
              <a:off x="109728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5" name="Connector 4"/>
            <p:cNvCxnSpPr/>
            <p:nvPr/>
          </p:nvCxnSpPr>
          <p:spPr>
            <a:xfrm>
              <a:off x="164591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219456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274320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329184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9" name="Connector 8"/>
            <p:cNvCxnSpPr/>
            <p:nvPr/>
          </p:nvCxnSpPr>
          <p:spPr>
            <a:xfrm>
              <a:off x="384048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>
              <a:off x="438912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493775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2" name="Connector 11"/>
            <p:cNvCxnSpPr/>
            <p:nvPr/>
          </p:nvCxnSpPr>
          <p:spPr>
            <a:xfrm>
              <a:off x="548639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603503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4" name="Connector 13"/>
            <p:cNvCxnSpPr/>
            <p:nvPr/>
          </p:nvCxnSpPr>
          <p:spPr>
            <a:xfrm>
              <a:off x="658367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5" name="Connector 14"/>
            <p:cNvCxnSpPr/>
            <p:nvPr/>
          </p:nvCxnSpPr>
          <p:spPr>
            <a:xfrm>
              <a:off x="713231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6" name="Connector 15"/>
            <p:cNvCxnSpPr/>
            <p:nvPr/>
          </p:nvCxnSpPr>
          <p:spPr>
            <a:xfrm>
              <a:off x="768095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7" name="Connector 16"/>
            <p:cNvCxnSpPr/>
            <p:nvPr/>
          </p:nvCxnSpPr>
          <p:spPr>
            <a:xfrm>
              <a:off x="822959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8" name="Connector 17"/>
            <p:cNvCxnSpPr/>
            <p:nvPr/>
          </p:nvCxnSpPr>
          <p:spPr>
            <a:xfrm>
              <a:off x="877823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932687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0" name="Connector 19"/>
            <p:cNvCxnSpPr/>
            <p:nvPr/>
          </p:nvCxnSpPr>
          <p:spPr>
            <a:xfrm>
              <a:off x="987551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1" name="Connector 20"/>
            <p:cNvCxnSpPr/>
            <p:nvPr/>
          </p:nvCxnSpPr>
          <p:spPr>
            <a:xfrm>
              <a:off x="1042415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2" name="Connector 21"/>
            <p:cNvCxnSpPr/>
            <p:nvPr/>
          </p:nvCxnSpPr>
          <p:spPr>
            <a:xfrm>
              <a:off x="1097279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3" name="Connector 22"/>
            <p:cNvCxnSpPr/>
            <p:nvPr/>
          </p:nvCxnSpPr>
          <p:spPr>
            <a:xfrm>
              <a:off x="1152143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4" name="Connector 23"/>
            <p:cNvCxnSpPr/>
            <p:nvPr/>
          </p:nvCxnSpPr>
          <p:spPr>
            <a:xfrm>
              <a:off x="1207007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5" name="Connector 24"/>
            <p:cNvCxnSpPr/>
            <p:nvPr/>
          </p:nvCxnSpPr>
          <p:spPr>
            <a:xfrm>
              <a:off x="0" y="54864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6" name="Connector 25"/>
            <p:cNvCxnSpPr/>
            <p:nvPr/>
          </p:nvCxnSpPr>
          <p:spPr>
            <a:xfrm>
              <a:off x="0" y="109728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7" name="Connector 26"/>
            <p:cNvCxnSpPr/>
            <p:nvPr/>
          </p:nvCxnSpPr>
          <p:spPr>
            <a:xfrm>
              <a:off x="0" y="164591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8" name="Connector 27"/>
            <p:cNvCxnSpPr/>
            <p:nvPr/>
          </p:nvCxnSpPr>
          <p:spPr>
            <a:xfrm>
              <a:off x="0" y="219456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9" name="Connector 28"/>
            <p:cNvCxnSpPr/>
            <p:nvPr/>
          </p:nvCxnSpPr>
          <p:spPr>
            <a:xfrm>
              <a:off x="0" y="274320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0" name="Connector 29"/>
            <p:cNvCxnSpPr/>
            <p:nvPr/>
          </p:nvCxnSpPr>
          <p:spPr>
            <a:xfrm>
              <a:off x="0" y="329184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1" name="Connector 30"/>
            <p:cNvCxnSpPr/>
            <p:nvPr/>
          </p:nvCxnSpPr>
          <p:spPr>
            <a:xfrm>
              <a:off x="0" y="384048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2" name="Connector 31"/>
            <p:cNvCxnSpPr/>
            <p:nvPr/>
          </p:nvCxnSpPr>
          <p:spPr>
            <a:xfrm>
              <a:off x="0" y="438912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3" name="Connector 32"/>
            <p:cNvCxnSpPr/>
            <p:nvPr/>
          </p:nvCxnSpPr>
          <p:spPr>
            <a:xfrm>
              <a:off x="0" y="493775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4" name="Connector 33"/>
            <p:cNvCxnSpPr/>
            <p:nvPr/>
          </p:nvCxnSpPr>
          <p:spPr>
            <a:xfrm>
              <a:off x="0" y="548639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5" name="Connector 34"/>
            <p:cNvCxnSpPr/>
            <p:nvPr/>
          </p:nvCxnSpPr>
          <p:spPr>
            <a:xfrm>
              <a:off x="0" y="603503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6" name="Connector 35"/>
            <p:cNvCxnSpPr/>
            <p:nvPr/>
          </p:nvCxnSpPr>
          <p:spPr>
            <a:xfrm>
              <a:off x="0" y="658367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</p:grpSp>
      <p:cxnSp>
        <p:nvCxnSpPr>
          <p:cNvPr id="37" name="Connector 36"/>
          <p:cNvCxnSpPr/>
          <p:nvPr/>
        </p:nvCxnSpPr>
        <p:spPr>
          <a:xfrm>
            <a:off x="320040" y="32004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320040" y="32004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39" name="Connector 38"/>
          <p:cNvCxnSpPr/>
          <p:nvPr/>
        </p:nvCxnSpPr>
        <p:spPr>
          <a:xfrm flipH="1">
            <a:off x="11414455" y="32004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11871655" y="32004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320040" y="653796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2" name="Connector 41"/>
          <p:cNvCxnSpPr/>
          <p:nvPr/>
        </p:nvCxnSpPr>
        <p:spPr>
          <a:xfrm flipV="1">
            <a:off x="320040" y="608076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3" name="Connector 42"/>
          <p:cNvCxnSpPr/>
          <p:nvPr/>
        </p:nvCxnSpPr>
        <p:spPr>
          <a:xfrm flipH="1">
            <a:off x="11414455" y="653796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4" name="Connector 43"/>
          <p:cNvCxnSpPr/>
          <p:nvPr/>
        </p:nvCxnSpPr>
        <p:spPr>
          <a:xfrm flipV="1">
            <a:off x="11871655" y="608076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sp>
        <p:nvSpPr>
          <p:cNvPr id="45" name="Oval 44"/>
          <p:cNvSpPr/>
          <p:nvPr/>
        </p:nvSpPr>
        <p:spPr>
          <a:xfrm>
            <a:off x="853372" y="1600200"/>
            <a:ext cx="3657600" cy="3657600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  <a:effectLst>
            <a:outerShdw blurRad="279400" dist="0" dir="5400000" algn="t" rotWithShape="0">
              <a:srgbClr val="000000">
                <a:alpha val="5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255708" y="2002536"/>
            <a:ext cx="2852928" cy="2852928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767772" y="2514600"/>
            <a:ext cx="1828800" cy="1828800"/>
          </a:xfrm>
          <a:prstGeom prst="ellipse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중심점"/>
          <p:cNvSpPr/>
          <p:nvPr/>
        </p:nvSpPr>
        <p:spPr>
          <a:xfrm>
            <a:off x="2499292" y="3246120"/>
            <a:ext cx="365760" cy="3657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4657276" y="3429000"/>
            <a:ext cx="1828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0" name="Connector 49"/>
          <p:cNvCxnSpPr/>
          <p:nvPr/>
        </p:nvCxnSpPr>
        <p:spPr>
          <a:xfrm>
            <a:off x="4392663" y="4416552"/>
            <a:ext cx="158378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1" name="Connector 50"/>
          <p:cNvCxnSpPr/>
          <p:nvPr/>
        </p:nvCxnSpPr>
        <p:spPr>
          <a:xfrm>
            <a:off x="3669724" y="5139490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2" name="Connector 51"/>
          <p:cNvCxnSpPr/>
          <p:nvPr/>
        </p:nvCxnSpPr>
        <p:spPr>
          <a:xfrm>
            <a:off x="2682172" y="5404104"/>
            <a:ext cx="0" cy="182879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3" name="Connector 52"/>
          <p:cNvCxnSpPr/>
          <p:nvPr/>
        </p:nvCxnSpPr>
        <p:spPr>
          <a:xfrm flipH="1">
            <a:off x="1603180" y="5139490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4" name="Connector 53"/>
          <p:cNvCxnSpPr/>
          <p:nvPr/>
        </p:nvCxnSpPr>
        <p:spPr>
          <a:xfrm flipH="1">
            <a:off x="813303" y="4416552"/>
            <a:ext cx="158379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5" name="Connector 54"/>
          <p:cNvCxnSpPr/>
          <p:nvPr/>
        </p:nvCxnSpPr>
        <p:spPr>
          <a:xfrm flipH="1">
            <a:off x="524188" y="3429000"/>
            <a:ext cx="1828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6" name="Connector 55"/>
          <p:cNvCxnSpPr/>
          <p:nvPr/>
        </p:nvCxnSpPr>
        <p:spPr>
          <a:xfrm flipH="1" flipV="1">
            <a:off x="813303" y="2350008"/>
            <a:ext cx="158379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7" name="Connector 56"/>
          <p:cNvCxnSpPr/>
          <p:nvPr/>
        </p:nvCxnSpPr>
        <p:spPr>
          <a:xfrm flipH="1" flipV="1">
            <a:off x="1603180" y="1560131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8" name="Connector 57"/>
          <p:cNvCxnSpPr/>
          <p:nvPr/>
        </p:nvCxnSpPr>
        <p:spPr>
          <a:xfrm flipV="1">
            <a:off x="2682172" y="1271016"/>
            <a:ext cx="0" cy="182879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9" name="Connector 58"/>
          <p:cNvCxnSpPr/>
          <p:nvPr/>
        </p:nvCxnSpPr>
        <p:spPr>
          <a:xfrm flipV="1">
            <a:off x="3669724" y="1560131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60" name="Connector 59"/>
          <p:cNvCxnSpPr/>
          <p:nvPr/>
        </p:nvCxnSpPr>
        <p:spPr>
          <a:xfrm flipV="1">
            <a:off x="4392663" y="2350007"/>
            <a:ext cx="158378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61" name="라벨 표시"/>
          <p:cNvSpPr/>
          <p:nvPr/>
        </p:nvSpPr>
        <p:spPr>
          <a:xfrm>
            <a:off x="6095847" y="1719072"/>
            <a:ext cx="73152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868680" y="365760"/>
            <a:ext cx="94484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291072"/>
            <a:ext cx="91440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3D076BA5-9D9B-4AEE-92DD-867BFA3C851B}" type="slidenum">
              <a:rPr lang="en-US"/>
              <a:t>‹#›</a:t>
            </a:fld>
          </a:p>
        </p:txBody>
      </p:sp>
      <p:cxnSp>
        <p:nvCxnSpPr>
          <p:cNvPr id="2" name="Connector 1"/>
          <p:cNvCxnSpPr/>
          <p:nvPr/>
        </p:nvCxnSpPr>
        <p:spPr>
          <a:xfrm>
            <a:off x="292608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92608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1487607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1899087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92608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92608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11487607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1899087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sp>
        <p:nvSpPr>
          <p:cNvPr id="10" name="라벨 표시"/>
          <p:cNvSpPr/>
          <p:nvPr/>
        </p:nvSpPr>
        <p:spPr>
          <a:xfrm>
            <a:off x="731520" y="429768"/>
            <a:ext cx="73152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731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188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1645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103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560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017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3474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931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4389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846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5303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5760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6217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5" name="Connector 24"/>
          <p:cNvCxnSpPr/>
          <p:nvPr/>
        </p:nvCxnSpPr>
        <p:spPr>
          <a:xfrm>
            <a:off x="6675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7132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7589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8046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503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961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9418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9875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10332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10789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11247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233007" y="1645920"/>
            <a:ext cx="487667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233007" y="2029968"/>
            <a:ext cx="4876678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8F6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233007" y="3703320"/>
            <a:ext cx="4876678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6B4C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233007" y="4480559"/>
            <a:ext cx="487667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3808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격자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cxnSp>
          <p:nvCxnSpPr>
            <p:cNvPr id="3" name="Connector 2"/>
            <p:cNvCxnSpPr/>
            <p:nvPr/>
          </p:nvCxnSpPr>
          <p:spPr>
            <a:xfrm>
              <a:off x="54864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4" name="Connector 3"/>
            <p:cNvCxnSpPr/>
            <p:nvPr/>
          </p:nvCxnSpPr>
          <p:spPr>
            <a:xfrm>
              <a:off x="109728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5" name="Connector 4"/>
            <p:cNvCxnSpPr/>
            <p:nvPr/>
          </p:nvCxnSpPr>
          <p:spPr>
            <a:xfrm>
              <a:off x="164591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219456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274320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329184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9" name="Connector 8"/>
            <p:cNvCxnSpPr/>
            <p:nvPr/>
          </p:nvCxnSpPr>
          <p:spPr>
            <a:xfrm>
              <a:off x="384048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>
              <a:off x="4389120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493775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2" name="Connector 11"/>
            <p:cNvCxnSpPr/>
            <p:nvPr/>
          </p:nvCxnSpPr>
          <p:spPr>
            <a:xfrm>
              <a:off x="548639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603503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4" name="Connector 13"/>
            <p:cNvCxnSpPr/>
            <p:nvPr/>
          </p:nvCxnSpPr>
          <p:spPr>
            <a:xfrm>
              <a:off x="658367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5" name="Connector 14"/>
            <p:cNvCxnSpPr/>
            <p:nvPr/>
          </p:nvCxnSpPr>
          <p:spPr>
            <a:xfrm>
              <a:off x="713231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6" name="Connector 15"/>
            <p:cNvCxnSpPr/>
            <p:nvPr/>
          </p:nvCxnSpPr>
          <p:spPr>
            <a:xfrm>
              <a:off x="768095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7" name="Connector 16"/>
            <p:cNvCxnSpPr/>
            <p:nvPr/>
          </p:nvCxnSpPr>
          <p:spPr>
            <a:xfrm>
              <a:off x="822959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8" name="Connector 17"/>
            <p:cNvCxnSpPr/>
            <p:nvPr/>
          </p:nvCxnSpPr>
          <p:spPr>
            <a:xfrm>
              <a:off x="877823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932687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0" name="Connector 19"/>
            <p:cNvCxnSpPr/>
            <p:nvPr/>
          </p:nvCxnSpPr>
          <p:spPr>
            <a:xfrm>
              <a:off x="987551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1" name="Connector 20"/>
            <p:cNvCxnSpPr/>
            <p:nvPr/>
          </p:nvCxnSpPr>
          <p:spPr>
            <a:xfrm>
              <a:off x="1042415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2" name="Connector 21"/>
            <p:cNvCxnSpPr/>
            <p:nvPr/>
          </p:nvCxnSpPr>
          <p:spPr>
            <a:xfrm>
              <a:off x="1097279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3" name="Connector 22"/>
            <p:cNvCxnSpPr/>
            <p:nvPr/>
          </p:nvCxnSpPr>
          <p:spPr>
            <a:xfrm>
              <a:off x="1152143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4" name="Connector 23"/>
            <p:cNvCxnSpPr/>
            <p:nvPr/>
          </p:nvCxnSpPr>
          <p:spPr>
            <a:xfrm>
              <a:off x="12070079" y="0"/>
              <a:ext cx="0" cy="685800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5" name="Connector 24"/>
            <p:cNvCxnSpPr/>
            <p:nvPr/>
          </p:nvCxnSpPr>
          <p:spPr>
            <a:xfrm>
              <a:off x="0" y="54864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6" name="Connector 25"/>
            <p:cNvCxnSpPr/>
            <p:nvPr/>
          </p:nvCxnSpPr>
          <p:spPr>
            <a:xfrm>
              <a:off x="0" y="109728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7" name="Connector 26"/>
            <p:cNvCxnSpPr/>
            <p:nvPr/>
          </p:nvCxnSpPr>
          <p:spPr>
            <a:xfrm>
              <a:off x="0" y="164591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8" name="Connector 27"/>
            <p:cNvCxnSpPr/>
            <p:nvPr/>
          </p:nvCxnSpPr>
          <p:spPr>
            <a:xfrm>
              <a:off x="0" y="219456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29" name="Connector 28"/>
            <p:cNvCxnSpPr/>
            <p:nvPr/>
          </p:nvCxnSpPr>
          <p:spPr>
            <a:xfrm>
              <a:off x="0" y="274320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0" name="Connector 29"/>
            <p:cNvCxnSpPr/>
            <p:nvPr/>
          </p:nvCxnSpPr>
          <p:spPr>
            <a:xfrm>
              <a:off x="0" y="329184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1" name="Connector 30"/>
            <p:cNvCxnSpPr/>
            <p:nvPr/>
          </p:nvCxnSpPr>
          <p:spPr>
            <a:xfrm>
              <a:off x="0" y="384048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2" name="Connector 31"/>
            <p:cNvCxnSpPr/>
            <p:nvPr/>
          </p:nvCxnSpPr>
          <p:spPr>
            <a:xfrm>
              <a:off x="0" y="4389120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3" name="Connector 32"/>
            <p:cNvCxnSpPr/>
            <p:nvPr/>
          </p:nvCxnSpPr>
          <p:spPr>
            <a:xfrm>
              <a:off x="0" y="493775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4" name="Connector 33"/>
            <p:cNvCxnSpPr/>
            <p:nvPr/>
          </p:nvCxnSpPr>
          <p:spPr>
            <a:xfrm>
              <a:off x="0" y="548639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5" name="Connector 34"/>
            <p:cNvCxnSpPr/>
            <p:nvPr/>
          </p:nvCxnSpPr>
          <p:spPr>
            <a:xfrm>
              <a:off x="0" y="603503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  <p:cxnSp>
          <p:nvCxnSpPr>
            <p:cNvPr id="36" name="Connector 35"/>
            <p:cNvCxnSpPr/>
            <p:nvPr/>
          </p:nvCxnSpPr>
          <p:spPr>
            <a:xfrm>
              <a:off x="0" y="6583679"/>
              <a:ext cx="12191695" cy="0"/>
            </a:xfrm>
            <a:prstGeom prst="line">
              <a:avLst/>
            </a:prstGeom>
            <a:ln w="6350" cap="rnd">
              <a:solidFill>
                <a:schemeClr val="accent4">
                  <a:alpha val="55000"/>
                </a:schemeClr>
              </a:solidFill>
            </a:ln>
          </p:spPr>
        </p:cxnSp>
      </p:grpSp>
      <p:cxnSp>
        <p:nvCxnSpPr>
          <p:cNvPr id="37" name="Connector 36"/>
          <p:cNvCxnSpPr/>
          <p:nvPr/>
        </p:nvCxnSpPr>
        <p:spPr>
          <a:xfrm>
            <a:off x="320040" y="32004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320040" y="32004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39" name="Connector 38"/>
          <p:cNvCxnSpPr/>
          <p:nvPr/>
        </p:nvCxnSpPr>
        <p:spPr>
          <a:xfrm flipH="1">
            <a:off x="11414455" y="32004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11871655" y="32004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320040" y="653796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2" name="Connector 41"/>
          <p:cNvCxnSpPr/>
          <p:nvPr/>
        </p:nvCxnSpPr>
        <p:spPr>
          <a:xfrm flipV="1">
            <a:off x="320040" y="608076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3" name="Connector 42"/>
          <p:cNvCxnSpPr/>
          <p:nvPr/>
        </p:nvCxnSpPr>
        <p:spPr>
          <a:xfrm flipH="1">
            <a:off x="11414455" y="6537960"/>
            <a:ext cx="457200" cy="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cxnSp>
        <p:nvCxnSpPr>
          <p:cNvPr id="44" name="Connector 43"/>
          <p:cNvCxnSpPr/>
          <p:nvPr/>
        </p:nvCxnSpPr>
        <p:spPr>
          <a:xfrm flipV="1">
            <a:off x="11871655" y="6080760"/>
            <a:ext cx="0" cy="457200"/>
          </a:xfrm>
          <a:prstGeom prst="line">
            <a:avLst/>
          </a:prstGeom>
          <a:ln w="25400" cap="rnd">
            <a:solidFill>
              <a:schemeClr val="accent1"/>
            </a:solidFill>
          </a:ln>
        </p:spPr>
      </p:cxnSp>
      <p:sp>
        <p:nvSpPr>
          <p:cNvPr id="45" name="Oval 44"/>
          <p:cNvSpPr/>
          <p:nvPr/>
        </p:nvSpPr>
        <p:spPr>
          <a:xfrm>
            <a:off x="853372" y="1600200"/>
            <a:ext cx="3657600" cy="3657600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  <a:effectLst>
            <a:outerShdw blurRad="279400" dist="0" dir="5400000" algn="t" rotWithShape="0">
              <a:srgbClr val="000000">
                <a:alpha val="5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255708" y="2002536"/>
            <a:ext cx="2852928" cy="2852928"/>
          </a:xfrm>
          <a:prstGeom prst="ellipse">
            <a:avLst/>
          </a:prstGeom>
          <a:noFill/>
          <a:ln w="12700">
            <a:solidFill>
              <a:schemeClr val="accent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767772" y="2514600"/>
            <a:ext cx="1828800" cy="1828800"/>
          </a:xfrm>
          <a:prstGeom prst="ellipse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중심점"/>
          <p:cNvSpPr/>
          <p:nvPr/>
        </p:nvSpPr>
        <p:spPr>
          <a:xfrm>
            <a:off x="2499292" y="3246120"/>
            <a:ext cx="365760" cy="36576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4657276" y="3429000"/>
            <a:ext cx="1828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0" name="Connector 49"/>
          <p:cNvCxnSpPr/>
          <p:nvPr/>
        </p:nvCxnSpPr>
        <p:spPr>
          <a:xfrm>
            <a:off x="4392663" y="4416552"/>
            <a:ext cx="158378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1" name="Connector 50"/>
          <p:cNvCxnSpPr/>
          <p:nvPr/>
        </p:nvCxnSpPr>
        <p:spPr>
          <a:xfrm>
            <a:off x="3669724" y="5139490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2" name="Connector 51"/>
          <p:cNvCxnSpPr/>
          <p:nvPr/>
        </p:nvCxnSpPr>
        <p:spPr>
          <a:xfrm>
            <a:off x="2682172" y="5404104"/>
            <a:ext cx="0" cy="182879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3" name="Connector 52"/>
          <p:cNvCxnSpPr/>
          <p:nvPr/>
        </p:nvCxnSpPr>
        <p:spPr>
          <a:xfrm flipH="1">
            <a:off x="1603180" y="5139490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4" name="Connector 53"/>
          <p:cNvCxnSpPr/>
          <p:nvPr/>
        </p:nvCxnSpPr>
        <p:spPr>
          <a:xfrm flipH="1">
            <a:off x="813303" y="4416552"/>
            <a:ext cx="158379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5" name="Connector 54"/>
          <p:cNvCxnSpPr/>
          <p:nvPr/>
        </p:nvCxnSpPr>
        <p:spPr>
          <a:xfrm flipH="1">
            <a:off x="524188" y="3429000"/>
            <a:ext cx="1828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6" name="Connector 55"/>
          <p:cNvCxnSpPr/>
          <p:nvPr/>
        </p:nvCxnSpPr>
        <p:spPr>
          <a:xfrm flipH="1" flipV="1">
            <a:off x="813303" y="2350008"/>
            <a:ext cx="158379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7" name="Connector 56"/>
          <p:cNvCxnSpPr/>
          <p:nvPr/>
        </p:nvCxnSpPr>
        <p:spPr>
          <a:xfrm flipH="1" flipV="1">
            <a:off x="1603180" y="1560131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8" name="Connector 57"/>
          <p:cNvCxnSpPr/>
          <p:nvPr/>
        </p:nvCxnSpPr>
        <p:spPr>
          <a:xfrm flipV="1">
            <a:off x="2682172" y="1271016"/>
            <a:ext cx="0" cy="182879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59" name="Connector 58"/>
          <p:cNvCxnSpPr/>
          <p:nvPr/>
        </p:nvCxnSpPr>
        <p:spPr>
          <a:xfrm flipV="1">
            <a:off x="3669724" y="1560131"/>
            <a:ext cx="91440" cy="158378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60" name="Connector 59"/>
          <p:cNvCxnSpPr/>
          <p:nvPr/>
        </p:nvCxnSpPr>
        <p:spPr>
          <a:xfrm flipV="1">
            <a:off x="4392663" y="2350007"/>
            <a:ext cx="158378" cy="9144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61" name="라벨 표시"/>
          <p:cNvSpPr/>
          <p:nvPr/>
        </p:nvSpPr>
        <p:spPr>
          <a:xfrm>
            <a:off x="6095847" y="1719072"/>
            <a:ext cx="73152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868680" y="365760"/>
            <a:ext cx="94484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291072"/>
            <a:ext cx="91440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A8B7E0E0-939A-467C-A0BB-4608C8E19FC4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92608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92608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1487607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1899087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92608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92608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11487607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1899087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sp>
        <p:nvSpPr>
          <p:cNvPr id="10" name="라벨 표시"/>
          <p:cNvSpPr/>
          <p:nvPr/>
        </p:nvSpPr>
        <p:spPr>
          <a:xfrm>
            <a:off x="731520" y="429768"/>
            <a:ext cx="73152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731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188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1645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103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560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017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3474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931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4389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846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5303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5760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6217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5" name="Connector 24"/>
          <p:cNvCxnSpPr/>
          <p:nvPr/>
        </p:nvCxnSpPr>
        <p:spPr>
          <a:xfrm>
            <a:off x="6675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7132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7589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8046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503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961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9418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9875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10332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10789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11247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868680" y="365760"/>
            <a:ext cx="94484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291072"/>
            <a:ext cx="91440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1EA31D35-263A-4D15-A169-E81A45886031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92608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92608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1487607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1899087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92608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92608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11487607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1899087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sp>
        <p:nvSpPr>
          <p:cNvPr id="10" name="라벨 표시"/>
          <p:cNvSpPr/>
          <p:nvPr/>
        </p:nvSpPr>
        <p:spPr>
          <a:xfrm>
            <a:off x="731520" y="429768"/>
            <a:ext cx="73152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731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188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1645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103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560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017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3474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931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4389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846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5303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5760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6217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5" name="Connector 24"/>
          <p:cNvCxnSpPr/>
          <p:nvPr/>
        </p:nvCxnSpPr>
        <p:spPr>
          <a:xfrm>
            <a:off x="6675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7132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7589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8046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503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961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9418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9875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10332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10789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11247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36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37" name="Diamond 36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8" name="Connector 37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39" name="Connector 38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40" name="Connector 39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41" name="Diamond 40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VIOLET  ·  INSURANCE CHECK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크면서 바뀐 것을 확인합니다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가족 점검 · 날짜 입력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6E45-D7BD-4B8D-A711-C57910717EC0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아빠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엄마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자녀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나이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직업·학교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메모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cover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7AA0D-42F2-44AB-98B7-FDE952FD9A0D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cover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52051B-AD98-475F-973A-6EE603988E72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cover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BBA19-EBB8-4988-B3E0-8D8053AC5454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2377440"/>
            <a:chOff x="731520" y="1828800"/>
            <a:chExt cx="3393338" cy="237744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3228746" cy="221284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2377440"/>
            <a:chOff x="4399178" y="1828800"/>
            <a:chExt cx="3393338" cy="237744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안쪽 선"/>
            <p:cNvSpPr/>
            <p:nvPr/>
          </p:nvSpPr>
          <p:spPr>
            <a:xfrm>
              <a:off x="4481474" y="1911095"/>
              <a:ext cx="3228746" cy="221284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4627778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2377440"/>
            <a:chOff x="8066836" y="1828800"/>
            <a:chExt cx="3393338" cy="237744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안쪽 선"/>
            <p:cNvSpPr/>
            <p:nvPr/>
          </p:nvSpPr>
          <p:spPr>
            <a:xfrm>
              <a:off x="8149132" y="1911095"/>
              <a:ext cx="3228746" cy="221284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8295436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6" name="차트"/>
          <p:cNvGraphicFramePr>
            <a:graphicFrameLocks noGrp="1"/>
          </p:cNvGraphicFramePr>
          <p:nvPr/>
        </p:nvGraphicFramePr>
        <p:xfrm>
          <a:off x="731520" y="4389120"/>
          <a:ext cx="1072865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C756D6-5F39-444B-B0A9-0836BE7F9EEF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3228746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안쪽 선"/>
            <p:cNvSpPr/>
            <p:nvPr/>
          </p:nvSpPr>
          <p:spPr>
            <a:xfrm>
              <a:off x="4481474" y="1911095"/>
              <a:ext cx="3228746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4627778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안쪽 선"/>
            <p:cNvSpPr/>
            <p:nvPr/>
          </p:nvSpPr>
          <p:spPr>
            <a:xfrm>
              <a:off x="8149132" y="1911095"/>
              <a:ext cx="3228746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8295436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6" name="안내 문구"/>
          <p:cNvSpPr txBox="1"/>
          <p:nvPr/>
        </p:nvSpPr>
        <p:spPr>
          <a:xfrm>
            <a:off x="731520" y="557784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가족 점검)">
  <a:themeElements>
    <a:clrScheme name="보험 보장 점검 발표자료(가족 점검)">
      <a:dk1>
        <a:srgbClr val="F8F6FF"/>
      </a:dk1>
      <a:lt1>
        <a:srgbClr val="16102F"/>
      </a:lt1>
      <a:dk2>
        <a:srgbClr val="E6DEFF"/>
      </a:dk2>
      <a:lt2>
        <a:srgbClr val="0E0A1E"/>
      </a:lt2>
      <a:accent1>
        <a:srgbClr val="8F6BFF"/>
      </a:accent1>
      <a:accent2>
        <a:srgbClr val="2EE6C9"/>
      </a:accent2>
      <a:accent3>
        <a:srgbClr val="090613"/>
      </a:accent3>
      <a:accent4>
        <a:srgbClr val="201744"/>
      </a:accent4>
      <a:accent5>
        <a:srgbClr val="B7A3FF"/>
      </a:accent5>
      <a:accent6>
        <a:srgbClr val="24A496"/>
      </a:accent6>
      <a:hlink>
        <a:srgbClr val="E6DEFF"/>
      </a:hlink>
      <a:folHlink>
        <a:srgbClr val="090613"/>
      </a:folHlink>
    </a:clrScheme>
    <a:fontScheme name="보험 보장 점검 발표자료(가족 점검)">
      <a:majorFont>
        <a:latin typeface="Segoe UI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발표자료(가족 점검)</dc:title>
  <dc:subject>보험 가입 내용 정리 양식 · 가족 점검</dc:subject>
  <dc:creator>반딧불이의 곳간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