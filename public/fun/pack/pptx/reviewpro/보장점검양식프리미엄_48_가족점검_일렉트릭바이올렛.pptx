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5693A962-802A-46BC-9E08-E36AEAEC4AE1}">
          <p14:sldIdLst>
            <p14:sldId id="256"/>
          </p14:sldIdLst>
        </p14:section>
        <p14:section name="본문" id="{2ED53E9B-C3AF-4C78-AE6D-7720663B7E49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233007" y="1645920"/>
            <a:ext cx="48766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233007" y="2029968"/>
            <a:ext cx="48766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8F6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233007" y="3703320"/>
            <a:ext cx="48766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6B4C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233007" y="4480559"/>
            <a:ext cx="48766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380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격자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cxnSp>
          <p:nvCxnSpPr>
            <p:cNvPr id="3" name="Connector 2"/>
            <p:cNvCxnSpPr/>
            <p:nvPr/>
          </p:nvCxnSpPr>
          <p:spPr>
            <a:xfrm>
              <a:off x="54864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4" name="Connector 3"/>
            <p:cNvCxnSpPr/>
            <p:nvPr/>
          </p:nvCxnSpPr>
          <p:spPr>
            <a:xfrm>
              <a:off x="109728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16459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219456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274320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329184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9" name="Connector 8"/>
            <p:cNvCxnSpPr/>
            <p:nvPr/>
          </p:nvCxnSpPr>
          <p:spPr>
            <a:xfrm>
              <a:off x="384048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438912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49377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2" name="Connector 11"/>
            <p:cNvCxnSpPr/>
            <p:nvPr/>
          </p:nvCxnSpPr>
          <p:spPr>
            <a:xfrm>
              <a:off x="54863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3" name="Connector 12"/>
            <p:cNvCxnSpPr/>
            <p:nvPr/>
          </p:nvCxnSpPr>
          <p:spPr>
            <a:xfrm>
              <a:off x="60350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4" name="Connector 13"/>
            <p:cNvCxnSpPr/>
            <p:nvPr/>
          </p:nvCxnSpPr>
          <p:spPr>
            <a:xfrm>
              <a:off x="65836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5" name="Connector 14"/>
            <p:cNvCxnSpPr/>
            <p:nvPr/>
          </p:nvCxnSpPr>
          <p:spPr>
            <a:xfrm>
              <a:off x="71323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6" name="Connector 15"/>
            <p:cNvCxnSpPr/>
            <p:nvPr/>
          </p:nvCxnSpPr>
          <p:spPr>
            <a:xfrm>
              <a:off x="76809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7" name="Connector 16"/>
            <p:cNvCxnSpPr/>
            <p:nvPr/>
          </p:nvCxnSpPr>
          <p:spPr>
            <a:xfrm>
              <a:off x="82295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8" name="Connector 17"/>
            <p:cNvCxnSpPr/>
            <p:nvPr/>
          </p:nvCxnSpPr>
          <p:spPr>
            <a:xfrm>
              <a:off x="87782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93268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0" name="Connector 19"/>
            <p:cNvCxnSpPr/>
            <p:nvPr/>
          </p:nvCxnSpPr>
          <p:spPr>
            <a:xfrm>
              <a:off x="98755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1" name="Connector 20"/>
            <p:cNvCxnSpPr/>
            <p:nvPr/>
          </p:nvCxnSpPr>
          <p:spPr>
            <a:xfrm>
              <a:off x="104241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2" name="Connector 21"/>
            <p:cNvCxnSpPr/>
            <p:nvPr/>
          </p:nvCxnSpPr>
          <p:spPr>
            <a:xfrm>
              <a:off x="109727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3" name="Connector 22"/>
            <p:cNvCxnSpPr/>
            <p:nvPr/>
          </p:nvCxnSpPr>
          <p:spPr>
            <a:xfrm>
              <a:off x="115214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4" name="Connector 23"/>
            <p:cNvCxnSpPr/>
            <p:nvPr/>
          </p:nvCxnSpPr>
          <p:spPr>
            <a:xfrm>
              <a:off x="120700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5" name="Connector 24"/>
            <p:cNvCxnSpPr/>
            <p:nvPr/>
          </p:nvCxnSpPr>
          <p:spPr>
            <a:xfrm>
              <a:off x="0" y="54864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6" name="Connector 25"/>
            <p:cNvCxnSpPr/>
            <p:nvPr/>
          </p:nvCxnSpPr>
          <p:spPr>
            <a:xfrm>
              <a:off x="0" y="109728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7" name="Connector 26"/>
            <p:cNvCxnSpPr/>
            <p:nvPr/>
          </p:nvCxnSpPr>
          <p:spPr>
            <a:xfrm>
              <a:off x="0" y="164591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8" name="Connector 27"/>
            <p:cNvCxnSpPr/>
            <p:nvPr/>
          </p:nvCxnSpPr>
          <p:spPr>
            <a:xfrm>
              <a:off x="0" y="219456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9" name="Connector 28"/>
            <p:cNvCxnSpPr/>
            <p:nvPr/>
          </p:nvCxnSpPr>
          <p:spPr>
            <a:xfrm>
              <a:off x="0" y="274320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0" name="Connector 29"/>
            <p:cNvCxnSpPr/>
            <p:nvPr/>
          </p:nvCxnSpPr>
          <p:spPr>
            <a:xfrm>
              <a:off x="0" y="329184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1" name="Connector 30"/>
            <p:cNvCxnSpPr/>
            <p:nvPr/>
          </p:nvCxnSpPr>
          <p:spPr>
            <a:xfrm>
              <a:off x="0" y="384048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2" name="Connector 31"/>
            <p:cNvCxnSpPr/>
            <p:nvPr/>
          </p:nvCxnSpPr>
          <p:spPr>
            <a:xfrm>
              <a:off x="0" y="438912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3" name="Connector 32"/>
            <p:cNvCxnSpPr/>
            <p:nvPr/>
          </p:nvCxnSpPr>
          <p:spPr>
            <a:xfrm>
              <a:off x="0" y="493775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4" name="Connector 33"/>
            <p:cNvCxnSpPr/>
            <p:nvPr/>
          </p:nvCxnSpPr>
          <p:spPr>
            <a:xfrm>
              <a:off x="0" y="548639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5" name="Connector 34"/>
            <p:cNvCxnSpPr/>
            <p:nvPr/>
          </p:nvCxnSpPr>
          <p:spPr>
            <a:xfrm>
              <a:off x="0" y="603503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6" name="Connector 35"/>
            <p:cNvCxnSpPr/>
            <p:nvPr/>
          </p:nvCxnSpPr>
          <p:spPr>
            <a:xfrm>
              <a:off x="0" y="658367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</p:grpSp>
      <p:cxnSp>
        <p:nvCxnSpPr>
          <p:cNvPr id="37" name="Connector 36"/>
          <p:cNvCxnSpPr/>
          <p:nvPr/>
        </p:nvCxnSpPr>
        <p:spPr>
          <a:xfrm>
            <a:off x="320040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320040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9" name="Connector 38"/>
          <p:cNvCxnSpPr/>
          <p:nvPr/>
        </p:nvCxnSpPr>
        <p:spPr>
          <a:xfrm flipH="1">
            <a:off x="11414455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11871655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320040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2" name="Connector 41"/>
          <p:cNvCxnSpPr/>
          <p:nvPr/>
        </p:nvCxnSpPr>
        <p:spPr>
          <a:xfrm flipV="1">
            <a:off x="320040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3" name="Connector 42"/>
          <p:cNvCxnSpPr/>
          <p:nvPr/>
        </p:nvCxnSpPr>
        <p:spPr>
          <a:xfrm flipH="1">
            <a:off x="11414455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4" name="Connector 43"/>
          <p:cNvCxnSpPr/>
          <p:nvPr/>
        </p:nvCxnSpPr>
        <p:spPr>
          <a:xfrm flipV="1">
            <a:off x="11871655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sp>
        <p:nvSpPr>
          <p:cNvPr id="45" name="Oval 44"/>
          <p:cNvSpPr/>
          <p:nvPr/>
        </p:nvSpPr>
        <p:spPr>
          <a:xfrm>
            <a:off x="853372" y="1600200"/>
            <a:ext cx="3657600" cy="365760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  <a:effectLst>
            <a:outerShdw blurRad="279400" dist="0" dir="5400000" algn="t" rotWithShape="0">
              <a:srgbClr val="000000">
                <a:alpha val="5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255708" y="2002536"/>
            <a:ext cx="2852928" cy="2852928"/>
          </a:xfrm>
          <a:prstGeom prst="ellipse">
            <a:avLst/>
          </a:prstGeom>
          <a:noFill/>
          <a:ln w="12700">
            <a:solidFill>
              <a:schemeClr val="accent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767772" y="2514600"/>
            <a:ext cx="1828800" cy="182880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중심점"/>
          <p:cNvSpPr/>
          <p:nvPr/>
        </p:nvSpPr>
        <p:spPr>
          <a:xfrm>
            <a:off x="2499292" y="3246120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4657276" y="3429000"/>
            <a:ext cx="1828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4392663" y="4416552"/>
            <a:ext cx="158378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3669724" y="5139490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2682172" y="5404104"/>
            <a:ext cx="0" cy="182879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3" name="Connector 52"/>
          <p:cNvCxnSpPr/>
          <p:nvPr/>
        </p:nvCxnSpPr>
        <p:spPr>
          <a:xfrm flipH="1">
            <a:off x="1603180" y="5139490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4" name="Connector 53"/>
          <p:cNvCxnSpPr/>
          <p:nvPr/>
        </p:nvCxnSpPr>
        <p:spPr>
          <a:xfrm flipH="1">
            <a:off x="813303" y="4416552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5" name="Connector 54"/>
          <p:cNvCxnSpPr/>
          <p:nvPr/>
        </p:nvCxnSpPr>
        <p:spPr>
          <a:xfrm flipH="1">
            <a:off x="524188" y="3429000"/>
            <a:ext cx="1828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6" name="Connector 55"/>
          <p:cNvCxnSpPr/>
          <p:nvPr/>
        </p:nvCxnSpPr>
        <p:spPr>
          <a:xfrm flipH="1" flipV="1">
            <a:off x="813303" y="2350008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7" name="Connector 56"/>
          <p:cNvCxnSpPr/>
          <p:nvPr/>
        </p:nvCxnSpPr>
        <p:spPr>
          <a:xfrm flipH="1" flipV="1">
            <a:off x="1603180" y="1560131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8" name="Connector 57"/>
          <p:cNvCxnSpPr/>
          <p:nvPr/>
        </p:nvCxnSpPr>
        <p:spPr>
          <a:xfrm flipV="1">
            <a:off x="2682172" y="1271016"/>
            <a:ext cx="0" cy="182879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9" name="Connector 58"/>
          <p:cNvCxnSpPr/>
          <p:nvPr/>
        </p:nvCxnSpPr>
        <p:spPr>
          <a:xfrm flipV="1">
            <a:off x="3669724" y="1560131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60" name="Connector 59"/>
          <p:cNvCxnSpPr/>
          <p:nvPr/>
        </p:nvCxnSpPr>
        <p:spPr>
          <a:xfrm flipV="1">
            <a:off x="4392663" y="2350007"/>
            <a:ext cx="158378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61" name="라벨 표시"/>
          <p:cNvSpPr/>
          <p:nvPr/>
        </p:nvSpPr>
        <p:spPr>
          <a:xfrm>
            <a:off x="6095847" y="1719072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68680" y="365760"/>
            <a:ext cx="94484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7A951897-FFE5-4C3A-BE07-0A70719855A0}" type="slidenum">
              <a:rPr lang="en-US"/>
              <a:t>‹#›</a:t>
            </a:fld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1487607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1487607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99087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73152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31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88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45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103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60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017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474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931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389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846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303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760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217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675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132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89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046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503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961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18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875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332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0789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247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233007" y="1645920"/>
            <a:ext cx="48766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233007" y="2029968"/>
            <a:ext cx="48766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8F6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233007" y="3703320"/>
            <a:ext cx="48766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6B4C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233007" y="4480559"/>
            <a:ext cx="48766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380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격자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cxnSp>
          <p:nvCxnSpPr>
            <p:cNvPr id="3" name="Connector 2"/>
            <p:cNvCxnSpPr/>
            <p:nvPr/>
          </p:nvCxnSpPr>
          <p:spPr>
            <a:xfrm>
              <a:off x="54864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4" name="Connector 3"/>
            <p:cNvCxnSpPr/>
            <p:nvPr/>
          </p:nvCxnSpPr>
          <p:spPr>
            <a:xfrm>
              <a:off x="109728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16459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219456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274320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329184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9" name="Connector 8"/>
            <p:cNvCxnSpPr/>
            <p:nvPr/>
          </p:nvCxnSpPr>
          <p:spPr>
            <a:xfrm>
              <a:off x="384048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438912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49377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2" name="Connector 11"/>
            <p:cNvCxnSpPr/>
            <p:nvPr/>
          </p:nvCxnSpPr>
          <p:spPr>
            <a:xfrm>
              <a:off x="54863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3" name="Connector 12"/>
            <p:cNvCxnSpPr/>
            <p:nvPr/>
          </p:nvCxnSpPr>
          <p:spPr>
            <a:xfrm>
              <a:off x="60350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4" name="Connector 13"/>
            <p:cNvCxnSpPr/>
            <p:nvPr/>
          </p:nvCxnSpPr>
          <p:spPr>
            <a:xfrm>
              <a:off x="65836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5" name="Connector 14"/>
            <p:cNvCxnSpPr/>
            <p:nvPr/>
          </p:nvCxnSpPr>
          <p:spPr>
            <a:xfrm>
              <a:off x="71323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6" name="Connector 15"/>
            <p:cNvCxnSpPr/>
            <p:nvPr/>
          </p:nvCxnSpPr>
          <p:spPr>
            <a:xfrm>
              <a:off x="76809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7" name="Connector 16"/>
            <p:cNvCxnSpPr/>
            <p:nvPr/>
          </p:nvCxnSpPr>
          <p:spPr>
            <a:xfrm>
              <a:off x="82295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8" name="Connector 17"/>
            <p:cNvCxnSpPr/>
            <p:nvPr/>
          </p:nvCxnSpPr>
          <p:spPr>
            <a:xfrm>
              <a:off x="87782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93268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0" name="Connector 19"/>
            <p:cNvCxnSpPr/>
            <p:nvPr/>
          </p:nvCxnSpPr>
          <p:spPr>
            <a:xfrm>
              <a:off x="98755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1" name="Connector 20"/>
            <p:cNvCxnSpPr/>
            <p:nvPr/>
          </p:nvCxnSpPr>
          <p:spPr>
            <a:xfrm>
              <a:off x="104241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2" name="Connector 21"/>
            <p:cNvCxnSpPr/>
            <p:nvPr/>
          </p:nvCxnSpPr>
          <p:spPr>
            <a:xfrm>
              <a:off x="109727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3" name="Connector 22"/>
            <p:cNvCxnSpPr/>
            <p:nvPr/>
          </p:nvCxnSpPr>
          <p:spPr>
            <a:xfrm>
              <a:off x="115214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4" name="Connector 23"/>
            <p:cNvCxnSpPr/>
            <p:nvPr/>
          </p:nvCxnSpPr>
          <p:spPr>
            <a:xfrm>
              <a:off x="120700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5" name="Connector 24"/>
            <p:cNvCxnSpPr/>
            <p:nvPr/>
          </p:nvCxnSpPr>
          <p:spPr>
            <a:xfrm>
              <a:off x="0" y="54864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6" name="Connector 25"/>
            <p:cNvCxnSpPr/>
            <p:nvPr/>
          </p:nvCxnSpPr>
          <p:spPr>
            <a:xfrm>
              <a:off x="0" y="109728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7" name="Connector 26"/>
            <p:cNvCxnSpPr/>
            <p:nvPr/>
          </p:nvCxnSpPr>
          <p:spPr>
            <a:xfrm>
              <a:off x="0" y="164591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8" name="Connector 27"/>
            <p:cNvCxnSpPr/>
            <p:nvPr/>
          </p:nvCxnSpPr>
          <p:spPr>
            <a:xfrm>
              <a:off x="0" y="219456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9" name="Connector 28"/>
            <p:cNvCxnSpPr/>
            <p:nvPr/>
          </p:nvCxnSpPr>
          <p:spPr>
            <a:xfrm>
              <a:off x="0" y="274320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0" name="Connector 29"/>
            <p:cNvCxnSpPr/>
            <p:nvPr/>
          </p:nvCxnSpPr>
          <p:spPr>
            <a:xfrm>
              <a:off x="0" y="329184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1" name="Connector 30"/>
            <p:cNvCxnSpPr/>
            <p:nvPr/>
          </p:nvCxnSpPr>
          <p:spPr>
            <a:xfrm>
              <a:off x="0" y="384048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2" name="Connector 31"/>
            <p:cNvCxnSpPr/>
            <p:nvPr/>
          </p:nvCxnSpPr>
          <p:spPr>
            <a:xfrm>
              <a:off x="0" y="438912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3" name="Connector 32"/>
            <p:cNvCxnSpPr/>
            <p:nvPr/>
          </p:nvCxnSpPr>
          <p:spPr>
            <a:xfrm>
              <a:off x="0" y="493775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4" name="Connector 33"/>
            <p:cNvCxnSpPr/>
            <p:nvPr/>
          </p:nvCxnSpPr>
          <p:spPr>
            <a:xfrm>
              <a:off x="0" y="548639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5" name="Connector 34"/>
            <p:cNvCxnSpPr/>
            <p:nvPr/>
          </p:nvCxnSpPr>
          <p:spPr>
            <a:xfrm>
              <a:off x="0" y="603503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6" name="Connector 35"/>
            <p:cNvCxnSpPr/>
            <p:nvPr/>
          </p:nvCxnSpPr>
          <p:spPr>
            <a:xfrm>
              <a:off x="0" y="658367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</p:grpSp>
      <p:cxnSp>
        <p:nvCxnSpPr>
          <p:cNvPr id="37" name="Connector 36"/>
          <p:cNvCxnSpPr/>
          <p:nvPr/>
        </p:nvCxnSpPr>
        <p:spPr>
          <a:xfrm>
            <a:off x="320040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320040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9" name="Connector 38"/>
          <p:cNvCxnSpPr/>
          <p:nvPr/>
        </p:nvCxnSpPr>
        <p:spPr>
          <a:xfrm flipH="1">
            <a:off x="11414455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11871655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320040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2" name="Connector 41"/>
          <p:cNvCxnSpPr/>
          <p:nvPr/>
        </p:nvCxnSpPr>
        <p:spPr>
          <a:xfrm flipV="1">
            <a:off x="320040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3" name="Connector 42"/>
          <p:cNvCxnSpPr/>
          <p:nvPr/>
        </p:nvCxnSpPr>
        <p:spPr>
          <a:xfrm flipH="1">
            <a:off x="11414455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4" name="Connector 43"/>
          <p:cNvCxnSpPr/>
          <p:nvPr/>
        </p:nvCxnSpPr>
        <p:spPr>
          <a:xfrm flipV="1">
            <a:off x="11871655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sp>
        <p:nvSpPr>
          <p:cNvPr id="45" name="Oval 44"/>
          <p:cNvSpPr/>
          <p:nvPr/>
        </p:nvSpPr>
        <p:spPr>
          <a:xfrm>
            <a:off x="853372" y="1600200"/>
            <a:ext cx="3657600" cy="365760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  <a:effectLst>
            <a:outerShdw blurRad="279400" dist="0" dir="5400000" algn="t" rotWithShape="0">
              <a:srgbClr val="000000">
                <a:alpha val="5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255708" y="2002536"/>
            <a:ext cx="2852928" cy="2852928"/>
          </a:xfrm>
          <a:prstGeom prst="ellipse">
            <a:avLst/>
          </a:prstGeom>
          <a:noFill/>
          <a:ln w="12700">
            <a:solidFill>
              <a:schemeClr val="accent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767772" y="2514600"/>
            <a:ext cx="1828800" cy="182880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중심점"/>
          <p:cNvSpPr/>
          <p:nvPr/>
        </p:nvSpPr>
        <p:spPr>
          <a:xfrm>
            <a:off x="2499292" y="3246120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4657276" y="3429000"/>
            <a:ext cx="1828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4392663" y="4416552"/>
            <a:ext cx="158378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3669724" y="5139490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2682172" y="5404104"/>
            <a:ext cx="0" cy="182879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3" name="Connector 52"/>
          <p:cNvCxnSpPr/>
          <p:nvPr/>
        </p:nvCxnSpPr>
        <p:spPr>
          <a:xfrm flipH="1">
            <a:off x="1603180" y="5139490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4" name="Connector 53"/>
          <p:cNvCxnSpPr/>
          <p:nvPr/>
        </p:nvCxnSpPr>
        <p:spPr>
          <a:xfrm flipH="1">
            <a:off x="813303" y="4416552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5" name="Connector 54"/>
          <p:cNvCxnSpPr/>
          <p:nvPr/>
        </p:nvCxnSpPr>
        <p:spPr>
          <a:xfrm flipH="1">
            <a:off x="524188" y="3429000"/>
            <a:ext cx="1828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6" name="Connector 55"/>
          <p:cNvCxnSpPr/>
          <p:nvPr/>
        </p:nvCxnSpPr>
        <p:spPr>
          <a:xfrm flipH="1" flipV="1">
            <a:off x="813303" y="2350008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7" name="Connector 56"/>
          <p:cNvCxnSpPr/>
          <p:nvPr/>
        </p:nvCxnSpPr>
        <p:spPr>
          <a:xfrm flipH="1" flipV="1">
            <a:off x="1603180" y="1560131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8" name="Connector 57"/>
          <p:cNvCxnSpPr/>
          <p:nvPr/>
        </p:nvCxnSpPr>
        <p:spPr>
          <a:xfrm flipV="1">
            <a:off x="2682172" y="1271016"/>
            <a:ext cx="0" cy="182879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9" name="Connector 58"/>
          <p:cNvCxnSpPr/>
          <p:nvPr/>
        </p:nvCxnSpPr>
        <p:spPr>
          <a:xfrm flipV="1">
            <a:off x="3669724" y="1560131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60" name="Connector 59"/>
          <p:cNvCxnSpPr/>
          <p:nvPr/>
        </p:nvCxnSpPr>
        <p:spPr>
          <a:xfrm flipV="1">
            <a:off x="4392663" y="2350007"/>
            <a:ext cx="158378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61" name="라벨 표시"/>
          <p:cNvSpPr/>
          <p:nvPr/>
        </p:nvSpPr>
        <p:spPr>
          <a:xfrm>
            <a:off x="6095847" y="1719072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68680" y="365760"/>
            <a:ext cx="94484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E038D86D-EFC6-4B41-843D-1B5E59ADAD8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1487607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1487607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99087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73152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31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88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45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103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60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017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474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931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389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846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303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760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217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675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132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89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046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503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961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18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875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332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0789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247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868680" y="365760"/>
            <a:ext cx="94484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291072"/>
            <a:ext cx="91440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1" spc="200">
                <a:solidFill>
                  <a:schemeClr val="accent1"/>
                </a:solidFill>
              </a:defRPr>
            </a:lvl1pPr>
          </a:lstStyle>
          <a:p>
            <a:fld id="{7C045B82-4EB2-411D-99A4-AB38FDD16A4A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92608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292608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1487607" y="292608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99087" y="292608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92608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92608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1487607" y="6565392"/>
            <a:ext cx="411480" cy="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99087" y="6153912"/>
            <a:ext cx="0" cy="411480"/>
          </a:xfrm>
          <a:prstGeom prst="line">
            <a:avLst/>
          </a:prstGeom>
          <a:ln w="22225" cap="rnd">
            <a:solidFill>
              <a:schemeClr val="accent1"/>
            </a:solidFill>
          </a:ln>
        </p:spPr>
      </p:cxnSp>
      <p:sp>
        <p:nvSpPr>
          <p:cNvPr id="10" name="라벨 표시"/>
          <p:cNvSpPr/>
          <p:nvPr/>
        </p:nvSpPr>
        <p:spPr>
          <a:xfrm>
            <a:off x="731520" y="429768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731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1188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645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2103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2560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017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3474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931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4389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846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5303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5760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4" name="Connector 23"/>
          <p:cNvCxnSpPr/>
          <p:nvPr/>
        </p:nvCxnSpPr>
        <p:spPr>
          <a:xfrm>
            <a:off x="6217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5" name="Connector 24"/>
          <p:cNvCxnSpPr/>
          <p:nvPr/>
        </p:nvCxnSpPr>
        <p:spPr>
          <a:xfrm>
            <a:off x="6675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6" name="Connector 25"/>
          <p:cNvCxnSpPr/>
          <p:nvPr/>
        </p:nvCxnSpPr>
        <p:spPr>
          <a:xfrm>
            <a:off x="7132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7" name="Connector 26"/>
          <p:cNvCxnSpPr/>
          <p:nvPr/>
        </p:nvCxnSpPr>
        <p:spPr>
          <a:xfrm>
            <a:off x="7589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8" name="Connector 27"/>
          <p:cNvCxnSpPr/>
          <p:nvPr/>
        </p:nvCxnSpPr>
        <p:spPr>
          <a:xfrm>
            <a:off x="8046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29" name="Connector 28"/>
          <p:cNvCxnSpPr/>
          <p:nvPr/>
        </p:nvCxnSpPr>
        <p:spPr>
          <a:xfrm>
            <a:off x="8503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0" name="Connector 29"/>
          <p:cNvCxnSpPr/>
          <p:nvPr/>
        </p:nvCxnSpPr>
        <p:spPr>
          <a:xfrm>
            <a:off x="8961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94183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2" name="Connector 31"/>
          <p:cNvCxnSpPr/>
          <p:nvPr/>
        </p:nvCxnSpPr>
        <p:spPr>
          <a:xfrm>
            <a:off x="98755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103327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107899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1247120" y="1572768"/>
            <a:ext cx="0" cy="73152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3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37" name="Diamond 3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8" name="Connector 3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39" name="Connector 3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40" name="Connector 3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41" name="Diamond 4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VIOLET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크면서 바뀐 것을 확인합니다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가족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AB238-E658-44AD-9F5D-8B9AD2431D44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아빠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엄마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자녀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직업·학교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AA0D6-B23C-49E4-ABF7-1D7728100FFF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D6C1E-C5DF-424A-9A2F-95B92166209A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690702-B3F6-45E0-88C6-5567CAC104DB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3228746" cy="22128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안쪽 선"/>
            <p:cNvSpPr/>
            <p:nvPr/>
          </p:nvSpPr>
          <p:spPr>
            <a:xfrm>
              <a:off x="4481474" y="1911095"/>
              <a:ext cx="3228746" cy="22128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안쪽 선"/>
            <p:cNvSpPr/>
            <p:nvPr/>
          </p:nvSpPr>
          <p:spPr>
            <a:xfrm>
              <a:off x="8149132" y="1911095"/>
              <a:ext cx="3228746" cy="221284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6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299C9-5E5E-4526-A888-563F1B4087E1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안쪽 선"/>
            <p:cNvSpPr/>
            <p:nvPr/>
          </p:nvSpPr>
          <p:spPr>
            <a:xfrm>
              <a:off x="813816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914400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안쪽 선"/>
            <p:cNvSpPr/>
            <p:nvPr/>
          </p:nvSpPr>
          <p:spPr>
            <a:xfrm>
              <a:off x="4481474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카드 내용"/>
            <p:cNvSpPr txBox="1"/>
            <p:nvPr/>
          </p:nvSpPr>
          <p:spPr>
            <a:xfrm>
              <a:off x="4582058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9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20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안쪽 선"/>
            <p:cNvSpPr/>
            <p:nvPr/>
          </p:nvSpPr>
          <p:spPr>
            <a:xfrm>
              <a:off x="8149132" y="1911095"/>
              <a:ext cx="3228746" cy="3401568"/>
            </a:xfrm>
            <a:prstGeom prst="rect">
              <a:avLst/>
            </a:prstGeom>
            <a:noFill/>
            <a:ln w="6350">
              <a:solidFill>
                <a:schemeClr val="accent5">
                  <a:alpha val="85000"/>
                </a:schemeClr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/>
            <p:nvPr/>
          </p:nvSpPr>
          <p:spPr>
            <a:xfrm>
              <a:off x="8295436" y="2084832"/>
              <a:ext cx="457200" cy="457200"/>
            </a:xfrm>
            <a:prstGeom prst="rect">
              <a:avLst/>
            </a:prstGeom>
            <a:noFill/>
            <a:ln w="15875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3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카드 내용"/>
            <p:cNvSpPr txBox="1"/>
            <p:nvPr/>
          </p:nvSpPr>
          <p:spPr>
            <a:xfrm>
              <a:off x="8249716" y="3456432"/>
              <a:ext cx="302757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6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가족 점검)">
  <a:themeElements>
    <a:clrScheme name="보험 보장 점검 발표자료(가족 점검)">
      <a:dk1>
        <a:srgbClr val="F8F6FF"/>
      </a:dk1>
      <a:lt1>
        <a:srgbClr val="16102F"/>
      </a:lt1>
      <a:dk2>
        <a:srgbClr val="E6DEFF"/>
      </a:dk2>
      <a:lt2>
        <a:srgbClr val="0E0A1E"/>
      </a:lt2>
      <a:accent1>
        <a:srgbClr val="8F6BFF"/>
      </a:accent1>
      <a:accent2>
        <a:srgbClr val="2EE6C9"/>
      </a:accent2>
      <a:accent3>
        <a:srgbClr val="090613"/>
      </a:accent3>
      <a:accent4>
        <a:srgbClr val="201744"/>
      </a:accent4>
      <a:accent5>
        <a:srgbClr val="B7A3FF"/>
      </a:accent5>
      <a:accent6>
        <a:srgbClr val="24A496"/>
      </a:accent6>
      <a:hlink>
        <a:srgbClr val="E6DEFF"/>
      </a:hlink>
      <a:folHlink>
        <a:srgbClr val="090613"/>
      </a:folHlink>
    </a:clrScheme>
    <a:fontScheme name="보험 보장 점검 발표자료(가족 점검)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>보험 가입 내용 정리 양식 · 가족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