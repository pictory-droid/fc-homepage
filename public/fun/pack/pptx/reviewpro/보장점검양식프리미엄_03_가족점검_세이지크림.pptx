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E00A1B4-4564-4621-91A5-6EB33E491064}">
          <p14:sldIdLst>
            <p14:sldId id="256"/>
          </p14:sldIdLst>
        </p14:section>
        <p14:section name="본문" id="{54CFE267-8DFF-4FA9-BCE4-0AFAA918E4EB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0D3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B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rgbClr val="FFFFFF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A4D58EF3-C6D3-4B58-A3EE-6CC63968C46A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609584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609584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609584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609584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6583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629107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731520" y="6199632"/>
            <a:ext cx="10728655" cy="0"/>
          </a:xfrm>
          <a:prstGeom prst="line">
            <a:avLst/>
          </a:prstGeom>
          <a:ln w="38100" cap="rnd">
            <a:solidFill>
              <a:schemeClr val="tx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8716975" y="137159"/>
            <a:ext cx="6583680" cy="658368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38690" y="1058875"/>
            <a:ext cx="4740249" cy="4740249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9565538" y="335584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B48466AE-8B64-426C-BA22-3F7FD638B51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03B02349-3BFF-48EF-AEA8-1AD8A29DB60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 모두의 가입 내역을 한 장에 모읍니다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6C942-9770-4E91-96C3-1D8A473FE98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2418-BF7C-4C15-B2D8-6F7A744489D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979C-7264-4F4A-B69F-AE93415038F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37DCE-9822-4709-B0B6-351182582F5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23774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4F914-6F12-468B-8840-16DBC91A543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3830"/>
      </a:dk1>
      <a:lt1>
        <a:srgbClr val="FCFCF9"/>
      </a:lt1>
      <a:dk2>
        <a:srgbClr val="2E4437"/>
      </a:dk2>
      <a:lt2>
        <a:srgbClr val="F6F4EA"/>
      </a:lt2>
      <a:accent1>
        <a:srgbClr val="7D9481"/>
      </a:accent1>
      <a:accent2>
        <a:srgbClr val="B5A173"/>
      </a:accent2>
      <a:accent3>
        <a:srgbClr val="2A3830"/>
      </a:accent3>
      <a:accent4>
        <a:srgbClr val="DEE1D5"/>
      </a:accent4>
      <a:accent5>
        <a:srgbClr val="B99C5C"/>
      </a:accent5>
      <a:accent6>
        <a:srgbClr val="D2C6A9"/>
      </a:accent6>
      <a:hlink>
        <a:srgbClr val="2E4437"/>
      </a:hlink>
      <a:folHlink>
        <a:srgbClr val="2A3830"/>
      </a:folHlink>
    </a:clrScheme>
    <a:fontScheme name="보험 보장 점검 발표자료(가족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