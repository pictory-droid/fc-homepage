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B5EBF82-4F74-4B48-AD59-5B044931CB60}">
          <p14:sldIdLst>
            <p14:sldId id="256"/>
          </p14:sldIdLst>
        </p14:section>
        <p14:section name="본문" id="{5F2FBCCF-8599-4042-B32D-F187C0DFEFD9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0D3D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6AB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13600CFA-1215-4E4B-8E03-5689096442CA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C19CB0A1-DC3C-4980-B7E3-1F9F7B781A8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CDF0A832-7CA9-41DE-810D-5B918F6E17A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SAGE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가족 모두의 가입 내역을 한 장에 모읍니다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가족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2535C-E454-40A2-AC68-EA08F213050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엄마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자녀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직업·학교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9379C-EC85-43EA-BAA6-21969DB7AC8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92FE6-2A79-413D-8072-2E03D638FC1D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5B580D-70C3-462B-B232-430D8634745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237744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67936-C8CA-4361-80F8-D4B004BD078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가족 점검)">
  <a:themeElements>
    <a:clrScheme name="보험 보장 점검 발표자료(가족 점검)">
      <a:dk1>
        <a:srgbClr val="2B3830"/>
      </a:dk1>
      <a:lt1>
        <a:srgbClr val="FCFCF9"/>
      </a:lt1>
      <a:dk2>
        <a:srgbClr val="2E4437"/>
      </a:dk2>
      <a:lt2>
        <a:srgbClr val="F6F4EA"/>
      </a:lt2>
      <a:accent1>
        <a:srgbClr val="7D9481"/>
      </a:accent1>
      <a:accent2>
        <a:srgbClr val="B5A173"/>
      </a:accent2>
      <a:accent3>
        <a:srgbClr val="2A3830"/>
      </a:accent3>
      <a:accent4>
        <a:srgbClr val="DEE1D5"/>
      </a:accent4>
      <a:accent5>
        <a:srgbClr val="B99C5C"/>
      </a:accent5>
      <a:accent6>
        <a:srgbClr val="D2C6A9"/>
      </a:accent6>
      <a:hlink>
        <a:srgbClr val="2E4437"/>
      </a:hlink>
      <a:folHlink>
        <a:srgbClr val="2A3830"/>
      </a:folHlink>
    </a:clrScheme>
    <a:fontScheme name="보험 보장 점검 발표자료(가족 점검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>보험 가입 내용 정리 양식 · 가족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