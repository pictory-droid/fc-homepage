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696EB1A-31B9-4364-A00F-EC7E3B2F8F81}">
          <p14:sldIdLst>
            <p14:sldId id="256"/>
          </p14:sldIdLst>
        </p14:section>
        <p14:section name="본문" id="{9B72C776-8560-4632-84FD-88903699F1A0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274320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657508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3657508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657508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0E5E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657508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4CDC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1371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71600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2148840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606040" y="0"/>
            <a:ext cx="2743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2880360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9A041613-65B7-4C6D-8B82-7FBDF435B269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274320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657508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3657508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657508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657508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137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71600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2148840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606040" y="0"/>
            <a:ext cx="27432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2880360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51FEF2D5-F544-41A7-91ED-D7C88E9812F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FD3CC123-77E4-45DB-B4CE-76004FF250A4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AQUA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AQUA  ·  INSURANCE CHECK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누구 보험료가 얼마인지 한눈에 봅니다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가족 점검 · 날짜 입력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49E5-8011-408A-BEF5-719B3533D3A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아빠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엄마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자녀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직업·학교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9408B-58D1-4E70-914E-076DE8A3339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E66D8-10FF-4156-B48C-F10EB20242E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5B4F-352B-473D-8003-1C7DACD239F1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1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1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1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498F2-1513-47E6-B9CE-36DC8FF45C7C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1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1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1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가족 점검)">
  <a:themeElements>
    <a:clrScheme name="보험 보장 점검 발표자료(가족 점검)">
      <a:dk1>
        <a:srgbClr val="374648"/>
      </a:dk1>
      <a:lt1>
        <a:srgbClr val="FBFDFD"/>
      </a:lt1>
      <a:dk2>
        <a:srgbClr val="123D44"/>
      </a:dk2>
      <a:lt2>
        <a:srgbClr val="F0F7F7"/>
      </a:lt2>
      <a:accent1>
        <a:srgbClr val="2F8F9A"/>
      </a:accent1>
      <a:accent2>
        <a:srgbClr val="8FB5BD"/>
      </a:accent2>
      <a:accent3>
        <a:srgbClr val="72898D"/>
      </a:accent3>
      <a:accent4>
        <a:srgbClr val="C9E2E4"/>
      </a:accent4>
      <a:accent5>
        <a:srgbClr val="B2C4C8"/>
      </a:accent5>
      <a:accent6>
        <a:srgbClr val="BBD3D7"/>
      </a:accent6>
      <a:hlink>
        <a:srgbClr val="123D44"/>
      </a:hlink>
      <a:folHlink>
        <a:srgbClr val="72898D"/>
      </a:folHlink>
    </a:clrScheme>
    <a:fontScheme name="보험 보장 점검 발표자료(가족 점검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>보험 가입 내용 정리 양식 · 가족 점검</dc:subject>
  <dc:creator>반딧불이의 곳간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