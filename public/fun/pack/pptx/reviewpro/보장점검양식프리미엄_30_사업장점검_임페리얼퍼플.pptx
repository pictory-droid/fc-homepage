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8BCEE21-1204-4545-ABF8-F1AD506CA601}">
          <p14:sldIdLst>
            <p14:sldId id="256"/>
          </p14:sldIdLst>
        </p14:section>
        <p14:section name="본문" id="{EB040536-5DA5-4434-9DE8-151D0ED5B871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9F6EE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C3438E2-F7CE-4949-B3B6-BFE72FA46A4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BB6B9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A838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6979688" y="1463039"/>
            <a:ext cx="3291840" cy="42062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7619768" y="1188719"/>
            <a:ext cx="3291840" cy="42062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8076968" y="868679"/>
            <a:ext cx="3291840" cy="4206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7391168" y="960119"/>
            <a:ext cx="3749039" cy="46634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9869192" y="1645919"/>
            <a:ext cx="768096" cy="768096"/>
          </a:xfrm>
          <a:prstGeom prst="ellipse">
            <a:avLst/>
          </a:prstGeom>
          <a:noFill/>
          <a:ln w="19050">
            <a:solidFill>
              <a:srgbClr val="F9F6EE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rgbClr val="F9F6EE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BFC8957-5CA1-48D2-9EE5-B45F5C46270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20F43EF-F83F-40B0-8EFD-0CB2A5B610F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IMPERIAL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만기가 가까운 것부터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682FB-FA11-4AB1-B623-78041AA470C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0F53B-0124-4749-96AC-F2592600872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02828-A5E3-478C-84FE-475AC1B73D2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E730-D5AA-49EF-B66C-455C99DB31E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07AEF-2A7C-46E5-B45B-109DB9E245E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F9F6EE"/>
      </a:dk1>
      <a:lt1>
        <a:srgbClr val="251641"/>
      </a:lt1>
      <a:dk2>
        <a:srgbClr val="EADFC2"/>
      </a:dk2>
      <a:lt2>
        <a:srgbClr val="1B1030"/>
      </a:lt2>
      <a:accent1>
        <a:srgbClr val="C9A24B"/>
      </a:accent1>
      <a:accent2>
        <a:srgbClr val="8F6CD2"/>
      </a:accent2>
      <a:accent3>
        <a:srgbClr val="110A1E"/>
      </a:accent3>
      <a:accent4>
        <a:srgbClr val="311D56"/>
      </a:accent4>
      <a:accent5>
        <a:srgbClr val="D8B766"/>
      </a:accent5>
      <a:accent6>
        <a:srgbClr val="6C50A1"/>
      </a:accent6>
      <a:hlink>
        <a:srgbClr val="EADFC2"/>
      </a:hlink>
      <a:folHlink>
        <a:srgbClr val="110A1E"/>
      </a:folHlink>
    </a:clrScheme>
    <a:fontScheme name="보험 보장 점검 발표자료(사업장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