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F29A722-EAF0-49DA-A384-49F01D9B9AB8}">
          <p14:sldIdLst>
            <p14:sldId id="256"/>
          </p14:sldIdLst>
        </p14:section>
        <p14:section name="본문" id="{A534331E-7F52-4732-828F-FFA12DB3080D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9F6EE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5A55C09-85BA-404B-BCDC-41646468B0E0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9F6EE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B628EF2-8AFA-424F-BD61-E8A4C776EAE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ECFA06A-B167-42CF-80B1-2E2983B7F1E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만기가 가까운 것부터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A14C4-7CE1-4BC9-8637-8A98CD5F0E5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B029E-458F-4586-9811-1892EC26FFC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F5B75-0A67-4B83-B76C-AF68FFE4EA0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57912-A5CC-4D2F-8B12-8A1B7B2C85D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8E93F-7FFB-4F01-B6A8-42ECA657B49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F9F6EE"/>
      </a:dk1>
      <a:lt1>
        <a:srgbClr val="251641"/>
      </a:lt1>
      <a:dk2>
        <a:srgbClr val="EADFC2"/>
      </a:dk2>
      <a:lt2>
        <a:srgbClr val="1B1030"/>
      </a:lt2>
      <a:accent1>
        <a:srgbClr val="C9A24B"/>
      </a:accent1>
      <a:accent2>
        <a:srgbClr val="8F6CD2"/>
      </a:accent2>
      <a:accent3>
        <a:srgbClr val="110A1E"/>
      </a:accent3>
      <a:accent4>
        <a:srgbClr val="311D56"/>
      </a:accent4>
      <a:accent5>
        <a:srgbClr val="D8B766"/>
      </a:accent5>
      <a:accent6>
        <a:srgbClr val="6C50A1"/>
      </a:accent6>
      <a:hlink>
        <a:srgbClr val="EADFC2"/>
      </a:hlink>
      <a:folHlink>
        <a:srgbClr val="110A1E"/>
      </a:folHlink>
    </a:clrScheme>
    <a:fontScheme name="보험 보장 점검 발표자료(사업장 점검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