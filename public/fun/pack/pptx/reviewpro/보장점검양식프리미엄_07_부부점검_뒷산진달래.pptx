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289EB97-A196-4DF0-8582-AFE61B1253CE}">
          <p14:sldIdLst>
            <p14:sldId id="256"/>
          </p14:sldIdLst>
        </p14:section>
        <p14:section name="본문" id="{268C70FD-E884-4461-AF8C-3753FF6EBEDE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950098" y="3268065"/>
            <a:ext cx="877824" cy="321868"/>
            <a:chOff x="3950098" y="326806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950098" y="3268065"/>
              <a:ext cx="877824" cy="321868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01F040A-A6CC-4ADE-A01C-7167195B93EC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31255" y="1420977"/>
            <a:ext cx="329184" cy="120700"/>
            <a:chOff x="5931255" y="1420977"/>
            <a:chExt cx="329184" cy="120700"/>
          </a:xfrm>
        </p:grpSpPr>
        <p:sp>
          <p:nvSpPr>
            <p:cNvPr id="4" name="Wave 3"/>
            <p:cNvSpPr/>
            <p:nvPr/>
          </p:nvSpPr>
          <p:spPr>
            <a:xfrm>
              <a:off x="5931255" y="1420977"/>
              <a:ext cx="329184" cy="120700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950098" y="3268065"/>
            <a:ext cx="877824" cy="321868"/>
            <a:chOff x="3950098" y="326806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950098" y="3268065"/>
              <a:ext cx="877824" cy="321868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B935F6A-B14B-4158-832C-76B75FCE6D1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31255" y="1420977"/>
            <a:ext cx="329184" cy="120700"/>
            <a:chOff x="5931255" y="1420977"/>
            <a:chExt cx="329184" cy="120700"/>
          </a:xfrm>
        </p:grpSpPr>
        <p:sp>
          <p:nvSpPr>
            <p:cNvPr id="4" name="Wave 3"/>
            <p:cNvSpPr/>
            <p:nvPr/>
          </p:nvSpPr>
          <p:spPr>
            <a:xfrm>
              <a:off x="5931255" y="1420977"/>
              <a:ext cx="329184" cy="120700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891FEE4-7963-4E77-96C8-D4F988BFCF4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진달래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누가 무엇에 들었는지 서로 모릅니다 — 그래서 적습니다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F2528-E7E1-4626-A3B5-1A551BCF9DB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83C96-2F61-47A0-9A66-8134BAE014D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647F-37D8-4A6A-BB74-B4482D3938D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B8E6F-3EAA-4DEF-82EF-1DC1C849C80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ECEBF-C838-43EE-9983-F36098A4D24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644B3A"/>
      </a:dk2>
      <a:lt2>
        <a:srgbClr val="F9E4F3"/>
      </a:lt2>
      <a:accent1>
        <a:srgbClr val="D873BA"/>
      </a:accent1>
      <a:accent2>
        <a:srgbClr val="7CC5AA"/>
      </a:accent2>
      <a:accent3>
        <a:srgbClr val="4E2C44"/>
      </a:accent3>
      <a:accent4>
        <a:srgbClr val="F4C7E7"/>
      </a:accent4>
      <a:accent5>
        <a:srgbClr val="E0B8A3"/>
      </a:accent5>
      <a:accent6>
        <a:srgbClr val="CEBCE6"/>
      </a:accent6>
      <a:hlink>
        <a:srgbClr val="644B3A"/>
      </a:hlink>
      <a:folHlink>
        <a:srgbClr val="4E2C44"/>
      </a:folHlink>
    </a:clrScheme>
    <a:fontScheme name="보험 보장 점검 발표자료(부부 점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