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5188DA3-859A-4381-96B9-E922AE1C9153}">
          <p14:sldIdLst>
            <p14:sldId id="256"/>
          </p14:sldIdLst>
        </p14:section>
        <p14:section name="본문" id="{15BC99A7-5D99-4836-A78C-B637CB591F0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01DD867F-0F5D-41B2-BE93-71A157D49C6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D2CE315-B007-4807-B929-650CB93E2CC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961AC6E-3EA8-4825-9686-DCA5BFE9528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lus 6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 모두의 가입 내역을 한 장에 모읍니다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F2EC2-9BD5-47B7-8BBD-B1624A1BBFE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2E29-40AE-4875-A627-ED84855B86B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6F7E-4E4B-4504-A78A-E016CAA242F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CEA6B-D2EC-4487-A899-B08846DDA5F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1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AC14-F6A9-49DD-915F-CB9E9ADD9EC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1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보험 보장 점검 발표자료(가족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