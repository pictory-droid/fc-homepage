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1A921A7F-55A3-4F4D-87D7-9A4180DB3073}">
          <p14:sldIdLst>
            <p14:sldId id="256"/>
          </p14:sldIdLst>
        </p14:section>
        <p14:section name="본문" id="{0FC3EB8D-AD0E-44D8-9B34-09BCF1A72CF3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7132091" y="1417319"/>
            <a:ext cx="4023360" cy="4023360"/>
          </a:xfrm>
          <a:prstGeom prst="rect">
            <a:avLst/>
          </a:prstGeom>
          <a:noFill/>
          <a:ln w="1587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7433843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7735595" y="2020824"/>
            <a:ext cx="2816352" cy="2816352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8037347" y="2322576"/>
            <a:ext cx="2212848" cy="2212848"/>
          </a:xfrm>
          <a:prstGeom prst="rect">
            <a:avLst/>
          </a:prstGeom>
          <a:solidFill>
            <a:schemeClr val="accent1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8339099" y="2624328"/>
            <a:ext cx="1609344" cy="1609344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8640851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23070" y="3308299"/>
            <a:ext cx="241401" cy="241401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58342786-A64E-49D6-B23C-E26412C0F7A5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3E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4CACF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Rectangle 1"/>
          <p:cNvSpPr/>
          <p:nvPr/>
        </p:nvSpPr>
        <p:spPr>
          <a:xfrm>
            <a:off x="7132091" y="1417319"/>
            <a:ext cx="4023360" cy="4023360"/>
          </a:xfrm>
          <a:prstGeom prst="rect">
            <a:avLst/>
          </a:prstGeom>
          <a:noFill/>
          <a:ln w="1587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900000">
            <a:off x="7433843" y="1719072"/>
            <a:ext cx="3419856" cy="3419856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1800000">
            <a:off x="7735595" y="2020824"/>
            <a:ext cx="2816352" cy="2816352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채운 사각"/>
          <p:cNvSpPr/>
          <p:nvPr/>
        </p:nvSpPr>
        <p:spPr>
          <a:xfrm rot="2700000">
            <a:off x="8037347" y="2322576"/>
            <a:ext cx="2212848" cy="2212848"/>
          </a:xfrm>
          <a:prstGeom prst="rect">
            <a:avLst/>
          </a:prstGeom>
          <a:solidFill>
            <a:schemeClr val="tx2">
              <a:alpha val="70000"/>
            </a:scheme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3600000">
            <a:off x="8339099" y="2624328"/>
            <a:ext cx="1609344" cy="1609344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4500000">
            <a:off x="8640851" y="2926080"/>
            <a:ext cx="1005840" cy="1005840"/>
          </a:xfrm>
          <a:prstGeom prst="rect">
            <a:avLst/>
          </a:prstGeom>
          <a:noFill/>
          <a:ln w="9525">
            <a:solidFill>
              <a:schemeClr val="accent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023070" y="3308299"/>
            <a:ext cx="241401" cy="241401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7432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1A80C144-7BCA-4826-B46E-AE0B0A075FCE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2468880" y="676656"/>
            <a:ext cx="8991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pct5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쪽 번호"/>
          <p:cNvSpPr>
            <a:spLocks noGrp="1"/>
          </p:cNvSpPr>
          <p:nvPr>
            <p:ph type="sldNum" sz="quarter" idx="12"/>
          </p:nvPr>
        </p:nvSpPr>
        <p:spPr>
          <a:xfrm>
            <a:off x="640080" y="228600"/>
            <a:ext cx="1554480" cy="10972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4800" b="0" spc="0">
                <a:solidFill>
                  <a:schemeClr val="accent1"/>
                </a:solidFill>
                <a:latin typeface="+mj-lt"/>
                <a:ea typeface="+mj-ea"/>
              </a:defRPr>
            </a:lvl1pPr>
          </a:lstStyle>
          <a:p>
            <a:fld id="{B7A5D9F6-B828-4C68-8331-83C5B0817678}" type="slidenum">
              <a:rPr lang="en-US"/>
              <a:t>‹#›</a:t>
            </a:fld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2468880" y="384048"/>
            <a:ext cx="8991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cxnSp>
        <p:nvCxnSpPr>
          <p:cNvPr id="2" name="Connector 1"/>
          <p:cNvCxnSpPr/>
          <p:nvPr/>
        </p:nvCxnSpPr>
        <p:spPr>
          <a:xfrm>
            <a:off x="2331720" y="411480"/>
            <a:ext cx="0" cy="91440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28575" cap="rnd">
            <a:solidFill>
              <a:schemeClr val="tx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731520" y="1627632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  <p:grpSp>
        <p:nvGrpSpPr>
          <p:cNvPr id="5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6" name="Diamond 5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8" name="Connector 7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9" name="Connector 8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10" name="Diamond 9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MARINE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어떤 보험에 들었는지부터 적습니다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본인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630A3-63F0-49C2-A5A2-6895F4279235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5364327"/>
                <a:gridCol w="536432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FFFFFF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가족 구성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A03639-87DA-4EF1-8991-AD797E841A23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912BEC-6255-41BF-B7F9-1ECD6C4CECD9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cover dir="l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F17CA6-47E4-4CAB-8CCF-ECC9CFD3236E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3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A4829-2632-453D-9B75-AE1CCE333947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14400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58205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4971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3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본인 점검)">
  <a:themeElements>
    <a:clrScheme name="보험 보장 점검 발표자료(본인 점검)">
      <a:dk1>
        <a:srgbClr val="374048"/>
      </a:dk1>
      <a:lt1>
        <a:srgbClr val="FCFDFE"/>
      </a:lt1>
      <a:dk2>
        <a:srgbClr val="0F2F4A"/>
      </a:dk2>
      <a:lt2>
        <a:srgbClr val="F4F8FA"/>
      </a:lt2>
      <a:accent1>
        <a:srgbClr val="1F5C86"/>
      </a:accent1>
      <a:accent2>
        <a:srgbClr val="5BA3C4"/>
      </a:accent2>
      <a:accent3>
        <a:srgbClr val="72818D"/>
      </a:accent3>
      <a:accent4>
        <a:srgbClr val="C9D9E3"/>
      </a:accent4>
      <a:accent5>
        <a:srgbClr val="B7C4CE"/>
      </a:accent5>
      <a:accent6>
        <a:srgbClr val="A0C9DC"/>
      </a:accent6>
      <a:hlink>
        <a:srgbClr val="0F2F4A"/>
      </a:hlink>
      <a:folHlink>
        <a:srgbClr val="72818D"/>
      </a:folHlink>
    </a:clrScheme>
    <a:fontScheme name="보험 보장 점검 발표자료(본인 점검)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>보험 가입 내용 정리 양식 · 본인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