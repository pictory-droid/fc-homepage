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BC720B0-407F-4D32-857F-D4E15884FE3F}">
          <p14:sldIdLst>
            <p14:sldId id="256"/>
          </p14:sldIdLst>
        </p14:section>
        <p14:section name="본문" id="{C2DAF866-016D-4703-8923-C421A5119630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608CDB66-BBAC-47A5-BA91-9A1B218A878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3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A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72FC62C3-39E7-4FCD-97DA-CECF4B8940C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72462DD5-A1A9-4EB4-91CE-F296FC0768F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어떤 보험에 들었는지부터 적습니다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B2C3-A65A-4ED6-B252-1D4DB1A025E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D214E-3A33-41DF-A7FE-B6D5BDBDFB2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690E-E41C-4A7F-8D9C-EC9DACB10CC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8A28-623A-42B5-ABD9-8CF1ABCCE1C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AA721-5B6A-473F-B6D9-C04AE790C55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374048"/>
      </a:dk1>
      <a:lt1>
        <a:srgbClr val="FCFDFE"/>
      </a:lt1>
      <a:dk2>
        <a:srgbClr val="0F2F4A"/>
      </a:dk2>
      <a:lt2>
        <a:srgbClr val="F4F8FA"/>
      </a:lt2>
      <a:accent1>
        <a:srgbClr val="1F5C86"/>
      </a:accent1>
      <a:accent2>
        <a:srgbClr val="5BA3C4"/>
      </a:accent2>
      <a:accent3>
        <a:srgbClr val="72818D"/>
      </a:accent3>
      <a:accent4>
        <a:srgbClr val="C9D9E3"/>
      </a:accent4>
      <a:accent5>
        <a:srgbClr val="B7C4CE"/>
      </a:accent5>
      <a:accent6>
        <a:srgbClr val="A0C9DC"/>
      </a:accent6>
      <a:hlink>
        <a:srgbClr val="0F2F4A"/>
      </a:hlink>
      <a:folHlink>
        <a:srgbClr val="72818D"/>
      </a:folHlink>
    </a:clrScheme>
    <a:fontScheme name="보험 보장 점검 발표자료(본인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