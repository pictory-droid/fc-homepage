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DF467638-520A-4169-986C-C68C8852D153}">
          <p14:sldIdLst>
            <p14:sldId id="256"/>
          </p14:sldIdLst>
        </p14:section>
        <p14:section name="본문" id="{5E508D61-01D3-4A6C-985A-C6C75517B545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706837" y="1645920"/>
            <a:ext cx="87780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706837" y="2029968"/>
            <a:ext cx="877802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706837" y="3566160"/>
            <a:ext cx="8778020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6E2E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706837" y="4251960"/>
            <a:ext cx="877802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D0C8C3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9050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11240719" cy="5907024"/>
          </a:xfrm>
          <a:prstGeom prst="rect">
            <a:avLst/>
          </a:prstGeom>
          <a:noFill/>
          <a:ln w="6350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761927" y="210311"/>
            <a:ext cx="219456" cy="219456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761927" y="6428232"/>
            <a:ext cx="219456" cy="219456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8375" y="795528"/>
            <a:ext cx="694944" cy="694944"/>
          </a:xfrm>
          <a:prstGeom prst="ellipse">
            <a:avLst/>
          </a:prstGeom>
          <a:noFill/>
          <a:ln w="12700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6000750" y="1047902"/>
            <a:ext cx="190195" cy="190195"/>
            <a:chOff x="6000750" y="104790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6000750" y="1047902"/>
              <a:ext cx="190195" cy="190195"/>
            </a:xfrm>
            <a:prstGeom prst="diamond">
              <a:avLst/>
            </a:prstGeom>
            <a:solidFill>
              <a:schemeClr val="tx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3901287" y="1143000"/>
            <a:ext cx="1691640" cy="0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598767" y="1143000"/>
            <a:ext cx="1691640" cy="0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B892C011-5E6D-49F7-9ECC-F9CFC59514D9}" type="slidenum">
              <a:rPr lang="en-US"/>
              <a:t>‹#›</a:t>
            </a:fld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706837" y="1645920"/>
            <a:ext cx="87780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706837" y="2029968"/>
            <a:ext cx="877802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706837" y="3566160"/>
            <a:ext cx="8778020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706837" y="4251960"/>
            <a:ext cx="877802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11240719" cy="590702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761927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761927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8375" y="795528"/>
            <a:ext cx="694944" cy="694944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6000750" y="1047902"/>
            <a:ext cx="190195" cy="190195"/>
            <a:chOff x="6000750" y="104790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6000750" y="1047902"/>
              <a:ext cx="190195" cy="190195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390128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59876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A90AF562-8C9B-45F7-8857-A4BC7466DD03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1D9FB36A-5F9F-4B65-8957-74C98912C7C4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16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17" name="Diamond 16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20" name="Connector 19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1" name="Diamond 20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COGNAC  ·  INSURANCE CHECK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한가위에 내려가서 증권을 같이 봅니다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부모님 점검 · 0000. 00. 00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7F6D6-2B9D-493D-BAA9-B6611AC31C68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576218"/>
                <a:gridCol w="3576218"/>
                <a:gridCol w="357621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아버지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어머니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성함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연세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건강 상태 메모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함께 확인할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22E868-AFA2-4C8A-AC3C-22629F6241BE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628FF6-877A-4521-A656-D71369F1C12A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A7A6C-18DE-4A90-B933-40372BD290E4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14400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 txBox="1"/>
            <p:nvPr/>
          </p:nvSpPr>
          <p:spPr>
            <a:xfrm>
              <a:off x="458205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 txBox="1"/>
            <p:nvPr/>
          </p:nvSpPr>
          <p:spPr>
            <a:xfrm>
              <a:off x="824971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3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5ACC2-9F80-480B-BA45-BC8966B852EF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14400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 txBox="1"/>
            <p:nvPr/>
          </p:nvSpPr>
          <p:spPr>
            <a:xfrm>
              <a:off x="458205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 txBox="1"/>
            <p:nvPr/>
          </p:nvSpPr>
          <p:spPr>
            <a:xfrm>
              <a:off x="824971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3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부모님 점검)">
  <a:themeElements>
    <a:clrScheme name="보험 보장 점검 발표자료(부모님 점검)">
      <a:dk1>
        <a:srgbClr val="483D37"/>
      </a:dk1>
      <a:lt1>
        <a:srgbClr val="FEFCF9"/>
      </a:lt1>
      <a:dk2>
        <a:srgbClr val="4A2511"/>
      </a:dk2>
      <a:lt2>
        <a:srgbClr val="FAF3EA"/>
      </a:lt2>
      <a:accent1>
        <a:srgbClr val="9C5328"/>
      </a:accent1>
      <a:accent2>
        <a:srgbClr val="D2A25E"/>
      </a:accent2>
      <a:accent3>
        <a:srgbClr val="8E7B71"/>
      </a:accent3>
      <a:accent4>
        <a:srgbClr val="E7D3C3"/>
      </a:accent4>
      <a:accent5>
        <a:srgbClr val="C48F4F"/>
      </a:accent5>
      <a:accent6>
        <a:srgbClr val="E4C69D"/>
      </a:accent6>
      <a:hlink>
        <a:srgbClr val="4A2511"/>
      </a:hlink>
      <a:folHlink>
        <a:srgbClr val="8E7B71"/>
      </a:folHlink>
    </a:clrScheme>
    <a:fontScheme name="보험 보장 점검 발표자료(부모님 점검)">
      <a:majorFont>
        <a:latin typeface="Palatino Linotype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발표자료(부모님 점검)</dc:title>
  <dc:subject>보험 가입 내용 정리 양식 · 부모님 점검</dc:subject>
  <dc:creator>우체국보험 상담 안내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