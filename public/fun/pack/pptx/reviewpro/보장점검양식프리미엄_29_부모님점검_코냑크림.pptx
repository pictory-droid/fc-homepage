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0482D3B-D0E1-492D-A30B-60B44A775D35}">
          <p14:sldIdLst>
            <p14:sldId id="256"/>
          </p14:sldIdLst>
        </p14:section>
        <p14:section name="본문" id="{F03A93E5-D0E4-464A-B251-9B4C9FD8A5D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C3BE867-14C8-4164-B6C0-8F2BC7A11894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ED1FBF5-D452-4F9D-A55C-1480D065408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C8B6F46-3B54-4263-97AC-F7539EEDB7F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내려가서 증권을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4434-4D7D-47ED-B449-A4965CBE11E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C34A4-2E8D-4ACD-80B0-3F7C2CFE45A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2CDCB-D8D7-4208-B575-C79635BE4B3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DE632-871B-44D8-A4D2-348314CA893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0C87-43A3-4B93-9E56-561F1327EFF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보험 보장 점검 발표자료(부모님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