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CC2EF53-FBD7-42CC-8622-0CC3EB0062DD}">
          <p14:sldIdLst>
            <p14:sldId id="256"/>
          </p14:sldIdLst>
        </p14:section>
        <p14:section name="본문" id="{7F0DBD93-8E45-4E3E-9D7B-F1534061F840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233016" y="1303020"/>
            <a:ext cx="460233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233016" y="1687068"/>
            <a:ext cx="4602339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233016" y="31775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0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233016" y="38633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FC4C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1219169" y="548640"/>
            <a:ext cx="9753356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유리판"/>
          <p:cNvSpPr/>
          <p:nvPr/>
        </p:nvSpPr>
        <p:spPr>
          <a:xfrm>
            <a:off x="5730096" y="891540"/>
            <a:ext cx="5608179" cy="507492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유리판 선"/>
          <p:cNvSpPr/>
          <p:nvPr/>
        </p:nvSpPr>
        <p:spPr>
          <a:xfrm>
            <a:off x="5858112" y="1019556"/>
            <a:ext cx="5352147" cy="481888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C9E34C93-59FB-4279-AA98-2CA543E3B75D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233016" y="1303020"/>
            <a:ext cx="460233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233016" y="1687068"/>
            <a:ext cx="4602339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233016" y="31775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233016" y="38633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1219169" y="548640"/>
            <a:ext cx="9753356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유리판"/>
          <p:cNvSpPr/>
          <p:nvPr/>
        </p:nvSpPr>
        <p:spPr>
          <a:xfrm>
            <a:off x="5730096" y="891540"/>
            <a:ext cx="5608179" cy="507492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유리판 선"/>
          <p:cNvSpPr/>
          <p:nvPr/>
        </p:nvSpPr>
        <p:spPr>
          <a:xfrm>
            <a:off x="5858112" y="1019556"/>
            <a:ext cx="5352147" cy="4818888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B57CBF01-78A2-4D74-AAE0-A6A701893CF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3E6E01A9-0A3D-43DF-9CA3-06F2649D942A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WINE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가족 건강 이야기를 하면서 점검합니다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4922-A890-471D-995B-F23B972D967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404B0-D58C-454D-B307-4735C0F2D4F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E5C97-A8F6-43AC-8827-C3694561D10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1F935-FCDA-4ED6-B647-9039A0B9C66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6B471-9945-4855-A822-2CB3052D39D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48373D"/>
      </a:dk1>
      <a:lt1>
        <a:srgbClr val="FDFBFB"/>
      </a:lt1>
      <a:dk2>
        <a:srgbClr val="451524"/>
      </a:dk2>
      <a:lt2>
        <a:srgbClr val="F9F1F0"/>
      </a:lt2>
      <a:accent1>
        <a:srgbClr val="8A2D45"/>
      </a:accent1>
      <a:accent2>
        <a:srgbClr val="D69AA3"/>
      </a:accent2>
      <a:accent3>
        <a:srgbClr val="8D727A"/>
      </a:accent3>
      <a:accent4>
        <a:srgbClr val="E3CACE"/>
      </a:accent4>
      <a:accent5>
        <a:srgbClr val="C79A82"/>
      </a:accent5>
      <a:accent6>
        <a:srgbClr val="E6C1C6"/>
      </a:accent6>
      <a:hlink>
        <a:srgbClr val="451524"/>
      </a:hlink>
      <a:folHlink>
        <a:srgbClr val="8D727A"/>
      </a:folHlink>
    </a:clrScheme>
    <a:fontScheme name="보험 보장 점검 발표자료(가족 점검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