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736A302-AD28-4622-87A5-B29BAFE44469}">
          <p14:sldIdLst>
            <p14:sldId id="256"/>
          </p14:sldIdLst>
        </p14:section>
        <p14:section name="본문" id="{AF49781D-32E0-488D-A172-F0A4A123B958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16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233016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233016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16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5730096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858112" y="1019556"/>
            <a:ext cx="5352147" cy="4818888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56EC45B7-431B-4D55-AA6A-766F8EB5FDB4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16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233016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233016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16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5730096" y="891540"/>
            <a:ext cx="5608179" cy="5074920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858112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8EA0FD1-6D62-4A37-A974-53143C6369D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C6E0369-F042-4F81-BBCC-D28B1216D0A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가족 건강 이야기를 하면서 점검합니다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1D740-8230-4AE7-BB81-F2DA65775B4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CBD5D0-6374-4F55-B7D3-FDE16849BAA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F241C-FEAE-49C7-BB6B-14FD9D1AB15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691A2-D1FF-4BD0-9741-28F0AB3EE49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5C898-4CCB-44BF-990E-E4F4DC5B8D8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48373D"/>
      </a:dk1>
      <a:lt1>
        <a:srgbClr val="FDFBFB"/>
      </a:lt1>
      <a:dk2>
        <a:srgbClr val="451524"/>
      </a:dk2>
      <a:lt2>
        <a:srgbClr val="F9F1F0"/>
      </a:lt2>
      <a:accent1>
        <a:srgbClr val="8A2D45"/>
      </a:accent1>
      <a:accent2>
        <a:srgbClr val="D69AA3"/>
      </a:accent2>
      <a:accent3>
        <a:srgbClr val="8D727A"/>
      </a:accent3>
      <a:accent4>
        <a:srgbClr val="E3CACE"/>
      </a:accent4>
      <a:accent5>
        <a:srgbClr val="C79A82"/>
      </a:accent5>
      <a:accent6>
        <a:srgbClr val="E6C1C6"/>
      </a:accent6>
      <a:hlink>
        <a:srgbClr val="451524"/>
      </a:hlink>
      <a:folHlink>
        <a:srgbClr val="8D727A"/>
      </a:folHlink>
    </a:clrScheme>
    <a:fontScheme name="보험 보장 점검 발표자료(가족 점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