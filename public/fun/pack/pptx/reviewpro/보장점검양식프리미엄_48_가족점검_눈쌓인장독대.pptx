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36DCD30-21E0-4A93-99B8-31646E31CEED}">
          <p14:sldIdLst>
            <p14:sldId id="256"/>
          </p14:sldIdLst>
        </p14:section>
        <p14:section name="본문" id="{2BE361E5-5AB0-44F0-9DFE-6AC9E1D093D9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362931" y="731519"/>
            <a:ext cx="731520" cy="731520"/>
            <a:chOff x="10362931" y="731519"/>
            <a:chExt cx="731520" cy="731520"/>
          </a:xfrm>
        </p:grpSpPr>
        <p:sp>
          <p:nvSpPr>
            <p:cNvPr id="6" name="4-Point Star 5"/>
            <p:cNvSpPr/>
            <p:nvPr/>
          </p:nvSpPr>
          <p:spPr>
            <a:xfrm>
              <a:off x="10362931" y="731519"/>
              <a:ext cx="731520" cy="73152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EC2836FF-DDB6-49D8-AB11-B540A10DA7A2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362931" y="731519"/>
            <a:ext cx="731520" cy="731520"/>
            <a:chOff x="10362931" y="731519"/>
            <a:chExt cx="731520" cy="731520"/>
          </a:xfrm>
        </p:grpSpPr>
        <p:sp>
          <p:nvSpPr>
            <p:cNvPr id="6" name="4-Point Star 5"/>
            <p:cNvSpPr/>
            <p:nvPr/>
          </p:nvSpPr>
          <p:spPr>
            <a:xfrm>
              <a:off x="10362931" y="731519"/>
              <a:ext cx="731520" cy="73152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107DBF1D-779D-4B28-8CB0-B4B8CACEFBB8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C32123FF-14D7-4A2D-B112-AB36635F4FE2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4-Point Star 6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크면서 바뀐 것을 확인합니다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가족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CD243-AFCC-45A6-BB10-8DCDDB7D9BE4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2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엄마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자녀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직업·학교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A17D5-BB0E-4659-A65B-24A36B8F4CD8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D5F65-2175-443D-B125-14A9C834EE4F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DD0F4-8A77-4AFE-9A13-A237230985A1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5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6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7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9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0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1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A5DB0-B23B-4C31-9BC9-AE00A1F6BC4A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5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6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7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9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0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1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가족 점검)">
  <a:themeElements>
    <a:clrScheme name="보험 보장 점검 발표자료(가족 점검)">
      <a:dk1>
        <a:srgbClr val="2B2724"/>
      </a:dk1>
      <a:lt1>
        <a:srgbClr val="FFFFFF"/>
      </a:lt1>
      <a:dk2>
        <a:srgbClr val="563A64"/>
      </a:dk2>
      <a:lt2>
        <a:srgbClr val="EBEFF7"/>
      </a:lt2>
      <a:accent1>
        <a:srgbClr val="89A0CC"/>
      </a:accent1>
      <a:accent2>
        <a:srgbClr val="BDAD8F"/>
      </a:accent2>
      <a:accent3>
        <a:srgbClr val="2C374E"/>
      </a:accent3>
      <a:accent4>
        <a:srgbClr val="CED9EE"/>
      </a:accent4>
      <a:accent5>
        <a:srgbClr val="CEA3E0"/>
      </a:accent5>
      <a:accent6>
        <a:srgbClr val="BCE6DD"/>
      </a:accent6>
      <a:hlink>
        <a:srgbClr val="563A64"/>
      </a:hlink>
      <a:folHlink>
        <a:srgbClr val="2C374E"/>
      </a:folHlink>
    </a:clrScheme>
    <a:fontScheme name="보험 보장 점검 발표자료(가족 점검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>보험 가입 내용 정리 양식 · 가족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