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AFE2F2F-F736-41B4-9D63-313F0EF829F7}">
          <p14:sldIdLst>
            <p14:sldId id="256"/>
          </p14:sldIdLst>
        </p14:section>
        <p14:section name="본문" id="{62CB0ACC-A9BE-44A7-873A-B150429D7F2B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97243" y="731519"/>
              <a:ext cx="731520" cy="73152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F5211CE-49D4-4D2E-B694-0859E99879DF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97243" y="731519"/>
              <a:ext cx="731520" cy="73152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48201CB-1CB9-4835-91DE-4B5BC240F5C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B097450-E6C4-4EC7-9157-95C31858096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 건강 챙기는 김에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36719-704C-4DA5-961B-308127C6D08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DA18-C492-4396-B81C-EDA0F460868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0598-34BF-4AC1-A720-4F07D54655F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F9F2-11B0-4A8A-A45A-98581396515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BD9A-79C1-483B-89A6-7F19FEB44A3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3A4564"/>
      </a:dk2>
      <a:lt2>
        <a:srgbClr val="DEF7F9"/>
      </a:lt2>
      <a:accent1>
        <a:srgbClr val="7EDAE2"/>
      </a:accent1>
      <a:accent2>
        <a:srgbClr val="CF86C9"/>
      </a:accent2>
      <a:accent3>
        <a:srgbClr val="2C4B4E"/>
      </a:accent3>
      <a:accent4>
        <a:srgbClr val="C5F3F7"/>
      </a:accent4>
      <a:accent5>
        <a:srgbClr val="AAA3E0"/>
      </a:accent5>
      <a:accent6>
        <a:srgbClr val="BCE6C5"/>
      </a:accent6>
      <a:hlink>
        <a:srgbClr val="3A4564"/>
      </a:hlink>
      <a:folHlink>
        <a:srgbClr val="2C4B4E"/>
      </a:folHlink>
    </a:clrScheme>
    <a:fontScheme name="보험 보장 점검 발표자료(부모님 점검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