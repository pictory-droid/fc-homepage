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E2F0006-3A19-4AFE-AD67-B271E92BD7C2}">
          <p14:sldIdLst>
            <p14:sldId id="256"/>
          </p14:sldIdLst>
        </p14:section>
        <p14:section name="본문" id="{78BAE066-2D1D-4D16-8F83-AC879168A00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5658365-275D-4BD8-853D-2122DA67B70E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BA22DB1-0E72-4587-990C-BF4A48DB275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BCC56AD-6A0C-4891-B151-542366D9E61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섬마을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휴가 전에 둘이서 한 시간만 앉아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4210E-C256-4327-8F80-FB40DDB67A2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3191-507B-4E7B-B19E-8E646BF90BF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0FD4B-EEAD-4E00-9774-E61E4FA4384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DC201-7D88-45BF-B3C3-BDFFE91E426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8049A-F756-463A-BC90-D032CBCABFE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3A4A64"/>
      </a:dk2>
      <a:lt2>
        <a:srgbClr val="DEEDF9"/>
      </a:lt2>
      <a:accent1>
        <a:srgbClr val="7EB3E2"/>
      </a:accent1>
      <a:accent2>
        <a:srgbClr val="8689CF"/>
      </a:accent2>
      <a:accent3>
        <a:srgbClr val="2C3E4E"/>
      </a:accent3>
      <a:accent4>
        <a:srgbClr val="C5E0F7"/>
      </a:accent4>
      <a:accent5>
        <a:srgbClr val="C2A3E0"/>
      </a:accent5>
      <a:accent6>
        <a:srgbClr val="BCE6D5"/>
      </a:accent6>
      <a:hlink>
        <a:srgbClr val="3A4A64"/>
      </a:hlink>
      <a:folHlink>
        <a:srgbClr val="2C3E4E"/>
      </a:folHlink>
    </a:clrScheme>
    <a:fontScheme name="보험 보장 점검 발표자료(부부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