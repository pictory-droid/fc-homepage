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6503C3C-B0E1-47A6-8378-0F73020B6E2F}">
          <p14:sldIdLst>
            <p14:sldId id="256"/>
          </p14:sldIdLst>
        </p14:section>
        <p14:section name="본문" id="{7FB4058A-C1C1-43F8-9D55-E4BC6866303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3BFD9DC-B378-4EAC-9913-8C7863465E2B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20A4D65-F711-4D33-900D-D54E061DA04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9B130FD-8029-442E-8F55-AA289E70816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어머니 아버지 가입 내역을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59618-F1BE-4D88-B104-1FCF62738C3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568F-CE9D-4174-A8CB-28137C58769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8E1C8-BC1B-408C-81F3-3F1D03E75C5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ECC1-5F64-4EB4-91D8-6BC8839EEB5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14BA-7298-45F0-A3D2-1C491900076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보험 보장 점검 발표자료(부모님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