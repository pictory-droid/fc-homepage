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78221D80-802D-4C88-9A6B-ABC06DF0D1B9}">
          <p14:sldIdLst>
            <p14:sldId id="256"/>
          </p14:sldIdLst>
        </p14:section>
        <p14:section name="본문" id="{B6914076-35CE-4D40-83DE-61D7884A1BD0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6FE8A18-8EC4-448B-BB4F-76A8310FA328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FD9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2B7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37CB6FAC-06AF-4038-9599-7B5B43B6D9CE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673381E-2061-4586-AC5F-C97C0891B75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어머니 아버지 가입 내역을 적어 둡니다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부모님 점검 · 0000. 00. 00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C2A6E-EA37-46C9-B0AB-7CB46E8AA22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576218"/>
                <a:gridCol w="3576218"/>
                <a:gridCol w="357621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성함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연세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건강 상태 메모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함께 확인할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C8790B-6F46-44B0-9205-4CB31116C4B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78255-568C-4FCF-A38E-915918F09A3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B9EDA-F5DB-4AEE-A31E-5769DC75F0B9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221284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6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BFE9F-8DA5-4FE6-B64C-FD4CE46583A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6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부모님 점검)">
  <a:themeElements>
    <a:clrScheme name="보험 보장 점검 발표자료(부모님 점검)">
      <a:dk1>
        <a:srgbClr val="48373D"/>
      </a:dk1>
      <a:lt1>
        <a:srgbClr val="FEFCFB"/>
      </a:lt1>
      <a:dk2>
        <a:srgbClr val="4C2230"/>
      </a:dk2>
      <a:lt2>
        <a:srgbClr val="FBF4F2"/>
      </a:lt2>
      <a:accent1>
        <a:srgbClr val="B3626E"/>
      </a:accent1>
      <a:accent2>
        <a:srgbClr val="9A7A5E"/>
      </a:accent2>
      <a:accent3>
        <a:srgbClr val="6E545D"/>
      </a:accent3>
      <a:accent4>
        <a:srgbClr val="EDD7D8"/>
      </a:accent4>
      <a:accent5>
        <a:srgbClr val="B88A60"/>
      </a:accent5>
      <a:accent6>
        <a:srgbClr val="C6B1A1"/>
      </a:accent6>
      <a:hlink>
        <a:srgbClr val="4C2230"/>
      </a:hlink>
      <a:folHlink>
        <a:srgbClr val="6E545D"/>
      </a:folHlink>
    </a:clrScheme>
    <a:fontScheme name="보험 보장 점검 발표자료(부모님 점검)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>보험 가입 내용 정리 양식 · 부모님 점검</dc:subject>
  <dc:creator>우체국보험 상담 안내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