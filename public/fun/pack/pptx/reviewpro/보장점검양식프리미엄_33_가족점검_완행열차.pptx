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D90510B-D327-40BB-89E7-71F3EC320A15}">
          <p14:sldIdLst>
            <p14:sldId id="256"/>
          </p14:sldIdLst>
        </p14:section>
        <p14:section name="본문" id="{7C55EA14-4C19-4867-8C81-804D03DDD878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75004"/>
            <a:ext cx="457200" cy="393192"/>
            <a:chOff x="5867247" y="1175004"/>
            <a:chExt cx="457200" cy="393192"/>
          </a:xfrm>
        </p:grpSpPr>
        <p:sp>
          <p:nvSpPr>
            <p:cNvPr id="11" name="Hexagon 10"/>
            <p:cNvSpPr/>
            <p:nvPr/>
          </p:nvSpPr>
          <p:spPr>
            <a:xfrm>
              <a:off x="5867247" y="1175004"/>
              <a:ext cx="457200" cy="393192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A85BA96F-41E5-4CBC-A208-870B879F2D55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75004"/>
            <a:ext cx="457200" cy="393192"/>
            <a:chOff x="5867247" y="1175004"/>
            <a:chExt cx="457200" cy="393192"/>
          </a:xfrm>
        </p:grpSpPr>
        <p:sp>
          <p:nvSpPr>
            <p:cNvPr id="11" name="Hexagon 10"/>
            <p:cNvSpPr/>
            <p:nvPr/>
          </p:nvSpPr>
          <p:spPr>
            <a:xfrm>
              <a:off x="5867247" y="1175004"/>
              <a:ext cx="457200" cy="393192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C641F908-C93E-46D6-B448-AB2225B2ABE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A43E3E1-B745-4E92-A997-6AA483FCB86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6" name="Hexagon 5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완행열차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가족 건강 이야기를 하면서 점검합니다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0BC8-B7C5-42A9-9021-FB53C544306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160F-1DA2-43B8-BCF7-EF3D418F6AE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17EC-3B7A-4E01-80B2-30254311E2F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5CF33-CB03-4108-A781-367D9795DD4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DCE5-1E27-4792-A04C-AE82461FB3E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2B2724"/>
      </a:dk1>
      <a:lt1>
        <a:srgbClr val="FFFFFF"/>
      </a:lt1>
      <a:dk2>
        <a:srgbClr val="643E3A"/>
      </a:dk2>
      <a:lt2>
        <a:srgbClr val="F5E8E2"/>
      </a:lt2>
      <a:accent1>
        <a:srgbClr val="CF957C"/>
      </a:accent1>
      <a:accent2>
        <a:srgbClr val="BE8399"/>
      </a:accent2>
      <a:accent3>
        <a:srgbClr val="4E362C"/>
      </a:accent3>
      <a:accent4>
        <a:srgbClr val="F0D6CB"/>
      </a:accent4>
      <a:accent5>
        <a:srgbClr val="CCE0A3"/>
      </a:accent5>
      <a:accent6>
        <a:srgbClr val="E6BCD4"/>
      </a:accent6>
      <a:hlink>
        <a:srgbClr val="643E3A"/>
      </a:hlink>
      <a:folHlink>
        <a:srgbClr val="4E362C"/>
      </a:folHlink>
    </a:clrScheme>
    <a:fontScheme name="보험 보장 점검 발표자료(가족 점검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