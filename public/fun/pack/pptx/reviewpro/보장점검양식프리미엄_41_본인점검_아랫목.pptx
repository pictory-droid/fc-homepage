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ABD43A2-A937-4AE1-A39F-855CA1E72D85}">
          <p14:sldIdLst>
            <p14:sldId id="256"/>
          </p14:sldIdLst>
        </p14:section>
        <p14:section name="본문" id="{D1795C2C-C986-41BD-A713-23EE2B117C07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B8F319A-864E-4E96-9D86-2C6485C92700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97803"/>
            <a:ext cx="365760" cy="314553"/>
            <a:chOff x="548640" y="6197803"/>
            <a:chExt cx="365760" cy="314553"/>
          </a:xfrm>
        </p:grpSpPr>
        <p:sp>
          <p:nvSpPr>
            <p:cNvPr id="5" name="Hexagon 4"/>
            <p:cNvSpPr/>
            <p:nvPr/>
          </p:nvSpPr>
          <p:spPr>
            <a:xfrm>
              <a:off x="548640" y="6197803"/>
              <a:ext cx="365760" cy="314553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D554CBC-C86A-4E9F-A7B0-C801338078D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97803"/>
            <a:ext cx="365760" cy="314553"/>
            <a:chOff x="548640" y="6197803"/>
            <a:chExt cx="365760" cy="314553"/>
          </a:xfrm>
        </p:grpSpPr>
        <p:sp>
          <p:nvSpPr>
            <p:cNvPr id="5" name="Hexagon 4"/>
            <p:cNvSpPr/>
            <p:nvPr/>
          </p:nvSpPr>
          <p:spPr>
            <a:xfrm>
              <a:off x="548640" y="6197803"/>
              <a:ext cx="365760" cy="314553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3246B8D-5AD1-41A5-B09C-72A546C8487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새해에는 한 번 정리하고 시작합니다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20F2-DBD9-4EAD-8004-A25DE2734CC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904-A578-4C11-9CB0-A8E07D111FD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88F9E-9874-4EC8-8FC3-7CD48A9295B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9D4-0A3B-474E-BEEF-FF9AB840A6C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ABC6-70AD-4D68-A0F9-508967C2653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64613A"/>
      </a:dk2>
      <a:lt2>
        <a:srgbClr val="F7EEEB"/>
      </a:lt2>
      <a:accent1>
        <a:srgbClr val="CC9B89"/>
      </a:accent1>
      <a:accent2>
        <a:srgbClr val="8FBD9B"/>
      </a:accent2>
      <a:accent3>
        <a:srgbClr val="4E352C"/>
      </a:accent3>
      <a:accent4>
        <a:srgbClr val="EED6CE"/>
      </a:accent4>
      <a:accent5>
        <a:srgbClr val="CEE0A3"/>
      </a:accent5>
      <a:accent6>
        <a:srgbClr val="E6BCD5"/>
      </a:accent6>
      <a:hlink>
        <a:srgbClr val="64613A"/>
      </a:hlink>
      <a:folHlink>
        <a:srgbClr val="4E352C"/>
      </a:folHlink>
    </a:clrScheme>
    <a:fontScheme name="보험 보장 점검 발표자료(본인 점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