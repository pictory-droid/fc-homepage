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BA8800D-AA9F-4FA2-8FCB-AB709E963083}">
          <p14:sldIdLst>
            <p14:sldId id="256"/>
          </p14:sldIdLst>
        </p14:section>
        <p14:section name="본문" id="{5E518468-898B-49DA-88EC-495849100384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554480"/>
            <a:ext cx="1005840" cy="1005840"/>
            <a:chOff x="9738103" y="1554480"/>
            <a:chExt cx="1005840" cy="1005840"/>
          </a:xfrm>
        </p:grpSpPr>
        <p:sp>
          <p:nvSpPr>
            <p:cNvPr id="7" name="Donut 6"/>
            <p:cNvSpPr/>
            <p:nvPr/>
          </p:nvSpPr>
          <p:spPr>
            <a:xfrm>
              <a:off x="9738103" y="1554480"/>
              <a:ext cx="1005840" cy="1005840"/>
            </a:xfrm>
            <a:prstGeom prst="donut">
              <a:avLst>
                <a:gd name="adj" fmla="val 22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3DE88FD5-7073-4C5D-B3A7-92ECC3452A8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7086343" y="-1097280"/>
            <a:ext cx="6309360" cy="63093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8115043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7497823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975335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9738103" y="1554480"/>
            <a:ext cx="1005840" cy="1005840"/>
            <a:chOff x="9738103" y="1554480"/>
            <a:chExt cx="1005840" cy="1005840"/>
          </a:xfrm>
        </p:grpSpPr>
        <p:sp>
          <p:nvSpPr>
            <p:cNvPr id="7" name="Donut 6"/>
            <p:cNvSpPr/>
            <p:nvPr/>
          </p:nvSpPr>
          <p:spPr>
            <a:xfrm>
              <a:off x="9738103" y="1554480"/>
              <a:ext cx="1005840" cy="1005840"/>
            </a:xfrm>
            <a:prstGeom prst="donut">
              <a:avLst>
                <a:gd name="adj" fmla="val 22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87BACFFD-6710-4858-BB59-D148B3CDB66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C44FD1FD-1EBC-41E5-A3E9-877CA4558D07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Donut 6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갱신 시기를 달력에 표시합니다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사업장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11E42-E64F-411A-B92E-C9EC7936D928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상호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업종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직원 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D0B67-95C3-4282-99CE-1B4A6806A764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BFC8-6069-4FFB-995B-707A9ED662BA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22940-2853-4D5B-AEC4-58FABC7F295D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포인트 막대"/>
            <p:cNvSpPr/>
            <p:nvPr/>
          </p:nvSpPr>
          <p:spPr>
            <a:xfrm>
              <a:off x="731520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1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포인트 막대"/>
            <p:cNvSpPr/>
            <p:nvPr/>
          </p:nvSpPr>
          <p:spPr>
            <a:xfrm>
              <a:off x="4399178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7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9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포인트 막대"/>
            <p:cNvSpPr/>
            <p:nvPr/>
          </p:nvSpPr>
          <p:spPr>
            <a:xfrm>
              <a:off x="8066836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2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3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4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F71C0-CE2D-45EF-83CD-37E095D3D50D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1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포인트 막대"/>
            <p:cNvSpPr/>
            <p:nvPr/>
          </p:nvSpPr>
          <p:spPr>
            <a:xfrm>
              <a:off x="4399178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7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9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포인트 막대"/>
            <p:cNvSpPr/>
            <p:nvPr/>
          </p:nvSpPr>
          <p:spPr>
            <a:xfrm>
              <a:off x="8066836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2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3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4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사업장 점검)">
  <a:themeElements>
    <a:clrScheme name="보험 보장 점검 발표자료(사업장 점검)">
      <a:dk1>
        <a:srgbClr val="2B2724"/>
      </a:dk1>
      <a:lt1>
        <a:srgbClr val="FFFFFF"/>
      </a:lt1>
      <a:dk2>
        <a:srgbClr val="3A3A64"/>
      </a:dk2>
      <a:lt2>
        <a:srgbClr val="DEF5F9"/>
      </a:lt2>
      <a:accent1>
        <a:srgbClr val="7ED1E2"/>
      </a:accent1>
      <a:accent2>
        <a:srgbClr val="CF869F"/>
      </a:accent2>
      <a:accent3>
        <a:srgbClr val="2C494E"/>
      </a:accent3>
      <a:accent4>
        <a:srgbClr val="C5EFF7"/>
      </a:accent4>
      <a:accent5>
        <a:srgbClr val="AFA3E0"/>
      </a:accent5>
      <a:accent6>
        <a:srgbClr val="BCE6C9"/>
      </a:accent6>
      <a:hlink>
        <a:srgbClr val="3A3A64"/>
      </a:hlink>
      <a:folHlink>
        <a:srgbClr val="2C494E"/>
      </a:folHlink>
    </a:clrScheme>
    <a:fontScheme name="보험 보장 점검 발표자료(사업장 점검)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>보험 가입 내용 정리 양식 · 사업장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