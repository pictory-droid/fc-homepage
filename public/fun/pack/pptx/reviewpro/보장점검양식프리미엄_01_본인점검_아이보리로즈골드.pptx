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491FAD1A-4552-494C-99AA-ECB86C963AF8}">
          <p14:sldIdLst>
            <p14:sldId id="256"/>
          </p14:sldIdLst>
        </p14:section>
        <p14:section name="본문" id="{D72495DE-551E-471B-9D61-956932B3A8C7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8D5D4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5AEA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54914485-3977-486B-A4D6-42D8AC4FE284}" type="slidenum">
              <a:rPr lang="en-US"/>
              <a:t>‹#›</a:t>
            </a:fld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7DADAEB3-A3B6-4412-A9CE-4625CA10DA71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B3007FB6-CE01-4628-9A97-E5D2CF89A53F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1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17" name="Diamond 1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20" name="Connector 1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1" name="Diamond 2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IVORY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가입한 보험을 한자리에 모아 봅니다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본인 점검 · 0000. 00. 00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5E5D6-76A2-493C-83EE-706E2C6040F2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5364327"/>
                <a:gridCol w="536432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내용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나이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가족 구성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61276F-14F5-43AF-91C9-376CF8BE283A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7B56-19B3-4237-A4CF-8835FD9F2E6E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D2D17-BB94-4ED7-A02F-721C51AA5CF7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14400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582058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49716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3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220A97-0D1A-4462-A4EC-9A2991205BD2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14400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582058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49716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3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본인 점검)">
  <a:themeElements>
    <a:clrScheme name="보험 보장 점검 발표자료(본인 점검)">
      <a:dk1>
        <a:srgbClr val="483A37"/>
      </a:dk1>
      <a:lt1>
        <a:srgbClr val="FEFCFB"/>
      </a:lt1>
      <a:dk2>
        <a:srgbClr val="4B2F2B"/>
      </a:dk2>
      <a:lt2>
        <a:srgbClr val="FAF5EF"/>
      </a:lt2>
      <a:accent1>
        <a:srgbClr val="B97A6E"/>
      </a:accent1>
      <a:accent2>
        <a:srgbClr val="8E5F57"/>
      </a:accent2>
      <a:accent3>
        <a:srgbClr val="4F3E3B"/>
      </a:accent3>
      <a:accent4>
        <a:srgbClr val="EDDCD5"/>
      </a:accent4>
      <a:accent5>
        <a:srgbClr val="C9A27A"/>
      </a:accent5>
      <a:accent6>
        <a:srgbClr val="BFA29B"/>
      </a:accent6>
      <a:hlink>
        <a:srgbClr val="4B2F2B"/>
      </a:hlink>
      <a:folHlink>
        <a:srgbClr val="4F3E3B"/>
      </a:folHlink>
    </a:clrScheme>
    <a:fontScheme name="보험 보장 점검 발표자료(본인 점검)">
      <a:majorFont>
        <a:latin typeface="Bodoni MT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발표자료(본인 점검)</dc:title>
  <dc:subject>보험 가입 내용 정리 양식 · 본인 점검</dc:subject>
  <dc:creator>우체국보험 상담 안내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