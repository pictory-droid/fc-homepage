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1998DA1-BCE0-4079-A28C-685DB5B34655}">
          <p14:sldIdLst>
            <p14:sldId id="256"/>
          </p14:sldIdLst>
        </p14:section>
        <p14:section name="본문" id="{2AEB7881-E461-4EC3-8E02-478896AA9902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8D5D4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5AEA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C2E90C2-9943-4C07-A097-41DE99C4D020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2B511B6-7D09-4946-B9A8-FB8CDDD9EED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91578BF-EFF4-4289-BEB8-E22B43FD591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가입한 보험을 한자리에 모아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33AB-C397-406C-9D26-6BAB8F75035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A2E2B-1BDF-4B15-B753-17713151247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D287-43A9-4798-81DC-788FD541B4D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DF0D-ADBB-4E61-B9E5-E4FD8F22471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D36E-3313-4FE6-BA44-3CC67D9313F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483A37"/>
      </a:dk1>
      <a:lt1>
        <a:srgbClr val="FEFCFB"/>
      </a:lt1>
      <a:dk2>
        <a:srgbClr val="4B2F2B"/>
      </a:dk2>
      <a:lt2>
        <a:srgbClr val="FAF5EF"/>
      </a:lt2>
      <a:accent1>
        <a:srgbClr val="B97A6E"/>
      </a:accent1>
      <a:accent2>
        <a:srgbClr val="8E5F57"/>
      </a:accent2>
      <a:accent3>
        <a:srgbClr val="4F3E3B"/>
      </a:accent3>
      <a:accent4>
        <a:srgbClr val="EDDCD5"/>
      </a:accent4>
      <a:accent5>
        <a:srgbClr val="C9A27A"/>
      </a:accent5>
      <a:accent6>
        <a:srgbClr val="BFA29B"/>
      </a:accent6>
      <a:hlink>
        <a:srgbClr val="4B2F2B"/>
      </a:hlink>
      <a:folHlink>
        <a:srgbClr val="4F3E3B"/>
      </a:folHlink>
    </a:clrScheme>
    <a:fontScheme name="보험 보장 점검 발표자료(본인 점검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