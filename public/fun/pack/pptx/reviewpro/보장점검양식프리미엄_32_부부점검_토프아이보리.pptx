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0BC1360-0C9F-449E-8534-2DBB89CCE5E3}">
          <p14:sldIdLst>
            <p14:sldId id="256"/>
          </p14:sldIdLst>
        </p14:section>
        <p14:section name="본문" id="{1D41BA95-374E-4B91-8558-0815E724AF5F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507767CC-9DAE-4421-89B2-A6116E709B6E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CFC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7A4A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C61B893-068F-496D-B1C7-780DA48DD6A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71C6262-3468-4555-84F3-8B777BC330A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사람 앞으로만 몰려 있지 않은지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EF3F-70A2-46B3-9769-1447DBCF6EF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FA7C4-75C9-4888-A2AA-BC178865C8B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5C66A-33B8-429A-BCBA-3841825E860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DE7B-1430-4B23-A133-6865885C424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4DF8-41E3-45CC-A124-7AEEB07E0C7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D2723"/>
      </a:dk1>
      <a:lt1>
        <a:srgbClr val="FCFBFA"/>
      </a:lt1>
      <a:dk2>
        <a:srgbClr val="3B322B"/>
      </a:dk2>
      <a:lt2>
        <a:srgbClr val="F6F2EC"/>
      </a:lt2>
      <a:accent1>
        <a:srgbClr val="8C7A6B"/>
      </a:accent1>
      <a:accent2>
        <a:srgbClr val="B7A692"/>
      </a:accent2>
      <a:accent3>
        <a:srgbClr val="2D2723"/>
      </a:accent3>
      <a:accent4>
        <a:srgbClr val="E1DAD2"/>
      </a:accent4>
      <a:accent5>
        <a:srgbClr val="B09C7C"/>
      </a:accent5>
      <a:accent6>
        <a:srgbClr val="D3C8BB"/>
      </a:accent6>
      <a:hlink>
        <a:srgbClr val="3B322B"/>
      </a:hlink>
      <a:folHlink>
        <a:srgbClr val="2D2723"/>
      </a:folHlink>
    </a:clrScheme>
    <a:fontScheme name="보험 보장 점검 발표자료(부부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