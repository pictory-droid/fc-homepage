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E5DBF3A-59E1-4D69-8C23-90C7A9C23BC6}">
          <p14:sldIdLst>
            <p14:sldId id="256"/>
          </p14:sldIdLst>
        </p14:section>
        <p14:section name="본문" id="{FA35B4FD-37B5-4F4B-84B3-6AFE1956E388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21719E1-E1CD-43D4-A7CD-6C19FE2931C8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CD0B4A6-8CDF-483A-A6CC-351E70C8D27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18A7DFD-2DDF-4BD6-89F8-B1425B0BBF6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사람 앞으로만 몰려 있지 않은지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CB421-26AA-4E02-82A1-5756C08B80D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7C9E7-D912-4537-BEEE-87016E958F1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B3273-8244-4AA5-943B-184EF48064A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9B73B-4235-4BB2-B178-1B28B44F076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EFFB4-76AA-4CEB-90BC-73A085E84FA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보험 보장 점검 발표자료(부부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