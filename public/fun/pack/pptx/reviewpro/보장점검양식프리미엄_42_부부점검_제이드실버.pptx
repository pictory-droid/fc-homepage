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F26C285-E663-4466-A8F1-E6A05FC626DA}">
          <p14:sldIdLst>
            <p14:sldId id="256"/>
          </p14:sldIdLst>
        </p14:section>
        <p14:section name="본문" id="{0ACD7410-D1CE-46A0-B37D-2CAAFD92450A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7FAF9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970B4DB-F9C2-4A04-B773-5FB3EF70BC3F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7FAF9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43881B56-98D7-4B3C-9C66-DEAF87C2A99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252BB02-41B8-4BA9-8575-3FBB87508D8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JADE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따뜻한 차 놓고 정리합니다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CE454-267C-4B6A-9BB1-6BD1A451FEE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B04D-4897-4176-B6D4-3C5A3602D34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695D-2549-45B2-BA58-6CF7A412BB9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ED35-FCAD-4C7E-916B-49251B1ACFC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F4660-AD4E-4DED-AD8B-7A61D0CAADF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F7FAF9"/>
      </a:dk1>
      <a:lt1>
        <a:srgbClr val="133630"/>
      </a:lt1>
      <a:dk2>
        <a:srgbClr val="E4ECE9"/>
      </a:dk2>
      <a:lt2>
        <a:srgbClr val="0D2521"/>
      </a:lt2>
      <a:accent1>
        <a:srgbClr val="BFC9C6"/>
      </a:accent1>
      <a:accent2>
        <a:srgbClr val="3F9C85"/>
      </a:accent2>
      <a:accent3>
        <a:srgbClr val="081714"/>
      </a:accent3>
      <a:accent4>
        <a:srgbClr val="1A4B43"/>
      </a:accent4>
      <a:accent5>
        <a:srgbClr val="CDD6D3"/>
      </a:accent5>
      <a:accent6>
        <a:srgbClr val="307867"/>
      </a:accent6>
      <a:hlink>
        <a:srgbClr val="E4ECE9"/>
      </a:hlink>
      <a:folHlink>
        <a:srgbClr val="081714"/>
      </a:folHlink>
    </a:clrScheme>
    <a:fontScheme name="보험 보장 점검 발표자료(부부 점검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