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F924801-3215-4FF0-9537-FF7410F5FDF2}">
          <p14:sldIdLst>
            <p14:sldId id="256"/>
          </p14:sldIdLst>
        </p14:section>
        <p14:section name="본문" id="{BA43B297-DE06-497C-95B1-5D36C0A24755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5DF89BE-0EB9-41B3-AB07-6B6615F03118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7EE03E0-D5C1-4030-ACAA-DAAE3F3293C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D2DEA23-0246-4DEC-85F9-4C271154597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겨울 저녁에 따뜻한 차 놓고 정리합니다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C5621F-F3CD-480A-A4E7-A8F8A7DB4CF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B2349-960D-4476-898F-005B652DD83F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B6AC98-744F-474B-A71E-A452D2075BB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D3AEFC-7277-45A4-859C-B9CA416531D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6D021-9B9B-43E5-96AA-8415FBB7028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F7FAF9"/>
      </a:dk1>
      <a:lt1>
        <a:srgbClr val="133630"/>
      </a:lt1>
      <a:dk2>
        <a:srgbClr val="E4ECE9"/>
      </a:dk2>
      <a:lt2>
        <a:srgbClr val="0D2521"/>
      </a:lt2>
      <a:accent1>
        <a:srgbClr val="BFC9C6"/>
      </a:accent1>
      <a:accent2>
        <a:srgbClr val="3F9C85"/>
      </a:accent2>
      <a:accent3>
        <a:srgbClr val="081714"/>
      </a:accent3>
      <a:accent4>
        <a:srgbClr val="1A4B43"/>
      </a:accent4>
      <a:accent5>
        <a:srgbClr val="CDD6D3"/>
      </a:accent5>
      <a:accent6>
        <a:srgbClr val="307867"/>
      </a:accent6>
      <a:hlink>
        <a:srgbClr val="E4ECE9"/>
      </a:hlink>
      <a:folHlink>
        <a:srgbClr val="081714"/>
      </a:folHlink>
    </a:clrScheme>
    <a:fontScheme name="보험 보장 점검 발표자료(부부 점검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