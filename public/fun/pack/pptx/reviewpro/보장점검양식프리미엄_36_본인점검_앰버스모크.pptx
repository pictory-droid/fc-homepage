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EE222BC-DFDE-4526-B24D-B7602BB17170}">
          <p14:sldIdLst>
            <p14:sldId id="256"/>
          </p14:sldIdLst>
        </p14:section>
        <p14:section name="본문" id="{026AB18E-78D4-40FB-9BCE-77DF54BA2A6C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4E69950B-4960-41F6-A2EA-BC094A102561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CB7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57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4797BD89-7EFB-4BBB-BCCA-E871F5E36A5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160F9A7-605A-4301-8AB0-24EDA74AE67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AMBER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만기가 언제인지 달력에 표시합니다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133A10-59D3-4102-B1CD-427498A8F16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BF23C-14AB-4423-BEA5-13190100216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6A188-C8EC-4D94-8CBE-42652C7CDB0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2B3A29-F73A-44D0-9426-7BA0BBB9685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A74CB-9317-4DF9-A97A-40978C4B3C6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FBF6EE"/>
      </a:dk1>
      <a:lt1>
        <a:srgbClr val="281F19"/>
      </a:lt1>
      <a:dk2>
        <a:srgbClr val="F2DFC3"/>
      </a:dk2>
      <a:lt2>
        <a:srgbClr val="1A1410"/>
      </a:lt2>
      <a:accent1>
        <a:srgbClr val="E0963A"/>
      </a:accent1>
      <a:accent2>
        <a:srgbClr val="A8715A"/>
      </a:accent2>
      <a:accent3>
        <a:srgbClr val="100C0A"/>
      </a:accent3>
      <a:accent4>
        <a:srgbClr val="3A2C23"/>
      </a:accent4>
      <a:accent5>
        <a:srgbClr val="E8A94E"/>
      </a:accent5>
      <a:accent6>
        <a:srgbClr val="7D5544"/>
      </a:accent6>
      <a:hlink>
        <a:srgbClr val="F2DFC3"/>
      </a:hlink>
      <a:folHlink>
        <a:srgbClr val="100C0A"/>
      </a:folHlink>
    </a:clrScheme>
    <a:fontScheme name="보험 보장 점검 발표자료(본인 점검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