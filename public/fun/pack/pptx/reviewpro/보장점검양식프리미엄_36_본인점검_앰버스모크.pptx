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16F1CF6-8E4A-48A3-BDA9-CF29204B8365}">
          <p14:sldIdLst>
            <p14:sldId id="256"/>
          </p14:sldIdLst>
        </p14:section>
        <p14:section name="본문" id="{030C8900-6CB2-452F-8A82-1300F5114C8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92919FA-8750-4406-AF3A-A757DE1C6C00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1D8369F-4D78-463B-BBAC-DCDAB360005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DFA7BB9-F076-4D42-98D6-9D796FA6962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만기가 언제인지 달력에 표시합니다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2031-0156-40BE-9EA8-C4C0535481E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85DB-3524-49A6-AF29-0BDAAB59990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45AE7-F901-43E3-B68E-67F447B17CC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8BA1A-EE3E-496D-8CEA-662D0797671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D5D5-844B-4103-9DA5-B8A0BB58943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FBF6EE"/>
      </a:dk1>
      <a:lt1>
        <a:srgbClr val="281F19"/>
      </a:lt1>
      <a:dk2>
        <a:srgbClr val="F2DFC3"/>
      </a:dk2>
      <a:lt2>
        <a:srgbClr val="1A1410"/>
      </a:lt2>
      <a:accent1>
        <a:srgbClr val="E0963A"/>
      </a:accent1>
      <a:accent2>
        <a:srgbClr val="A8715A"/>
      </a:accent2>
      <a:accent3>
        <a:srgbClr val="100C0A"/>
      </a:accent3>
      <a:accent4>
        <a:srgbClr val="3A2C23"/>
      </a:accent4>
      <a:accent5>
        <a:srgbClr val="E8A94E"/>
      </a:accent5>
      <a:accent6>
        <a:srgbClr val="7D5544"/>
      </a:accent6>
      <a:hlink>
        <a:srgbClr val="F2DFC3"/>
      </a:hlink>
      <a:folHlink>
        <a:srgbClr val="100C0A"/>
      </a:folHlink>
    </a:clrScheme>
    <a:fontScheme name="보험 보장 점검 발표자료(본인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