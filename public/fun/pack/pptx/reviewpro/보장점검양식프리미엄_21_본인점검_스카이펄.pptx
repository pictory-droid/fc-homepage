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0DD726F-9667-4AE3-BF6A-94F05B6F50D8}">
          <p14:sldIdLst>
            <p14:sldId id="256"/>
          </p14:sldIdLst>
        </p14:section>
        <p14:section name="본문" id="{77B1FFD0-37E1-470D-AD7C-FBFDC7254992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77BE026-1264-419E-93EB-E2A1568933A7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E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9C0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BB5EA1F-97FC-42FD-BD1C-69765653109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12B2853-1FFE-4D24-BA9D-86B0651AE1D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바쁘기 전에 한 번 훑어봅니다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183EA-EC20-494A-B754-6485B81D5CB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F9E4B-0881-4754-B534-EFE4208FAC1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BA2-5625-4DE9-8BD1-511140E81BA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7F76F-5D04-4515-8E63-19D46F4D92E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ACC0AA-68EE-4EA3-99E5-C7EB7863625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373F48"/>
      </a:dk1>
      <a:lt1>
        <a:srgbClr val="FCFDFE"/>
      </a:lt1>
      <a:dk2>
        <a:srgbClr val="27405F"/>
      </a:dk2>
      <a:lt2>
        <a:srgbClr val="F4F8FC"/>
      </a:lt2>
      <a:accent1>
        <a:srgbClr val="7FA6D2"/>
      </a:accent1>
      <a:accent2>
        <a:srgbClr val="E3B8C5"/>
      </a:accent2>
      <a:accent3>
        <a:srgbClr val="59697C"/>
      </a:accent3>
      <a:accent4>
        <a:srgbClr val="DDE8F4"/>
      </a:accent4>
      <a:accent5>
        <a:srgbClr val="BCC8D6"/>
      </a:accent5>
      <a:accent6>
        <a:srgbClr val="EBD5DE"/>
      </a:accent6>
      <a:hlink>
        <a:srgbClr val="27405F"/>
      </a:hlink>
      <a:folHlink>
        <a:srgbClr val="59697C"/>
      </a:folHlink>
    </a:clrScheme>
    <a:fontScheme name="보험 보장 점검 발표자료(본인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