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664000A-F22E-4B4B-A25E-63C6F281E6FE}">
          <p14:sldIdLst>
            <p14:sldId id="256"/>
          </p14:sldIdLst>
        </p14:section>
        <p14:section name="본문" id="{773BD243-C612-4BA7-AAB8-C59E7A7306C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6F0FB01-EBF4-4926-BBE9-46BCAC3E1B0C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E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9C0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4FABB3A-DA4C-47C2-AB56-EE27B8A9DA6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41F6F61-E704-4030-BD11-9848ACC1FB6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휴가 가기 전에 한 번 훑어봅니다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F5C4-E6D9-46E9-9A1B-67A56CE4D67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4D55-FA4A-4120-8CA6-44AAF926338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FA5-191D-4A46-B3BB-746FBA5D1D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0EFE-8A5B-46ED-98DD-D7432FC1696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909D-7253-40EA-88D5-FD8105A822C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373F48"/>
      </a:dk1>
      <a:lt1>
        <a:srgbClr val="FCFDFE"/>
      </a:lt1>
      <a:dk2>
        <a:srgbClr val="27405F"/>
      </a:dk2>
      <a:lt2>
        <a:srgbClr val="F4F8FC"/>
      </a:lt2>
      <a:accent1>
        <a:srgbClr val="7FA6D2"/>
      </a:accent1>
      <a:accent2>
        <a:srgbClr val="E3B8C5"/>
      </a:accent2>
      <a:accent3>
        <a:srgbClr val="59697C"/>
      </a:accent3>
      <a:accent4>
        <a:srgbClr val="DDE8F4"/>
      </a:accent4>
      <a:accent5>
        <a:srgbClr val="BCC8D6"/>
      </a:accent5>
      <a:accent6>
        <a:srgbClr val="EBD5DE"/>
      </a:accent6>
      <a:hlink>
        <a:srgbClr val="27405F"/>
      </a:hlink>
      <a:folHlink>
        <a:srgbClr val="59697C"/>
      </a:folHlink>
    </a:clrScheme>
    <a:fontScheme name="보험 보장 점검 발표자료(본인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