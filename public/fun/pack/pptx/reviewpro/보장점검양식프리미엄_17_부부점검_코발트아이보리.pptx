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089C01F-0DE2-40A4-9EB9-9A5B921CE905}">
          <p14:sldIdLst>
            <p14:sldId id="256"/>
          </p14:sldIdLst>
        </p14:section>
        <p14:section name="본문" id="{06FB3BBD-7572-4C3D-8884-FF6EB3B90A73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4A0563EA-62BE-4D78-B8A0-09DD983E9D5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2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3C7D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192D643D-EE2C-4BE3-AC87-E26FFBB2BF5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70D0B67E-E63E-4B0C-95A3-0ED5368E56E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COBALT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겹치는 항목이 있는지 같이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782FA-321E-432A-82F3-E7B25BAE7E3F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378098"/>
                <a:gridCol w="3378098"/>
                <a:gridCol w="337809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1C246-47E1-446F-AC90-5A02915F9C7E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35605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515C-B57D-4B20-B311-C9E5A093AD98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158898"/>
                <a:gridCol w="2158898"/>
                <a:gridCol w="215889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015D-6CA2-4FCA-9078-02939ECA9418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2377440"/>
            <a:chOff x="1417319" y="1828800"/>
            <a:chExt cx="3195218" cy="237744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안쪽 선"/>
            <p:cNvSpPr/>
            <p:nvPr/>
          </p:nvSpPr>
          <p:spPr>
            <a:xfrm>
              <a:off x="1499616" y="1911095"/>
              <a:ext cx="303062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1600199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10" name="번호 밑줄"/>
            <p:cNvCxnSpPr/>
            <p:nvPr/>
          </p:nvCxnSpPr>
          <p:spPr>
            <a:xfrm>
              <a:off x="1645919" y="2468880"/>
              <a:ext cx="457201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1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2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3" name="카드 내용"/>
            <p:cNvSpPr txBox="1"/>
            <p:nvPr/>
          </p:nvSpPr>
          <p:spPr>
            <a:xfrm>
              <a:off x="1600199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4" name="카드 2"/>
          <p:cNvGrpSpPr/>
          <p:nvPr/>
        </p:nvGrpSpPr>
        <p:grpSpPr>
          <a:xfrm>
            <a:off x="4886858" y="1828800"/>
            <a:ext cx="3195218" cy="2377440"/>
            <a:chOff x="4886858" y="1828800"/>
            <a:chExt cx="3195218" cy="2377440"/>
          </a:xfrm>
        </p:grpSpPr>
        <p:sp>
          <p:nvSpPr>
            <p:cNvPr id="15" name="카드 바탕"/>
            <p:cNvSpPr/>
            <p:nvPr/>
          </p:nvSpPr>
          <p:spPr>
            <a:xfrm>
              <a:off x="4886858" y="1828800"/>
              <a:ext cx="319521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안쪽 선"/>
            <p:cNvSpPr/>
            <p:nvPr/>
          </p:nvSpPr>
          <p:spPr>
            <a:xfrm>
              <a:off x="4969154" y="1911095"/>
              <a:ext cx="303062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2"/>
            <p:cNvSpPr txBox="1"/>
            <p:nvPr/>
          </p:nvSpPr>
          <p:spPr>
            <a:xfrm>
              <a:off x="506973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8" name="번호 밑줄"/>
            <p:cNvCxnSpPr/>
            <p:nvPr/>
          </p:nvCxnSpPr>
          <p:spPr>
            <a:xfrm>
              <a:off x="511545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9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20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1" name="카드 내용"/>
            <p:cNvSpPr txBox="1"/>
            <p:nvPr/>
          </p:nvSpPr>
          <p:spPr>
            <a:xfrm>
              <a:off x="5069738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22" name="카드 3"/>
          <p:cNvGrpSpPr/>
          <p:nvPr/>
        </p:nvGrpSpPr>
        <p:grpSpPr>
          <a:xfrm>
            <a:off x="8356396" y="1828800"/>
            <a:ext cx="3195218" cy="2377440"/>
            <a:chOff x="8356396" y="1828800"/>
            <a:chExt cx="3195218" cy="2377440"/>
          </a:xfrm>
        </p:grpSpPr>
        <p:sp>
          <p:nvSpPr>
            <p:cNvPr id="23" name="카드 바탕"/>
            <p:cNvSpPr/>
            <p:nvPr/>
          </p:nvSpPr>
          <p:spPr>
            <a:xfrm>
              <a:off x="8356396" y="1828800"/>
              <a:ext cx="319521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안쪽 선"/>
            <p:cNvSpPr/>
            <p:nvPr/>
          </p:nvSpPr>
          <p:spPr>
            <a:xfrm>
              <a:off x="8438692" y="1911095"/>
              <a:ext cx="303062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3"/>
            <p:cNvSpPr txBox="1"/>
            <p:nvPr/>
          </p:nvSpPr>
          <p:spPr>
            <a:xfrm>
              <a:off x="853927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6" name="번호 밑줄"/>
            <p:cNvCxnSpPr/>
            <p:nvPr/>
          </p:nvCxnSpPr>
          <p:spPr>
            <a:xfrm>
              <a:off x="858499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7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8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9" name="카드 내용"/>
            <p:cNvSpPr txBox="1"/>
            <p:nvPr/>
          </p:nvSpPr>
          <p:spPr>
            <a:xfrm>
              <a:off x="8539276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30" name="차트"/>
          <p:cNvGraphicFramePr>
            <a:graphicFrameLocks noGrp="1"/>
          </p:cNvGraphicFramePr>
          <p:nvPr/>
        </p:nvGraphicFramePr>
        <p:xfrm>
          <a:off x="1417319" y="4389120"/>
          <a:ext cx="1013429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5F29-F007-4C3A-AF26-295AB2E17904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566160"/>
            <a:chOff x="1417319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안쪽 선"/>
            <p:cNvSpPr/>
            <p:nvPr/>
          </p:nvSpPr>
          <p:spPr>
            <a:xfrm>
              <a:off x="1499616" y="1911095"/>
              <a:ext cx="303062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1600199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10" name="번호 밑줄"/>
            <p:cNvCxnSpPr/>
            <p:nvPr/>
          </p:nvCxnSpPr>
          <p:spPr>
            <a:xfrm>
              <a:off x="1645919" y="2468880"/>
              <a:ext cx="457201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1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2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3" name="카드 내용"/>
            <p:cNvSpPr txBox="1"/>
            <p:nvPr/>
          </p:nvSpPr>
          <p:spPr>
            <a:xfrm>
              <a:off x="160019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4" name="카드 2"/>
          <p:cNvGrpSpPr/>
          <p:nvPr/>
        </p:nvGrpSpPr>
        <p:grpSpPr>
          <a:xfrm>
            <a:off x="4886858" y="1828800"/>
            <a:ext cx="3195218" cy="3566160"/>
            <a:chOff x="4886858" y="1828800"/>
            <a:chExt cx="3195218" cy="3566160"/>
          </a:xfrm>
        </p:grpSpPr>
        <p:sp>
          <p:nvSpPr>
            <p:cNvPr id="15" name="카드 바탕"/>
            <p:cNvSpPr/>
            <p:nvPr/>
          </p:nvSpPr>
          <p:spPr>
            <a:xfrm>
              <a:off x="4886858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안쪽 선"/>
            <p:cNvSpPr/>
            <p:nvPr/>
          </p:nvSpPr>
          <p:spPr>
            <a:xfrm>
              <a:off x="4969154" y="1911095"/>
              <a:ext cx="303062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2"/>
            <p:cNvSpPr txBox="1"/>
            <p:nvPr/>
          </p:nvSpPr>
          <p:spPr>
            <a:xfrm>
              <a:off x="506973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8" name="번호 밑줄"/>
            <p:cNvCxnSpPr/>
            <p:nvPr/>
          </p:nvCxnSpPr>
          <p:spPr>
            <a:xfrm>
              <a:off x="511545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9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20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1" name="카드 내용"/>
            <p:cNvSpPr txBox="1"/>
            <p:nvPr/>
          </p:nvSpPr>
          <p:spPr>
            <a:xfrm>
              <a:off x="506973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2" name="카드 3"/>
          <p:cNvGrpSpPr/>
          <p:nvPr/>
        </p:nvGrpSpPr>
        <p:grpSpPr>
          <a:xfrm>
            <a:off x="8356396" y="1828800"/>
            <a:ext cx="3195218" cy="3566160"/>
            <a:chOff x="8356396" y="1828800"/>
            <a:chExt cx="3195218" cy="3566160"/>
          </a:xfrm>
        </p:grpSpPr>
        <p:sp>
          <p:nvSpPr>
            <p:cNvPr id="23" name="카드 바탕"/>
            <p:cNvSpPr/>
            <p:nvPr/>
          </p:nvSpPr>
          <p:spPr>
            <a:xfrm>
              <a:off x="8356396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안쪽 선"/>
            <p:cNvSpPr/>
            <p:nvPr/>
          </p:nvSpPr>
          <p:spPr>
            <a:xfrm>
              <a:off x="8438692" y="1911095"/>
              <a:ext cx="303062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3"/>
            <p:cNvSpPr txBox="1"/>
            <p:nvPr/>
          </p:nvSpPr>
          <p:spPr>
            <a:xfrm>
              <a:off x="853927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6" name="번호 밑줄"/>
            <p:cNvCxnSpPr/>
            <p:nvPr/>
          </p:nvCxnSpPr>
          <p:spPr>
            <a:xfrm>
              <a:off x="858499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7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8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9" name="카드 내용"/>
            <p:cNvSpPr txBox="1"/>
            <p:nvPr/>
          </p:nvSpPr>
          <p:spPr>
            <a:xfrm>
              <a:off x="853927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30" name="안내 문구"/>
          <p:cNvSpPr txBox="1"/>
          <p:nvPr/>
        </p:nvSpPr>
        <p:spPr>
          <a:xfrm>
            <a:off x="1417319" y="5577840"/>
            <a:ext cx="10134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373D48"/>
      </a:dk1>
      <a:lt1>
        <a:srgbClr val="FDFDFB"/>
      </a:lt1>
      <a:dk2>
        <a:srgbClr val="14264F"/>
      </a:dk2>
      <a:lt2>
        <a:srgbClr val="F9F7F0"/>
      </a:lt2>
      <a:accent1>
        <a:srgbClr val="2848A8"/>
      </a:accent1>
      <a:accent2>
        <a:srgbClr val="D9A441"/>
      </a:accent2>
      <a:accent3>
        <a:srgbClr val="707A8F"/>
      </a:accent3>
      <a:accent4>
        <a:srgbClr val="CFD4E2"/>
      </a:accent4>
      <a:accent5>
        <a:srgbClr val="CDAA5D"/>
      </a:accent5>
      <a:accent6>
        <a:srgbClr val="E7C990"/>
      </a:accent6>
      <a:hlink>
        <a:srgbClr val="14264F"/>
      </a:hlink>
      <a:folHlink>
        <a:srgbClr val="707A8F"/>
      </a:folHlink>
    </a:clrScheme>
    <a:fontScheme name="보험 보장 점검 발표자료(부부 점검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