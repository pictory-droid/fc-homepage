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ED5C0D1-F838-40CA-919A-EB56362B0936}">
          <p14:sldIdLst>
            <p14:sldId id="256"/>
          </p14:sldIdLst>
        </p14:section>
        <p14:section name="본문" id="{4C6BB584-2256-49E5-9CBC-04E2457132E9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713FC89E-A8F4-4DD9-817E-4CDC1CC021A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2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7D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157E5745-7036-44D3-BCFE-FE8D8C613CB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068C5D26-75FA-4507-9C6C-85A8E2F1CA4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겹치는 항목이 있는지 같이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8E0DB-72EE-4540-8491-54FC208D14C4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378098"/>
                <a:gridCol w="3378098"/>
                <a:gridCol w="337809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529604-1C5B-425C-BF1D-37A84B37CE33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9D718-76BC-4363-A4D2-270AB9ADCEE9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5519B-C296-4021-8E33-EAB32F0C9382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2377440"/>
            <a:chOff x="1417319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1499616" y="1911095"/>
              <a:ext cx="303062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0019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1645919" y="2468880"/>
              <a:ext cx="457201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1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3" name="카드 내용"/>
            <p:cNvSpPr txBox="1"/>
            <p:nvPr/>
          </p:nvSpPr>
          <p:spPr>
            <a:xfrm>
              <a:off x="160019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4" name="카드 2"/>
          <p:cNvGrpSpPr/>
          <p:nvPr/>
        </p:nvGrpSpPr>
        <p:grpSpPr>
          <a:xfrm>
            <a:off x="4886858" y="1828800"/>
            <a:ext cx="3195218" cy="2377440"/>
            <a:chOff x="4886858" y="1828800"/>
            <a:chExt cx="3195218" cy="2377440"/>
          </a:xfrm>
        </p:grpSpPr>
        <p:sp>
          <p:nvSpPr>
            <p:cNvPr id="15" name="카드 바탕"/>
            <p:cNvSpPr/>
            <p:nvPr/>
          </p:nvSpPr>
          <p:spPr>
            <a:xfrm>
              <a:off x="4886858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안쪽 선"/>
            <p:cNvSpPr/>
            <p:nvPr/>
          </p:nvSpPr>
          <p:spPr>
            <a:xfrm>
              <a:off x="4969154" y="1911095"/>
              <a:ext cx="303062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506973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511545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9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1" name="카드 내용"/>
            <p:cNvSpPr txBox="1"/>
            <p:nvPr/>
          </p:nvSpPr>
          <p:spPr>
            <a:xfrm>
              <a:off x="506973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22" name="카드 3"/>
          <p:cNvGrpSpPr/>
          <p:nvPr/>
        </p:nvGrpSpPr>
        <p:grpSpPr>
          <a:xfrm>
            <a:off x="8356396" y="1828800"/>
            <a:ext cx="3195218" cy="2377440"/>
            <a:chOff x="8356396" y="1828800"/>
            <a:chExt cx="3195218" cy="2377440"/>
          </a:xfrm>
        </p:grpSpPr>
        <p:sp>
          <p:nvSpPr>
            <p:cNvPr id="23" name="카드 바탕"/>
            <p:cNvSpPr/>
            <p:nvPr/>
          </p:nvSpPr>
          <p:spPr>
            <a:xfrm>
              <a:off x="8356396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안쪽 선"/>
            <p:cNvSpPr/>
            <p:nvPr/>
          </p:nvSpPr>
          <p:spPr>
            <a:xfrm>
              <a:off x="8438692" y="1911095"/>
              <a:ext cx="303062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853927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858499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7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853927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30" name="차트"/>
          <p:cNvGraphicFramePr>
            <a:graphicFrameLocks noGrp="1"/>
          </p:cNvGraphicFramePr>
          <p:nvPr/>
        </p:nvGraphicFramePr>
        <p:xfrm>
          <a:off x="1417319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48241-083C-47B9-A57A-09BCFD5FCCF1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1499616" y="1911095"/>
              <a:ext cx="303062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0019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1645919" y="2468880"/>
              <a:ext cx="457201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1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3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4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5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안쪽 선"/>
            <p:cNvSpPr/>
            <p:nvPr/>
          </p:nvSpPr>
          <p:spPr>
            <a:xfrm>
              <a:off x="4969154" y="1911095"/>
              <a:ext cx="303062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506973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511545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9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1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2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23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안쪽 선"/>
            <p:cNvSpPr/>
            <p:nvPr/>
          </p:nvSpPr>
          <p:spPr>
            <a:xfrm>
              <a:off x="8438692" y="1911095"/>
              <a:ext cx="303062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853927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858499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7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30" name="안내 문구"/>
          <p:cNvSpPr txBox="1"/>
          <p:nvPr/>
        </p:nvSpPr>
        <p:spPr>
          <a:xfrm>
            <a:off x="1417319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373D48"/>
      </a:dk1>
      <a:lt1>
        <a:srgbClr val="FDFDFB"/>
      </a:lt1>
      <a:dk2>
        <a:srgbClr val="14264F"/>
      </a:dk2>
      <a:lt2>
        <a:srgbClr val="F9F7F0"/>
      </a:lt2>
      <a:accent1>
        <a:srgbClr val="2848A8"/>
      </a:accent1>
      <a:accent2>
        <a:srgbClr val="D9A441"/>
      </a:accent2>
      <a:accent3>
        <a:srgbClr val="707A8F"/>
      </a:accent3>
      <a:accent4>
        <a:srgbClr val="CFD4E2"/>
      </a:accent4>
      <a:accent5>
        <a:srgbClr val="CDAA5D"/>
      </a:accent5>
      <a:accent6>
        <a:srgbClr val="E7C990"/>
      </a:accent6>
      <a:hlink>
        <a:srgbClr val="14264F"/>
      </a:hlink>
      <a:folHlink>
        <a:srgbClr val="707A8F"/>
      </a:folHlink>
    </a:clrScheme>
    <a:fontScheme name="보험 보장 점검 발표자료(부부 점검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