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FE8D81C-397D-40EC-B90F-BF83FDE6313E}">
          <p14:sldIdLst>
            <p14:sldId id="256"/>
          </p14:sldIdLst>
        </p14:section>
        <p14:section name="본문" id="{1927A0D1-C6F2-4584-8D87-70C9F94E06E6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CD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CC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57341F83-4472-4458-90C3-59D25607232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2D86308B-7145-4EF3-AD29-DCC69F8DA69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5FA06C8A-B473-4271-88B4-EF5F05E17C5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번 정리하고 시작합니다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6A5B7-4A63-48BC-995B-9AD786811AD9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067147"/>
                <a:gridCol w="506714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E78EF-F3CA-4CC1-BD53-964986976467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4DE1B-FA8B-47FC-9561-9B9FE4E8A83B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E0CD-7433-4436-A350-20E7F4810DF3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2377440"/>
            <a:chOff x="1417319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45919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2377440"/>
            <a:chOff x="4886858" y="1828800"/>
            <a:chExt cx="319521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11545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2377440"/>
            <a:chOff x="8356396" y="1828800"/>
            <a:chExt cx="3195218" cy="237744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8499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4" name="차트"/>
          <p:cNvGraphicFramePr>
            <a:graphicFrameLocks noGrp="1"/>
          </p:cNvGraphicFramePr>
          <p:nvPr/>
        </p:nvGraphicFramePr>
        <p:xfrm>
          <a:off x="1417319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PLATINUM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77EC2-9965-4920-BD53-ECE3EABFA79E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45919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11545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1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8499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4" name="안내 문구"/>
          <p:cNvSpPr txBox="1"/>
          <p:nvPr/>
        </p:nvSpPr>
        <p:spPr>
          <a:xfrm>
            <a:off x="1417319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373F48"/>
      </a:dk1>
      <a:lt1>
        <a:srgbClr val="FBFCFD"/>
      </a:lt1>
      <a:dk2>
        <a:srgbClr val="1F3045"/>
      </a:dk2>
      <a:lt2>
        <a:srgbClr val="F1F4F7"/>
      </a:lt2>
      <a:accent1>
        <a:srgbClr val="5E7894"/>
      </a:accent1>
      <a:accent2>
        <a:srgbClr val="38B6CF"/>
      </a:accent2>
      <a:accent3>
        <a:srgbClr val="55606D"/>
      </a:accent3>
      <a:accent4>
        <a:srgbClr val="D4DBE3"/>
      </a:accent4>
      <a:accent5>
        <a:srgbClr val="BCC6D0"/>
      </a:accent5>
      <a:accent6>
        <a:srgbClr val="8BD2E1"/>
      </a:accent6>
      <a:hlink>
        <a:srgbClr val="1F3045"/>
      </a:hlink>
      <a:folHlink>
        <a:srgbClr val="55606D"/>
      </a:folHlink>
    </a:clrScheme>
    <a:fontScheme name="보험 보장 점검 발표자료(본인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