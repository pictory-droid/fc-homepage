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6F13589-4CB7-41EE-948C-6D1456FE4262}">
          <p14:sldIdLst>
            <p14:sldId id="256"/>
          </p14:sldIdLst>
        </p14:section>
        <p14:section name="본문" id="{8239283B-C6F2-4CC0-88B1-0A7C1C59B393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CD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CC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3FA17FBB-2845-4E3C-9346-E317646A6A7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014BE5A-461D-411C-A1E3-A0FB403CEA2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A84AE8D-B7C2-4331-ADCF-2A6CBFD96F1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PLATINUM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새해에는 한 번 정리하고 시작합니다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D54A-0966-4918-970A-EB7F39C2C00D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067147"/>
                <a:gridCol w="506714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03F46-DDDF-4296-9E4F-34E158F77CF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C6CB-558B-4452-A2D2-EB49FFDEFCF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E200-CEF2-4FBD-BCEF-17AE6D6AD3F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2377440"/>
            <a:chOff x="1417319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45919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2377440"/>
            <a:chOff x="4886858" y="1828800"/>
            <a:chExt cx="319521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511545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2377440"/>
            <a:chOff x="8356396" y="1828800"/>
            <a:chExt cx="319521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58499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1417319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PLATINUM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19C7-BBF4-4E7E-BA87-4724027D9EC3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45919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511545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58499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1417319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373F48"/>
      </a:dk1>
      <a:lt1>
        <a:srgbClr val="FBFCFD"/>
      </a:lt1>
      <a:dk2>
        <a:srgbClr val="1F3045"/>
      </a:dk2>
      <a:lt2>
        <a:srgbClr val="F1F4F7"/>
      </a:lt2>
      <a:accent1>
        <a:srgbClr val="5E7894"/>
      </a:accent1>
      <a:accent2>
        <a:srgbClr val="38B6CF"/>
      </a:accent2>
      <a:accent3>
        <a:srgbClr val="55606D"/>
      </a:accent3>
      <a:accent4>
        <a:srgbClr val="D4DBE3"/>
      </a:accent4>
      <a:accent5>
        <a:srgbClr val="BCC6D0"/>
      </a:accent5>
      <a:accent6>
        <a:srgbClr val="8BD2E1"/>
      </a:accent6>
      <a:hlink>
        <a:srgbClr val="1F3045"/>
      </a:hlink>
      <a:folHlink>
        <a:srgbClr val="55606D"/>
      </a:folHlink>
    </a:clrScheme>
    <a:fontScheme name="보험 보장 점검 발표자료(본인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