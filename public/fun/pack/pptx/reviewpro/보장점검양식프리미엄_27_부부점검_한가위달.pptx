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270C0B3-91E9-4842-B108-0DB4A65294F6}">
          <p14:sldIdLst>
            <p14:sldId id="256"/>
          </p14:sldIdLst>
        </p14:section>
        <p14:section name="본문" id="{61D9BCA5-0A8F-445C-91F2-5E235E1F827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68BE42E-639F-48FC-8E5C-F8AFF502D62C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A6E2F74-120F-44BA-AFB2-794C0A9B0D9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123912E-38E0-42B6-B129-C5079510234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수익자 이름이 맞는지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935C-7A62-40E9-A3BD-D037D30EAAA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FDA7-2206-4D44-8B2C-59FD963DD40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580B-F610-452B-9BEA-95DF19634FA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1116-F4F5-4C4B-866B-A6A4589512C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A08C-2E9F-44B4-B5CE-44A22531244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56643A"/>
      </a:dk2>
      <a:lt2>
        <a:srgbClr val="F5EFE2"/>
      </a:lt2>
      <a:accent1>
        <a:srgbClr val="CFB47C"/>
      </a:accent1>
      <a:accent2>
        <a:srgbClr val="83BEAA"/>
      </a:accent2>
      <a:accent3>
        <a:srgbClr val="4E432C"/>
      </a:accent3>
      <a:accent4>
        <a:srgbClr val="F0E4CB"/>
      </a:accent4>
      <a:accent5>
        <a:srgbClr val="B6E0A3"/>
      </a:accent5>
      <a:accent6>
        <a:srgbClr val="E6BCC5"/>
      </a:accent6>
      <a:hlink>
        <a:srgbClr val="56643A"/>
      </a:hlink>
      <a:folHlink>
        <a:srgbClr val="4E432C"/>
      </a:folHlink>
    </a:clrScheme>
    <a:fontScheme name="보험 보장 점검 발표자료(부부 점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