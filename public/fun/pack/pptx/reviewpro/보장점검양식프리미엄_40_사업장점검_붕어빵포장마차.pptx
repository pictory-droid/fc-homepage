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7592C2B-CFEB-4795-8F8E-2E3AC487EA61}">
          <p14:sldIdLst>
            <p14:sldId id="256"/>
          </p14:sldIdLst>
        </p14:section>
        <p14:section name="본문" id="{E6809D8E-08B0-4204-ABEB-C0F24D4194E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E5F0799-1515-4BB7-8269-5B29E7472F5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BF5AF4C-13A0-4E6B-BC4A-DF041540FEE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E569C7-390A-4D3D-81E3-DF585BA75FB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붕어빵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결산 전에 한 번 확인합니다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C9D3-1FC4-447D-AA1B-410A19D88F3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F098-F0D2-429B-861D-52DD9F61D56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D6E6D-796F-4AEC-AF90-8FABBF2FB25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343C-1226-4E14-93E7-1D0DE8C067E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FD01-84F9-422C-93C4-D0DEA547FE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보험 보장 점검 발표자료(사업장 점검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