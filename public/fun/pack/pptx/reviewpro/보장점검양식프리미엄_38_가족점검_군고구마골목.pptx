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7900BA7-8A86-45A7-AC72-187283F468BE}">
          <p14:sldIdLst>
            <p14:sldId id="256"/>
          </p14:sldIdLst>
        </p14:section>
        <p14:section name="본문" id="{4D69F3D7-2349-4F27-B964-7C9C6ABA782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B70A692-C05D-4BA0-8D31-30131FD3E941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1D89165-DEDB-422D-820B-0DF8E2731AF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993A210-E82C-485F-854A-B170741F572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명절에 모였을 때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8F831-7A7F-4EF4-BFCC-4CA5F4F0A52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F920-58D6-4B9D-A5E6-42CCB487A64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D16A-894C-4CB4-807B-5EF2F1B34FF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E69F7-A92A-4F47-A393-B7014F5F8E8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8A8C-F81C-43B3-87FB-DCB2BA54375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62643A"/>
      </a:dk2>
      <a:lt2>
        <a:srgbClr val="F5E9E2"/>
      </a:lt2>
      <a:accent1>
        <a:srgbClr val="CF9B7C"/>
      </a:accent1>
      <a:accent2>
        <a:srgbClr val="83BE99"/>
      </a:accent2>
      <a:accent3>
        <a:srgbClr val="4E392C"/>
      </a:accent3>
      <a:accent4>
        <a:srgbClr val="F0D9CB"/>
      </a:accent4>
      <a:accent5>
        <a:srgbClr val="C8E0A3"/>
      </a:accent5>
      <a:accent6>
        <a:srgbClr val="E6BCD1"/>
      </a:accent6>
      <a:hlink>
        <a:srgbClr val="62643A"/>
      </a:hlink>
      <a:folHlink>
        <a:srgbClr val="4E392C"/>
      </a:folHlink>
    </a:clrScheme>
    <a:fontScheme name="보험 보장 점검 발표자료(가족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