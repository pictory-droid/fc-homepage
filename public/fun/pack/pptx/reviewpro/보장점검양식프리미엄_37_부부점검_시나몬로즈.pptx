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C6AE77D-F8AA-4F26-BC9C-0CA8EB6F4F00}">
          <p14:sldIdLst>
            <p14:sldId id="256"/>
          </p14:sldIdLst>
        </p14:section>
        <p14:section name="본문" id="{C108998D-1E35-4412-9E1F-6531440E297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1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5BD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1403D39E-4EAC-4546-B9F2-F7FBF761D17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4E95F543-56FF-4C1C-B2D4-22AE3412860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F7D32D9D-154B-413A-8449-8AAC2414B12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저녁에 둘이 마주 앉아 점검합니다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8DD19-1025-46F0-BDD9-62A15F31867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8D3D9-188C-48BD-B302-95A08CD2A7B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163A4-AA1D-444F-A31F-1062FEABFB5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7787-1A82-4CD2-A8FB-5291BDD99C7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E5422-F074-475D-8650-0D7A60A8AFA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483B37"/>
      </a:dk1>
      <a:lt1>
        <a:srgbClr val="FEFBFA"/>
      </a:lt1>
      <a:dk2>
        <a:srgbClr val="4A281F"/>
      </a:dk2>
      <a:lt2>
        <a:srgbClr val="FAF2EE"/>
      </a:lt2>
      <a:accent1>
        <a:srgbClr val="A9604E"/>
      </a:accent1>
      <a:accent2>
        <a:srgbClr val="CFA08C"/>
      </a:accent2>
      <a:accent3>
        <a:srgbClr val="76615B"/>
      </a:accent3>
      <a:accent4>
        <a:srgbClr val="EAD5CE"/>
      </a:accent4>
      <a:accent5>
        <a:srgbClr val="BF9072"/>
      </a:accent5>
      <a:accent6>
        <a:srgbClr val="E2C5B8"/>
      </a:accent6>
      <a:hlink>
        <a:srgbClr val="4A281F"/>
      </a:hlink>
      <a:folHlink>
        <a:srgbClr val="76615B"/>
      </a:folHlink>
    </a:clrScheme>
    <a:fontScheme name="보험 보장 점검 발표자료(부부 점검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