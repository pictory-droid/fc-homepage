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6A8DC2C-6C6D-4A72-8168-3B38595E8924}">
          <p14:sldIdLst>
            <p14:sldId id="256"/>
          </p14:sldIdLst>
        </p14:section>
        <p14:section name="본문" id="{BD0938BE-10A9-4997-B6BE-340412CC0E7D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ADED062-FD3D-40B0-9238-2D57453C8940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03504" y="6240780"/>
            <a:ext cx="256031" cy="320040"/>
            <a:chOff x="603504" y="6240780"/>
            <a:chExt cx="256031" cy="320040"/>
          </a:xfrm>
        </p:grpSpPr>
        <p:sp>
          <p:nvSpPr>
            <p:cNvPr id="4" name="Diamond 3"/>
            <p:cNvSpPr/>
            <p:nvPr/>
          </p:nvSpPr>
          <p:spPr>
            <a:xfrm>
              <a:off x="603504" y="6240780"/>
              <a:ext cx="256031" cy="32004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32159" y="6240780"/>
            <a:ext cx="256031" cy="320040"/>
            <a:chOff x="11332159" y="6240780"/>
            <a:chExt cx="256031" cy="320040"/>
          </a:xfrm>
        </p:grpSpPr>
        <p:sp>
          <p:nvSpPr>
            <p:cNvPr id="6" name="Diamond 5"/>
            <p:cNvSpPr/>
            <p:nvPr/>
          </p:nvSpPr>
          <p:spPr>
            <a:xfrm>
              <a:off x="11332159" y="6240780"/>
              <a:ext cx="256031" cy="32004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348EACE-D542-4250-80DD-45FB5B46197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03504" y="6240780"/>
            <a:ext cx="256031" cy="320040"/>
            <a:chOff x="603504" y="6240780"/>
            <a:chExt cx="256031" cy="320040"/>
          </a:xfrm>
        </p:grpSpPr>
        <p:sp>
          <p:nvSpPr>
            <p:cNvPr id="4" name="Diamond 3"/>
            <p:cNvSpPr/>
            <p:nvPr/>
          </p:nvSpPr>
          <p:spPr>
            <a:xfrm>
              <a:off x="603504" y="6240780"/>
              <a:ext cx="256031" cy="32004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32159" y="6240780"/>
            <a:ext cx="256031" cy="320040"/>
            <a:chOff x="11332159" y="6240780"/>
            <a:chExt cx="256031" cy="320040"/>
          </a:xfrm>
        </p:grpSpPr>
        <p:sp>
          <p:nvSpPr>
            <p:cNvPr id="6" name="Diamond 5"/>
            <p:cNvSpPr/>
            <p:nvPr/>
          </p:nvSpPr>
          <p:spPr>
            <a:xfrm>
              <a:off x="11332159" y="6240780"/>
              <a:ext cx="256031" cy="32004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C7E31E8-C6AA-422B-ADC5-EFB9DBC1F6A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6" name="Diamond 5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장독대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부모님이 아는 것과 실제 가입 내용을 맞춰 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B209F-8533-46EF-A88A-999642E0EB6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D0D9B-9164-4C4E-8457-6D197091B75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0E39-D262-4E88-A1FF-F1B71784420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4963-5A24-435C-B8E7-C4872057D09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EC6F-FFCD-4F60-B82F-109EDFA80D3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64623A"/>
      </a:dk2>
      <a:lt2>
        <a:srgbClr val="F5E5E2"/>
      </a:lt2>
      <a:accent1>
        <a:srgbClr val="CF877C"/>
      </a:accent1>
      <a:accent2>
        <a:srgbClr val="83BEA8"/>
      </a:accent2>
      <a:accent3>
        <a:srgbClr val="4E312C"/>
      </a:accent3>
      <a:accent4>
        <a:srgbClr val="F0D0CB"/>
      </a:accent4>
      <a:accent5>
        <a:srgbClr val="D6E0A3"/>
      </a:accent5>
      <a:accent6>
        <a:srgbClr val="E6BCDB"/>
      </a:accent6>
      <a:hlink>
        <a:srgbClr val="64623A"/>
      </a:hlink>
      <a:folHlink>
        <a:srgbClr val="4E312C"/>
      </a:folHlink>
    </a:clrScheme>
    <a:fontScheme name="보험 보장 점검 발표자료(부모님 점검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