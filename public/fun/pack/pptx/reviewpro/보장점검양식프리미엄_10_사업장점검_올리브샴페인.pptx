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F852E54-CAD1-4EF7-8971-084EB32F1AEF}">
          <p14:sldIdLst>
            <p14:sldId id="256"/>
          </p14:sldIdLst>
        </p14:section>
        <p14:section name="본문" id="{8B7A9DDC-E502-427B-928C-97C8771EA8AF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AD7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9B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5F1FCDE-F55E-454D-8E98-D210CC4A12D1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2FAC047-255C-41E5-813B-6E1EED054E9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BD0823C-3DBE-45CE-9C68-D03A8A6F132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직원 수와 업종을 먼저 적습니다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E7482C-3055-4690-B46B-10DED3E7B9F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8C27C-EE08-40BF-9564-ECB48E84E32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7C304-9815-480E-8201-204DE8F9C5E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5AB41-1C53-4BA0-84C2-41280DA2AE0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10940-8DE1-4066-9677-6A5F7CD77A6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464837"/>
      </a:dk1>
      <a:lt1>
        <a:srgbClr val="FDFCF9"/>
      </a:lt1>
      <a:dk2>
        <a:srgbClr val="3A3D20"/>
      </a:dk2>
      <a:lt2>
        <a:srgbClr val="F7F5EB"/>
      </a:lt2>
      <a:accent1>
        <a:srgbClr val="868C58"/>
      </a:accent1>
      <a:accent2>
        <a:srgbClr val="C1AA6A"/>
      </a:accent2>
      <a:accent3>
        <a:srgbClr val="575947"/>
      </a:accent3>
      <a:accent4>
        <a:srgbClr val="E0E0CE"/>
      </a:accent4>
      <a:accent5>
        <a:srgbClr val="C4AC70"/>
      </a:accent5>
      <a:accent6>
        <a:srgbClr val="D9CCA4"/>
      </a:accent6>
      <a:hlink>
        <a:srgbClr val="3A3D20"/>
      </a:hlink>
      <a:folHlink>
        <a:srgbClr val="575947"/>
      </a:folHlink>
    </a:clrScheme>
    <a:fontScheme name="보험 보장 점검 발표자료(사업장 점검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