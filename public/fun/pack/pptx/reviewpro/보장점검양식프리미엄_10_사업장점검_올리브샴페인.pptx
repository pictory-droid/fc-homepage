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E6B958D-A5E4-430F-838B-CB05614F2D1C}">
          <p14:sldIdLst>
            <p14:sldId id="256"/>
          </p14:sldIdLst>
        </p14:section>
        <p14:section name="본문" id="{83875432-3A4D-4341-BB6A-01A9B20FBED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19AB077-B5CF-41DC-9296-FC8E1D87502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01CA9A6-D127-4A96-9E13-4B2DF984B26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9B85739-FFB1-4360-9AAD-2436D32D78F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직원 수와 업종을 먼저 적습니다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5E68-EAFC-4F46-8263-6880F7E2E88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617-AD95-4F13-BEDB-4D9AFC63D06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C090-4125-4483-9EDE-0BB69B5964D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1EC67-82C2-458E-AA46-FD9B15DD6DE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CDE0-3F5B-4C74-A0DD-074D8EB25BD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보험 보장 점검 발표자료(사업장 점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