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0A85764-F0E1-4C89-A71D-1031F9186114}">
          <p14:sldIdLst>
            <p14:sldId id="256"/>
          </p14:sldIdLst>
        </p14:section>
        <p14:section name="본문" id="{F5B98D13-D3F3-4836-A157-B0BE06BB336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Pie 10"/>
            <p:cNvSpPr/>
            <p:nvPr/>
          </p:nvSpPr>
          <p:spPr>
            <a:xfrm>
              <a:off x="5867247" y="1143000"/>
              <a:ext cx="457200" cy="45720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2BB6AF1-4321-4C8E-AA3C-7BF9274728A3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Pie 10"/>
            <p:cNvSpPr/>
            <p:nvPr/>
          </p:nvSpPr>
          <p:spPr>
            <a:xfrm>
              <a:off x="5867247" y="1143000"/>
              <a:ext cx="457200" cy="45720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A944B2B-CACC-4869-9101-0F2B49A890E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92E1FD-B293-4FBC-BDFE-302AA7281FF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연말정산 전에 서류를 모읍니다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6873-7CC1-40A8-8A25-D28AFFA576D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5405-220C-497A-A0BA-2079683B66C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AD5CD-17AD-4A47-A4A3-77F0F1F256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F22D-8097-4205-A254-0982C9FE5F5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F1C70-D719-4224-9163-3BBA259AC9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보험 보장 점검 발표자료(사업장 점검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