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F15F166-8D9F-4A2C-AE8C-542CC5815200}">
          <p14:sldIdLst>
            <p14:sldId id="256"/>
          </p14:sldIdLst>
        </p14:section>
        <p14:section name="본문" id="{CA437CE0-542A-4CA7-A089-2AF4F972BC4C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C2886E0-6087-4235-9492-2E333965EE44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ie 3"/>
            <p:cNvSpPr/>
            <p:nvPr/>
          </p:nvSpPr>
          <p:spPr>
            <a:xfrm>
              <a:off x="5958687" y="1344168"/>
              <a:ext cx="274320" cy="27432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7039549-3B01-4546-A00D-CD7C0F00848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Pie 3"/>
            <p:cNvSpPr/>
            <p:nvPr/>
          </p:nvSpPr>
          <p:spPr>
            <a:xfrm>
              <a:off x="5958687" y="1344168"/>
              <a:ext cx="274320" cy="274320"/>
            </a:xfrm>
            <a:prstGeom prst="pi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0C085A5-6945-4318-AD8B-71B3A6F9EE8B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한가위에 내려가서 증권을 같이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부모님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CE7A0-8373-4BD6-8ED3-4645F3E1F11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아버지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어머니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성함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연세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함께 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CADDC-DFEA-4B99-8325-0658065BDE97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C48F1F-3CC5-4A21-808A-BA4E47E1981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58E7F-5604-47CA-BD5C-39F3FE19F0C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8E78E-A733-4C0E-920F-0F8BAE1736E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모님 점검)">
  <a:themeElements>
    <a:clrScheme name="보험 보장 점검 발표자료(부모님 점검)">
      <a:dk1>
        <a:srgbClr val="2B2724"/>
      </a:dk1>
      <a:lt1>
        <a:srgbClr val="FFFFFF"/>
      </a:lt1>
      <a:dk2>
        <a:srgbClr val="644C3A"/>
      </a:dk2>
      <a:lt2>
        <a:srgbClr val="F5EEE2"/>
      </a:lt2>
      <a:accent1>
        <a:srgbClr val="CFAE7C"/>
      </a:accent1>
      <a:accent2>
        <a:srgbClr val="BE8983"/>
      </a:accent2>
      <a:accent3>
        <a:srgbClr val="4E412C"/>
      </a:accent3>
      <a:accent4>
        <a:srgbClr val="F0E2CB"/>
      </a:accent4>
      <a:accent5>
        <a:srgbClr val="BAE0A3"/>
      </a:accent5>
      <a:accent6>
        <a:srgbClr val="E6BCC7"/>
      </a:accent6>
      <a:hlink>
        <a:srgbClr val="644C3A"/>
      </a:hlink>
      <a:folHlink>
        <a:srgbClr val="4E412C"/>
      </a:folHlink>
    </a:clrScheme>
    <a:fontScheme name="보험 보장 점검 발표자료(부모님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>보험 가입 내용 정리 양식 · 부모님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