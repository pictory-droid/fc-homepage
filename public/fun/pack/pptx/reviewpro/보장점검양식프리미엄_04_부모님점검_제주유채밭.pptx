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BB34265-8349-4B5D-B933-D5CC2F98CE7C}">
          <p14:sldIdLst>
            <p14:sldId id="256"/>
          </p14:sldIdLst>
        </p14:section>
        <p14:section name="본문" id="{280A203D-C185-49E4-AE7E-617121F212A1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FC9145F-F623-451F-826D-75AAA77D3CE5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Donut 4"/>
            <p:cNvSpPr/>
            <p:nvPr/>
          </p:nvSpPr>
          <p:spPr>
            <a:xfrm>
              <a:off x="11208715" y="7543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2CF6534-BE3B-4625-862D-C220F6E0504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Donut 4"/>
            <p:cNvSpPr/>
            <p:nvPr/>
          </p:nvSpPr>
          <p:spPr>
            <a:xfrm>
              <a:off x="11208715" y="7543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2537C8F-C9A1-4B21-9F42-BEADA841153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Donut 6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유채꽃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INSURANCE CHECK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부모님 증권부터 먼저 찾아봅니다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8E7EC-D988-443E-A502-121DD1CE81C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64500-C54A-4175-96B4-DEF53059D03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DC15-C880-44B3-93E6-633F8F38D26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5467-F255-4A94-8962-23D131FEE5F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9946-4C50-413E-BE4C-B1681D1E557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2B2724"/>
      </a:dk1>
      <a:lt1>
        <a:srgbClr val="FFFFFF"/>
      </a:lt1>
      <a:dk2>
        <a:srgbClr val="64573A"/>
      </a:dk2>
      <a:lt2>
        <a:srgbClr val="F9F6E4"/>
      </a:lt2>
      <a:accent1>
        <a:srgbClr val="D8CB73"/>
      </a:accent1>
      <a:accent2>
        <a:srgbClr val="C5977C"/>
      </a:accent2>
      <a:accent3>
        <a:srgbClr val="4E4A2C"/>
      </a:accent3>
      <a:accent4>
        <a:srgbClr val="F4EEC7"/>
      </a:accent4>
      <a:accent5>
        <a:srgbClr val="A9E0A3"/>
      </a:accent5>
      <a:accent6>
        <a:srgbClr val="E6BCBC"/>
      </a:accent6>
      <a:hlink>
        <a:srgbClr val="64573A"/>
      </a:hlink>
      <a:folHlink>
        <a:srgbClr val="4E4A2C"/>
      </a:folHlink>
    </a:clrScheme>
    <a:fontScheme name="보험 보장 점검 발표자료(부모님 점검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