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BDD145A-EA48-4DF5-8205-7A85A2A2E442}">
          <p14:sldIdLst>
            <p14:sldId id="256"/>
          </p14:sldIdLst>
        </p14:section>
        <p14:section name="본문" id="{BB7C58C4-6F0E-4DD7-AE31-5B20DFA4CB6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7D63152-5D53-42A5-BCA9-1D22A87EDFDE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C0924E-E59E-4EDD-81F5-A12C1331B0A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8ECC98-6892-45D7-AEAF-EA19D5B3B63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감나무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자녀 학교와 나이도 함께 적어 둡니다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60F04-0BCF-45FF-B09F-8BEC1620415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D6FA-39EB-4147-AC87-45744BE7AE5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7C31-C52A-4A96-8887-BB3A71D3331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758B-A14C-449D-AE3E-9A3D6973F17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4DC79-222E-4E3A-82F7-05C8DD02152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