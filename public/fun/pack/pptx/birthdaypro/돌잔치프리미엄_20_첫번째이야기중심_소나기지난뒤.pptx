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2630D00-2C10-4776-84C2-2E24C6060118}">
          <p14:sldIdLst>
            <p14:sldId id="256"/>
          </p14:sldIdLst>
        </p14:section>
        <p14:section name="본문" id="{376326A9-48C2-4171-A8B8-4740F85D4D4D}">
          <p14:sldIdLst>
            <p14:sldId id="257"/>
            <p14:sldId id="258"/>
            <p14:sldId id="259"/>
            <p14:sldId id="260"/>
          </p14:sldIdLst>
        </p14:section>
        <p14:section name="마무리" id="{36D33638-91A4-4644-9649-C8D55C981ECC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F810D26-EE3D-40AD-8217-2D0C8883358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1BC3D1B1-1C4D-4983-AC25-3AEEE2A0CA8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12F17D4-CDD0-4051-B076-88D8F69413D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7" name="Isosceles Triangle 6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이름을 지어 놓고 며칠을 불러 봤습니다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DCB2-E242-4CC1-B20D-352E2E2F9C57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B75C9-933C-427C-BB78-D120FF27396D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임신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출산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만남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집으로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414A5-5925-4042-ABA1-312248BDF8AF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7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1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5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BE9FB-5E6A-4F47-88A5-54581E0C298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3A3A64"/>
      </a:dk2>
      <a:lt2>
        <a:srgbClr val="DEF5F9"/>
      </a:lt2>
      <a:accent1>
        <a:srgbClr val="7ED1E2"/>
      </a:accent1>
      <a:accent2>
        <a:srgbClr val="CF869F"/>
      </a:accent2>
      <a:accent3>
        <a:srgbClr val="2C494E"/>
      </a:accent3>
      <a:accent4>
        <a:srgbClr val="C5EFF7"/>
      </a:accent4>
      <a:accent5>
        <a:srgbClr val="AFA3E0"/>
      </a:accent5>
      <a:accent6>
        <a:srgbClr val="BCE6C9"/>
      </a:accent6>
      <a:hlink>
        <a:srgbClr val="3A3A64"/>
      </a:hlink>
      <a:folHlink>
        <a:srgbClr val="2C494E"/>
      </a:folHlink>
    </a:clrScheme>
    <a:fontScheme name="돌잔치 슬라이드(첫 번째 이야기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