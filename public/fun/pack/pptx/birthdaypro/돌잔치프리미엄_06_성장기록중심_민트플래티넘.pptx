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D026EF6-53E8-4498-AB1F-84CCA3EF2179}">
          <p14:sldIdLst>
            <p14:sldId id="256"/>
          </p14:sldIdLst>
        </p14:section>
        <p14:section name="본문" id="{D603A8DA-496B-4D23-972E-42F87CB0CCB6}">
          <p14:sldIdLst>
            <p14:sldId id="257"/>
            <p14:sldId id="258"/>
            <p14:sldId id="259"/>
            <p14:sldId id="260"/>
          </p14:sldIdLst>
        </p14:section>
        <p14:section name="마무리" id="{9045FC21-A9AB-496D-B805-65F0535C81B6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키(cm)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3개월</c:v>
                </c:pt>
                <c:pt idx="1">
                  <c:v>6개월</c:v>
                </c:pt>
                <c:pt idx="2">
                  <c:v>9개월</c:v>
                </c:pt>
                <c:pt idx="3">
                  <c:v>12개월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68</c:v>
                </c:pt>
                <c:pt idx="2">
                  <c:v>73</c:v>
                </c:pt>
                <c:pt idx="3">
                  <c:v>76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6DADA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1B9B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sp>
        <p:nvSpPr>
          <p:cNvPr id="6" name="Oval 5"/>
          <p:cNvSpPr/>
          <p:nvPr/>
        </p:nvSpPr>
        <p:spPr>
          <a:xfrm>
            <a:off x="8716975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38690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565538" y="3355848"/>
            <a:ext cx="146304" cy="146304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96938F2-8AE9-4E72-BB5F-D5144AB7AECB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sp>
        <p:nvSpPr>
          <p:cNvPr id="6" name="Oval 5"/>
          <p:cNvSpPr/>
          <p:nvPr/>
        </p:nvSpPr>
        <p:spPr>
          <a:xfrm>
            <a:off x="8716975" y="137159"/>
            <a:ext cx="6583680" cy="658368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38690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565538" y="335584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49651F29-8096-465A-92CA-EF9F737E2B6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DA760D4-DBB6-4A7A-9C3A-67C5DBD11987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MINT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뒤집고, 기고, 일어서기까지 일 년이 걸렸습니다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65EC4-0C9A-4412-8D1D-C10C1DBA7AF9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 성장 기록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6A08-9D54-4E02-9935-77EEC7AF2569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054291" cy="2788920"/>
            <a:chOff x="777240" y="3246120"/>
            <a:chExt cx="2054291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1개월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눈을 맞춘 날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2922971" y="3246120"/>
            <a:ext cx="2054291" cy="2788920"/>
            <a:chOff x="2922971" y="3246120"/>
            <a:chExt cx="2054291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2922971" y="3246120"/>
              <a:ext cx="2054291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3개월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2968691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웃은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2968691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5068702" y="3246120"/>
            <a:ext cx="2054291" cy="2788920"/>
            <a:chOff x="5068702" y="3246120"/>
            <a:chExt cx="2054291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5068702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6개월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5114422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뒤집기 성공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5114422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7214433" y="3246120"/>
            <a:ext cx="2054291" cy="2788920"/>
            <a:chOff x="7214433" y="3246120"/>
            <a:chExt cx="2054291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7214433" y="3246120"/>
              <a:ext cx="2054291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9개월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7260153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이유식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7260153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5"/>
          <p:cNvGrpSpPr/>
          <p:nvPr/>
        </p:nvGrpSpPr>
        <p:grpSpPr>
          <a:xfrm>
            <a:off x="9360164" y="3246120"/>
            <a:ext cx="2054291" cy="2788920"/>
            <a:chOff x="9360164" y="3246120"/>
            <a:chExt cx="2054291" cy="2788920"/>
          </a:xfrm>
        </p:grpSpPr>
        <p:sp>
          <p:nvSpPr>
            <p:cNvPr id="22" name="단계 화살표"/>
            <p:cNvSpPr/>
            <p:nvPr/>
          </p:nvSpPr>
          <p:spPr>
            <a:xfrm>
              <a:off x="9360164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12개월</a:t>
              </a:r>
            </a:p>
          </p:txBody>
        </p:sp>
        <p:sp>
          <p:nvSpPr>
            <p:cNvPr id="23" name="제목"/>
            <p:cNvSpPr txBox="1"/>
            <p:nvPr/>
          </p:nvSpPr>
          <p:spPr>
            <a:xfrm>
              <a:off x="9405884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걸음</a:t>
              </a:r>
            </a:p>
          </p:txBody>
        </p:sp>
        <p:sp>
          <p:nvSpPr>
            <p:cNvPr id="24" name="내용"/>
            <p:cNvSpPr txBox="1"/>
            <p:nvPr/>
          </p:nvSpPr>
          <p:spPr>
            <a:xfrm>
              <a:off x="9405884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키와 몸무게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1EB34-DDE5-4A0C-9A41-853624635F2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10728655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351215" y="18288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 — 차트를 우클릭해 고치세요</a:t>
            </a: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4D712-F528-4B85-8146-D4EF730EF6A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MINT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성장 기록 중심)">
  <a:themeElements>
    <a:clrScheme name="돌잔치 슬라이드(성장 기록 중심)">
      <a:dk1>
        <a:srgbClr val="374846"/>
      </a:dk1>
      <a:lt1>
        <a:srgbClr val="FBFCFC"/>
      </a:lt1>
      <a:dk2>
        <a:srgbClr val="22413D"/>
      </a:dk2>
      <a:lt2>
        <a:srgbClr val="F0F6F4"/>
      </a:lt2>
      <a:accent1>
        <a:srgbClr val="6E9C92"/>
      </a:accent1>
      <a:accent2>
        <a:srgbClr val="A2ADB3"/>
      </a:accent2>
      <a:accent3>
        <a:srgbClr val="465957"/>
      </a:accent3>
      <a:accent4>
        <a:srgbClr val="D6E4E0"/>
      </a:accent4>
      <a:accent5>
        <a:srgbClr val="BCC5C4"/>
      </a:accent5>
      <a:accent6>
        <a:srgbClr val="C5CED0"/>
      </a:accent6>
      <a:hlink>
        <a:srgbClr val="22413D"/>
      </a:hlink>
      <a:folHlink>
        <a:srgbClr val="465957"/>
      </a:folHlink>
    </a:clrScheme>
    <a:fontScheme name="돌잔치 슬라이드(성장 기록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>돌잔치 슬라이드 · 성장 기록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