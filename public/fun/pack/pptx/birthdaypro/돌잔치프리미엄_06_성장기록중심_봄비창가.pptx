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DE01A1C-EC0A-4057-8F05-A0A9D3E4A469}">
          <p14:sldIdLst>
            <p14:sldId id="256"/>
          </p14:sldIdLst>
        </p14:section>
        <p14:section name="본문" id="{661B8F9A-CD2B-4E75-BFA5-5E9C9E3EAD6D}">
          <p14:sldIdLst>
            <p14:sldId id="257"/>
            <p14:sldId id="258"/>
            <p14:sldId id="259"/>
            <p14:sldId id="260"/>
          </p14:sldIdLst>
        </p14:section>
        <p14:section name="마무리" id="{5DD9B67B-A243-4DE1-9920-B3B9459E2C3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A63A3B9-B3C6-4E83-A3E0-2FE1799E73C7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3554A48-5563-45AC-AC8B-871B786252E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70331F4-9A72-4AC7-9F22-25145F76D7E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뒤집고, 기고, 일어서기까지 일 년이 걸렸습니다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3F2CE-A79C-4054-B748-630642B4F75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1AEB-1350-44AB-B776-D745448D7CB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0D29-5D50-4466-9A39-465AE847AE7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6AFD-A6D2-4447-9FE6-C15982CBF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453A64"/>
      </a:dk2>
      <a:lt2>
        <a:srgbClr val="E4F0F9"/>
      </a:lt2>
      <a:accent1>
        <a:srgbClr val="73AED8"/>
      </a:accent1>
      <a:accent2>
        <a:srgbClr val="C57C82"/>
      </a:accent2>
      <a:accent3>
        <a:srgbClr val="2C404E"/>
      </a:accent3>
      <a:accent4>
        <a:srgbClr val="C7E2F4"/>
      </a:accent4>
      <a:accent5>
        <a:srgbClr val="BFA3E0"/>
      </a:accent5>
      <a:accent6>
        <a:srgbClr val="BCE6D3"/>
      </a:accent6>
      <a:hlink>
        <a:srgbClr val="453A64"/>
      </a:hlink>
      <a:folHlink>
        <a:srgbClr val="2C404E"/>
      </a:folHlink>
    </a:clrScheme>
    <a:fontScheme name="돌잔치 슬라이드(성장 기록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