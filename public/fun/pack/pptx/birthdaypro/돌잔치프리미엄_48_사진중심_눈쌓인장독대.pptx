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FEB736C-5641-4BA8-8E97-CB47B7DD6936}">
          <p14:sldIdLst>
            <p14:sldId id="256"/>
          </p14:sldIdLst>
        </p14:section>
        <p14:section name="본문" id="{4B9446A2-B8FD-4F53-ACD6-53F8B5ED9C73}">
          <p14:sldIdLst>
            <p14:sldId id="257"/>
            <p14:sldId id="258"/>
            <p14:sldId id="259"/>
            <p14:sldId id="260"/>
          </p14:sldIdLst>
        </p14:section>
        <p14:section name="마무리" id="{8CABB707-6F43-4913-A6E1-DDA8B0E24C2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E710A8F-9C57-4F8C-835F-970BF6F85C9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F9D9015-AD07-4EA9-A9DB-2CC02502D06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DE66C729-8C09-4E2B-8997-0735A49CC58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올해 찍은 사진 중 열두 장입니다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420E8-BC8A-4A9F-8B7D-098D1522A094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16E3-9B00-4E87-BB63-3F0CBE3EF1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9534-81E3-422D-9244-F8E15684A43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6C7E8-0585-4F0D-9F8B-19F53481B75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563A64"/>
      </a:dk2>
      <a:lt2>
        <a:srgbClr val="EBEFF7"/>
      </a:lt2>
      <a:accent1>
        <a:srgbClr val="89A0CC"/>
      </a:accent1>
      <a:accent2>
        <a:srgbClr val="BDAD8F"/>
      </a:accent2>
      <a:accent3>
        <a:srgbClr val="2C374E"/>
      </a:accent3>
      <a:accent4>
        <a:srgbClr val="CED9EE"/>
      </a:accent4>
      <a:accent5>
        <a:srgbClr val="CEA3E0"/>
      </a:accent5>
      <a:accent6>
        <a:srgbClr val="BCE6DD"/>
      </a:accent6>
      <a:hlink>
        <a:srgbClr val="563A64"/>
      </a:hlink>
      <a:folHlink>
        <a:srgbClr val="2C374E"/>
      </a:folHlink>
    </a:clrScheme>
    <a:fontScheme name="돌잔치 슬라이드(사진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