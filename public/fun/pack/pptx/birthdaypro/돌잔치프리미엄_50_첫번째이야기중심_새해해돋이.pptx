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422662D-CB35-46AB-AEA9-8823049B6BAF}">
          <p14:sldIdLst>
            <p14:sldId id="256"/>
          </p14:sldIdLst>
        </p14:section>
        <p14:section name="본문" id="{E96E3B9A-A1B8-42A5-8A4E-A1ABDC55F17C}">
          <p14:sldIdLst>
            <p14:sldId id="257"/>
            <p14:sldId id="258"/>
            <p14:sldId id="259"/>
            <p14:sldId id="260"/>
          </p14:sldIdLst>
        </p14:section>
        <p14:section name="마무리" id="{63D6CB34-4AEA-4949-848D-9A358177C2BA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A1C6BB5-CDF3-4B0C-8CEB-20E57390DC76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4-Point Star 3"/>
            <p:cNvSpPr/>
            <p:nvPr/>
          </p:nvSpPr>
          <p:spPr>
            <a:xfrm>
              <a:off x="571500" y="6240780"/>
              <a:ext cx="320040" cy="32004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4-Point Star 5"/>
            <p:cNvSpPr/>
            <p:nvPr/>
          </p:nvSpPr>
          <p:spPr>
            <a:xfrm>
              <a:off x="11300155" y="6240780"/>
              <a:ext cx="320040" cy="32004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B13E592-A64D-49A2-8769-B7812AAEC83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4-Point Star 3"/>
            <p:cNvSpPr/>
            <p:nvPr/>
          </p:nvSpPr>
          <p:spPr>
            <a:xfrm>
              <a:off x="571500" y="6240780"/>
              <a:ext cx="320040" cy="32004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4-Point Star 5"/>
            <p:cNvSpPr/>
            <p:nvPr/>
          </p:nvSpPr>
          <p:spPr>
            <a:xfrm>
              <a:off x="11300155" y="6240780"/>
              <a:ext cx="320040" cy="32004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A6116F0-354B-4279-A7CF-88D59B151AB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새해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일 년 전 오늘 태어났습니다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76225-3839-4913-9AE8-3F836AF8338E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0BB79-F4AB-4320-ABBE-E57BE62C5CB1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임신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출산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만남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집으로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B4B4E-21E7-4469-B5E8-3770EF87C02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1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6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0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1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sp>
          <p:nvSpPr>
            <p:cNvPr id="24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CEE4-CE7C-4A69-A3B0-DD3FF5207B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새해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2B2724"/>
      </a:dk1>
      <a:lt1>
        <a:srgbClr val="FFFFFF"/>
      </a:lt1>
      <a:dk2>
        <a:srgbClr val="64523A"/>
      </a:dk2>
      <a:lt2>
        <a:srgbClr val="F7F0EB"/>
      </a:lt2>
      <a:accent1>
        <a:srgbClr val="CCA489"/>
      </a:accent1>
      <a:accent2>
        <a:srgbClr val="BDB88F"/>
      </a:accent2>
      <a:accent3>
        <a:srgbClr val="4E3A2C"/>
      </a:accent3>
      <a:accent4>
        <a:srgbClr val="EEDBCE"/>
      </a:accent4>
      <a:accent5>
        <a:srgbClr val="C6E0A3"/>
      </a:accent5>
      <a:accent6>
        <a:srgbClr val="E6BCD0"/>
      </a:accent6>
      <a:hlink>
        <a:srgbClr val="64523A"/>
      </a:hlink>
      <a:folHlink>
        <a:srgbClr val="4E3A2C"/>
      </a:folHlink>
    </a:clrScheme>
    <a:fontScheme name="돌잔치 슬라이드(첫 번째 이야기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