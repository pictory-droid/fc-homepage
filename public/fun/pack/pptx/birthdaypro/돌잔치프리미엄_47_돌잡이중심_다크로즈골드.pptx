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63D457F-C86B-4B6D-A166-29D9F3594E06}">
          <p14:sldIdLst>
            <p14:sldId id="256"/>
          </p14:sldIdLst>
        </p14:section>
        <p14:section name="본문" id="{1B5FB5CD-BE15-4CDD-9791-4949A3A72754}">
          <p14:sldIdLst>
            <p14:sldId id="257"/>
            <p14:sldId id="258"/>
            <p14:sldId id="259"/>
            <p14:sldId id="260"/>
          </p14:sldIdLst>
        </p14:section>
        <p14:section name="마무리" id="{741D3C4D-DBD0-4013-901D-FEDB149D13ED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BF5F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BF5F4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4AEEB54-52EB-4AB2-8758-7BADD6822C70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BF5F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BF5F4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330D6C9-0A39-4B82-8AF6-320054EF211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5FF233F2-99B5-482F-8E20-8FABA4A2E2D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돌잡이는 아기 마음대로입니다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0A866-715A-4399-B809-3432EDF82DD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3B06-4A56-470C-9943-98C0843C7E5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3482263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665143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6233007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15887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8983751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166631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C6A9-A386-4260-8779-7A9937A5E07B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5669280" y="1828800"/>
            <a:ext cx="579089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79B60-0A09-470E-AA0E-822ED7B5F7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FBF5F4"/>
      </a:dk1>
      <a:lt1>
        <a:srgbClr val="291F22"/>
      </a:lt1>
      <a:dk2>
        <a:srgbClr val="F1DDD6"/>
      </a:dk2>
      <a:lt2>
        <a:srgbClr val="1C1517"/>
      </a:lt2>
      <a:accent1>
        <a:srgbClr val="D49A8A"/>
      </a:accent1>
      <a:accent2>
        <a:srgbClr val="9E7B84"/>
      </a:accent2>
      <a:accent3>
        <a:srgbClr val="110D0E"/>
      </a:accent3>
      <a:accent4>
        <a:srgbClr val="392B2F"/>
      </a:accent4>
      <a:accent5>
        <a:srgbClr val="E0AB9B"/>
      </a:accent5>
      <a:accent6>
        <a:srgbClr val="775C63"/>
      </a:accent6>
      <a:hlink>
        <a:srgbClr val="F1DDD6"/>
      </a:hlink>
      <a:folHlink>
        <a:srgbClr val="110D0E"/>
      </a:folHlink>
    </a:clrScheme>
    <a:fontScheme name="돌잔치 슬라이드(돌잡이 중심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