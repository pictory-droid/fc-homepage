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FBFC737-88BA-4398-BDD9-36A09B691B06}">
          <p14:sldIdLst>
            <p14:sldId id="256"/>
          </p14:sldIdLst>
        </p14:section>
        <p14:section name="본문" id="{B540B77B-5C06-4DDF-8404-9BB910087BFC}">
          <p14:sldIdLst>
            <p14:sldId id="257"/>
            <p14:sldId id="258"/>
            <p14:sldId id="259"/>
            <p14:sldId id="260"/>
          </p14:sldIdLst>
        </p14:section>
        <p14:section name="마무리" id="{7BA5B77F-AB35-463E-A668-BF2D60B1D582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BF5F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BF5F4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7F7238B-EB0A-4742-88BA-C740B01C30D5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BF5F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BF5F4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D7656A07-7042-4B1C-B285-C39932D94DE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014CD3C1-C8C2-4EEC-BE7A-8BF67F8853A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돌잡이는 아기 마음대로입니다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B83B2-1952-4292-B650-C5362EBD3705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722F17-254D-4F39-BA1F-6AAC0EE2D0D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3482263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665143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6233007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15887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8983751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166631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A0A6A-3E37-442B-BD82-B6F93A02280F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5669280" y="1828800"/>
            <a:ext cx="579089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5FD16-7E8D-4D2B-A15B-F4DC57A090A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FBF5F4"/>
      </a:dk1>
      <a:lt1>
        <a:srgbClr val="291F22"/>
      </a:lt1>
      <a:dk2>
        <a:srgbClr val="F1DDD6"/>
      </a:dk2>
      <a:lt2>
        <a:srgbClr val="1C1517"/>
      </a:lt2>
      <a:accent1>
        <a:srgbClr val="D49A8A"/>
      </a:accent1>
      <a:accent2>
        <a:srgbClr val="9E7B84"/>
      </a:accent2>
      <a:accent3>
        <a:srgbClr val="110D0E"/>
      </a:accent3>
      <a:accent4>
        <a:srgbClr val="392B2F"/>
      </a:accent4>
      <a:accent5>
        <a:srgbClr val="E0AB9B"/>
      </a:accent5>
      <a:accent6>
        <a:srgbClr val="775C63"/>
      </a:accent6>
      <a:hlink>
        <a:srgbClr val="F1DDD6"/>
      </a:hlink>
      <a:folHlink>
        <a:srgbClr val="110D0E"/>
      </a:folHlink>
    </a:clrScheme>
    <a:fontScheme name="돌잔치 슬라이드(돌잡이 중심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