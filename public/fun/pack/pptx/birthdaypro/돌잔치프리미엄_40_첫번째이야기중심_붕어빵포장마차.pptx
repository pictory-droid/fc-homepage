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36FAD8D6-6CBE-4E68-9A48-8FBD42289C96}">
          <p14:sldIdLst>
            <p14:sldId id="256"/>
          </p14:sldIdLst>
        </p14:section>
        <p14:section name="본문" id="{1E52E00C-67F0-44EB-BD87-ED0B1C86F7C9}">
          <p14:sldIdLst>
            <p14:sldId id="257"/>
            <p14:sldId id="258"/>
            <p14:sldId id="259"/>
            <p14:sldId id="260"/>
          </p14:sldIdLst>
        </p14:section>
        <p14:section name="마무리" id="{C0D3E12B-6D30-4949-B7B8-F78A5260FBF6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wave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7443033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뒤 아치"/>
          <p:cNvSpPr/>
          <p:nvPr/>
        </p:nvSpPr>
        <p:spPr>
          <a:xfrm>
            <a:off x="6857817" y="1097280"/>
            <a:ext cx="3657508" cy="521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7315017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7443033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10561045" y="4983480"/>
            <a:ext cx="822960" cy="822960"/>
          </a:xfrm>
          <a:prstGeom prst="ellipse">
            <a:avLst/>
          </a:prstGeom>
          <a:solidFill>
            <a:schemeClr val="accent2">
              <a:alpha val="88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wave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91D1D0E2-13D4-4852-8357-9F90BFC944ED}" type="slidenum">
              <a:rPr lang="en-US"/>
              <a:t>‹#›</a:t>
            </a:fld>
          </a:p>
        </p:txBody>
      </p:sp>
      <p:cxnSp>
        <p:nvCxnSpPr>
          <p:cNvPr id="2" name="제목 밑줄"/>
          <p:cNvCxnSpPr/>
          <p:nvPr/>
        </p:nvCxnSpPr>
        <p:spPr>
          <a:xfrm>
            <a:off x="5547207" y="1481328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5958687" y="1344168"/>
            <a:ext cx="274320" cy="274320"/>
            <a:chOff x="5958687" y="1344168"/>
            <a:chExt cx="274320" cy="274320"/>
          </a:xfrm>
        </p:grpSpPr>
        <p:sp>
          <p:nvSpPr>
            <p:cNvPr id="4" name="Donut 3"/>
            <p:cNvSpPr/>
            <p:nvPr/>
          </p:nvSpPr>
          <p:spPr>
            <a:xfrm>
              <a:off x="5958687" y="1344168"/>
              <a:ext cx="274320" cy="274320"/>
            </a:xfrm>
            <a:prstGeom prst="donut">
              <a:avLst>
                <a:gd name="adj" fmla="val 22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7443033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뒤 아치"/>
          <p:cNvSpPr/>
          <p:nvPr/>
        </p:nvSpPr>
        <p:spPr>
          <a:xfrm>
            <a:off x="6857817" y="1097280"/>
            <a:ext cx="3657508" cy="521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7315017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7443033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10561045" y="4983480"/>
            <a:ext cx="822960" cy="822960"/>
          </a:xfrm>
          <a:prstGeom prst="ellipse">
            <a:avLst/>
          </a:prstGeom>
          <a:solidFill>
            <a:schemeClr val="accent2">
              <a:alpha val="88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wave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93B45267-C184-4D65-9633-1EB6E4CE723E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제목 밑줄"/>
          <p:cNvCxnSpPr/>
          <p:nvPr/>
        </p:nvCxnSpPr>
        <p:spPr>
          <a:xfrm>
            <a:off x="5547207" y="1481328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5958687" y="1344168"/>
            <a:ext cx="274320" cy="274320"/>
            <a:chOff x="5958687" y="1344168"/>
            <a:chExt cx="274320" cy="274320"/>
          </a:xfrm>
        </p:grpSpPr>
        <p:sp>
          <p:nvSpPr>
            <p:cNvPr id="4" name="Donut 3"/>
            <p:cNvSpPr/>
            <p:nvPr/>
          </p:nvSpPr>
          <p:spPr>
            <a:xfrm>
              <a:off x="5958687" y="1344168"/>
              <a:ext cx="274320" cy="274320"/>
            </a:xfrm>
            <a:prstGeom prst="donut">
              <a:avLst>
                <a:gd name="adj" fmla="val 22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wave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2A736F9F-4021-4344-BDF2-E1741D33795E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Donut 5"/>
            <p:cNvSpPr/>
            <p:nvPr/>
          </p:nvSpPr>
          <p:spPr>
            <a:xfrm>
              <a:off x="5821527" y="5212080"/>
              <a:ext cx="548640" cy="548640"/>
            </a:xfrm>
            <a:prstGeom prst="donut">
              <a:avLst>
                <a:gd name="adj" fmla="val 22000"/>
              </a:avLst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FIRST BIRTHDAY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처음 이름을 불렀을 때 돌아본 날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0000. 00. 00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79B3C-FDCD-4326-9AE0-00246A4429BF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태어난 날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393B5-63BA-4163-A15B-902077D1ADBE}" type="slidenum">
              <a:rPr lang="en-US"/>
              <a:t>‹#›</a:t>
            </a:fld>
            <a:endParaRPr lang="en-US"/>
          </a:p>
        </p:txBody>
      </p:sp>
      <p:grpSp>
        <p:nvGrpSpPr>
          <p:cNvPr id="5" name="때 1"/>
          <p:cNvGrpSpPr/>
          <p:nvPr/>
        </p:nvGrpSpPr>
        <p:grpSpPr>
          <a:xfrm>
            <a:off x="777240" y="3246120"/>
            <a:ext cx="2590723" cy="2788920"/>
            <a:chOff x="777240" y="3246120"/>
            <a:chExt cx="2590723" cy="2788920"/>
          </a:xfrm>
        </p:grpSpPr>
        <p:sp>
          <p:nvSpPr>
            <p:cNvPr id="6" name="단계 화살표"/>
            <p:cNvSpPr/>
            <p:nvPr/>
          </p:nvSpPr>
          <p:spPr>
            <a:xfrm>
              <a:off x="777240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임신</a:t>
              </a:r>
            </a:p>
          </p:txBody>
        </p:sp>
        <p:sp>
          <p:nvSpPr>
            <p:cNvPr id="7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소식을 들은 날</a:t>
              </a:r>
            </a:p>
          </p:txBody>
        </p:sp>
        <p:sp>
          <p:nvSpPr>
            <p:cNvPr id="8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9" name="때 2"/>
          <p:cNvGrpSpPr/>
          <p:nvPr/>
        </p:nvGrpSpPr>
        <p:grpSpPr>
          <a:xfrm>
            <a:off x="3459403" y="3246120"/>
            <a:ext cx="2590723" cy="2788920"/>
            <a:chOff x="3459403" y="3246120"/>
            <a:chExt cx="2590723" cy="2788920"/>
          </a:xfrm>
        </p:grpSpPr>
        <p:sp>
          <p:nvSpPr>
            <p:cNvPr id="10" name="단계 화살표"/>
            <p:cNvSpPr/>
            <p:nvPr/>
          </p:nvSpPr>
          <p:spPr>
            <a:xfrm>
              <a:off x="3459403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출산</a:t>
              </a:r>
            </a:p>
          </p:txBody>
        </p:sp>
        <p:sp>
          <p:nvSpPr>
            <p:cNvPr id="11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태어난 날</a:t>
              </a:r>
            </a:p>
          </p:txBody>
        </p:sp>
        <p:sp>
          <p:nvSpPr>
            <p:cNvPr id="12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3" name="때 3"/>
          <p:cNvGrpSpPr/>
          <p:nvPr/>
        </p:nvGrpSpPr>
        <p:grpSpPr>
          <a:xfrm>
            <a:off x="6141567" y="3246120"/>
            <a:ext cx="2590723" cy="2788920"/>
            <a:chOff x="6141567" y="3246120"/>
            <a:chExt cx="2590723" cy="2788920"/>
          </a:xfrm>
        </p:grpSpPr>
        <p:sp>
          <p:nvSpPr>
            <p:cNvPr id="14" name="단계 화살표"/>
            <p:cNvSpPr/>
            <p:nvPr/>
          </p:nvSpPr>
          <p:spPr>
            <a:xfrm>
              <a:off x="6141567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첫 만남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품에 안은 순간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7" name="때 4"/>
          <p:cNvGrpSpPr/>
          <p:nvPr/>
        </p:nvGrpSpPr>
        <p:grpSpPr>
          <a:xfrm>
            <a:off x="8823731" y="3246120"/>
            <a:ext cx="2590723" cy="2788920"/>
            <a:chOff x="8823731" y="3246120"/>
            <a:chExt cx="2590723" cy="2788920"/>
          </a:xfrm>
        </p:grpSpPr>
        <p:sp>
          <p:nvSpPr>
            <p:cNvPr id="18" name="단계 화살표"/>
            <p:cNvSpPr/>
            <p:nvPr/>
          </p:nvSpPr>
          <p:spPr>
            <a:xfrm>
              <a:off x="8823731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집으로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함께 돌아온 날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첫 번째 순간들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6A5D8-378A-4BAD-9343-0060AE58FFBE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2476423" cy="3566160"/>
            <a:chOff x="731520" y="1828800"/>
            <a:chExt cx="2476423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2476423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웃음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언제였나요?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3482263" y="1828800"/>
            <a:ext cx="2476423" cy="3566160"/>
            <a:chOff x="3482263" y="1828800"/>
            <a:chExt cx="2476423" cy="3566160"/>
          </a:xfrm>
        </p:grpSpPr>
        <p:sp>
          <p:nvSpPr>
            <p:cNvPr id="11" name="카드 바탕"/>
            <p:cNvSpPr/>
            <p:nvPr/>
          </p:nvSpPr>
          <p:spPr>
            <a:xfrm>
              <a:off x="3482263" y="1828800"/>
              <a:ext cx="2476423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3710863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3665143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뒤집기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3665143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언제였나요?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6233007" y="1828800"/>
            <a:ext cx="2476423" cy="3566160"/>
            <a:chOff x="6233007" y="1828800"/>
            <a:chExt cx="2476423" cy="3566160"/>
          </a:xfrm>
        </p:grpSpPr>
        <p:sp>
          <p:nvSpPr>
            <p:cNvPr id="16" name="카드 바탕"/>
            <p:cNvSpPr/>
            <p:nvPr/>
          </p:nvSpPr>
          <p:spPr>
            <a:xfrm>
              <a:off x="6233007" y="1828800"/>
              <a:ext cx="2476423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6461607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6415887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이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6415887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언제였나요?</a:t>
              </a:r>
            </a:p>
          </p:txBody>
        </p:sp>
      </p:grpSp>
      <p:grpSp>
        <p:nvGrpSpPr>
          <p:cNvPr id="20" name="카드 4"/>
          <p:cNvGrpSpPr/>
          <p:nvPr/>
        </p:nvGrpSpPr>
        <p:grpSpPr>
          <a:xfrm>
            <a:off x="8983751" y="1828800"/>
            <a:ext cx="2476423" cy="3566160"/>
            <a:chOff x="8983751" y="1828800"/>
            <a:chExt cx="2476423" cy="3566160"/>
          </a:xfrm>
        </p:grpSpPr>
        <p:sp>
          <p:nvSpPr>
            <p:cNvPr id="21" name="카드 바탕"/>
            <p:cNvSpPr/>
            <p:nvPr/>
          </p:nvSpPr>
          <p:spPr>
            <a:xfrm>
              <a:off x="8983751" y="1828800"/>
              <a:ext cx="2476423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4"/>
            <p:cNvSpPr/>
            <p:nvPr/>
          </p:nvSpPr>
          <p:spPr>
            <a:xfrm>
              <a:off x="9212351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23" name="카드 제목"/>
            <p:cNvSpPr txBox="1"/>
            <p:nvPr/>
          </p:nvSpPr>
          <p:spPr>
            <a:xfrm>
              <a:off x="9166631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걸음</a:t>
              </a:r>
            </a:p>
          </p:txBody>
        </p:sp>
        <p:sp>
          <p:nvSpPr>
            <p:cNvPr id="24" name="카드 내용"/>
            <p:cNvSpPr txBox="1"/>
            <p:nvPr/>
          </p:nvSpPr>
          <p:spPr>
            <a:xfrm>
              <a:off x="9166631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언제였나요?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2DEEB-1A14-4966-8E96-E80B09FD16B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FIRST BIRTHDAY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첫 번째 이야기 중심)">
  <a:themeElements>
    <a:clrScheme name="돌잔치 슬라이드(첫 번째 이야기 중심)">
      <a:dk1>
        <a:srgbClr val="2B2724"/>
      </a:dk1>
      <a:lt1>
        <a:srgbClr val="FFFFFF"/>
      </a:lt1>
      <a:dk2>
        <a:srgbClr val="644B3A"/>
      </a:dk2>
      <a:lt2>
        <a:srgbClr val="F7F2EB"/>
      </a:lt2>
      <a:accent1>
        <a:srgbClr val="CCAF89"/>
      </a:accent1>
      <a:accent2>
        <a:srgbClr val="BD928F"/>
      </a:accent2>
      <a:accent3>
        <a:srgbClr val="4E3F2C"/>
      </a:accent3>
      <a:accent4>
        <a:srgbClr val="EEE0CE"/>
      </a:accent4>
      <a:accent5>
        <a:srgbClr val="BCE0A3"/>
      </a:accent5>
      <a:accent6>
        <a:srgbClr val="E6BCC9"/>
      </a:accent6>
      <a:hlink>
        <a:srgbClr val="644B3A"/>
      </a:hlink>
      <a:folHlink>
        <a:srgbClr val="4E3F2C"/>
      </a:folHlink>
    </a:clrScheme>
    <a:fontScheme name="돌잔치 슬라이드(첫 번째 이야기 중심)">
      <a:majorFont>
        <a:latin typeface="Palatino Linotyp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슬라이드(첫 번째 이야기 중심)</dc:title>
  <dc:subject>돌잔치 슬라이드 · 첫 번째 이야기 중심</dc:subject>
  <dc:creator>우체국보험 상담 안내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