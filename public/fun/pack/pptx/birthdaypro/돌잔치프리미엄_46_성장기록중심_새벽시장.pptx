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5E10495-1116-4B12-A53F-54A47EF3B767}">
          <p14:sldIdLst>
            <p14:sldId id="256"/>
          </p14:sldIdLst>
        </p14:section>
        <p14:section name="본문" id="{33183E95-7FCA-4CD4-BEE9-B62BC48D5261}">
          <p14:sldIdLst>
            <p14:sldId id="257"/>
            <p14:sldId id="258"/>
            <p14:sldId id="259"/>
            <p14:sldId id="260"/>
          </p14:sldIdLst>
        </p14:section>
        <p14:section name="마무리" id="{99667146-C580-474A-9ECF-8CA0B177F835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68095"/>
            <a:ext cx="731520" cy="658368"/>
            <a:chOff x="1097243" y="768095"/>
            <a:chExt cx="731520" cy="658368"/>
          </a:xfrm>
        </p:grpSpPr>
        <p:sp>
          <p:nvSpPr>
            <p:cNvPr id="6" name="Heart 5"/>
            <p:cNvSpPr/>
            <p:nvPr/>
          </p:nvSpPr>
          <p:spPr>
            <a:xfrm>
              <a:off x="1097243" y="768095"/>
              <a:ext cx="731520" cy="65836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D0B3A5A-F700-4DCD-A441-4FA8DCF4278A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57884"/>
            <a:ext cx="274320" cy="246888"/>
            <a:chOff x="5958687" y="1357884"/>
            <a:chExt cx="274320" cy="246888"/>
          </a:xfrm>
        </p:grpSpPr>
        <p:sp>
          <p:nvSpPr>
            <p:cNvPr id="4" name="Heart 3"/>
            <p:cNvSpPr/>
            <p:nvPr/>
          </p:nvSpPr>
          <p:spPr>
            <a:xfrm>
              <a:off x="5958687" y="1357884"/>
              <a:ext cx="274320" cy="24688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 flipH="1"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 flipH="1"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97243" y="768095"/>
            <a:ext cx="731520" cy="658368"/>
            <a:chOff x="1097243" y="768095"/>
            <a:chExt cx="731520" cy="658368"/>
          </a:xfrm>
        </p:grpSpPr>
        <p:sp>
          <p:nvSpPr>
            <p:cNvPr id="6" name="Heart 5"/>
            <p:cNvSpPr/>
            <p:nvPr/>
          </p:nvSpPr>
          <p:spPr>
            <a:xfrm>
              <a:off x="1097243" y="768095"/>
              <a:ext cx="731520" cy="65836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99203B2-E3A7-4C37-830A-93E4F288B38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57884"/>
            <a:ext cx="274320" cy="246888"/>
            <a:chOff x="5958687" y="1357884"/>
            <a:chExt cx="274320" cy="246888"/>
          </a:xfrm>
        </p:grpSpPr>
        <p:sp>
          <p:nvSpPr>
            <p:cNvPr id="4" name="Heart 3"/>
            <p:cNvSpPr/>
            <p:nvPr/>
          </p:nvSpPr>
          <p:spPr>
            <a:xfrm>
              <a:off x="5958687" y="1357884"/>
              <a:ext cx="274320" cy="246888"/>
            </a:xfrm>
            <a:prstGeom prst="heart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6394965-00F1-421B-BFF6-9F7E7805FC8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열두 달, 잘 자라 주었습니다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39E61-5B95-4F43-9008-39328740F346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66129-CD27-4F93-9115-60631E6CD72B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279CE-DC77-4A2E-A9FA-AB0A9430134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88878-0305-46A3-990D-969FF9FB1E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493A64"/>
      </a:dk2>
      <a:lt2>
        <a:srgbClr val="EBF4F7"/>
      </a:lt2>
      <a:accent1>
        <a:srgbClr val="89BCCC"/>
      </a:accent1>
      <a:accent2>
        <a:srgbClr val="BDAA8F"/>
      </a:accent2>
      <a:accent3>
        <a:srgbClr val="2C464E"/>
      </a:accent3>
      <a:accent4>
        <a:srgbClr val="CEE6EE"/>
      </a:accent4>
      <a:accent5>
        <a:srgbClr val="B5A3E0"/>
      </a:accent5>
      <a:accent6>
        <a:srgbClr val="BCE6CC"/>
      </a:accent6>
      <a:hlink>
        <a:srgbClr val="493A64"/>
      </a:hlink>
      <a:folHlink>
        <a:srgbClr val="2C464E"/>
      </a:folHlink>
    </a:clrScheme>
    <a:fontScheme name="돌잔치 슬라이드(성장 기록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