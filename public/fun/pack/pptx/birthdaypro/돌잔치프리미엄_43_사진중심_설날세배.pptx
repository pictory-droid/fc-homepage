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6AF570A-9C79-4482-915C-9D7DE0DDB4C4}">
          <p14:sldIdLst>
            <p14:sldId id="256"/>
          </p14:sldIdLst>
        </p14:section>
        <p14:section name="본문" id="{0F301D10-098A-4A14-B8CB-79882E4860FD}">
          <p14:sldIdLst>
            <p14:sldId id="257"/>
            <p14:sldId id="258"/>
            <p14:sldId id="259"/>
            <p14:sldId id="260"/>
          </p14:sldIdLst>
        </p14:section>
        <p14:section name="마무리" id="{13F91D87-E74D-4835-B4D9-0BA717C5DE35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2675" y="1275588"/>
            <a:ext cx="428854" cy="192024"/>
            <a:chOff x="5862675" y="1275588"/>
            <a:chExt cx="428854" cy="192024"/>
          </a:xfrm>
        </p:grpSpPr>
        <p:sp>
          <p:nvSpPr>
            <p:cNvPr id="11" name="Oval 10"/>
            <p:cNvSpPr/>
            <p:nvPr/>
          </p:nvSpPr>
          <p:spPr>
            <a:xfrm>
              <a:off x="5862675" y="1275588"/>
              <a:ext cx="192024" cy="192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48298" y="1301191"/>
              <a:ext cx="140817" cy="140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201918" y="1326794"/>
              <a:ext cx="89611" cy="896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1DA4B98-73C3-4392-A66D-7E842A99DA13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5514" y="847191"/>
            <a:ext cx="300197" cy="134416"/>
            <a:chOff x="11205514" y="847191"/>
            <a:chExt cx="300197" cy="134416"/>
          </a:xfrm>
        </p:grpSpPr>
        <p:sp>
          <p:nvSpPr>
            <p:cNvPr id="5" name="Oval 4"/>
            <p:cNvSpPr/>
            <p:nvPr/>
          </p:nvSpPr>
          <p:spPr>
            <a:xfrm>
              <a:off x="11205514" y="847191"/>
              <a:ext cx="134416" cy="1344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1335451" y="865113"/>
              <a:ext cx="98572" cy="985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442984" y="883036"/>
              <a:ext cx="62727" cy="6272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2675" y="1275588"/>
            <a:ext cx="428854" cy="192024"/>
            <a:chOff x="5862675" y="1275588"/>
            <a:chExt cx="428854" cy="192024"/>
          </a:xfrm>
        </p:grpSpPr>
        <p:sp>
          <p:nvSpPr>
            <p:cNvPr id="11" name="Oval 10"/>
            <p:cNvSpPr/>
            <p:nvPr/>
          </p:nvSpPr>
          <p:spPr>
            <a:xfrm>
              <a:off x="5862675" y="1275588"/>
              <a:ext cx="192024" cy="192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48298" y="1301191"/>
              <a:ext cx="140817" cy="140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201918" y="1326794"/>
              <a:ext cx="89611" cy="896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B98F6CC-94AF-4D8A-9FCC-06A5B2161FB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5514" y="847191"/>
            <a:ext cx="300197" cy="134416"/>
            <a:chOff x="11205514" y="847191"/>
            <a:chExt cx="300197" cy="134416"/>
          </a:xfrm>
        </p:grpSpPr>
        <p:sp>
          <p:nvSpPr>
            <p:cNvPr id="5" name="Oval 4"/>
            <p:cNvSpPr/>
            <p:nvPr/>
          </p:nvSpPr>
          <p:spPr>
            <a:xfrm>
              <a:off x="11205514" y="847191"/>
              <a:ext cx="134416" cy="1344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1335451" y="865113"/>
              <a:ext cx="98572" cy="985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442984" y="883036"/>
              <a:ext cx="62727" cy="6272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1BF18D8-DEC0-4334-93D8-4BD8B835446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7" name="Oval 6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설날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눈 오던 날 찍은 사진이 마음에 듭니다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736C-A25A-4E61-A82F-7FCBBA1EECCA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A03-414D-4E33-B138-EC9660C830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21F30-DDFF-4EBE-9CC9-D2E5DF5CE06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53A7-2406-4A30-B2F2-90B095F7DF3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설날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643A48"/>
      </a:dk2>
      <a:lt2>
        <a:srgbClr val="F7EBED"/>
      </a:lt2>
      <a:accent1>
        <a:srgbClr val="CC8995"/>
      </a:accent1>
      <a:accent2>
        <a:srgbClr val="BD8FAD"/>
      </a:accent2>
      <a:accent3>
        <a:srgbClr val="4E2C32"/>
      </a:accent3>
      <a:accent4>
        <a:srgbClr val="EECED3"/>
      </a:accent4>
      <a:accent5>
        <a:srgbClr val="E0D8A3"/>
      </a:accent5>
      <a:accent6>
        <a:srgbClr val="E4BCE6"/>
      </a:accent6>
      <a:hlink>
        <a:srgbClr val="643A48"/>
      </a:hlink>
      <a:folHlink>
        <a:srgbClr val="4E2C32"/>
      </a:folHlink>
    </a:clrScheme>
    <a:fontScheme name="돌잔치 슬라이드(사진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