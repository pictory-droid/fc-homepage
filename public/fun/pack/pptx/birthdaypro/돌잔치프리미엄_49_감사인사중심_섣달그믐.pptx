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603CBBA-BF24-4B4F-8EEB-133D931379B9}">
          <p14:sldIdLst>
            <p14:sldId id="256"/>
          </p14:sldIdLst>
        </p14:section>
        <p14:section name="본문" id="{8A772DA3-A167-4E8C-983E-04FDE6150675}">
          <p14:sldIdLst>
            <p14:sldId id="257"/>
            <p14:sldId id="258"/>
            <p14:sldId id="259"/>
            <p14:sldId id="260"/>
          </p14:sldIdLst>
        </p14:section>
        <p14:section name="마무리" id="{530BA894-7153-4579-9C7C-FAEC0DD80482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5-Point Star 8"/>
            <p:cNvSpPr/>
            <p:nvPr/>
          </p:nvSpPr>
          <p:spPr>
            <a:xfrm>
              <a:off x="5844387" y="205739"/>
              <a:ext cx="502920" cy="5029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A2E6A572-0B23-4A36-B483-FB9DBCFDF99A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5-Point Star 8"/>
            <p:cNvSpPr/>
            <p:nvPr/>
          </p:nvSpPr>
          <p:spPr>
            <a:xfrm>
              <a:off x="5844387" y="205739"/>
              <a:ext cx="502920" cy="5029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CAAE5F9D-23F9-4AFC-82E2-8F99C032628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8023327-16DB-464F-B965-E49BB8DB23C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5-Point Star 5"/>
            <p:cNvSpPr/>
            <p:nvPr/>
          </p:nvSpPr>
          <p:spPr>
            <a:xfrm>
              <a:off x="5821527" y="5212080"/>
              <a:ext cx="548640" cy="548640"/>
            </a:xfrm>
            <a:prstGeom prst="star5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첫 돌, 복 나눠 드리겠습니다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B36C-7434-4C68-90BA-2A6498E3B9CF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2727-2CE1-4DD1-A98B-EB1BE2418FCF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3382-86C9-431A-8056-026F105684EE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FE7A-8BB3-4C41-8869-03F14F341C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2B2724"/>
      </a:dk1>
      <a:lt1>
        <a:srgbClr val="FFFFFF"/>
      </a:lt1>
      <a:dk2>
        <a:srgbClr val="643A5F"/>
      </a:dk2>
      <a:lt2>
        <a:srgbClr val="EBEBF7"/>
      </a:lt2>
      <a:accent1>
        <a:srgbClr val="8989CC"/>
      </a:accent1>
      <a:accent2>
        <a:srgbClr val="ADBD8F"/>
      </a:accent2>
      <a:accent3>
        <a:srgbClr val="2C2C4E"/>
      </a:accent3>
      <a:accent4>
        <a:srgbClr val="CECEEE"/>
      </a:accent4>
      <a:accent5>
        <a:srgbClr val="E0A3DE"/>
      </a:accent5>
      <a:accent6>
        <a:srgbClr val="BCE0E6"/>
      </a:accent6>
      <a:hlink>
        <a:srgbClr val="643A5F"/>
      </a:hlink>
      <a:folHlink>
        <a:srgbClr val="2C2C4E"/>
      </a:folHlink>
    </a:clrScheme>
    <a:fontScheme name="돌잔치 슬라이드(감사 인사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