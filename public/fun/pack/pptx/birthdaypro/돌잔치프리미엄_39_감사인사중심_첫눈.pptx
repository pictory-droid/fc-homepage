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9BDD92DA-16E4-4B17-BF25-CE0787AD5A0D}">
          <p14:sldIdLst>
            <p14:sldId id="256"/>
          </p14:sldIdLst>
        </p14:section>
        <p14:section name="본문" id="{F7E339EF-E7EB-4439-86CC-9F7DF1DEDA99}">
          <p14:sldIdLst>
            <p14:sldId id="257"/>
            <p14:sldId id="258"/>
            <p14:sldId id="259"/>
            <p14:sldId id="260"/>
          </p14:sldIdLst>
        </p14:section>
        <p14:section name="마무리" id="{671122F5-375F-4DFA-A557-514D76C71FF6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아기 사진을 넣고, 오른쪽 표의 칸을 눌러 내용을 적으세요.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3367963" y="891539"/>
            <a:ext cx="545576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3367963" y="1275587"/>
            <a:ext cx="545576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3367963" y="2948939"/>
            <a:ext cx="5455767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743145" y="5554980"/>
            <a:ext cx="6705404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편지지"/>
          <p:cNvSpPr/>
          <p:nvPr/>
        </p:nvSpPr>
        <p:spPr>
          <a:xfrm>
            <a:off x="3047923" y="617219"/>
            <a:ext cx="6095847" cy="493775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봉투 앞면"/>
          <p:cNvSpPr/>
          <p:nvPr/>
        </p:nvSpPr>
        <p:spPr>
          <a:xfrm>
            <a:off x="2194505" y="3291839"/>
            <a:ext cx="7802685" cy="3291840"/>
          </a:xfrm>
          <a:custGeom>
            <a:avLst/>
            <a:gdLst/>
            <a:ahLst/>
            <a:cxnLst/>
            <a:rect l="l" t="t" r="r" b="b"/>
            <a:pathLst>
              <a:path w="7802685" h="3291840">
                <a:moveTo>
                  <a:pt x="0" y="0"/>
                </a:moveTo>
                <a:lnTo>
                  <a:pt x="3901342" y="1508761"/>
                </a:lnTo>
                <a:lnTo>
                  <a:pt x="7802685" y="0"/>
                </a:lnTo>
                <a:lnTo>
                  <a:pt x="7802685" y="3291840"/>
                </a:lnTo>
                <a:lnTo>
                  <a:pt x="0" y="329184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194505" y="3291839"/>
            <a:ext cx="3901342" cy="1508761"/>
          </a:xfrm>
          <a:prstGeom prst="line">
            <a:avLst/>
          </a:prstGeom>
          <a:ln w="19050" cap="rnd">
            <a:solidFill>
              <a:schemeClr val="bg1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6095847" y="3291839"/>
            <a:ext cx="3901343" cy="1508761"/>
          </a:xfrm>
          <a:prstGeom prst="line">
            <a:avLst/>
          </a:prstGeom>
          <a:ln w="19050" cap="rnd">
            <a:solidFill>
              <a:schemeClr val="bg1"/>
            </a:solidFill>
          </a:ln>
        </p:spPr>
      </p:cxnSp>
      <p:sp>
        <p:nvSpPr>
          <p:cNvPr id="6" name="봉인"/>
          <p:cNvSpPr/>
          <p:nvPr/>
        </p:nvSpPr>
        <p:spPr>
          <a:xfrm>
            <a:off x="5684367" y="4389120"/>
            <a:ext cx="822959" cy="822959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7" name="봉인 하트"/>
          <p:cNvSpPr/>
          <p:nvPr/>
        </p:nvSpPr>
        <p:spPr>
          <a:xfrm>
            <a:off x="5944971" y="4663440"/>
            <a:ext cx="301751" cy="274320"/>
          </a:xfrm>
          <a:prstGeom prst="hear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535527" y="594360"/>
            <a:ext cx="512064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3B42FCED-B7E3-446D-8B92-D34D47AE0DF0}" type="slidenum">
              <a:rPr lang="en-US"/>
              <a:t>‹#›</a:t>
            </a:fld>
          </a:p>
        </p:txBody>
      </p:sp>
      <p:sp>
        <p:nvSpPr>
          <p:cNvPr id="2" name="제목 알약"/>
          <p:cNvSpPr/>
          <p:nvPr/>
        </p:nvSpPr>
        <p:spPr>
          <a:xfrm>
            <a:off x="3261207" y="594360"/>
            <a:ext cx="566928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571500" y="6240780"/>
            <a:ext cx="320040" cy="320040"/>
            <a:chOff x="571500" y="6240780"/>
            <a:chExt cx="320040" cy="320040"/>
          </a:xfrm>
        </p:grpSpPr>
        <p:sp>
          <p:nvSpPr>
            <p:cNvPr id="4" name="Sun 3"/>
            <p:cNvSpPr/>
            <p:nvPr/>
          </p:nvSpPr>
          <p:spPr>
            <a:xfrm>
              <a:off x="571500" y="6240780"/>
              <a:ext cx="320040" cy="320040"/>
            </a:xfrm>
            <a:prstGeom prst="sun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11300155" y="6240780"/>
            <a:ext cx="320040" cy="320040"/>
            <a:chOff x="11300155" y="6240780"/>
            <a:chExt cx="320040" cy="320040"/>
          </a:xfrm>
        </p:grpSpPr>
        <p:sp>
          <p:nvSpPr>
            <p:cNvPr id="6" name="Sun 5"/>
            <p:cNvSpPr/>
            <p:nvPr/>
          </p:nvSpPr>
          <p:spPr>
            <a:xfrm>
              <a:off x="11300155" y="6240780"/>
              <a:ext cx="320040" cy="320040"/>
            </a:xfrm>
            <a:prstGeom prst="sun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3367963" y="891539"/>
            <a:ext cx="545576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367963" y="1275587"/>
            <a:ext cx="545576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3367963" y="2948939"/>
            <a:ext cx="5455767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743145" y="5554980"/>
            <a:ext cx="6705404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편지지"/>
          <p:cNvSpPr/>
          <p:nvPr/>
        </p:nvSpPr>
        <p:spPr>
          <a:xfrm>
            <a:off x="3047923" y="617219"/>
            <a:ext cx="6095847" cy="493775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봉투 앞면"/>
          <p:cNvSpPr/>
          <p:nvPr/>
        </p:nvSpPr>
        <p:spPr>
          <a:xfrm>
            <a:off x="2194505" y="3291839"/>
            <a:ext cx="7802685" cy="3291840"/>
          </a:xfrm>
          <a:custGeom>
            <a:avLst/>
            <a:gdLst/>
            <a:ahLst/>
            <a:cxnLst/>
            <a:rect l="l" t="t" r="r" b="b"/>
            <a:pathLst>
              <a:path w="7802685" h="3291840">
                <a:moveTo>
                  <a:pt x="0" y="0"/>
                </a:moveTo>
                <a:lnTo>
                  <a:pt x="3901342" y="1508761"/>
                </a:lnTo>
                <a:lnTo>
                  <a:pt x="7802685" y="0"/>
                </a:lnTo>
                <a:lnTo>
                  <a:pt x="7802685" y="3291840"/>
                </a:lnTo>
                <a:lnTo>
                  <a:pt x="0" y="329184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194505" y="3291839"/>
            <a:ext cx="3901342" cy="1508761"/>
          </a:xfrm>
          <a:prstGeom prst="line">
            <a:avLst/>
          </a:prstGeom>
          <a:ln w="19050" cap="rnd">
            <a:solidFill>
              <a:schemeClr val="bg1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6095847" y="3291839"/>
            <a:ext cx="3901343" cy="1508761"/>
          </a:xfrm>
          <a:prstGeom prst="line">
            <a:avLst/>
          </a:prstGeom>
          <a:ln w="19050" cap="rnd">
            <a:solidFill>
              <a:schemeClr val="bg1"/>
            </a:solidFill>
          </a:ln>
        </p:spPr>
      </p:cxnSp>
      <p:sp>
        <p:nvSpPr>
          <p:cNvPr id="6" name="봉인"/>
          <p:cNvSpPr/>
          <p:nvPr/>
        </p:nvSpPr>
        <p:spPr>
          <a:xfrm>
            <a:off x="5684367" y="4389120"/>
            <a:ext cx="822959" cy="822959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7" name="봉인 하트"/>
          <p:cNvSpPr/>
          <p:nvPr/>
        </p:nvSpPr>
        <p:spPr>
          <a:xfrm>
            <a:off x="5944971" y="4663440"/>
            <a:ext cx="301751" cy="274320"/>
          </a:xfrm>
          <a:prstGeom prst="hear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535527" y="594360"/>
            <a:ext cx="512064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D1C36916-E708-4A3E-81D4-F413CCF8FC2F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알약"/>
          <p:cNvSpPr/>
          <p:nvPr/>
        </p:nvSpPr>
        <p:spPr>
          <a:xfrm>
            <a:off x="3261207" y="594360"/>
            <a:ext cx="566928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571500" y="6240780"/>
            <a:ext cx="320040" cy="320040"/>
            <a:chOff x="571500" y="6240780"/>
            <a:chExt cx="320040" cy="320040"/>
          </a:xfrm>
        </p:grpSpPr>
        <p:sp>
          <p:nvSpPr>
            <p:cNvPr id="4" name="Sun 3"/>
            <p:cNvSpPr/>
            <p:nvPr/>
          </p:nvSpPr>
          <p:spPr>
            <a:xfrm>
              <a:off x="571500" y="6240780"/>
              <a:ext cx="320040" cy="320040"/>
            </a:xfrm>
            <a:prstGeom prst="sun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11300155" y="6240780"/>
            <a:ext cx="320040" cy="320040"/>
            <a:chOff x="11300155" y="6240780"/>
            <a:chExt cx="320040" cy="320040"/>
          </a:xfrm>
        </p:grpSpPr>
        <p:sp>
          <p:nvSpPr>
            <p:cNvPr id="6" name="Sun 5"/>
            <p:cNvSpPr/>
            <p:nvPr/>
          </p:nvSpPr>
          <p:spPr>
            <a:xfrm>
              <a:off x="11300155" y="6240780"/>
              <a:ext cx="320040" cy="320040"/>
            </a:xfrm>
            <a:prstGeom prst="sun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FE4ABF87-AB9D-4F28-BF7C-8E90C02A6945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6" name="Sun 5"/>
            <p:cNvSpPr/>
            <p:nvPr/>
          </p:nvSpPr>
          <p:spPr>
            <a:xfrm>
              <a:off x="5821527" y="5212080"/>
              <a:ext cx="548640" cy="548640"/>
            </a:xfrm>
            <a:prstGeom prst="sun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첫 번째 생일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와 주신 만큼 건강하게 키우겠습니다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0000. 00. 00</a:t>
            </a:r>
          </a:p>
          <a:p>
            <a:r>
              <a:rPr lang="ko-KR"/>
              <a:t>장소를 입력하세요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아기를 소개합니다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아기 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78FA0-7A8F-4F2F-933F-4476193B7D6B}" type="slidenum">
              <a:rPr lang="en-US"/>
              <a:t>‹#›</a:t>
            </a:fld>
            <a:endParaRPr lang="en-US"/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4937759" y="1828800"/>
          <a:ext cx="6522415" cy="39502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/>
                <a:gridCol w="469361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생일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키 · 몸무게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좋아하는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별명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부모의 마음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초대합니다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2179C-D092-4EA7-AEFA-205B64133F15}" type="slidenum">
              <a:rPr lang="en-US"/>
              <a:t>‹#›</a:t>
            </a:fld>
            <a:endParaRPr lang="en-US"/>
          </a:p>
        </p:txBody>
      </p:sp>
      <p:grpSp>
        <p:nvGrpSpPr>
          <p:cNvPr id="5" name="초대 글 칸"/>
          <p:cNvGrpSpPr/>
          <p:nvPr/>
        </p:nvGrpSpPr>
        <p:grpSpPr>
          <a:xfrm>
            <a:off x="731520" y="1828800"/>
            <a:ext cx="10728655" cy="4343400"/>
            <a:chOff x="731520" y="1828800"/>
            <a:chExt cx="10728655" cy="4343400"/>
          </a:xfrm>
        </p:grpSpPr>
        <p:sp>
          <p:nvSpPr>
            <p:cNvPr id="6" name="초대 글 칸"/>
            <p:cNvSpPr/>
            <p:nvPr/>
          </p:nvSpPr>
          <p:spPr>
            <a:xfrm>
              <a:off x="731520" y="1828800"/>
              <a:ext cx="10728655" cy="434340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초대 글"/>
            <p:cNvSpPr txBox="1"/>
            <p:nvPr/>
          </p:nvSpPr>
          <p:spPr>
            <a:xfrm>
              <a:off x="1280160" y="2194560"/>
              <a:ext cx="9631375" cy="36118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저희 아이의 첫 생일에 모십니다.</a:t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오셔서 같이 밥 한 끼 해 주세요.</a:t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일시 · 장소를 입력하세요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부모의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32F8A-DF5E-450A-96F6-32236A30B14D}" type="slidenum">
              <a:rPr lang="en-US"/>
              <a:t>‹#›</a:t>
            </a:fld>
            <a:endParaRPr lang="en-US"/>
          </a:p>
        </p:txBody>
      </p:sp>
      <p:grpSp>
        <p:nvGrpSpPr>
          <p:cNvPr id="5" name="편지 칸"/>
          <p:cNvGrpSpPr/>
          <p:nvPr/>
        </p:nvGrpSpPr>
        <p:grpSpPr>
          <a:xfrm>
            <a:off x="731520" y="1828800"/>
            <a:ext cx="10728655" cy="4343400"/>
            <a:chOff x="731520" y="1828800"/>
            <a:chExt cx="10728655" cy="4343400"/>
          </a:xfrm>
        </p:grpSpPr>
        <p:sp>
          <p:nvSpPr>
            <p:cNvPr id="6" name="편지 칸"/>
            <p:cNvSpPr/>
            <p:nvPr/>
          </p:nvSpPr>
          <p:spPr>
            <a:xfrm>
              <a:off x="731520" y="1828800"/>
              <a:ext cx="10728655" cy="434340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편지 글"/>
            <p:cNvSpPr txBox="1"/>
            <p:nvPr/>
          </p:nvSpPr>
          <p:spPr>
            <a:xfrm>
              <a:off x="1280160" y="2194560"/>
              <a:ext cx="9631375" cy="36118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사랑하는 우리 아기에게</a:t>
              </a:r>
            </a:p>
            <a:p>
              <a:pPr algn="l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l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엄마 아빠의 마음을 적어 주세요.</a:t>
              </a:r>
            </a:p>
            <a:p>
              <a:pPr algn="l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l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― 엄마 아빠가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PHOTOS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모음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3463975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463975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6196431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196431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8928887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8928887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731520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731520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3463975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3463975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9" name="사진 바탕 7"/>
          <p:cNvSpPr/>
          <p:nvPr/>
        </p:nvSpPr>
        <p:spPr>
          <a:xfrm>
            <a:off x="6196431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7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9" sz="quarter"/>
          </p:nvPr>
        </p:nvSpPr>
        <p:spPr>
          <a:xfrm>
            <a:off x="6196431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20" name="사진 바탕 8"/>
          <p:cNvSpPr/>
          <p:nvPr/>
        </p:nvSpPr>
        <p:spPr>
          <a:xfrm>
            <a:off x="8928887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8</a:t>
            </a:r>
          </a:p>
        </p:txBody>
      </p:sp>
      <p:sp>
        <p:nvSpPr>
          <p:cNvPr id="11" name="Picture Placeholder 10" descr="사진 자리 — 아이콘을 누르면 사진을 넣을 수 있어요"/>
          <p:cNvSpPr>
            <a:spLocks noGrp="1"/>
          </p:cNvSpPr>
          <p:nvPr>
            <p:ph type="pic" idx="20" sz="quarter"/>
          </p:nvPr>
        </p:nvSpPr>
        <p:spPr>
          <a:xfrm>
            <a:off x="8928887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EACF-80F3-48D0-BBA5-64FC3516F76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아이가 한 살이 되었습니다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부모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돌잔치 슬라이드(감사 인사 중심)">
  <a:themeElements>
    <a:clrScheme name="돌잔치 슬라이드(감사 인사 중심)">
      <a:dk1>
        <a:srgbClr val="2B2724"/>
      </a:dk1>
      <a:lt1>
        <a:srgbClr val="FFFFFF"/>
      </a:lt1>
      <a:dk2>
        <a:srgbClr val="573A64"/>
      </a:dk2>
      <a:lt2>
        <a:srgbClr val="EBF1F7"/>
      </a:lt2>
      <a:accent1>
        <a:srgbClr val="89A9CC"/>
      </a:accent1>
      <a:accent2>
        <a:srgbClr val="BBBD8F"/>
      </a:accent2>
      <a:accent3>
        <a:srgbClr val="2C3C4E"/>
      </a:accent3>
      <a:accent4>
        <a:srgbClr val="CEDDEE"/>
      </a:accent4>
      <a:accent5>
        <a:srgbClr val="C6A3E0"/>
      </a:accent5>
      <a:accent6>
        <a:srgbClr val="BCE6D8"/>
      </a:accent6>
      <a:hlink>
        <a:srgbClr val="573A64"/>
      </a:hlink>
      <a:folHlink>
        <a:srgbClr val="2C3C4E"/>
      </a:folHlink>
    </a:clrScheme>
    <a:fontScheme name="돌잔치 슬라이드(감사 인사 중심)">
      <a:majorFont>
        <a:latin typeface="Segoe UI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슬라이드(감사 인사 중심)</dc:title>
  <dc:subject>돌잔치 슬라이드 · 감사 인사 중심</dc:subject>
  <dc:creator>우체국보험 상담 안내</dc:creator>
  <cp:keywords>돌잔치,첫돌,PPT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