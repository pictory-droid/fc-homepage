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09F9AB2-D9D7-4FBA-8E9E-89BDE5E90F1E}">
          <p14:sldIdLst>
            <p14:sldId id="256"/>
          </p14:sldIdLst>
        </p14:section>
        <p14:section name="본문" id="{8033671E-39D9-404D-9B67-5C590446DF7F}">
          <p14:sldIdLst>
            <p14:sldId id="257"/>
            <p14:sldId id="258"/>
            <p14:sldId id="259"/>
            <p14:sldId id="260"/>
          </p14:sldIdLst>
        </p14:section>
        <p14:section name="마무리" id="{5BD53272-2A26-4782-9C02-5BBE6350B5F8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07B0C32-D9E9-4FC6-9417-3DBBC0E86FD2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18BD381-C3F8-460F-8B56-F1D3C906481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B24E185-CFA7-4259-A940-E292739B312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마이크를 잡으면 노래부터 시킬 겁니다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BDD77-ED0C-4B88-8F1E-9B1C968B0F16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E2B3E-65B8-4DC2-B1E6-CC6726702A6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663F0-A010-4EB6-9BCD-B83B4BDBB1FF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43439-7D43-446B-8F7E-07448E1938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3A6448"/>
      </a:dk2>
      <a:lt2>
        <a:srgbClr val="F2F9E4"/>
      </a:lt2>
      <a:accent1>
        <a:srgbClr val="B7D873"/>
      </a:accent1>
      <a:accent2>
        <a:srgbClr val="957CC5"/>
      </a:accent2>
      <a:accent3>
        <a:srgbClr val="434E2C"/>
      </a:accent3>
      <a:accent4>
        <a:srgbClr val="E5F4C7"/>
      </a:accent4>
      <a:accent5>
        <a:srgbClr val="A3E0BA"/>
      </a:accent5>
      <a:accent6>
        <a:srgbClr val="E6D0BC"/>
      </a:accent6>
      <a:hlink>
        <a:srgbClr val="3A6448"/>
      </a:hlink>
      <a:folHlink>
        <a:srgbClr val="434E2C"/>
      </a:folHlink>
    </a:clrScheme>
    <a:fontScheme name="돌잔치 슬라이드(돌잡이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