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85E991D-A663-4F16-B241-6382492AF2AD}">
          <p14:sldIdLst>
            <p14:sldId id="256"/>
          </p14:sldIdLst>
        </p14:section>
        <p14:section name="본문" id="{2D827D7E-97B1-4C59-BC8E-E62C11449033}">
          <p14:sldIdLst>
            <p14:sldId id="257"/>
            <p14:sldId id="258"/>
            <p14:sldId id="259"/>
            <p14:sldId id="260"/>
          </p14:sldIdLst>
        </p14:section>
        <p14:section name="마무리" id="{550B21DF-0413-46D7-87B5-D8EFF37521EA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5-Point Star 5"/>
            <p:cNvSpPr/>
            <p:nvPr/>
          </p:nvSpPr>
          <p:spPr>
            <a:xfrm>
              <a:off x="4023250" y="3063240"/>
              <a:ext cx="731520" cy="73152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5D7EB46-0F3D-4111-9E91-A607375E31DF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5-Point Star 3"/>
            <p:cNvSpPr/>
            <p:nvPr/>
          </p:nvSpPr>
          <p:spPr>
            <a:xfrm>
              <a:off x="571500" y="6240780"/>
              <a:ext cx="320040" cy="32004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5-Point Star 5"/>
            <p:cNvSpPr/>
            <p:nvPr/>
          </p:nvSpPr>
          <p:spPr>
            <a:xfrm>
              <a:off x="11300155" y="6240780"/>
              <a:ext cx="320040" cy="32004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5-Point Star 5"/>
            <p:cNvSpPr/>
            <p:nvPr/>
          </p:nvSpPr>
          <p:spPr>
            <a:xfrm>
              <a:off x="4023250" y="3063240"/>
              <a:ext cx="731520" cy="73152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E8E6971-6E9C-4A63-B682-5B544ED99F1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5-Point Star 3"/>
            <p:cNvSpPr/>
            <p:nvPr/>
          </p:nvSpPr>
          <p:spPr>
            <a:xfrm>
              <a:off x="571500" y="6240780"/>
              <a:ext cx="320040" cy="32004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5-Point Star 5"/>
            <p:cNvSpPr/>
            <p:nvPr/>
          </p:nvSpPr>
          <p:spPr>
            <a:xfrm>
              <a:off x="11300155" y="6240780"/>
              <a:ext cx="320040" cy="32004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66A75A1-1534-4D29-AC32-58C18F14CF9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5-Point Star 5"/>
            <p:cNvSpPr/>
            <p:nvPr/>
          </p:nvSpPr>
          <p:spPr>
            <a:xfrm>
              <a:off x="5821527" y="5212080"/>
              <a:ext cx="548640" cy="548640"/>
            </a:xfrm>
            <a:prstGeom prst="star5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해바라기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무엇을 집어도 박수 쳐 주기로 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4938-85AE-426D-A2A2-FB8D592AB600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2DEAA-AC9D-4400-84FD-CA5F9417106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3482263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623300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8983751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22A4-A522-45B6-944C-58093BE808DE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포인트 막대"/>
          <p:cNvSpPr/>
          <p:nvPr/>
        </p:nvSpPr>
        <p:spPr>
          <a:xfrm>
            <a:off x="5669280" y="1938528"/>
            <a:ext cx="64008" cy="4123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3191D-6077-40CA-A3CA-63F4BF4DD1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해바라기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2B2724"/>
      </a:dk1>
      <a:lt1>
        <a:srgbClr val="FFFFFF"/>
      </a:lt1>
      <a:dk2>
        <a:srgbClr val="3D643A"/>
      </a:dk2>
      <a:lt2>
        <a:srgbClr val="F9F3DE"/>
      </a:lt2>
      <a:accent1>
        <a:srgbClr val="E2CB7E"/>
      </a:accent1>
      <a:accent2>
        <a:srgbClr val="9A86CF"/>
      </a:accent2>
      <a:accent3>
        <a:srgbClr val="4E462C"/>
      </a:accent3>
      <a:accent4>
        <a:srgbClr val="F7EBC5"/>
      </a:accent4>
      <a:accent5>
        <a:srgbClr val="AFE0A3"/>
      </a:accent5>
      <a:accent6>
        <a:srgbClr val="E6BCC1"/>
      </a:accent6>
      <a:hlink>
        <a:srgbClr val="3D643A"/>
      </a:hlink>
      <a:folHlink>
        <a:srgbClr val="4E462C"/>
      </a:folHlink>
    </a:clrScheme>
    <a:fontScheme name="돌잔치 슬라이드(돌잡이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