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F77ADC4D-0363-43EC-86C0-2A1337929FCB}">
          <p14:sldIdLst>
            <p14:sldId id="256"/>
          </p14:sldIdLst>
        </p14:section>
        <p14:section name="본문" id="{6FA79909-89C9-4B35-872C-8F585F67ECB7}">
          <p14:sldIdLst>
            <p14:sldId id="257"/>
            <p14:sldId id="258"/>
            <p14:sldId id="259"/>
            <p14:sldId id="260"/>
          </p14:sldIdLst>
        </p14:section>
        <p14:section name="마무리" id="{A49AA43F-2ECB-4F29-B319-2C2DC3EDE561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noFill/>
          <a:ln w="19050">
            <a:solidFill>
              <a:schemeClr val="accent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1">
                <a:lumMod val="20000"/>
                <a:lumOff val="80000"/>
              </a:scheme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ie 8"/>
            <p:cNvSpPr/>
            <p:nvPr/>
          </p:nvSpPr>
          <p:spPr>
            <a:xfrm>
              <a:off x="5844387" y="205739"/>
              <a:ext cx="502920" cy="50292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FEF7790-D901-4EE1-963C-AAF402BB27F6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ie 4"/>
            <p:cNvSpPr/>
            <p:nvPr/>
          </p:nvSpPr>
          <p:spPr>
            <a:xfrm>
              <a:off x="11208715" y="754380"/>
              <a:ext cx="320040" cy="32004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gradFill rotWithShape="1">
          <a:gsLst>
            <a:gs pos="0">
              <a:schemeClr val="bg2"/>
            </a:gs>
            <a:gs pos="100000">
              <a:schemeClr val="accent2">
                <a:lumMod val="20000"/>
                <a:lumOff val="80000"/>
              </a:schemeClr>
            </a:gs>
          </a:gsLst>
          <a:lin ang="2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950671" y="1828800"/>
            <a:ext cx="8290352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950671" y="2212848"/>
            <a:ext cx="8290352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950671" y="3886200"/>
            <a:ext cx="8290352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1950671" y="4663440"/>
            <a:ext cx="8290352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바깥 테두리"/>
          <p:cNvSpPr/>
          <p:nvPr/>
        </p:nvSpPr>
        <p:spPr>
          <a:xfrm>
            <a:off x="320040" y="320040"/>
            <a:ext cx="11551615" cy="6217920"/>
          </a:xfrm>
          <a:prstGeom prst="rect">
            <a:avLst/>
          </a:prstGeom>
          <a:solidFill>
            <a:schemeClr val="bg1">
              <a:alpha val="55000"/>
            </a:schemeClr>
          </a:solidFill>
          <a:ln w="19050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안쪽 테두리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  <a:ln w="9525">
            <a:solidFill>
              <a:schemeClr val="accent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모서리 장식"/>
          <p:cNvSpPr/>
          <p:nvPr/>
        </p:nvSpPr>
        <p:spPr>
          <a:xfrm>
            <a:off x="210311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모서리 장식"/>
          <p:cNvSpPr/>
          <p:nvPr/>
        </p:nvSpPr>
        <p:spPr>
          <a:xfrm>
            <a:off x="11761927" y="210311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모서리 장식"/>
          <p:cNvSpPr/>
          <p:nvPr/>
        </p:nvSpPr>
        <p:spPr>
          <a:xfrm>
            <a:off x="210311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모서리 장식"/>
          <p:cNvSpPr/>
          <p:nvPr/>
        </p:nvSpPr>
        <p:spPr>
          <a:xfrm>
            <a:off x="11761927" y="6428232"/>
            <a:ext cx="219456" cy="219456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8" name="테마 장식"/>
          <p:cNvGrpSpPr/>
          <p:nvPr/>
        </p:nvGrpSpPr>
        <p:grpSpPr>
          <a:xfrm>
            <a:off x="5844387" y="205739"/>
            <a:ext cx="502920" cy="502920"/>
            <a:chOff x="5844387" y="205739"/>
            <a:chExt cx="502920" cy="502920"/>
          </a:xfrm>
        </p:grpSpPr>
        <p:sp>
          <p:nvSpPr>
            <p:cNvPr id="9" name="Pie 8"/>
            <p:cNvSpPr/>
            <p:nvPr/>
          </p:nvSpPr>
          <p:spPr>
            <a:xfrm>
              <a:off x="5844387" y="205739"/>
              <a:ext cx="502920" cy="50292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87C7289D-4207-4235-8A3F-B8D73D324113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Pie 4"/>
            <p:cNvSpPr/>
            <p:nvPr/>
          </p:nvSpPr>
          <p:spPr>
            <a:xfrm>
              <a:off x="11208715" y="754380"/>
              <a:ext cx="320040" cy="320040"/>
            </a:xfrm>
            <a:prstGeom prst="pi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54CDCDF5-3263-4EFF-8B73-E5CF1DCDD9B5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Pie 6"/>
            <p:cNvSpPr/>
            <p:nvPr/>
          </p:nvSpPr>
          <p:spPr>
            <a:xfrm>
              <a:off x="5821527" y="5212080"/>
              <a:ext cx="548640" cy="548640"/>
            </a:xfrm>
            <a:prstGeom prst="pie">
              <a:avLst/>
            </a:prstGeom>
            <a:solidFill>
              <a:schemeClr val="accent2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집은 것마다 한마디씩 적어 둡니다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93AAB-E278-4335-BC3F-39B9133865FC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u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436F9F-8E4C-4FE4-BC43-617DDA2672B6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포인트 막대"/>
            <p:cNvSpPr/>
            <p:nvPr/>
          </p:nvSpPr>
          <p:spPr>
            <a:xfrm>
              <a:off x="731520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1</a:t>
              </a:r>
            </a:p>
          </p:txBody>
        </p:sp>
        <p:sp>
          <p:nvSpPr>
            <p:cNvPr id="9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sp>
          <p:nvSpPr>
            <p:cNvPr id="10" name="카드 내용"/>
            <p:cNvSpPr txBox="1"/>
            <p:nvPr/>
          </p:nvSpPr>
          <p:spPr>
            <a:xfrm>
              <a:off x="914400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1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2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포인트 막대"/>
            <p:cNvSpPr/>
            <p:nvPr/>
          </p:nvSpPr>
          <p:spPr>
            <a:xfrm>
              <a:off x="3482263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번호 2"/>
            <p:cNvSpPr/>
            <p:nvPr/>
          </p:nvSpPr>
          <p:spPr>
            <a:xfrm>
              <a:off x="3710863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2</a:t>
              </a:r>
            </a:p>
          </p:txBody>
        </p:sp>
        <p:sp>
          <p:nvSpPr>
            <p:cNvPr id="15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sp>
          <p:nvSpPr>
            <p:cNvPr id="16" name="카드 내용"/>
            <p:cNvSpPr txBox="1"/>
            <p:nvPr/>
          </p:nvSpPr>
          <p:spPr>
            <a:xfrm>
              <a:off x="3665143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17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18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포인트 막대"/>
            <p:cNvSpPr/>
            <p:nvPr/>
          </p:nvSpPr>
          <p:spPr>
            <a:xfrm>
              <a:off x="6233007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번호 3"/>
            <p:cNvSpPr/>
            <p:nvPr/>
          </p:nvSpPr>
          <p:spPr>
            <a:xfrm>
              <a:off x="6461607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3</a:t>
              </a:r>
            </a:p>
          </p:txBody>
        </p:sp>
        <p:sp>
          <p:nvSpPr>
            <p:cNvPr id="21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sp>
          <p:nvSpPr>
            <p:cNvPr id="22" name="카드 내용"/>
            <p:cNvSpPr txBox="1"/>
            <p:nvPr/>
          </p:nvSpPr>
          <p:spPr>
            <a:xfrm>
              <a:off x="6415887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3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24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oundRect">
              <a:avLst>
                <a:gd name="adj" fmla="val 3000"/>
              </a:avLst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포인트 막대"/>
            <p:cNvSpPr/>
            <p:nvPr/>
          </p:nvSpPr>
          <p:spPr>
            <a:xfrm>
              <a:off x="8983751" y="1938528"/>
              <a:ext cx="64008" cy="334670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번호 4"/>
            <p:cNvSpPr/>
            <p:nvPr/>
          </p:nvSpPr>
          <p:spPr>
            <a:xfrm>
              <a:off x="9212351" y="2084832"/>
              <a:ext cx="457200" cy="457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bg1"/>
                  </a:solidFill>
                </a:rPr>
                <a:t>4</a:t>
              </a:r>
            </a:p>
          </p:txBody>
        </p:sp>
        <p:sp>
          <p:nvSpPr>
            <p:cNvPr id="27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sp>
          <p:nvSpPr>
            <p:cNvPr id="28" name="카드 내용"/>
            <p:cNvSpPr txBox="1"/>
            <p:nvPr/>
          </p:nvSpPr>
          <p:spPr>
            <a:xfrm>
              <a:off x="9166631" y="3383280"/>
              <a:ext cx="2110663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635479-CDF6-4254-8FB0-0C1A50E677B8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oundRect">
            <a:avLst>
              <a:gd name="adj" fmla="val 3000"/>
            </a:avLst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포인트 막대"/>
          <p:cNvSpPr/>
          <p:nvPr/>
        </p:nvSpPr>
        <p:spPr>
          <a:xfrm>
            <a:off x="5669280" y="1938528"/>
            <a:ext cx="64008" cy="412394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push dir="u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C9DB17-91A6-4FE2-9404-8F79741389C2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push dir="u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FIRST BIRTHDAY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2B2724"/>
      </a:dk1>
      <a:lt1>
        <a:srgbClr val="FFFFFF"/>
      </a:lt1>
      <a:dk2>
        <a:srgbClr val="5E3A64"/>
      </a:dk2>
      <a:lt2>
        <a:srgbClr val="E2E5F5"/>
      </a:lt2>
      <a:accent1>
        <a:srgbClr val="7C87CF"/>
      </a:accent1>
      <a:accent2>
        <a:srgbClr val="BEB683"/>
      </a:accent2>
      <a:accent3>
        <a:srgbClr val="2C314E"/>
      </a:accent3>
      <a:accent4>
        <a:srgbClr val="CBD0F0"/>
      </a:accent4>
      <a:accent5>
        <a:srgbClr val="DAA3E0"/>
      </a:accent5>
      <a:accent6>
        <a:srgbClr val="BCE6E6"/>
      </a:accent6>
      <a:hlink>
        <a:srgbClr val="5E3A64"/>
      </a:hlink>
      <a:folHlink>
        <a:srgbClr val="2C314E"/>
      </a:folHlink>
    </a:clrScheme>
    <a:fontScheme name="돌잔치 슬라이드(돌잡이 중심)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