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6617FF0-C3C0-43BB-A9DE-BB4DBEC7569E}">
          <p14:sldIdLst>
            <p14:sldId id="256"/>
          </p14:sldIdLst>
        </p14:section>
        <p14:section name="본문" id="{3EB96D7B-0109-474F-9D05-2B8671CBEBBD}">
          <p14:sldIdLst>
            <p14:sldId id="257"/>
            <p14:sldId id="258"/>
            <p14:sldId id="259"/>
            <p14:sldId id="260"/>
          </p14:sldIdLst>
        </p14:section>
        <p14:section name="마무리" id="{EE8DDF0E-348F-48AA-81D5-6E8D4B59A874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73A83F6F-6974-41B9-85E5-777A26CB9167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1D1D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6A7A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38B094C7-2DDC-4C42-8765-EBE155FA5E2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6DFF0843-6D8F-4BFC-8D4F-B79855D3091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OPAL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사진첩 한 권이 벌써 가득 찼습니다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OPAL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37A71-04D7-409E-9415-AC2089F16ED9}" type="slidenum">
              <a:rPr lang="en-US"/>
              <a:t>‹#›</a:t>
            </a:fld>
            <a:endParaRPr lang="en-US"/>
          </a:p>
        </p:txBody>
      </p:sp>
      <p:graphicFrame>
        <p:nvGraphicFramePr>
          <p:cNvPr id="15" name="표"/>
          <p:cNvGraphicFramePr>
            <a:graphicFrameLocks noGrp="1"/>
          </p:cNvGraphicFramePr>
          <p:nvPr/>
        </p:nvGraphicFramePr>
        <p:xfrm>
          <a:off x="5623559" y="1828800"/>
          <a:ext cx="592805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09925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OPAL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생일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492998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492998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6621627" y="1828800"/>
            <a:ext cx="492998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6621627" y="1828800"/>
            <a:ext cx="492998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5F990-4020-406E-B051-F5FD2EC30AE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OPAL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해의 순간들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9B81-9A06-4608-B4AD-4766F0C9A145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566160"/>
            <a:chOff x="1417319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옆 선"/>
            <p:cNvSpPr/>
            <p:nvPr/>
          </p:nvSpPr>
          <p:spPr>
            <a:xfrm>
              <a:off x="1417319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1645919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번째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160019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좋아하는 순간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886858" y="1828800"/>
            <a:ext cx="3195218" cy="3566160"/>
            <a:chOff x="4886858" y="1828800"/>
            <a:chExt cx="319521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886858" y="1828800"/>
              <a:ext cx="319521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488685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511545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두 번째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506973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웃은 순간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8356396" y="1828800"/>
            <a:ext cx="3195218" cy="3566160"/>
            <a:chOff x="8356396" y="1828800"/>
            <a:chExt cx="3195218" cy="3566160"/>
          </a:xfrm>
        </p:grpSpPr>
        <p:sp>
          <p:nvSpPr>
            <p:cNvPr id="21" name="카드 바탕"/>
            <p:cNvSpPr/>
            <p:nvPr/>
          </p:nvSpPr>
          <p:spPr>
            <a:xfrm>
              <a:off x="8356396" y="1828800"/>
              <a:ext cx="319521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옆 선"/>
            <p:cNvSpPr/>
            <p:nvPr/>
          </p:nvSpPr>
          <p:spPr>
            <a:xfrm>
              <a:off x="835639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858499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세 번째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853927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크게 자란 순간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OPAL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2382697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4001185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01185" y="1828800"/>
            <a:ext cx="2382697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6585051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585051" y="1828800"/>
            <a:ext cx="2382697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9168917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168917" y="1828800"/>
            <a:ext cx="2382697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1417319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1417319" y="4101084"/>
            <a:ext cx="2382697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4001185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4001185" y="4101084"/>
            <a:ext cx="2382697" cy="2071116"/>
          </a:xfrm>
          <a:prstGeom prst="rect">
            <a:avLst/>
          </a:prstGeom>
        </p:spPr>
      </p:sp>
      <p:sp>
        <p:nvSpPr>
          <p:cNvPr id="20" name="사진 바탕 7"/>
          <p:cNvSpPr/>
          <p:nvPr/>
        </p:nvSpPr>
        <p:spPr>
          <a:xfrm>
            <a:off x="6585051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585051" y="4101084"/>
            <a:ext cx="2382697" cy="2071116"/>
          </a:xfrm>
          <a:prstGeom prst="rect">
            <a:avLst/>
          </a:prstGeom>
        </p:spPr>
      </p:sp>
      <p:sp>
        <p:nvSpPr>
          <p:cNvPr id="21" name="사진 바탕 8"/>
          <p:cNvSpPr/>
          <p:nvPr/>
        </p:nvSpPr>
        <p:spPr>
          <a:xfrm>
            <a:off x="9168917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2" name="Picture Placeholder 11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9168917" y="4101084"/>
            <a:ext cx="2382697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001BA-5259-4B49-8586-2CD398D30AE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OPAL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사진 중심)">
  <a:themeElements>
    <a:clrScheme name="돌잔치 슬라이드(사진 중심)">
      <a:dk1>
        <a:srgbClr val="2F303D"/>
      </a:dk1>
      <a:lt1>
        <a:srgbClr val="FDFDFC"/>
      </a:lt1>
      <a:dk2>
        <a:srgbClr val="3C3F5C"/>
      </a:dk2>
      <a:lt2>
        <a:srgbClr val="F8F7F5"/>
      </a:lt2>
      <a:accent1>
        <a:srgbClr val="9A9DBA"/>
      </a:accent1>
      <a:accent2>
        <a:srgbClr val="D6B7A8"/>
      </a:accent2>
      <a:accent3>
        <a:srgbClr val="2C2E40"/>
      </a:accent3>
      <a:accent4>
        <a:srgbClr val="E5E5E9"/>
      </a:accent4>
      <a:accent5>
        <a:srgbClr val="C6B9AF"/>
      </a:accent5>
      <a:accent6>
        <a:srgbClr val="E5D4CB"/>
      </a:accent6>
      <a:hlink>
        <a:srgbClr val="3C3F5C"/>
      </a:hlink>
      <a:folHlink>
        <a:srgbClr val="2C2E40"/>
      </a:folHlink>
    </a:clrScheme>
    <a:fontScheme name="돌잔치 슬라이드(사진 중심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>돌잔치 슬라이드 · 사진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