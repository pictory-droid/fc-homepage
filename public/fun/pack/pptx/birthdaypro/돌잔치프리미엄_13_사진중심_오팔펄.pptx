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56BFD69-87CB-40B4-8254-6378BBAA3DC5}">
          <p14:sldIdLst>
            <p14:sldId id="256"/>
          </p14:sldIdLst>
        </p14:section>
        <p14:section name="본문" id="{459189D2-DAAC-4BBD-9998-B2FE87E0A77F}">
          <p14:sldIdLst>
            <p14:sldId id="257"/>
            <p14:sldId id="258"/>
            <p14:sldId id="259"/>
            <p14:sldId id="260"/>
          </p14:sldIdLst>
        </p14:section>
        <p14:section name="마무리" id="{BAEAD84B-B08C-4836-A05D-BCAFEB9BD9E3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2AA3927-A761-439C-972B-469D05CF902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D1D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7A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AD95A95D-BA3C-44E1-B4CD-BC9BFFBBB3F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9DA55CC2-4234-425D-8B60-F32B1CF7A38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사진첩 한 권이 벌써 가득 찼습니다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6B0F5-B0AC-41F2-B7C4-CEB340D333B5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5623559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6621627" y="1828800"/>
            <a:ext cx="492998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621627" y="1828800"/>
            <a:ext cx="492998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7E0DB-B71A-4A3D-947D-D753FBD680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7CE69-79D1-4AC9-98A4-006338F276F8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옆 선"/>
            <p:cNvSpPr/>
            <p:nvPr/>
          </p:nvSpPr>
          <p:spPr>
            <a:xfrm>
              <a:off x="1417319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645919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88685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511545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옆 선"/>
            <p:cNvSpPr/>
            <p:nvPr/>
          </p:nvSpPr>
          <p:spPr>
            <a:xfrm>
              <a:off x="835639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858499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0118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0118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658505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58505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916891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16891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1417319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1417319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400118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400118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658505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58505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916891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916891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412A6-0B31-4839-9465-73F7840DF1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2F303D"/>
      </a:dk1>
      <a:lt1>
        <a:srgbClr val="FDFDFC"/>
      </a:lt1>
      <a:dk2>
        <a:srgbClr val="3C3F5C"/>
      </a:dk2>
      <a:lt2>
        <a:srgbClr val="F8F7F5"/>
      </a:lt2>
      <a:accent1>
        <a:srgbClr val="9A9DBA"/>
      </a:accent1>
      <a:accent2>
        <a:srgbClr val="D6B7A8"/>
      </a:accent2>
      <a:accent3>
        <a:srgbClr val="2C2E40"/>
      </a:accent3>
      <a:accent4>
        <a:srgbClr val="E5E5E9"/>
      </a:accent4>
      <a:accent5>
        <a:srgbClr val="C6B9AF"/>
      </a:accent5>
      <a:accent6>
        <a:srgbClr val="E5D4CB"/>
      </a:accent6>
      <a:hlink>
        <a:srgbClr val="3C3F5C"/>
      </a:hlink>
      <a:folHlink>
        <a:srgbClr val="2C2E40"/>
      </a:folHlink>
    </a:clrScheme>
    <a:fontScheme name="돌잔치 슬라이드(사진 중심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