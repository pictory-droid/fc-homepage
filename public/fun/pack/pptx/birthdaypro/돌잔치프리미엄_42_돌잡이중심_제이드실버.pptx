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1926E13-B72A-4B4F-9944-31CC75B4461F}">
          <p14:sldIdLst>
            <p14:sldId id="256"/>
          </p14:sldIdLst>
        </p14:section>
        <p14:section name="본문" id="{DF63B4BE-0653-4D83-BEA6-92F0E654CA4F}">
          <p14:sldIdLst>
            <p14:sldId id="257"/>
            <p14:sldId id="258"/>
            <p14:sldId id="259"/>
            <p14:sldId id="260"/>
          </p14:sldIdLst>
        </p14:section>
        <p14:section name="마무리" id="{86A9DFA9-406C-43D7-A49A-7592F86EEFB7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7FAF9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EB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C58D03F7-5D7B-4D6C-87D7-4EB5E4165717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7FAF9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EB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EE30279-502A-418D-B06D-E22F49A7D16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CD14A5E7-FC9B-4BFA-B9BF-C1C9DFF16462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JADE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고른 것은 평생 놀림감이 될 겁니다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48619-3BB1-44AB-9C98-7F8928BAF55E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8BFB-053F-4C0B-A174-DE4AEF99828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12F-BEED-4806-A933-341C53292A64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5DFC-AE0E-466B-80BC-F3E28C93DA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JADE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F7FAF9"/>
      </a:dk1>
      <a:lt1>
        <a:srgbClr val="133630"/>
      </a:lt1>
      <a:dk2>
        <a:srgbClr val="E4ECE9"/>
      </a:dk2>
      <a:lt2>
        <a:srgbClr val="0D2521"/>
      </a:lt2>
      <a:accent1>
        <a:srgbClr val="BFC9C6"/>
      </a:accent1>
      <a:accent2>
        <a:srgbClr val="3F9C85"/>
      </a:accent2>
      <a:accent3>
        <a:srgbClr val="081714"/>
      </a:accent3>
      <a:accent4>
        <a:srgbClr val="1A4B43"/>
      </a:accent4>
      <a:accent5>
        <a:srgbClr val="CDD6D3"/>
      </a:accent5>
      <a:accent6>
        <a:srgbClr val="307867"/>
      </a:accent6>
      <a:hlink>
        <a:srgbClr val="E4ECE9"/>
      </a:hlink>
      <a:folHlink>
        <a:srgbClr val="081714"/>
      </a:folHlink>
    </a:clrScheme>
    <a:fontScheme name="돌잔치 슬라이드(돌잡이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