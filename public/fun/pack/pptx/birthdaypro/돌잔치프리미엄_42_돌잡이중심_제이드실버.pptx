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6775EF0-5333-4CAD-A8E5-5F249FFE7E79}">
          <p14:sldIdLst>
            <p14:sldId id="256"/>
          </p14:sldIdLst>
        </p14:section>
        <p14:section name="본문" id="{94C8B065-1BF8-4CEF-A929-A2EBEDE81FC7}">
          <p14:sldIdLst>
            <p14:sldId id="257"/>
            <p14:sldId id="258"/>
            <p14:sldId id="259"/>
            <p14:sldId id="260"/>
          </p14:sldIdLst>
        </p14:section>
        <p14:section name="마무리" id="{EBA35096-03C9-4CC1-90E6-B2A7318F50D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BE5044C-2F33-41E4-9668-DD160E218FD7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3B5D552-63B9-432F-932B-FDE9D75827A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B7B2F73-52DC-433B-A402-98E97421EAE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고른 것은 평생 놀림감이 될 겁니다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E563A2-6C6B-4876-A429-B67C2892465C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DF64D-ABF2-43B6-9623-A5AE4BAA822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37028-BDC2-45FF-81AE-1967C9918B3E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41D06-5A91-40C9-93FC-E52283ED503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돌잔치 슬라이드(돌잡이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