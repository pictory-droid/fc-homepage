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472EE79-1250-436C-8942-00EA1A97C41F}">
          <p14:sldIdLst>
            <p14:sldId id="256"/>
          </p14:sldIdLst>
        </p14:section>
        <p14:section name="본문" id="{4E2871DC-5B94-419C-A21F-79A355833FE8}">
          <p14:sldIdLst>
            <p14:sldId id="257"/>
            <p14:sldId id="258"/>
            <p14:sldId id="259"/>
            <p14:sldId id="260"/>
          </p14:sldIdLst>
        </p14:section>
        <p14:section name="마무리" id="{DBF77FFB-B3C7-4760-9AA2-EFB552238C69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6176BED-10E0-4C99-A437-696E78E0C279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6B0D22E-AE39-42DA-BACB-9E1C41689FF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196DC38-20AD-4E1A-8E26-1E06E7F2550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산후조리원에서 집으로 오던 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60A1E-1705-4711-BF62-7C9955C639E8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C38EB-DAD6-4323-93D5-967684F77746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임신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출산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만남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집으로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2D8B4-BD55-4F22-8A1C-627FE4B7533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3564559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6315303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안쪽 선"/>
            <p:cNvSpPr/>
            <p:nvPr/>
          </p:nvSpPr>
          <p:spPr>
            <a:xfrm>
              <a:off x="9066047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F32D4-BF9F-4C56-9F2E-B9BA4B9BDEA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F9F6EE"/>
      </a:dk1>
      <a:lt1>
        <a:srgbClr val="251641"/>
      </a:lt1>
      <a:dk2>
        <a:srgbClr val="EADFC2"/>
      </a:dk2>
      <a:lt2>
        <a:srgbClr val="1B1030"/>
      </a:lt2>
      <a:accent1>
        <a:srgbClr val="C9A24B"/>
      </a:accent1>
      <a:accent2>
        <a:srgbClr val="8F6CD2"/>
      </a:accent2>
      <a:accent3>
        <a:srgbClr val="110A1E"/>
      </a:accent3>
      <a:accent4>
        <a:srgbClr val="311D56"/>
      </a:accent4>
      <a:accent5>
        <a:srgbClr val="D8B766"/>
      </a:accent5>
      <a:accent6>
        <a:srgbClr val="6C50A1"/>
      </a:accent6>
      <a:hlink>
        <a:srgbClr val="EADFC2"/>
      </a:hlink>
      <a:folHlink>
        <a:srgbClr val="110A1E"/>
      </a:folHlink>
    </a:clrScheme>
    <a:fontScheme name="돌잔치 슬라이드(첫 번째 이야기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