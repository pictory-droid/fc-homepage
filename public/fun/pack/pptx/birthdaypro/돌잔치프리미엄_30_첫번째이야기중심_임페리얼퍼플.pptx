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8A60619-3577-4DFD-8942-A3F4308609C5}">
          <p14:sldIdLst>
            <p14:sldId id="256"/>
          </p14:sldIdLst>
        </p14:section>
        <p14:section name="본문" id="{84F845D1-A0A1-43FD-8DD2-412FDAE87D4B}">
          <p14:sldIdLst>
            <p14:sldId id="257"/>
            <p14:sldId id="258"/>
            <p14:sldId id="259"/>
            <p14:sldId id="260"/>
          </p14:sldIdLst>
        </p14:section>
        <p14:section name="마무리" id="{BEF64636-F1D1-4892-A625-1F20EA3DB98D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6B9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38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rgbClr val="F9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8A367999-CBA3-4B27-B6C7-11DB7B951096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6B9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38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rgbClr val="F9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988D95F8-70A2-40A3-9E58-36761C25C5B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8082FD3B-0856-45E4-9795-5072D89C0169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IMPERIAL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산후조리원에서 집으로 오던 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날짜 입력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4B3B-5722-439E-9D20-BE3C42876735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태어난 날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38F20-99C2-4B64-ACDB-FDF8C8568157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임신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소식을 들은 날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출산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태어난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첫 만남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품에 안은 순간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집으로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돌아온 날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순간들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68B45-B1BE-41E9-A6EE-4A144DD4DAB6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2311831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웃음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3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안쪽 선"/>
            <p:cNvSpPr/>
            <p:nvPr/>
          </p:nvSpPr>
          <p:spPr>
            <a:xfrm>
              <a:off x="3564559" y="1911095"/>
              <a:ext cx="2311831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뒤집기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20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안쪽 선"/>
            <p:cNvSpPr/>
            <p:nvPr/>
          </p:nvSpPr>
          <p:spPr>
            <a:xfrm>
              <a:off x="6315303" y="1911095"/>
              <a:ext cx="2311831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이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26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7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안쪽 선"/>
            <p:cNvSpPr/>
            <p:nvPr/>
          </p:nvSpPr>
          <p:spPr>
            <a:xfrm>
              <a:off x="9066047" y="1911095"/>
              <a:ext cx="2311831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4</a:t>
              </a:r>
            </a:p>
          </p:txBody>
        </p:sp>
        <p:sp>
          <p:nvSpPr>
            <p:cNvPr id="30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걸음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9F7E-B464-48C8-969C-ACDFEFB1436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IMPERIAL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첫 번째 이야기 중심)">
  <a:themeElements>
    <a:clrScheme name="돌잔치 슬라이드(첫 번째 이야기 중심)">
      <a:dk1>
        <a:srgbClr val="F9F6EE"/>
      </a:dk1>
      <a:lt1>
        <a:srgbClr val="251641"/>
      </a:lt1>
      <a:dk2>
        <a:srgbClr val="EADFC2"/>
      </a:dk2>
      <a:lt2>
        <a:srgbClr val="1B1030"/>
      </a:lt2>
      <a:accent1>
        <a:srgbClr val="C9A24B"/>
      </a:accent1>
      <a:accent2>
        <a:srgbClr val="8F6CD2"/>
      </a:accent2>
      <a:accent3>
        <a:srgbClr val="110A1E"/>
      </a:accent3>
      <a:accent4>
        <a:srgbClr val="311D56"/>
      </a:accent4>
      <a:accent5>
        <a:srgbClr val="D8B766"/>
      </a:accent5>
      <a:accent6>
        <a:srgbClr val="6C50A1"/>
      </a:accent6>
      <a:hlink>
        <a:srgbClr val="EADFC2"/>
      </a:hlink>
      <a:folHlink>
        <a:srgbClr val="110A1E"/>
      </a:folHlink>
    </a:clrScheme>
    <a:fontScheme name="돌잔치 슬라이드(첫 번째 이야기 중심)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>돌잔치 슬라이드 · 첫 번째 이야기 중심</dc:subject>
  <dc:creator>반딧불이의 곳간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