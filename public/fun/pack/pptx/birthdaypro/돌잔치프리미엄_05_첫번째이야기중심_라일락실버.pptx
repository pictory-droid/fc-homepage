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13E24DE-78CD-433C-972B-2284EC64FE45}">
          <p14:sldIdLst>
            <p14:sldId id="256"/>
          </p14:sldIdLst>
        </p14:section>
        <p14:section name="본문" id="{D03A60AE-522B-4ED3-BF20-04F43B2ED19E}">
          <p14:sldIdLst>
            <p14:sldId id="257"/>
            <p14:sldId id="258"/>
            <p14:sldId id="259"/>
            <p14:sldId id="260"/>
          </p14:sldIdLst>
        </p14:section>
        <p14:section name="마무리" id="{591FD407-5630-4BCA-AB2B-2ADF3E8A8E05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92B8EB3-E491-4559-B71A-D45C86C59C57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5D4DA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AFADB8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EC2C42C9-DCC3-4BC0-BC3E-D3529D352F66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accent4"/>
            </a:gs>
            <a:gs pos="100000">
              <a:schemeClr val="accent1">
                <a:lumMod val="20000"/>
                <a:lumOff val="80000"/>
              </a:schemeClr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446FC3DA-7EC3-4729-B760-6C37AA4E47F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gradFill rotWithShape="1">
            <a:gsLst>
              <a:gs pos="0">
                <a:schemeClr val="accent3"/>
              </a:gs>
              <a:gs pos="100000">
                <a:schemeClr val="tx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태어난 날 병원에서 처음 안았습니다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9B842D-B030-4EC1-AB92-E52BBF30FA92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93D92-70B5-49DE-9AD4-4F495E2ACD7C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임신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출산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만남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집으로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A7749B-B75C-4E59-8E84-D36C55779FD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3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3482263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3665143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20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6233007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6415887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6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7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8983751" y="1828800"/>
              <a:ext cx="2476423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9166631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1A1613"/>
                  </a:solidFill>
                </a:rPr>
                <a:t>4</a:t>
              </a:r>
            </a:p>
          </p:txBody>
        </p:sp>
        <p:sp>
          <p:nvSpPr>
            <p:cNvPr id="30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A5D425-104E-4B4B-B64C-0A614FBBCB2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LILAC  ·  FIRST BIRTHDAY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3A3748"/>
      </a:dk1>
      <a:lt1>
        <a:srgbClr val="FCFCFD"/>
      </a:lt1>
      <a:dk2>
        <a:srgbClr val="38325A"/>
      </a:dk2>
      <a:lt2>
        <a:srgbClr val="F5F3F9"/>
      </a:lt2>
      <a:accent1>
        <a:srgbClr val="8C82B0"/>
      </a:accent1>
      <a:accent2>
        <a:srgbClr val="A7AEBB"/>
      </a:accent2>
      <a:accent3>
        <a:srgbClr val="403C55"/>
      </a:accent3>
      <a:accent4>
        <a:srgbClr val="E0DCEA"/>
      </a:accent4>
      <a:accent5>
        <a:srgbClr val="B9B3CB"/>
      </a:accent5>
      <a:accent6>
        <a:srgbClr val="CACDD7"/>
      </a:accent6>
      <a:hlink>
        <a:srgbClr val="38325A"/>
      </a:hlink>
      <a:folHlink>
        <a:srgbClr val="403C55"/>
      </a:folHlink>
    </a:clrScheme>
    <a:fontScheme name="돌잔치 슬라이드(첫 번째 이야기 중심)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