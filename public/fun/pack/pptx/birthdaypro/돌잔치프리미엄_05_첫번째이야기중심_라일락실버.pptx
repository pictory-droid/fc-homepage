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72BE963-B752-4665-87D1-A00DAA5106AA}">
          <p14:sldIdLst>
            <p14:sldId id="256"/>
          </p14:sldIdLst>
        </p14:section>
        <p14:section name="본문" id="{2EF4B61D-FA7C-40E8-A14D-A6805CA19EDE}">
          <p14:sldIdLst>
            <p14:sldId id="257"/>
            <p14:sldId id="258"/>
            <p14:sldId id="259"/>
            <p14:sldId id="260"/>
          </p14:sldIdLst>
        </p14:section>
        <p14:section name="마무리" id="{8CDB5395-A1AF-43CA-9CEA-7E3FFEA884E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4E76909-1E51-44AE-B02C-B158D9679F69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D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68D5063-ABBB-4DEB-A776-1FEAE0709E8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A0B92E4-F862-495C-A202-A4B7D79078B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태어난 날 병원에서 처음 안았습니다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D8A22-2CEA-4C90-884B-FFF325A19F5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F7BBC-6988-4CD9-98AB-914009D0F53D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53F0C-517C-4934-B717-2E94BF15319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665143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15887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166631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D23F-1A2B-43D8-94EE-E447270066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3A3748"/>
      </a:dk1>
      <a:lt1>
        <a:srgbClr val="FCFCFD"/>
      </a:lt1>
      <a:dk2>
        <a:srgbClr val="38325A"/>
      </a:dk2>
      <a:lt2>
        <a:srgbClr val="F5F3F9"/>
      </a:lt2>
      <a:accent1>
        <a:srgbClr val="8C82B0"/>
      </a:accent1>
      <a:accent2>
        <a:srgbClr val="A7AEBB"/>
      </a:accent2>
      <a:accent3>
        <a:srgbClr val="403C55"/>
      </a:accent3>
      <a:accent4>
        <a:srgbClr val="E0DCEA"/>
      </a:accent4>
      <a:accent5>
        <a:srgbClr val="B9B3CB"/>
      </a:accent5>
      <a:accent6>
        <a:srgbClr val="CACDD7"/>
      </a:accent6>
      <a:hlink>
        <a:srgbClr val="38325A"/>
      </a:hlink>
      <a:folHlink>
        <a:srgbClr val="403C55"/>
      </a:folHlink>
    </a:clrScheme>
    <a:fontScheme name="돌잔치 슬라이드(첫 번째 이야기 중심)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