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6BE8484-CD9A-4964-B616-6D0F8DE07705}">
          <p14:sldIdLst>
            <p14:sldId id="256"/>
          </p14:sldIdLst>
        </p14:section>
        <p14:section name="본문" id="{7B80AE39-B2FB-431B-B853-AB12FD7A3D53}">
          <p14:sldIdLst>
            <p14:sldId id="257"/>
            <p14:sldId id="258"/>
            <p14:sldId id="259"/>
            <p14:sldId id="260"/>
          </p14:sldIdLst>
        </p14:section>
        <p14:section name="마무리" id="{D80EB8E2-8DA1-43E5-BCFF-7E875D2EE915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FDE40ECF-3AC1-4795-A0BB-877B2738C2D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0FC30BA9-9329-4534-8953-358E6626403B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009BF382-09A8-4C78-A443-4D2D436E1E8D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처음 이가 나던 날을 기억합니다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494E2-5334-438B-AC63-4090722856C5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9B055-2901-4DE9-9261-DFC821C93C10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054291" cy="2788920"/>
            <a:chOff x="777240" y="3246120"/>
            <a:chExt cx="2054291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1개월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2922971" y="3246120"/>
            <a:ext cx="2054291" cy="2788920"/>
            <a:chOff x="2922971" y="3246120"/>
            <a:chExt cx="2054291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2922971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3개월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5068702" y="3246120"/>
            <a:ext cx="2054291" cy="2788920"/>
            <a:chOff x="5068702" y="3246120"/>
            <a:chExt cx="2054291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5068702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6개월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7214433" y="3246120"/>
            <a:ext cx="2054291" cy="2788920"/>
            <a:chOff x="7214433" y="3246120"/>
            <a:chExt cx="2054291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7214433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9개월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5"/>
          <p:cNvGrpSpPr/>
          <p:nvPr/>
        </p:nvGrpSpPr>
        <p:grpSpPr>
          <a:xfrm>
            <a:off x="9360164" y="3246120"/>
            <a:ext cx="2054291" cy="2788920"/>
            <a:chOff x="9360164" y="3246120"/>
            <a:chExt cx="2054291" cy="2788920"/>
          </a:xfrm>
        </p:grpSpPr>
        <p:sp>
          <p:nvSpPr>
            <p:cNvPr id="22" name="단계 화살표"/>
            <p:cNvSpPr/>
            <p:nvPr/>
          </p:nvSpPr>
          <p:spPr>
            <a:xfrm>
              <a:off x="9360164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12개월</a:t>
              </a:r>
            </a:p>
          </p:txBody>
        </p:sp>
        <p:sp>
          <p:nvSpPr>
            <p:cNvPr id="23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24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26BD2-7A15-452F-977C-C8719FF48A7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E07E8-5380-47C6-8229-23413D747E8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돌잔치 슬라이드(성장 기록 중심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