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D70B97F-A32D-44DD-BD93-668330BAF6CC}">
          <p14:sldIdLst>
            <p14:sldId id="256"/>
          </p14:sldIdLst>
        </p14:section>
        <p14:section name="본문" id="{0F67E27E-C6A8-4D13-BCBA-B0735146796D}">
          <p14:sldIdLst>
            <p14:sldId id="257"/>
            <p14:sldId id="258"/>
            <p14:sldId id="259"/>
            <p14:sldId id="260"/>
          </p14:sldIdLst>
        </p14:section>
        <p14:section name="마무리" id="{6649008E-5A85-4F5F-89E2-86240C1E0DE5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AD65215B-72CA-4478-B27E-56143D568C9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3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AC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434FB5CD-728D-4CBD-A3D9-255B1373DFA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5832670B-F948-4461-B96A-3248BBC4253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MARINE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처음 이가 나던 날을 기억합니다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D6E31-E60A-444E-A80A-62CBE21B2CB9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B8E4-17F8-44A6-8B21-E02B15C93513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054291" cy="2788920"/>
            <a:chOff x="777240" y="3246120"/>
            <a:chExt cx="2054291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1개월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2922971" y="3246120"/>
            <a:ext cx="2054291" cy="2788920"/>
            <a:chOff x="2922971" y="3246120"/>
            <a:chExt cx="2054291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2922971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3개월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5068702" y="3246120"/>
            <a:ext cx="2054291" cy="2788920"/>
            <a:chOff x="5068702" y="3246120"/>
            <a:chExt cx="2054291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5068702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6개월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7214433" y="3246120"/>
            <a:ext cx="2054291" cy="2788920"/>
            <a:chOff x="7214433" y="3246120"/>
            <a:chExt cx="2054291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7214433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9개월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5"/>
          <p:cNvGrpSpPr/>
          <p:nvPr/>
        </p:nvGrpSpPr>
        <p:grpSpPr>
          <a:xfrm>
            <a:off x="9360164" y="3246120"/>
            <a:ext cx="2054291" cy="2788920"/>
            <a:chOff x="9360164" y="3246120"/>
            <a:chExt cx="2054291" cy="2788920"/>
          </a:xfrm>
        </p:grpSpPr>
        <p:sp>
          <p:nvSpPr>
            <p:cNvPr id="22" name="단계 화살표"/>
            <p:cNvSpPr/>
            <p:nvPr/>
          </p:nvSpPr>
          <p:spPr>
            <a:xfrm>
              <a:off x="9360164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12개월</a:t>
              </a:r>
            </a:p>
          </p:txBody>
        </p:sp>
        <p:sp>
          <p:nvSpPr>
            <p:cNvPr id="23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24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38D83-BF46-431F-96F4-B0B2F8AA526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0BFE-A19F-43DC-9BB5-2D479D12188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MARINE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374048"/>
      </a:dk1>
      <a:lt1>
        <a:srgbClr val="FCFDFE"/>
      </a:lt1>
      <a:dk2>
        <a:srgbClr val="0F2F4A"/>
      </a:dk2>
      <a:lt2>
        <a:srgbClr val="F4F8FA"/>
      </a:lt2>
      <a:accent1>
        <a:srgbClr val="1F5C86"/>
      </a:accent1>
      <a:accent2>
        <a:srgbClr val="5BA3C4"/>
      </a:accent2>
      <a:accent3>
        <a:srgbClr val="72818D"/>
      </a:accent3>
      <a:accent4>
        <a:srgbClr val="C9D9E3"/>
      </a:accent4>
      <a:accent5>
        <a:srgbClr val="B7C4CE"/>
      </a:accent5>
      <a:accent6>
        <a:srgbClr val="A0C9DC"/>
      </a:accent6>
      <a:hlink>
        <a:srgbClr val="0F2F4A"/>
      </a:hlink>
      <a:folHlink>
        <a:srgbClr val="72818D"/>
      </a:folHlink>
    </a:clrScheme>
    <a:fontScheme name="돌잔치 슬라이드(성장 기록 중심)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