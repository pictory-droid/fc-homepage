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0F45724-D815-42D9-9020-4ED653CBAE8A}">
          <p14:sldIdLst>
            <p14:sldId id="256"/>
          </p14:sldIdLst>
        </p14:section>
        <p14:section name="본문" id="{51ACEBD5-4E92-4755-9EA5-51D9806FB1E9}">
          <p14:sldIdLst>
            <p14:sldId id="257"/>
            <p14:sldId id="258"/>
            <p14:sldId id="259"/>
            <p14:sldId id="260"/>
          </p14:sldIdLst>
        </p14:section>
        <p14:section name="마무리" id="{844619D2-2986-4470-A2D3-3EE55EF9FF3A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9C9C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97979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8291DCCF-B6D0-4665-9997-20EE1656FD4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DEF3E21A-C201-44E6-BC98-029D159FD6A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5AE8B586-D700-4897-A49F-1EF76CC2B73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이름을 불렀을 때 돌아본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DF7BC-9902-4B1D-8B6E-F28B19F72AD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6DE8D-AD9F-4763-A40C-6B343CC8FDAF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20BD-98EC-46CE-BD7C-AD9E44555B4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3482263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623300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8983751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264DD-2949-4EDC-AF22-1CE80706CEA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08080A"/>
      </a:dk1>
      <a:lt1>
        <a:srgbClr val="FDFDFC"/>
      </a:lt1>
      <a:dk2>
        <a:srgbClr val="1C1C1E"/>
      </a:dk2>
      <a:lt2>
        <a:srgbClr val="F7F7F5"/>
      </a:lt2>
      <a:accent1>
        <a:srgbClr val="1C1C1E"/>
      </a:accent1>
      <a:accent2>
        <a:srgbClr val="8E8E93"/>
      </a:accent2>
      <a:accent3>
        <a:srgbClr val="080809"/>
      </a:accent3>
      <a:accent4>
        <a:srgbClr val="CBCBCA"/>
      </a:accent4>
      <a:accent5>
        <a:srgbClr val="B5B5B5"/>
      </a:accent5>
      <a:accent6>
        <a:srgbClr val="BDBDBF"/>
      </a:accent6>
      <a:hlink>
        <a:srgbClr val="1C1C1E"/>
      </a:hlink>
      <a:folHlink>
        <a:srgbClr val="080809"/>
      </a:folHlink>
    </a:clrScheme>
    <a:fontScheme name="돌잔치 슬라이드(첫 번째 이야기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