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470D8366-01DC-4FFA-9291-B21E07CC33E6}">
          <p14:sldIdLst>
            <p14:sldId id="256"/>
          </p14:sldIdLst>
        </p14:section>
        <p14:section name="본문" id="{098D0348-D19D-4C3D-BB9B-84C63124F862}">
          <p14:sldIdLst>
            <p14:sldId id="257"/>
            <p14:sldId id="258"/>
            <p14:sldId id="259"/>
            <p14:sldId id="260"/>
          </p14:sldIdLst>
        </p14:section>
        <p14:section name="마무리" id="{6FDBB103-CBEF-425D-BE6D-C201A3E929DE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219169" y="1828800"/>
            <a:ext cx="731501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219169" y="2212848"/>
            <a:ext cx="731501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219169" y="3886200"/>
            <a:ext cx="731501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C9C9C9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219169" y="4663440"/>
            <a:ext cx="731501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97979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10728691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3" name="Diamond 2"/>
          <p:cNvSpPr/>
          <p:nvPr/>
        </p:nvSpPr>
        <p:spPr>
          <a:xfrm>
            <a:off x="10646395" y="3346704"/>
            <a:ext cx="164592" cy="164592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윗 표시"/>
          <p:cNvSpPr/>
          <p:nvPr/>
        </p:nvSpPr>
        <p:spPr>
          <a:xfrm>
            <a:off x="10664683" y="594360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아랫 표시"/>
          <p:cNvSpPr/>
          <p:nvPr/>
        </p:nvSpPr>
        <p:spPr>
          <a:xfrm>
            <a:off x="10664683" y="6135624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46683FA0-BDFB-46A5-87C8-414D445F545E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pct10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219169" y="1828800"/>
            <a:ext cx="731501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219169" y="2212848"/>
            <a:ext cx="731501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219169" y="3886200"/>
            <a:ext cx="731501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219169" y="4663440"/>
            <a:ext cx="731501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10728691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3" name="Diamond 2"/>
          <p:cNvSpPr/>
          <p:nvPr/>
        </p:nvSpPr>
        <p:spPr>
          <a:xfrm>
            <a:off x="10646395" y="3346704"/>
            <a:ext cx="164592" cy="16459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윗 표시"/>
          <p:cNvSpPr/>
          <p:nvPr/>
        </p:nvSpPr>
        <p:spPr>
          <a:xfrm>
            <a:off x="10664683" y="594360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아랫 표시"/>
          <p:cNvSpPr/>
          <p:nvPr/>
        </p:nvSpPr>
        <p:spPr>
          <a:xfrm>
            <a:off x="10664683" y="6135624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4D174F8B-D64C-4438-9FB4-A50AEB2BC412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2860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2F8E6A87-8A46-4188-B534-CF7ABA7138AC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5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6" name="Diamond 5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9" name="Connector 8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0" name="Diamond 9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MONO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처음 이름을 불렀을 때 돌아본 날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날짜 입력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E06F71-A198-4B1E-9ECE-F2183E6182AB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태어난 날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9BA6B-5DE0-4BC0-AFF3-37D10474C66B}" type="slidenum">
              <a:rPr lang="en-US"/>
              <a:t>‹#›</a:t>
            </a:fld>
            <a:endParaRPr lang="en-US"/>
          </a:p>
        </p:txBody>
      </p:sp>
      <p:grpSp>
        <p:nvGrpSpPr>
          <p:cNvPr id="5" name="때 1"/>
          <p:cNvGrpSpPr/>
          <p:nvPr/>
        </p:nvGrpSpPr>
        <p:grpSpPr>
          <a:xfrm>
            <a:off x="777240" y="3246120"/>
            <a:ext cx="2590723" cy="2788920"/>
            <a:chOff x="777240" y="3246120"/>
            <a:chExt cx="2590723" cy="2788920"/>
          </a:xfrm>
        </p:grpSpPr>
        <p:sp>
          <p:nvSpPr>
            <p:cNvPr id="6" name="단계 화살표"/>
            <p:cNvSpPr/>
            <p:nvPr/>
          </p:nvSpPr>
          <p:spPr>
            <a:xfrm>
              <a:off x="777240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임신</a:t>
              </a:r>
            </a:p>
          </p:txBody>
        </p:sp>
        <p:sp>
          <p:nvSpPr>
            <p:cNvPr id="7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소식을 들은 날</a:t>
              </a:r>
            </a:p>
          </p:txBody>
        </p:sp>
        <p:sp>
          <p:nvSpPr>
            <p:cNvPr id="8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9" name="때 2"/>
          <p:cNvGrpSpPr/>
          <p:nvPr/>
        </p:nvGrpSpPr>
        <p:grpSpPr>
          <a:xfrm>
            <a:off x="3459403" y="3246120"/>
            <a:ext cx="2590723" cy="2788920"/>
            <a:chOff x="3459403" y="3246120"/>
            <a:chExt cx="2590723" cy="2788920"/>
          </a:xfrm>
        </p:grpSpPr>
        <p:sp>
          <p:nvSpPr>
            <p:cNvPr id="10" name="단계 화살표"/>
            <p:cNvSpPr/>
            <p:nvPr/>
          </p:nvSpPr>
          <p:spPr>
            <a:xfrm>
              <a:off x="3459403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출산</a:t>
              </a:r>
            </a:p>
          </p:txBody>
        </p:sp>
        <p:sp>
          <p:nvSpPr>
            <p:cNvPr id="11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태어난 날</a:t>
              </a:r>
            </a:p>
          </p:txBody>
        </p:sp>
        <p:sp>
          <p:nvSpPr>
            <p:cNvPr id="12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3" name="때 3"/>
          <p:cNvGrpSpPr/>
          <p:nvPr/>
        </p:nvGrpSpPr>
        <p:grpSpPr>
          <a:xfrm>
            <a:off x="6141567" y="3246120"/>
            <a:ext cx="2590723" cy="2788920"/>
            <a:chOff x="6141567" y="3246120"/>
            <a:chExt cx="2590723" cy="2788920"/>
          </a:xfrm>
        </p:grpSpPr>
        <p:sp>
          <p:nvSpPr>
            <p:cNvPr id="14" name="단계 화살표"/>
            <p:cNvSpPr/>
            <p:nvPr/>
          </p:nvSpPr>
          <p:spPr>
            <a:xfrm>
              <a:off x="6141567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첫 만남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품에 안은 순간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7" name="때 4"/>
          <p:cNvGrpSpPr/>
          <p:nvPr/>
        </p:nvGrpSpPr>
        <p:grpSpPr>
          <a:xfrm>
            <a:off x="8823731" y="3246120"/>
            <a:ext cx="2590723" cy="2788920"/>
            <a:chOff x="8823731" y="3246120"/>
            <a:chExt cx="2590723" cy="2788920"/>
          </a:xfrm>
        </p:grpSpPr>
        <p:sp>
          <p:nvSpPr>
            <p:cNvPr id="18" name="단계 화살표"/>
            <p:cNvSpPr/>
            <p:nvPr/>
          </p:nvSpPr>
          <p:spPr>
            <a:xfrm>
              <a:off x="8823731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집으로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 돌아온 날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첫 번째 순간들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B156E5-B8B8-4818-BD82-D473FD0B35B9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2476423" cy="3566160"/>
            <a:chOff x="731520" y="1828800"/>
            <a:chExt cx="2476423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2476423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웃음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019223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3482263" y="1828800"/>
            <a:ext cx="2476423" cy="3566160"/>
            <a:chOff x="3482263" y="1828800"/>
            <a:chExt cx="2476423" cy="3566160"/>
          </a:xfrm>
        </p:grpSpPr>
        <p:sp>
          <p:nvSpPr>
            <p:cNvPr id="13" name="카드 바탕"/>
            <p:cNvSpPr/>
            <p:nvPr/>
          </p:nvSpPr>
          <p:spPr>
            <a:xfrm>
              <a:off x="3482263" y="1828800"/>
              <a:ext cx="2476423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옆 선"/>
            <p:cNvSpPr/>
            <p:nvPr/>
          </p:nvSpPr>
          <p:spPr>
            <a:xfrm>
              <a:off x="3482263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3710863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3665143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뒤집기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3710863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3665143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6233007" y="1828800"/>
            <a:ext cx="2476423" cy="3566160"/>
            <a:chOff x="6233007" y="1828800"/>
            <a:chExt cx="2476423" cy="3566160"/>
          </a:xfrm>
        </p:grpSpPr>
        <p:sp>
          <p:nvSpPr>
            <p:cNvPr id="20" name="카드 바탕"/>
            <p:cNvSpPr/>
            <p:nvPr/>
          </p:nvSpPr>
          <p:spPr>
            <a:xfrm>
              <a:off x="6233007" y="1828800"/>
              <a:ext cx="2476423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옆 선"/>
            <p:cNvSpPr/>
            <p:nvPr/>
          </p:nvSpPr>
          <p:spPr>
            <a:xfrm>
              <a:off x="6233007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6461607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6415887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이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6461607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6415887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  <p:grpSp>
        <p:nvGrpSpPr>
          <p:cNvPr id="26" name="카드 4"/>
          <p:cNvGrpSpPr/>
          <p:nvPr/>
        </p:nvGrpSpPr>
        <p:grpSpPr>
          <a:xfrm>
            <a:off x="8983751" y="1828800"/>
            <a:ext cx="2476423" cy="3566160"/>
            <a:chOff x="8983751" y="1828800"/>
            <a:chExt cx="2476423" cy="3566160"/>
          </a:xfrm>
        </p:grpSpPr>
        <p:sp>
          <p:nvSpPr>
            <p:cNvPr id="27" name="카드 바탕"/>
            <p:cNvSpPr/>
            <p:nvPr/>
          </p:nvSpPr>
          <p:spPr>
            <a:xfrm>
              <a:off x="8983751" y="1828800"/>
              <a:ext cx="2476423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옆 선"/>
            <p:cNvSpPr/>
            <p:nvPr/>
          </p:nvSpPr>
          <p:spPr>
            <a:xfrm>
              <a:off x="8983751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번호 4"/>
            <p:cNvSpPr/>
            <p:nvPr/>
          </p:nvSpPr>
          <p:spPr>
            <a:xfrm>
              <a:off x="9212351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4</a:t>
              </a:r>
            </a:p>
          </p:txBody>
        </p:sp>
        <p:sp>
          <p:nvSpPr>
            <p:cNvPr id="30" name="카드 제목"/>
            <p:cNvSpPr txBox="1"/>
            <p:nvPr/>
          </p:nvSpPr>
          <p:spPr>
            <a:xfrm>
              <a:off x="9166631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걸음</a:t>
              </a:r>
            </a:p>
          </p:txBody>
        </p:sp>
        <p:cxnSp>
          <p:nvCxnSpPr>
            <p:cNvPr id="31" name="구분선"/>
            <p:cNvCxnSpPr/>
            <p:nvPr/>
          </p:nvCxnSpPr>
          <p:spPr>
            <a:xfrm>
              <a:off x="9212351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2" name="카드 내용"/>
            <p:cNvSpPr txBox="1"/>
            <p:nvPr/>
          </p:nvSpPr>
          <p:spPr>
            <a:xfrm>
              <a:off x="9166631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0506C8-C4F4-44EF-B352-2F6B49583CF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MONO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첫 번째 이야기 중심)">
  <a:themeElements>
    <a:clrScheme name="돌잔치 슬라이드(첫 번째 이야기 중심)">
      <a:dk1>
        <a:srgbClr val="08080A"/>
      </a:dk1>
      <a:lt1>
        <a:srgbClr val="FDFDFC"/>
      </a:lt1>
      <a:dk2>
        <a:srgbClr val="1C1C1E"/>
      </a:dk2>
      <a:lt2>
        <a:srgbClr val="F7F7F5"/>
      </a:lt2>
      <a:accent1>
        <a:srgbClr val="1C1C1E"/>
      </a:accent1>
      <a:accent2>
        <a:srgbClr val="8E8E93"/>
      </a:accent2>
      <a:accent3>
        <a:srgbClr val="080809"/>
      </a:accent3>
      <a:accent4>
        <a:srgbClr val="CBCBCA"/>
      </a:accent4>
      <a:accent5>
        <a:srgbClr val="B5B5B5"/>
      </a:accent5>
      <a:accent6>
        <a:srgbClr val="BDBDBF"/>
      </a:accent6>
      <a:hlink>
        <a:srgbClr val="1C1C1E"/>
      </a:hlink>
      <a:folHlink>
        <a:srgbClr val="080809"/>
      </a:folHlink>
    </a:clrScheme>
    <a:fontScheme name="돌잔치 슬라이드(첫 번째 이야기 중심)">
      <a:majorFont>
        <a:latin typeface="Garamond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슬라이드(첫 번째 이야기 중심)</dc:title>
  <dc:subject>돌잔치 슬라이드 · 첫 번째 이야기 중심</dc:subject>
  <dc:creator>반딧불이의 곳간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