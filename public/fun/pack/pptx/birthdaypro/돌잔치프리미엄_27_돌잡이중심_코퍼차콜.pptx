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08411A9-1981-4F27-A0F1-206D5621D9B5}">
          <p14:sldIdLst>
            <p14:sldId id="256"/>
          </p14:sldIdLst>
        </p14:section>
        <p14:section name="본문" id="{78C3C2E9-4FEA-4063-BDB0-8AA2AC4FF091}">
          <p14:sldIdLst>
            <p14:sldId id="257"/>
            <p14:sldId id="258"/>
            <p14:sldId id="259"/>
            <p14:sldId id="260"/>
          </p14:sldIdLst>
        </p14:section>
        <p14:section name="마무리" id="{6CFEF860-D836-4089-9E0F-E29E21D919C2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3794659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867811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3940963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E1866BC-A033-4079-942D-936A632494E5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Rectangle 5"/>
            <p:cNvSpPr/>
            <p:nvPr/>
          </p:nvSpPr>
          <p:spPr>
            <a:xfrm rot="2700000">
              <a:off x="3794659" y="3200400"/>
              <a:ext cx="457200" cy="45720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867811" y="327355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 rot="2700000">
              <a:off x="3940963" y="3346704"/>
              <a:ext cx="164592" cy="16459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6AEE89E-D1CC-47D7-AFC3-20F4628A6E8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5AA98ED2-4D75-4500-89E2-B8AFB539F7B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COPPER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결과는 사진으로 남겨 두겠습니다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199DF-140C-4980-996F-2BB2CA86CCBF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4F9B9-F892-4CB9-B008-D33820C6E29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665143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15887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166631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05335-7B63-4855-BD4F-61741AB84913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32DC6-3969-47EB-B142-A853EDF17A1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COPPER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FBF6F2"/>
      </a:dk1>
      <a:lt1>
        <a:srgbClr val="242222"/>
      </a:lt1>
      <a:dk2>
        <a:srgbClr val="EFE0D2"/>
      </a:dk2>
      <a:lt2>
        <a:srgbClr val="181717"/>
      </a:lt2>
      <a:accent1>
        <a:srgbClr val="C2794F"/>
      </a:accent1>
      <a:accent2>
        <a:srgbClr val="8E8B86"/>
      </a:accent2>
      <a:accent3>
        <a:srgbClr val="0F0E0E"/>
      </a:accent3>
      <a:accent4>
        <a:srgbClr val="323030"/>
      </a:accent4>
      <a:accent5>
        <a:srgbClr val="D18B62"/>
      </a:accent5>
      <a:accent6>
        <a:srgbClr val="6B6865"/>
      </a:accent6>
      <a:hlink>
        <a:srgbClr val="EFE0D2"/>
      </a:hlink>
      <a:folHlink>
        <a:srgbClr val="0F0E0E"/>
      </a:folHlink>
    </a:clrScheme>
    <a:fontScheme name="돌잔치 슬라이드(돌잡이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