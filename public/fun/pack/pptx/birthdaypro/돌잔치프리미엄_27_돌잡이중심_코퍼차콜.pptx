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EE36D5F-4F47-4ABB-9C21-7CCE9BB7D5B2}">
          <p14:sldIdLst>
            <p14:sldId id="256"/>
          </p14:sldIdLst>
        </p14:section>
        <p14:section name="본문" id="{6F4E961E-054F-44A6-9C60-0A6658D36BBE}">
          <p14:sldIdLst>
            <p14:sldId id="257"/>
            <p14:sldId id="258"/>
            <p14:sldId id="259"/>
            <p14:sldId id="260"/>
          </p14:sldIdLst>
        </p14:section>
        <p14:section name="마무리" id="{8AD34CCB-8D36-422B-9E14-9F93EDCC0CA0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3794659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3867811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3940963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600C872-164B-47B3-92AB-AEC71323440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3794659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3867811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3940963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E03B01F-44A3-40B2-A713-2760EE7DF56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DFA6C9C-C226-4BBF-9840-116121A0925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COPPER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결과는 사진으로 남겨 두겠습니다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5D51-9512-4D97-A011-D0D752E269CA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4EB58-D178-4C05-B65D-8B708706CDB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665143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15887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166631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313-8CC3-49E3-ACAD-F54F84182834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FF7C3-D26D-49BB-B225-658F6FA328D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COPPER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FBF6F2"/>
      </a:dk1>
      <a:lt1>
        <a:srgbClr val="242222"/>
      </a:lt1>
      <a:dk2>
        <a:srgbClr val="EFE0D2"/>
      </a:dk2>
      <a:lt2>
        <a:srgbClr val="181717"/>
      </a:lt2>
      <a:accent1>
        <a:srgbClr val="C2794F"/>
      </a:accent1>
      <a:accent2>
        <a:srgbClr val="8E8B86"/>
      </a:accent2>
      <a:accent3>
        <a:srgbClr val="0F0E0E"/>
      </a:accent3>
      <a:accent4>
        <a:srgbClr val="323030"/>
      </a:accent4>
      <a:accent5>
        <a:srgbClr val="D18B62"/>
      </a:accent5>
      <a:accent6>
        <a:srgbClr val="6B6865"/>
      </a:accent6>
      <a:hlink>
        <a:srgbClr val="EFE0D2"/>
      </a:hlink>
      <a:folHlink>
        <a:srgbClr val="0F0E0E"/>
      </a:folHlink>
    </a:clrScheme>
    <a:fontScheme name="돌잔치 슬라이드(돌잡이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