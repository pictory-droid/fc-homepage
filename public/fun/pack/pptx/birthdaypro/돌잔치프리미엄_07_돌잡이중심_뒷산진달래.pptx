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EB76DD7-AE9E-4886-BAE0-F05F7B22D0BD}">
          <p14:sldIdLst>
            <p14:sldId id="256"/>
          </p14:sldIdLst>
        </p14:section>
        <p14:section name="본문" id="{204E648B-2904-49EC-8EC0-AE5FCE567494}">
          <p14:sldIdLst>
            <p14:sldId id="257"/>
            <p14:sldId id="258"/>
            <p14:sldId id="259"/>
            <p14:sldId id="260"/>
          </p14:sldIdLst>
        </p14:section>
        <p14:section name="마무리" id="{E3EAABF3-9F97-4845-B75E-7AF24DF6DDDE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43000"/>
            <a:ext cx="457200" cy="457200"/>
            <a:chOff x="5867247" y="1143000"/>
            <a:chExt cx="457200" cy="457200"/>
          </a:xfrm>
        </p:grpSpPr>
        <p:sp>
          <p:nvSpPr>
            <p:cNvPr id="11" name="Sun 10"/>
            <p:cNvSpPr/>
            <p:nvPr/>
          </p:nvSpPr>
          <p:spPr>
            <a:xfrm>
              <a:off x="5867247" y="1143000"/>
              <a:ext cx="457200" cy="45720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0FA92B8-8734-4FB5-BF4E-C9984BA8F3AE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Sun 3"/>
            <p:cNvSpPr/>
            <p:nvPr/>
          </p:nvSpPr>
          <p:spPr>
            <a:xfrm>
              <a:off x="5958687" y="1344168"/>
              <a:ext cx="274320" cy="27432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43000"/>
            <a:ext cx="457200" cy="457200"/>
            <a:chOff x="5867247" y="1143000"/>
            <a:chExt cx="457200" cy="457200"/>
          </a:xfrm>
        </p:grpSpPr>
        <p:sp>
          <p:nvSpPr>
            <p:cNvPr id="11" name="Sun 10"/>
            <p:cNvSpPr/>
            <p:nvPr/>
          </p:nvSpPr>
          <p:spPr>
            <a:xfrm>
              <a:off x="5867247" y="1143000"/>
              <a:ext cx="457200" cy="45720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4BD6EF4-3D44-409F-8C11-AB417996C35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Sun 3"/>
            <p:cNvSpPr/>
            <p:nvPr/>
          </p:nvSpPr>
          <p:spPr>
            <a:xfrm>
              <a:off x="5958687" y="1344168"/>
              <a:ext cx="274320" cy="27432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56CBA51-825D-41C8-9E3E-94A7988A681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Sun 5"/>
            <p:cNvSpPr/>
            <p:nvPr/>
          </p:nvSpPr>
          <p:spPr>
            <a:xfrm>
              <a:off x="5821527" y="5212080"/>
              <a:ext cx="548640" cy="548640"/>
            </a:xfrm>
            <a:prstGeom prst="su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진달래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돌상 앞에서 한참 고민하던 아기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8D02-5338-4839-B595-1042EE98AC80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3885C-32D8-47DE-851D-0F2FEAF1080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3482263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3710863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623300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6461607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8983751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9212351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9D912-BD2F-4BFA-BF69-BC6D42089984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포인트 막대"/>
          <p:cNvSpPr/>
          <p:nvPr/>
        </p:nvSpPr>
        <p:spPr>
          <a:xfrm>
            <a:off x="5669280" y="1938528"/>
            <a:ext cx="64008" cy="4123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D8442-6F8E-4AC7-9AAC-47962FEBB34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진달래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2B2724"/>
      </a:dk1>
      <a:lt1>
        <a:srgbClr val="FFFFFF"/>
      </a:lt1>
      <a:dk2>
        <a:srgbClr val="644B3A"/>
      </a:dk2>
      <a:lt2>
        <a:srgbClr val="F9E4F3"/>
      </a:lt2>
      <a:accent1>
        <a:srgbClr val="D873BA"/>
      </a:accent1>
      <a:accent2>
        <a:srgbClr val="7CC5AA"/>
      </a:accent2>
      <a:accent3>
        <a:srgbClr val="4E2C44"/>
      </a:accent3>
      <a:accent4>
        <a:srgbClr val="F4C7E7"/>
      </a:accent4>
      <a:accent5>
        <a:srgbClr val="E0B8A3"/>
      </a:accent5>
      <a:accent6>
        <a:srgbClr val="CEBCE6"/>
      </a:accent6>
      <a:hlink>
        <a:srgbClr val="644B3A"/>
      </a:hlink>
      <a:folHlink>
        <a:srgbClr val="4E2C44"/>
      </a:folHlink>
    </a:clrScheme>
    <a:fontScheme name="돌잔치 슬라이드(돌잡이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