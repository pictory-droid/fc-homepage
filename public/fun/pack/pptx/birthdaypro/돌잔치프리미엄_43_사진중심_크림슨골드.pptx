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8394DF8-6D8C-4624-BA41-ABE4F6746D2B}">
          <p14:sldIdLst>
            <p14:sldId id="256"/>
          </p14:sldIdLst>
        </p14:section>
        <p14:section name="본문" id="{3BB1969E-6693-41DF-86E0-19310961D7F1}">
          <p14:sldIdLst>
            <p14:sldId id="257"/>
            <p14:sldId id="258"/>
            <p14:sldId id="259"/>
            <p14:sldId id="260"/>
          </p14:sldIdLst>
        </p14:section>
        <p14:section name="마무리" id="{6349DE68-2A34-454C-AD71-812EF0B24E77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5E0E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EC5C6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40006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1280086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1737286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1051486" y="960119"/>
            <a:ext cx="3749039" cy="46634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3529510" y="1645919"/>
            <a:ext cx="768096" cy="768096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B3DFAD90-320A-412F-8BE5-ACAE67E4CBC9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40006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1280086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1737286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1051486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3529510" y="1645919"/>
            <a:ext cx="768096" cy="768096"/>
          </a:xfrm>
          <a:prstGeom prst="ellipse">
            <a:avLst/>
          </a:prstGeom>
          <a:noFill/>
          <a:ln w="19050">
            <a:solidFill>
              <a:schemeClr val="bg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BFFD9AA5-30DD-43E3-8442-03ECA691B6C1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6400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0116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33832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47548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6400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0116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33832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47548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AAA681B1-FB64-4F66-A2F6-BC1EF8CE747B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CRIMSON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눈 오던 날 찍은 사진이 마음에 듭니다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0000. 00. 00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CRIMSON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64008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64008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87BFC7-0082-493A-AD4D-EF5327732959}" type="slidenum">
              <a:rPr lang="en-US"/>
              <a:t>‹#›</a:t>
            </a:fld>
            <a:endParaRPr lang="en-US"/>
          </a:p>
        </p:txBody>
      </p:sp>
      <p:graphicFrame>
        <p:nvGraphicFramePr>
          <p:cNvPr id="15" name="표"/>
          <p:cNvGraphicFramePr>
            <a:graphicFrameLocks noGrp="1"/>
          </p:cNvGraphicFramePr>
          <p:nvPr/>
        </p:nvGraphicFramePr>
        <p:xfrm>
          <a:off x="4846320" y="1828800"/>
          <a:ext cx="592805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09925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CRIMSON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첫 번째 생일 사진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640080" y="1828800"/>
            <a:ext cx="4929987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대표 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640080" y="1828800"/>
            <a:ext cx="4929987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2"/>
          <p:cNvSpPr/>
          <p:nvPr/>
        </p:nvSpPr>
        <p:spPr>
          <a:xfrm>
            <a:off x="5844387" y="1828800"/>
            <a:ext cx="4929987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대표 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5844387" y="1828800"/>
            <a:ext cx="4929987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04184-F843-4243-AF6A-51982ADAF92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CRIMSON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해의 순간들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413A8-402C-47F8-89A1-22598D8EF883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640080" y="1828800"/>
            <a:ext cx="3195218" cy="3566160"/>
            <a:chOff x="640080" y="1828800"/>
            <a:chExt cx="3195218" cy="3566160"/>
          </a:xfrm>
        </p:grpSpPr>
        <p:sp>
          <p:nvSpPr>
            <p:cNvPr id="7" name="카드 바탕"/>
            <p:cNvSpPr/>
            <p:nvPr/>
          </p:nvSpPr>
          <p:spPr>
            <a:xfrm>
              <a:off x="640080" y="1828800"/>
              <a:ext cx="3195218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822959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86868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카드 제목"/>
            <p:cNvSpPr txBox="1"/>
            <p:nvPr/>
          </p:nvSpPr>
          <p:spPr>
            <a:xfrm>
              <a:off x="82295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번째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868680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822959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좋아하는 순간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109618" y="1828800"/>
            <a:ext cx="3195218" cy="3566160"/>
            <a:chOff x="4109618" y="1828800"/>
            <a:chExt cx="3195218" cy="3566160"/>
          </a:xfrm>
        </p:grpSpPr>
        <p:sp>
          <p:nvSpPr>
            <p:cNvPr id="14" name="카드 바탕"/>
            <p:cNvSpPr/>
            <p:nvPr/>
          </p:nvSpPr>
          <p:spPr>
            <a:xfrm>
              <a:off x="4109618" y="1828800"/>
              <a:ext cx="3195218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 txBox="1"/>
            <p:nvPr/>
          </p:nvSpPr>
          <p:spPr>
            <a:xfrm>
              <a:off x="429249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6" name="번호 밑줄"/>
            <p:cNvCxnSpPr/>
            <p:nvPr/>
          </p:nvCxnSpPr>
          <p:spPr>
            <a:xfrm>
              <a:off x="433821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7" name="카드 제목"/>
            <p:cNvSpPr txBox="1"/>
            <p:nvPr/>
          </p:nvSpPr>
          <p:spPr>
            <a:xfrm>
              <a:off x="429249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두 번째</a:t>
              </a:r>
            </a:p>
          </p:txBody>
        </p:sp>
        <p:cxnSp>
          <p:nvCxnSpPr>
            <p:cNvPr id="18" name="구분선"/>
            <p:cNvCxnSpPr/>
            <p:nvPr/>
          </p:nvCxnSpPr>
          <p:spPr>
            <a:xfrm>
              <a:off x="433821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9" name="카드 내용"/>
            <p:cNvSpPr txBox="1"/>
            <p:nvPr/>
          </p:nvSpPr>
          <p:spPr>
            <a:xfrm>
              <a:off x="4292498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웃은 순간</a:t>
              </a:r>
            </a:p>
          </p:txBody>
        </p:sp>
      </p:grpSp>
      <p:grpSp>
        <p:nvGrpSpPr>
          <p:cNvPr id="20" name="카드 3"/>
          <p:cNvGrpSpPr/>
          <p:nvPr/>
        </p:nvGrpSpPr>
        <p:grpSpPr>
          <a:xfrm>
            <a:off x="7579156" y="1828800"/>
            <a:ext cx="3195218" cy="3566160"/>
            <a:chOff x="7579156" y="1828800"/>
            <a:chExt cx="3195218" cy="3566160"/>
          </a:xfrm>
        </p:grpSpPr>
        <p:sp>
          <p:nvSpPr>
            <p:cNvPr id="21" name="카드 바탕"/>
            <p:cNvSpPr/>
            <p:nvPr/>
          </p:nvSpPr>
          <p:spPr>
            <a:xfrm>
              <a:off x="7579156" y="1828800"/>
              <a:ext cx="3195218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 txBox="1"/>
            <p:nvPr/>
          </p:nvSpPr>
          <p:spPr>
            <a:xfrm>
              <a:off x="776203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3" name="번호 밑줄"/>
            <p:cNvCxnSpPr/>
            <p:nvPr/>
          </p:nvCxnSpPr>
          <p:spPr>
            <a:xfrm>
              <a:off x="780775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4" name="카드 제목"/>
            <p:cNvSpPr txBox="1"/>
            <p:nvPr/>
          </p:nvSpPr>
          <p:spPr>
            <a:xfrm>
              <a:off x="776203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세 번째</a:t>
              </a:r>
            </a:p>
          </p:txBody>
        </p:sp>
        <p:cxnSp>
          <p:nvCxnSpPr>
            <p:cNvPr id="25" name="구분선"/>
            <p:cNvCxnSpPr/>
            <p:nvPr/>
          </p:nvCxnSpPr>
          <p:spPr>
            <a:xfrm>
              <a:off x="780775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6" name="카드 내용"/>
            <p:cNvSpPr txBox="1"/>
            <p:nvPr/>
          </p:nvSpPr>
          <p:spPr>
            <a:xfrm>
              <a:off x="7762036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크게 자란 순간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CRIMSON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640080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640080" y="1828800"/>
            <a:ext cx="2382697" cy="2071116"/>
          </a:xfrm>
          <a:prstGeom prst="rect">
            <a:avLst/>
          </a:prstGeom>
        </p:spPr>
      </p:sp>
      <p:sp>
        <p:nvSpPr>
          <p:cNvPr id="15" name="사진 바탕 2"/>
          <p:cNvSpPr/>
          <p:nvPr/>
        </p:nvSpPr>
        <p:spPr>
          <a:xfrm>
            <a:off x="3223945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223945" y="1828800"/>
            <a:ext cx="2382697" cy="2071116"/>
          </a:xfrm>
          <a:prstGeom prst="rect">
            <a:avLst/>
          </a:prstGeom>
        </p:spPr>
      </p:sp>
      <p:sp>
        <p:nvSpPr>
          <p:cNvPr id="16" name="사진 바탕 3"/>
          <p:cNvSpPr/>
          <p:nvPr/>
        </p:nvSpPr>
        <p:spPr>
          <a:xfrm>
            <a:off x="5807811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5807811" y="1828800"/>
            <a:ext cx="2382697" cy="2071116"/>
          </a:xfrm>
          <a:prstGeom prst="rect">
            <a:avLst/>
          </a:prstGeom>
        </p:spPr>
      </p:sp>
      <p:sp>
        <p:nvSpPr>
          <p:cNvPr id="17" name="사진 바탕 4"/>
          <p:cNvSpPr/>
          <p:nvPr/>
        </p:nvSpPr>
        <p:spPr>
          <a:xfrm>
            <a:off x="8391677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391677" y="1828800"/>
            <a:ext cx="2382697" cy="2071116"/>
          </a:xfrm>
          <a:prstGeom prst="rect">
            <a:avLst/>
          </a:prstGeom>
        </p:spPr>
      </p:sp>
      <p:sp>
        <p:nvSpPr>
          <p:cNvPr id="18" name="사진 바탕 5"/>
          <p:cNvSpPr/>
          <p:nvPr/>
        </p:nvSpPr>
        <p:spPr>
          <a:xfrm>
            <a:off x="640080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640080" y="4101084"/>
            <a:ext cx="2382697" cy="2071116"/>
          </a:xfrm>
          <a:prstGeom prst="rect">
            <a:avLst/>
          </a:prstGeom>
        </p:spPr>
      </p:sp>
      <p:sp>
        <p:nvSpPr>
          <p:cNvPr id="19" name="사진 바탕 6"/>
          <p:cNvSpPr/>
          <p:nvPr/>
        </p:nvSpPr>
        <p:spPr>
          <a:xfrm>
            <a:off x="3223945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223945" y="4101084"/>
            <a:ext cx="2382697" cy="2071116"/>
          </a:xfrm>
          <a:prstGeom prst="rect">
            <a:avLst/>
          </a:prstGeom>
        </p:spPr>
      </p:sp>
      <p:sp>
        <p:nvSpPr>
          <p:cNvPr id="20" name="사진 바탕 7"/>
          <p:cNvSpPr/>
          <p:nvPr/>
        </p:nvSpPr>
        <p:spPr>
          <a:xfrm>
            <a:off x="5807811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5807811" y="4101084"/>
            <a:ext cx="2382697" cy="2071116"/>
          </a:xfrm>
          <a:prstGeom prst="rect">
            <a:avLst/>
          </a:prstGeom>
        </p:spPr>
      </p:sp>
      <p:sp>
        <p:nvSpPr>
          <p:cNvPr id="21" name="사진 바탕 8"/>
          <p:cNvSpPr/>
          <p:nvPr/>
        </p:nvSpPr>
        <p:spPr>
          <a:xfrm>
            <a:off x="8391677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2" name="Picture Placeholder 11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391677" y="4101084"/>
            <a:ext cx="2382697" cy="2071116"/>
          </a:xfrm>
          <a:prstGeom prst="rect">
            <a:avLst/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FD1BA-0D80-4006-A03C-93CD5EF3339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CRIMSON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사진 중심)">
  <a:themeElements>
    <a:clrScheme name="돌잔치 슬라이드(사진 중심)">
      <a:dk1>
        <a:srgbClr val="48373A"/>
      </a:dk1>
      <a:lt1>
        <a:srgbClr val="FEFCFB"/>
      </a:lt1>
      <a:dk2>
        <a:srgbClr val="3A0F16"/>
      </a:dk2>
      <a:lt2>
        <a:srgbClr val="FAF3F1"/>
      </a:lt2>
      <a:accent1>
        <a:srgbClr val="B3202F"/>
      </a:accent1>
      <a:accent2>
        <a:srgbClr val="1F2A44"/>
      </a:accent2>
      <a:accent3>
        <a:srgbClr val="8B7478"/>
      </a:accent3>
      <a:accent4>
        <a:srgbClr val="ECC9CA"/>
      </a:accent4>
      <a:accent5>
        <a:srgbClr val="C6A15B"/>
      </a:accent5>
      <a:accent6>
        <a:srgbClr val="828492"/>
      </a:accent6>
      <a:hlink>
        <a:srgbClr val="3A0F16"/>
      </a:hlink>
      <a:folHlink>
        <a:srgbClr val="8B7478"/>
      </a:folHlink>
    </a:clrScheme>
    <a:fontScheme name="돌잔치 슬라이드(사진 중심)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>돌잔치 슬라이드 · 사진 중심</dc:subject>
  <dc:creator>우체국보험 상담 안내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