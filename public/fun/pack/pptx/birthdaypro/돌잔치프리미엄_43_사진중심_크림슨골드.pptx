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738537C-D527-4206-9C2D-36EC1676B515}">
          <p14:sldIdLst>
            <p14:sldId id="256"/>
          </p14:sldIdLst>
        </p14:section>
        <p14:section name="본문" id="{0CBA9116-53BC-4102-8352-F8E8C89880FD}">
          <p14:sldIdLst>
            <p14:sldId id="257"/>
            <p14:sldId id="258"/>
            <p14:sldId id="259"/>
            <p14:sldId id="260"/>
          </p14:sldIdLst>
        </p14:section>
        <p14:section name="마무리" id="{00F13E9B-58DF-494E-AF0E-587F329F6EA0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5E0E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EC5C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40006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1280086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1737286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1051486" y="960119"/>
            <a:ext cx="3749039" cy="46634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529510" y="1645919"/>
            <a:ext cx="768096" cy="768096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0225C6AD-2F78-462A-9759-DBD8DB8ECBA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40006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1280086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1737286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1051486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529510" y="1645919"/>
            <a:ext cx="768096" cy="76809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36BACA38-0431-459A-984B-3DD5BB86FFA6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77C2F983-13B0-4AAD-989A-1DA0F6205D9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CRIMSON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쏙 드는 사진을 골랐습니다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CRIMSON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66887-BC3E-47F3-A260-F10F489B46A3}" type="slidenum">
              <a:rPr lang="en-US"/>
              <a:t>‹#›</a:t>
            </a:fld>
            <a:endParaRPr lang="en-US"/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4846320" y="1828800"/>
          <a:ext cx="592805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09925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CRIMSON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생일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492998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492998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5844387" y="1828800"/>
            <a:ext cx="492998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844387" y="1828800"/>
            <a:ext cx="492998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453BB-B321-4848-B7B5-05E85EE1774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CRIMSON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해의 순간들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77908-7629-459F-B626-C573713C6BFA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640080" y="1828800"/>
            <a:ext cx="3195218" cy="3566160"/>
            <a:chOff x="640080" y="1828800"/>
            <a:chExt cx="3195218" cy="3566160"/>
          </a:xfrm>
        </p:grpSpPr>
        <p:sp>
          <p:nvSpPr>
            <p:cNvPr id="7" name="카드 바탕"/>
            <p:cNvSpPr/>
            <p:nvPr/>
          </p:nvSpPr>
          <p:spPr>
            <a:xfrm>
              <a:off x="640080" y="1828800"/>
              <a:ext cx="3195218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22959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86868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82295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번째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868680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822959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좋아하는 순간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109618" y="1828800"/>
            <a:ext cx="3195218" cy="3566160"/>
            <a:chOff x="4109618" y="1828800"/>
            <a:chExt cx="3195218" cy="3566160"/>
          </a:xfrm>
        </p:grpSpPr>
        <p:sp>
          <p:nvSpPr>
            <p:cNvPr id="14" name="카드 바탕"/>
            <p:cNvSpPr/>
            <p:nvPr/>
          </p:nvSpPr>
          <p:spPr>
            <a:xfrm>
              <a:off x="4109618" y="1828800"/>
              <a:ext cx="3195218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429249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6" name="번호 밑줄"/>
            <p:cNvCxnSpPr/>
            <p:nvPr/>
          </p:nvCxnSpPr>
          <p:spPr>
            <a:xfrm>
              <a:off x="433821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7" name="카드 제목"/>
            <p:cNvSpPr txBox="1"/>
            <p:nvPr/>
          </p:nvSpPr>
          <p:spPr>
            <a:xfrm>
              <a:off x="429249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두 번째</a:t>
              </a:r>
            </a:p>
          </p:txBody>
        </p:sp>
        <p:cxnSp>
          <p:nvCxnSpPr>
            <p:cNvPr id="18" name="구분선"/>
            <p:cNvCxnSpPr/>
            <p:nvPr/>
          </p:nvCxnSpPr>
          <p:spPr>
            <a:xfrm>
              <a:off x="433821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9" name="카드 내용"/>
            <p:cNvSpPr txBox="1"/>
            <p:nvPr/>
          </p:nvSpPr>
          <p:spPr>
            <a:xfrm>
              <a:off x="4292498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웃은 순간</a:t>
              </a:r>
            </a:p>
          </p:txBody>
        </p:sp>
      </p:grpSp>
      <p:grpSp>
        <p:nvGrpSpPr>
          <p:cNvPr id="20" name="카드 3"/>
          <p:cNvGrpSpPr/>
          <p:nvPr/>
        </p:nvGrpSpPr>
        <p:grpSpPr>
          <a:xfrm>
            <a:off x="7579156" y="1828800"/>
            <a:ext cx="3195218" cy="3566160"/>
            <a:chOff x="7579156" y="1828800"/>
            <a:chExt cx="3195218" cy="3566160"/>
          </a:xfrm>
        </p:grpSpPr>
        <p:sp>
          <p:nvSpPr>
            <p:cNvPr id="21" name="카드 바탕"/>
            <p:cNvSpPr/>
            <p:nvPr/>
          </p:nvSpPr>
          <p:spPr>
            <a:xfrm>
              <a:off x="7579156" y="1828800"/>
              <a:ext cx="3195218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776203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3" name="번호 밑줄"/>
            <p:cNvCxnSpPr/>
            <p:nvPr/>
          </p:nvCxnSpPr>
          <p:spPr>
            <a:xfrm>
              <a:off x="780775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4" name="카드 제목"/>
            <p:cNvSpPr txBox="1"/>
            <p:nvPr/>
          </p:nvSpPr>
          <p:spPr>
            <a:xfrm>
              <a:off x="776203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세 번째</a:t>
              </a:r>
            </a:p>
          </p:txBody>
        </p:sp>
        <p:cxnSp>
          <p:nvCxnSpPr>
            <p:cNvPr id="25" name="구분선"/>
            <p:cNvCxnSpPr/>
            <p:nvPr/>
          </p:nvCxnSpPr>
          <p:spPr>
            <a:xfrm>
              <a:off x="780775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6" name="카드 내용"/>
            <p:cNvSpPr txBox="1"/>
            <p:nvPr/>
          </p:nvSpPr>
          <p:spPr>
            <a:xfrm>
              <a:off x="7762036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크게 자란 순간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CRIMSON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2382697" cy="2071116"/>
          </a:xfrm>
          <a:prstGeom prst="rect">
            <a:avLst/>
          </a:prstGeom>
        </p:spPr>
      </p:sp>
      <p:sp>
        <p:nvSpPr>
          <p:cNvPr id="15" name="사진 바탕 2"/>
          <p:cNvSpPr/>
          <p:nvPr/>
        </p:nvSpPr>
        <p:spPr>
          <a:xfrm>
            <a:off x="3223945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223945" y="1828800"/>
            <a:ext cx="2382697" cy="2071116"/>
          </a:xfrm>
          <a:prstGeom prst="rect">
            <a:avLst/>
          </a:prstGeom>
        </p:spPr>
      </p:sp>
      <p:sp>
        <p:nvSpPr>
          <p:cNvPr id="16" name="사진 바탕 3"/>
          <p:cNvSpPr/>
          <p:nvPr/>
        </p:nvSpPr>
        <p:spPr>
          <a:xfrm>
            <a:off x="5807811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5807811" y="1828800"/>
            <a:ext cx="2382697" cy="2071116"/>
          </a:xfrm>
          <a:prstGeom prst="rect">
            <a:avLst/>
          </a:prstGeom>
        </p:spPr>
      </p:sp>
      <p:sp>
        <p:nvSpPr>
          <p:cNvPr id="17" name="사진 바탕 4"/>
          <p:cNvSpPr/>
          <p:nvPr/>
        </p:nvSpPr>
        <p:spPr>
          <a:xfrm>
            <a:off x="8391677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391677" y="1828800"/>
            <a:ext cx="2382697" cy="2071116"/>
          </a:xfrm>
          <a:prstGeom prst="rect">
            <a:avLst/>
          </a:prstGeom>
        </p:spPr>
      </p:sp>
      <p:sp>
        <p:nvSpPr>
          <p:cNvPr id="18" name="사진 바탕 5"/>
          <p:cNvSpPr/>
          <p:nvPr/>
        </p:nvSpPr>
        <p:spPr>
          <a:xfrm>
            <a:off x="640080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640080" y="4101084"/>
            <a:ext cx="2382697" cy="2071116"/>
          </a:xfrm>
          <a:prstGeom prst="rect">
            <a:avLst/>
          </a:prstGeom>
        </p:spPr>
      </p:sp>
      <p:sp>
        <p:nvSpPr>
          <p:cNvPr id="19" name="사진 바탕 6"/>
          <p:cNvSpPr/>
          <p:nvPr/>
        </p:nvSpPr>
        <p:spPr>
          <a:xfrm>
            <a:off x="3223945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223945" y="4101084"/>
            <a:ext cx="2382697" cy="2071116"/>
          </a:xfrm>
          <a:prstGeom prst="rect">
            <a:avLst/>
          </a:prstGeom>
        </p:spPr>
      </p:sp>
      <p:sp>
        <p:nvSpPr>
          <p:cNvPr id="20" name="사진 바탕 7"/>
          <p:cNvSpPr/>
          <p:nvPr/>
        </p:nvSpPr>
        <p:spPr>
          <a:xfrm>
            <a:off x="5807811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5807811" y="4101084"/>
            <a:ext cx="2382697" cy="2071116"/>
          </a:xfrm>
          <a:prstGeom prst="rect">
            <a:avLst/>
          </a:prstGeom>
        </p:spPr>
      </p:sp>
      <p:sp>
        <p:nvSpPr>
          <p:cNvPr id="21" name="사진 바탕 8"/>
          <p:cNvSpPr/>
          <p:nvPr/>
        </p:nvSpPr>
        <p:spPr>
          <a:xfrm>
            <a:off x="8391677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2" name="Picture Placeholder 11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391677" y="4101084"/>
            <a:ext cx="2382697" cy="2071116"/>
          </a:xfrm>
          <a:prstGeom prst="rect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25490-B766-4100-8D7E-90F4891F26F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CRIMSON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사진 중심)">
  <a:themeElements>
    <a:clrScheme name="돌잔치 슬라이드(사진 중심)">
      <a:dk1>
        <a:srgbClr val="48373A"/>
      </a:dk1>
      <a:lt1>
        <a:srgbClr val="FEFCFB"/>
      </a:lt1>
      <a:dk2>
        <a:srgbClr val="3A0F16"/>
      </a:dk2>
      <a:lt2>
        <a:srgbClr val="FAF3F1"/>
      </a:lt2>
      <a:accent1>
        <a:srgbClr val="B3202F"/>
      </a:accent1>
      <a:accent2>
        <a:srgbClr val="1F2A44"/>
      </a:accent2>
      <a:accent3>
        <a:srgbClr val="8B7478"/>
      </a:accent3>
      <a:accent4>
        <a:srgbClr val="ECC9CA"/>
      </a:accent4>
      <a:accent5>
        <a:srgbClr val="C6A15B"/>
      </a:accent5>
      <a:accent6>
        <a:srgbClr val="828492"/>
      </a:accent6>
      <a:hlink>
        <a:srgbClr val="3A0F16"/>
      </a:hlink>
      <a:folHlink>
        <a:srgbClr val="8B7478"/>
      </a:folHlink>
    </a:clrScheme>
    <a:fontScheme name="돌잔치 슬라이드(사진 중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>돌잔치 슬라이드 · 사진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