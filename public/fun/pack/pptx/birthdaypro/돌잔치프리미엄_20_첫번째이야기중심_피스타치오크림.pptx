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84015A5-C377-442D-8BD1-2C224F271C25}">
          <p14:sldIdLst>
            <p14:sldId id="256"/>
          </p14:sldIdLst>
        </p14:section>
        <p14:section name="본문" id="{D96D37F6-0807-4AE8-B3AE-FF1AA3B2EDDA}">
          <p14:sldIdLst>
            <p14:sldId id="257"/>
            <p14:sldId id="258"/>
            <p14:sldId id="259"/>
            <p14:sldId id="260"/>
          </p14:sldIdLst>
        </p14:section>
        <p14:section name="마무리" id="{8554EDF5-38A5-4352-A8B2-FC29F9C47CC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584E013-96AB-47E8-9C02-AD29A64E460D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21945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5786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42519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50292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색 덩어리"/>
          <p:cNvGrpSpPr/>
          <p:nvPr/>
        </p:nvGrpSpPr>
        <p:grpSpPr>
          <a:xfrm>
            <a:off x="8122615" y="457200"/>
            <a:ext cx="3794760" cy="3291840"/>
            <a:chOff x="8122615" y="457200"/>
            <a:chExt cx="3794760" cy="3291840"/>
          </a:xfrm>
        </p:grpSpPr>
        <p:sp>
          <p:nvSpPr>
            <p:cNvPr id="3" name="알약 1"/>
            <p:cNvSpPr/>
            <p:nvPr/>
          </p:nvSpPr>
          <p:spPr>
            <a:xfrm>
              <a:off x="8168335" y="457200"/>
              <a:ext cx="3657600" cy="1371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알약 2"/>
            <p:cNvSpPr/>
            <p:nvPr/>
          </p:nvSpPr>
          <p:spPr>
            <a:xfrm>
              <a:off x="8991295" y="1645920"/>
              <a:ext cx="2926080" cy="118872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원 1"/>
            <p:cNvSpPr/>
            <p:nvPr/>
          </p:nvSpPr>
          <p:spPr>
            <a:xfrm>
              <a:off x="8122615" y="1965960"/>
              <a:ext cx="1005840" cy="10058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고리"/>
            <p:cNvSpPr/>
            <p:nvPr/>
          </p:nvSpPr>
          <p:spPr>
            <a:xfrm>
              <a:off x="10911535" y="2834640"/>
              <a:ext cx="914400" cy="914400"/>
            </a:xfrm>
            <a:prstGeom prst="ellipse">
              <a:avLst/>
            </a:prstGeom>
            <a:noFill/>
            <a:ln w="2540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장식"/>
            <p:cNvGrpSpPr/>
            <p:nvPr/>
          </p:nvGrpSpPr>
          <p:grpSpPr>
            <a:xfrm>
              <a:off x="10980115" y="937259"/>
              <a:ext cx="411480" cy="411480"/>
              <a:chOff x="10980115" y="937259"/>
              <a:chExt cx="411480" cy="411480"/>
            </a:xfrm>
          </p:grpSpPr>
          <p:sp>
            <p:nvSpPr>
              <p:cNvPr id="8" name="4-Point Star 7"/>
              <p:cNvSpPr/>
              <p:nvPr/>
            </p:nvSpPr>
            <p:spPr>
              <a:xfrm>
                <a:off x="10980115" y="937259"/>
                <a:ext cx="411480" cy="411480"/>
              </a:xfrm>
              <a:prstGeom prst="star4">
                <a:avLst>
                  <a:gd name="adj" fmla="val 14000"/>
                </a:avLst>
              </a:prstGeom>
              <a:solidFill>
                <a:srgbClr val="1A1613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9" name="작은 알약"/>
          <p:cNvSpPr/>
          <p:nvPr/>
        </p:nvSpPr>
        <p:spPr>
          <a:xfrm>
            <a:off x="457200" y="6035040"/>
            <a:ext cx="2011680" cy="23774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94FE1E5-FCB1-4FB3-8BB3-6CD49C40E229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F83635B-8E80-420F-AA1F-0F831174079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이름을 지어 놓고 며칠을 불러 봤습니다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AAB4-8373-4BAB-9C31-F27322B6B78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B3F05-8E06-48DF-BE93-A9185CA52C5D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임신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출산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첫 만남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집으로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5AA1-40A4-41D3-9102-B7972A2FF12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665143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15887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166631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6531A-DB48-47B7-81DC-83F3BB24CEF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돌잔치 슬라이드(첫 번째 이야기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