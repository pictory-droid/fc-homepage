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84CAAF9-7EC0-4B5D-8B91-AB50F940DC09}">
          <p14:sldIdLst>
            <p14:sldId id="256"/>
          </p14:sldIdLst>
        </p14:section>
        <p14:section name="본문" id="{99C96D94-1CEB-4A4B-BF94-87579C080EFB}">
          <p14:sldIdLst>
            <p14:sldId id="257"/>
            <p14:sldId id="258"/>
            <p14:sldId id="259"/>
            <p14:sldId id="260"/>
          </p14:sldIdLst>
        </p14:section>
        <p14:section name="마무리" id="{F005FF9A-1807-46C3-921F-7031DDBDA154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8122615" y="457200"/>
            <a:ext cx="3794760" cy="3291840"/>
            <a:chOff x="8122615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8168335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8991295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8122615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10911535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10980115" y="937259"/>
              <a:ext cx="411480" cy="411480"/>
              <a:chOff x="10980115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10980115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457200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9D59B7B-F8DC-46FF-BAF1-7E0AF0320B5B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EE0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0C5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8122615" y="457200"/>
            <a:ext cx="3794760" cy="3291840"/>
            <a:chOff x="8122615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8168335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8991295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8122615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10911535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10980115" y="937259"/>
              <a:ext cx="411480" cy="411480"/>
              <a:chOff x="10980115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10980115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457200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AA2F57F-7ECC-4721-9F9D-83067CE91B3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E77B75D7-C6E9-44A6-ACF9-8F44605D42D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이름을 지어 놓고 며칠을 불러 봤습니다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A1EDA-EC8E-47BB-9C9F-C2CCB91A5F7C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B1787-F010-4B35-827A-9854A4B17CED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임신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출산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만남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집으로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89C05-B32A-4CC2-96CF-94A6E4BB6D5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3482263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665143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6233007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15887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8983751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166631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A8457-8932-4191-8D71-C48AC7B40D7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404837"/>
      </a:dk1>
      <a:lt1>
        <a:srgbClr val="FDFEFA"/>
      </a:lt1>
      <a:dk2>
        <a:srgbClr val="34471E"/>
      </a:dk2>
      <a:lt2>
        <a:srgbClr val="F7FAEC"/>
      </a:lt2>
      <a:accent1>
        <a:srgbClr val="8DAE5B"/>
      </a:accent1>
      <a:accent2>
        <a:srgbClr val="D6A58A"/>
      </a:accent2>
      <a:accent3>
        <a:srgbClr val="68745B"/>
      </a:accent3>
      <a:accent4>
        <a:srgbClr val="E2EBCF"/>
      </a:accent4>
      <a:accent5>
        <a:srgbClr val="B7B06C"/>
      </a:accent5>
      <a:accent6>
        <a:srgbClr val="E5CBB6"/>
      </a:accent6>
      <a:hlink>
        <a:srgbClr val="34471E"/>
      </a:hlink>
      <a:folHlink>
        <a:srgbClr val="68745B"/>
      </a:folHlink>
    </a:clrScheme>
    <a:fontScheme name="돌잔치 슬라이드(첫 번째 이야기 중심)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