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C02E016-9624-4C77-A850-5D42D1C33764}">
          <p14:sldIdLst>
            <p14:sldId id="256"/>
          </p14:sldIdLst>
        </p14:section>
        <p14:section name="본문" id="{69ABC5E3-3E96-4CC5-9191-80B719B27773}">
          <p14:sldIdLst>
            <p14:sldId id="257"/>
            <p14:sldId id="258"/>
            <p14:sldId id="259"/>
            <p14:sldId id="260"/>
          </p14:sldIdLst>
        </p14:section>
        <p14:section name="마무리" id="{EED27633-4479-488D-B04D-D9F23060EB3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089A74D-8BC4-468F-8A2A-A824BABBDDCE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356338" y="1303020"/>
            <a:ext cx="460233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356338" y="1687068"/>
            <a:ext cx="4602339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356338" y="31775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356338" y="3863340"/>
            <a:ext cx="4602339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1219169" y="548640"/>
            <a:ext cx="9753356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유리판"/>
          <p:cNvSpPr/>
          <p:nvPr/>
        </p:nvSpPr>
        <p:spPr>
          <a:xfrm>
            <a:off x="853418" y="891540"/>
            <a:ext cx="5608179" cy="507492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유리판 선"/>
          <p:cNvSpPr/>
          <p:nvPr/>
        </p:nvSpPr>
        <p:spPr>
          <a:xfrm>
            <a:off x="981434" y="1019556"/>
            <a:ext cx="5352147" cy="481888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C3E9426A-FC50-4D9E-9DD5-B571A073657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F2CF456-B75D-4BFE-84C9-74F59548964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웃던 순간부터 걸음마까지입니다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F696E-C409-4C10-8F07-EA24B7F9A659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생일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대표 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6233007" y="1828800"/>
            <a:ext cx="5227167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3EBBE-36CC-40F1-87B7-DE528CFE491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해의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B834D-186E-4CA0-BCAF-B9291445D4C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번째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좋아하는 순간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두 번째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웃은 순간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세 번째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가장 크게 자란 순간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62D4C-E0C9-43EE-9C65-9298480065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사진 중심)">
  <a:themeElements>
    <a:clrScheme name="돌잔치 슬라이드(사진 중심)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돌잔치 슬라이드(사진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>돌잔치 슬라이드 · 사진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