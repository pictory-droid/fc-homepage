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4299967A-8EFD-4CA9-A809-30E73F10A02C}">
          <p14:sldIdLst>
            <p14:sldId id="256"/>
          </p14:sldIdLst>
        </p14:section>
        <p14:section name="본문" id="{5CC2672A-E63D-49A0-965C-9248BA1E1314}">
          <p14:sldIdLst>
            <p14:sldId id="257"/>
            <p14:sldId id="258"/>
            <p14:sldId id="259"/>
            <p14:sldId id="260"/>
          </p14:sldIdLst>
        </p14:section>
        <p14:section name="마무리" id="{6AA720C8-85C6-45E3-85B7-2232BB82D9C3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아기 사진을 넣고, 오른쪽 표의 칸을 눌러 내용을 적으세요.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사진 자리를 눌러 사진을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글은 눌러서 바로 고치세요. 사진 자리는 가운데 아이콘을 누르면 사진을 넣을 수 있어요.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ctr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BDEE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ABFC6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accent3">
              <a:alpha val="80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5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CB7232DE-5265-48D3-B550-33958BC6374C}" type="slidenum">
              <a:rPr lang="en-US"/>
              <a:t>‹#›</a:t>
            </a:fld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bg2"/>
            </a:gs>
            <a:gs pos="100000">
              <a:schemeClr val="accent4"/>
            </a:gs>
          </a:gsLst>
          <a:lin ang="3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전체 사진"/>
          <p:cNvSpPr>
            <a:spLocks noGrp="1"/>
          </p:cNvSpPr>
          <p:nvPr>
            <p:ph type="pic" sz="quarter" idx="13"/>
          </p:nvPr>
        </p:nvSpPr>
        <p:spPr>
          <a:xfrm>
            <a:off x="0" y="0"/>
            <a:ext cx="12191695" cy="6858000"/>
          </a:xfrm>
          <a:prstGeom prst="rect">
            <a:avLst/>
          </a:prstGeo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전체 화면 사진 — 아이콘을 눌러 넣으세요</a:t>
            </a:r>
          </a:p>
        </p:txBody>
      </p:sp>
      <p:sp>
        <p:nvSpPr>
          <p:cNvPr id="102" name="영문 라벨"/>
          <p:cNvSpPr>
            <a:spLocks noGrp="1"/>
          </p:cNvSpPr>
          <p:nvPr>
            <p:ph type="body" sz="quarter" idx="10"/>
          </p:nvPr>
        </p:nvSpPr>
        <p:spPr>
          <a:xfrm>
            <a:off x="1356338" y="1303020"/>
            <a:ext cx="4602339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3" name="제목"/>
          <p:cNvSpPr>
            <a:spLocks noGrp="1"/>
          </p:cNvSpPr>
          <p:nvPr>
            <p:ph type="title"/>
          </p:nvPr>
        </p:nvSpPr>
        <p:spPr>
          <a:xfrm>
            <a:off x="1356338" y="1687068"/>
            <a:ext cx="4602339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02000"/>
              </a:lnSpc>
              <a:spcBef>
                <a:spcPts val="0"/>
              </a:spcBef>
              <a:buNone/>
              <a:defRPr sz="42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4" name="한 줄 문구"/>
          <p:cNvSpPr>
            <a:spLocks noGrp="1"/>
          </p:cNvSpPr>
          <p:nvPr>
            <p:ph type="subTitle" idx="1"/>
          </p:nvPr>
        </p:nvSpPr>
        <p:spPr>
          <a:xfrm>
            <a:off x="1356338" y="31775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5" name="안내 문구"/>
          <p:cNvSpPr>
            <a:spLocks noGrp="1"/>
          </p:cNvSpPr>
          <p:nvPr>
            <p:ph type="body" sz="quarter" idx="11"/>
          </p:nvPr>
        </p:nvSpPr>
        <p:spPr>
          <a:xfrm>
            <a:off x="1356338" y="3863340"/>
            <a:ext cx="4602339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sp>
        <p:nvSpPr>
          <p:cNvPr id="2" name="사진 바탕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사진 안내"/>
          <p:cNvSpPr txBox="1"/>
          <p:nvPr/>
        </p:nvSpPr>
        <p:spPr>
          <a:xfrm>
            <a:off x="1219169" y="548640"/>
            <a:ext cx="9753356" cy="365760"/>
          </a:xfrm>
          <a:prstGeom prst="rect">
            <a:avLst/>
          </a:prstGeom>
          <a:noFill/>
        </p:spPr>
        <p:txBody>
          <a:bodyPr wrap="square" lIns="45720" rIns="45720" tIns="27432" bIns="27432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사진을 넣어 주세요 (전체 화면)</a:t>
            </a:r>
          </a:p>
        </p:txBody>
      </p:sp>
      <p:sp>
        <p:nvSpPr>
          <p:cNvPr id="4" name="유리판"/>
          <p:cNvSpPr/>
          <p:nvPr/>
        </p:nvSpPr>
        <p:spPr>
          <a:xfrm>
            <a:off x="853418" y="891540"/>
            <a:ext cx="5608179" cy="5074920"/>
          </a:xfrm>
          <a:prstGeom prst="rect">
            <a:avLst/>
          </a:prstGeom>
          <a:solidFill>
            <a:schemeClr val="bg1">
              <a:alpha val="84000"/>
            </a:schemeClr>
          </a:solidFill>
          <a:ln>
            <a:noFill/>
          </a:ln>
          <a:effectLst>
            <a:outerShdw blurRad="330200" dist="101600" dir="5400000" algn="t" rotWithShape="0">
              <a:schemeClr val="tx2">
                <a:alpha val="14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5" name="유리판 선"/>
          <p:cNvSpPr/>
          <p:nvPr/>
        </p:nvSpPr>
        <p:spPr>
          <a:xfrm>
            <a:off x="981434" y="1019556"/>
            <a:ext cx="5352147" cy="4818888"/>
          </a:xfrm>
          <a:prstGeom prst="rect">
            <a:avLst/>
          </a:prstGeom>
          <a:noFill/>
          <a:ln w="9525">
            <a:solidFill>
              <a:schemeClr val="accent1"/>
            </a:solidFill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731520" y="658368"/>
            <a:ext cx="10728655" cy="7772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28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EEFAA14C-43BE-4E34-808E-12564FF4EA14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cxnSp>
        <p:nvCxnSpPr>
          <p:cNvPr id="2" name="머리말 선"/>
          <p:cNvCxnSpPr/>
          <p:nvPr/>
        </p:nvCxnSpPr>
        <p:spPr>
          <a:xfrm>
            <a:off x="731520" y="1572768"/>
            <a:ext cx="10728655" cy="0"/>
          </a:xfrm>
          <a:prstGeom prst="line">
            <a:avLst/>
          </a:prstGeom>
          <a:ln w="6350" cap="rnd">
            <a:solidFill>
              <a:schemeClr val="accent1"/>
            </a:solidFill>
          </a:ln>
        </p:spPr>
      </p:cxn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731520" y="365760"/>
            <a:ext cx="963137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10545775" y="365760"/>
            <a:ext cx="914400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r">
              <a:lnSpc>
                <a:spcPct val="110000"/>
              </a:lnSpc>
              <a:spcBef>
                <a:spcPts val="0"/>
              </a:spcBef>
              <a:buNone/>
              <a:defRPr sz="1100" b="1" spc="200">
                <a:solidFill>
                  <a:schemeClr val="accent1"/>
                </a:solidFill>
              </a:defRPr>
            </a:lvl1pPr>
          </a:lstStyle>
          <a:p>
            <a:fld id="{FE3A02A2-09DD-446C-A1D0-4637333905E2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grpSp>
        <p:nvGrpSpPr>
          <p:cNvPr id="2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3" name="Diamond 2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4" name="Connector 3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  <p:cxnSp>
          <p:nvCxnSpPr>
            <p:cNvPr id="5" name="Connector 4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1"/>
              </a:solidFill>
            </a:ln>
          </p:spPr>
        </p:cxnSp>
      </p:grpSp>
      <p:cxnSp>
        <p:nvCxnSpPr>
          <p:cNvPr id="6" name="Connector 5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1"/>
            </a:solidFill>
          </a:ln>
        </p:spPr>
      </p:cxnSp>
      <p:sp>
        <p:nvSpPr>
          <p:cNvPr id="7" name="Diamond 6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첫 번째 생일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처음 웃던 순간부터 걸음마까지입니다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0000. 00. 00</a:t>
            </a:r>
          </a:p>
          <a:p>
            <a:r>
              <a:rPr lang="ko-KR"/>
              <a:t>장소를 입력하세요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BABY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우리 아기를 소개합니다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아기 사진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3840480" cy="4160520"/>
          </a:xfrm>
          <a:prstGeom prst="round2SameRect">
            <a:avLst>
              <a:gd name="adj1" fmla="val 50000"/>
              <a:gd name="adj2" fmla="val 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EB04CE3-2BAD-417B-BFB8-12BD10791811}" type="slidenum">
              <a:rPr lang="en-US"/>
              <a:t>‹#›</a:t>
            </a:fld>
            <a:endParaRPr lang="en-US"/>
          </a:p>
        </p:txBody>
      </p:sp>
      <p:graphicFrame>
        <p:nvGraphicFramePr>
          <p:cNvPr id="14" name="표"/>
          <p:cNvGraphicFramePr>
            <a:graphicFrameLocks noGrp="1"/>
          </p:cNvGraphicFramePr>
          <p:nvPr/>
        </p:nvGraphicFramePr>
        <p:xfrm>
          <a:off x="4937759" y="1828800"/>
          <a:ext cx="6522415" cy="3950208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828800"/>
                <a:gridCol w="469361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생일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키 · 몸무게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좋아하는 것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별명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 lang="ko-KR">
                          <a:solidFill>
                            <a:schemeClr val="tx2"/>
                          </a:solidFill>
                        </a:rPr>
                        <a:t>부모의 마음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lang="ko-KR">
                          <a:solidFill>
                            <a:schemeClr val="tx1"/>
                          </a:solidFill>
                        </a:rPr>
                        <a:t>입력하세요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push dir="l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STORY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첫 번째 생일 사진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4" name="사진 바탕 2"/>
          <p:cNvSpPr/>
          <p:nvPr/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대표 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6233007" y="1828800"/>
            <a:ext cx="5227167" cy="4343400"/>
          </a:xfrm>
          <a:prstGeom prst="roundRect">
            <a:avLst>
              <a:gd name="adj" fmla="val 6000"/>
            </a:avLst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0CC10B-2D23-4909-9915-3BBBE9054FD0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MEMORY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한 해의 순간들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BFC10D-A275-4329-BA67-750F8C94DD6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번호 1"/>
            <p:cNvSpPr/>
            <p:nvPr/>
          </p:nvSpPr>
          <p:spPr>
            <a:xfrm>
              <a:off x="960120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1</a:t>
              </a:r>
            </a:p>
          </p:txBody>
        </p:sp>
        <p:sp>
          <p:nvSpPr>
            <p:cNvPr id="8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첫 번째</a:t>
              </a:r>
            </a:p>
          </p:txBody>
        </p:sp>
        <p:cxnSp>
          <p:nvCxnSpPr>
            <p:cNvPr id="9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0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좋아하는 순간</a:t>
              </a:r>
            </a:p>
          </p:txBody>
        </p:sp>
      </p:grpSp>
      <p:grpSp>
        <p:nvGrpSpPr>
          <p:cNvPr id="11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2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번호 2"/>
            <p:cNvSpPr/>
            <p:nvPr/>
          </p:nvSpPr>
          <p:spPr>
            <a:xfrm>
              <a:off x="4627778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2</a:t>
              </a:r>
            </a:p>
          </p:txBody>
        </p:sp>
        <p:sp>
          <p:nvSpPr>
            <p:cNvPr id="14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두 번째</a:t>
              </a:r>
            </a:p>
          </p:txBody>
        </p:sp>
        <p:cxnSp>
          <p:nvCxnSpPr>
            <p:cNvPr id="15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16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웃은 순간</a:t>
              </a:r>
            </a:p>
          </p:txBody>
        </p:sp>
      </p:grpSp>
      <p:grpSp>
        <p:nvGrpSpPr>
          <p:cNvPr id="17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18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chemeClr val="accent1">
                  <a:alpha val="60000"/>
                </a:schemeClr>
              </a:solidFill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번호 3"/>
            <p:cNvSpPr/>
            <p:nvPr/>
          </p:nvSpPr>
          <p:spPr>
            <a:xfrm>
              <a:off x="8295436" y="2084832"/>
              <a:ext cx="457200" cy="457200"/>
            </a:xfrm>
            <a:prstGeom prst="rect">
              <a:avLst/>
            </a:prstGeom>
            <a:noFill/>
            <a:ln w="15875">
              <a:solidFill>
                <a:schemeClr val="accent1"/>
              </a:solidFill>
            </a:ln>
          </p:spPr>
          <p:txBody>
            <a:bodyPr rtlCol="0" anchor="ctr" wrap="square" lIns="45720" rIns="45720" tIns="27432" bIns="27432">
              <a:noAutofit/>
            </a:bodyPr>
            <a:lstStyle/>
            <a:p>
              <a:pPr algn="ctr">
                <a:lnSpc>
                  <a:spcPct val="110000"/>
                </a:lnSpc>
              </a:pPr>
              <a:r>
                <a:rPr sz="1500" b="1" i="0" lang="ko-KR">
                  <a:solidFill>
                    <a:schemeClr val="tx2"/>
                  </a:solidFill>
                </a:rPr>
                <a:t>3</a:t>
              </a:r>
            </a:p>
          </p:txBody>
        </p:sp>
        <p:sp>
          <p:nvSpPr>
            <p:cNvPr id="20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세 번째</a:t>
              </a:r>
            </a:p>
          </p:txBody>
        </p:sp>
        <p:cxnSp>
          <p:nvCxnSpPr>
            <p:cNvPr id="21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1"/>
              </a:solidFill>
            </a:ln>
          </p:spPr>
        </p:cxnSp>
        <p:sp>
          <p:nvSpPr>
            <p:cNvPr id="22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600" b="0" i="0" lang="ko-KR">
                  <a:solidFill>
                    <a:schemeClr val="tx1"/>
                  </a:solidFill>
                </a:rPr>
                <a:t>가장 크게 자란 순간</a:t>
              </a:r>
            </a:p>
          </p:txBody>
        </p:sp>
      </p:grp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PHOTOS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사진 모음</a:t>
            </a:r>
          </a:p>
        </p:txBody>
      </p:sp>
      <p:sp>
        <p:nvSpPr>
          <p:cNvPr id="13" name="사진 바탕 1"/>
          <p:cNvSpPr/>
          <p:nvPr/>
        </p:nvSpPr>
        <p:spPr>
          <a:xfrm>
            <a:off x="731520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1</a:t>
            </a:r>
          </a:p>
        </p:txBody>
      </p:sp>
      <p:sp>
        <p:nvSpPr>
          <p:cNvPr id="4" name="Picture Placeholder 3" descr="사진 자리 — 아이콘을 누르면 사진을 넣을 수 있어요"/>
          <p:cNvSpPr>
            <a:spLocks noGrp="1"/>
          </p:cNvSpPr>
          <p:nvPr>
            <p:ph type="pic" idx="13" sz="quarter"/>
          </p:nvPr>
        </p:nvSpPr>
        <p:spPr>
          <a:xfrm>
            <a:off x="731520" y="1828800"/>
            <a:ext cx="2531287" cy="2071116"/>
          </a:xfrm>
          <a:prstGeom prst="rect">
            <a:avLst/>
          </a:prstGeom>
        </p:spPr>
      </p:sp>
      <p:sp>
        <p:nvSpPr>
          <p:cNvPr id="14" name="사진 바탕 2"/>
          <p:cNvSpPr/>
          <p:nvPr/>
        </p:nvSpPr>
        <p:spPr>
          <a:xfrm>
            <a:off x="3463975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2</a:t>
            </a:r>
          </a:p>
        </p:txBody>
      </p:sp>
      <p:sp>
        <p:nvSpPr>
          <p:cNvPr id="5" name="Picture Placeholder 4" descr="사진 자리 — 아이콘을 누르면 사진을 넣을 수 있어요"/>
          <p:cNvSpPr>
            <a:spLocks noGrp="1"/>
          </p:cNvSpPr>
          <p:nvPr>
            <p:ph type="pic" idx="14" sz="quarter"/>
          </p:nvPr>
        </p:nvSpPr>
        <p:spPr>
          <a:xfrm>
            <a:off x="3463975" y="1828800"/>
            <a:ext cx="2531287" cy="2071116"/>
          </a:xfrm>
          <a:prstGeom prst="rect">
            <a:avLst/>
          </a:prstGeom>
        </p:spPr>
      </p:sp>
      <p:sp>
        <p:nvSpPr>
          <p:cNvPr id="15" name="사진 바탕 3"/>
          <p:cNvSpPr/>
          <p:nvPr/>
        </p:nvSpPr>
        <p:spPr>
          <a:xfrm>
            <a:off x="6196431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3</a:t>
            </a:r>
          </a:p>
        </p:txBody>
      </p:sp>
      <p:sp>
        <p:nvSpPr>
          <p:cNvPr id="6" name="Picture Placeholder 5" descr="사진 자리 — 아이콘을 누르면 사진을 넣을 수 있어요"/>
          <p:cNvSpPr>
            <a:spLocks noGrp="1"/>
          </p:cNvSpPr>
          <p:nvPr>
            <p:ph type="pic" idx="15" sz="quarter"/>
          </p:nvPr>
        </p:nvSpPr>
        <p:spPr>
          <a:xfrm>
            <a:off x="6196431" y="1828800"/>
            <a:ext cx="2531287" cy="2071116"/>
          </a:xfrm>
          <a:prstGeom prst="rect">
            <a:avLst/>
          </a:prstGeom>
        </p:spPr>
      </p:sp>
      <p:sp>
        <p:nvSpPr>
          <p:cNvPr id="16" name="사진 바탕 4"/>
          <p:cNvSpPr/>
          <p:nvPr/>
        </p:nvSpPr>
        <p:spPr>
          <a:xfrm>
            <a:off x="8928887" y="1828800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4</a:t>
            </a:r>
          </a:p>
        </p:txBody>
      </p:sp>
      <p:sp>
        <p:nvSpPr>
          <p:cNvPr id="7" name="Picture Placeholder 6" descr="사진 자리 — 아이콘을 누르면 사진을 넣을 수 있어요"/>
          <p:cNvSpPr>
            <a:spLocks noGrp="1"/>
          </p:cNvSpPr>
          <p:nvPr>
            <p:ph type="pic" idx="16" sz="quarter"/>
          </p:nvPr>
        </p:nvSpPr>
        <p:spPr>
          <a:xfrm>
            <a:off x="8928887" y="1828800"/>
            <a:ext cx="2531287" cy="2071116"/>
          </a:xfrm>
          <a:prstGeom prst="rect">
            <a:avLst/>
          </a:prstGeom>
        </p:spPr>
      </p:sp>
      <p:sp>
        <p:nvSpPr>
          <p:cNvPr id="17" name="사진 바탕 5"/>
          <p:cNvSpPr/>
          <p:nvPr/>
        </p:nvSpPr>
        <p:spPr>
          <a:xfrm>
            <a:off x="731520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5</a:t>
            </a:r>
          </a:p>
        </p:txBody>
      </p:sp>
      <p:sp>
        <p:nvSpPr>
          <p:cNvPr id="8" name="Picture Placeholder 7" descr="사진 자리 — 아이콘을 누르면 사진을 넣을 수 있어요"/>
          <p:cNvSpPr>
            <a:spLocks noGrp="1"/>
          </p:cNvSpPr>
          <p:nvPr>
            <p:ph type="pic" idx="17" sz="quarter"/>
          </p:nvPr>
        </p:nvSpPr>
        <p:spPr>
          <a:xfrm>
            <a:off x="731520" y="4101084"/>
            <a:ext cx="2531287" cy="2071116"/>
          </a:xfrm>
          <a:prstGeom prst="rect">
            <a:avLst/>
          </a:prstGeom>
        </p:spPr>
      </p:sp>
      <p:sp>
        <p:nvSpPr>
          <p:cNvPr id="18" name="사진 바탕 6"/>
          <p:cNvSpPr/>
          <p:nvPr/>
        </p:nvSpPr>
        <p:spPr>
          <a:xfrm>
            <a:off x="3463975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6</a:t>
            </a:r>
          </a:p>
        </p:txBody>
      </p:sp>
      <p:sp>
        <p:nvSpPr>
          <p:cNvPr id="9" name="Picture Placeholder 8" descr="사진 자리 — 아이콘을 누르면 사진을 넣을 수 있어요"/>
          <p:cNvSpPr>
            <a:spLocks noGrp="1"/>
          </p:cNvSpPr>
          <p:nvPr>
            <p:ph type="pic" idx="18" sz="quarter"/>
          </p:nvPr>
        </p:nvSpPr>
        <p:spPr>
          <a:xfrm>
            <a:off x="3463975" y="4101084"/>
            <a:ext cx="2531287" cy="2071116"/>
          </a:xfrm>
          <a:prstGeom prst="rect">
            <a:avLst/>
          </a:prstGeom>
        </p:spPr>
      </p:sp>
      <p:sp>
        <p:nvSpPr>
          <p:cNvPr id="19" name="사진 바탕 7"/>
          <p:cNvSpPr/>
          <p:nvPr/>
        </p:nvSpPr>
        <p:spPr>
          <a:xfrm>
            <a:off x="6196431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7</a:t>
            </a:r>
          </a:p>
        </p:txBody>
      </p:sp>
      <p:sp>
        <p:nvSpPr>
          <p:cNvPr id="10" name="Picture Placeholder 9" descr="사진 자리 — 아이콘을 누르면 사진을 넣을 수 있어요"/>
          <p:cNvSpPr>
            <a:spLocks noGrp="1"/>
          </p:cNvSpPr>
          <p:nvPr>
            <p:ph type="pic" idx="19" sz="quarter"/>
          </p:nvPr>
        </p:nvSpPr>
        <p:spPr>
          <a:xfrm>
            <a:off x="6196431" y="4101084"/>
            <a:ext cx="2531287" cy="2071116"/>
          </a:xfrm>
          <a:prstGeom prst="rect">
            <a:avLst/>
          </a:prstGeom>
        </p:spPr>
      </p:sp>
      <p:sp>
        <p:nvSpPr>
          <p:cNvPr id="20" name="사진 바탕 8"/>
          <p:cNvSpPr/>
          <p:nvPr/>
        </p:nvSpPr>
        <p:spPr>
          <a:xfrm>
            <a:off x="8928887" y="4101084"/>
            <a:ext cx="2531287" cy="2071116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rtlCol="0" anchor="ctr" wrap="square" lIns="45720" rIns="45720" tIns="27432" bIns="27432">
            <a:noAutofit/>
          </a:bodyPr>
          <a:lstStyle/>
          <a:p>
            <a:pPr algn="ctr">
              <a:lnSpc>
                <a:spcPct val="11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사진 8</a:t>
            </a:r>
          </a:p>
        </p:txBody>
      </p:sp>
      <p:sp>
        <p:nvSpPr>
          <p:cNvPr id="11" name="Picture Placeholder 10" descr="사진 자리 — 아이콘을 누르면 사진을 넣을 수 있어요"/>
          <p:cNvSpPr>
            <a:spLocks noGrp="1"/>
          </p:cNvSpPr>
          <p:nvPr>
            <p:ph type="pic" idx="20" sz="quarter"/>
          </p:nvPr>
        </p:nvSpPr>
        <p:spPr>
          <a:xfrm>
            <a:off x="8928887" y="4101084"/>
            <a:ext cx="2531287" cy="2071116"/>
          </a:xfrm>
          <a:prstGeom prst="rect">
            <a:avLst/>
          </a:prstGeom>
        </p:spPr>
      </p:sp>
      <p:sp>
        <p:nvSpPr>
          <p:cNvPr id="12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6B1CC1-AC71-4FBF-950B-1761484340AD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  <p:transition spd="med">
    <p:push dir="l"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ICE  ·  FIRST BIRTHDAY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와 주셔서 고맙습니다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아이가 한 살이 되었습니다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아기 이름 · 부모 이름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돌잔치 슬라이드(사진 중심)">
  <a:themeElements>
    <a:clrScheme name="돌잔치 슬라이드(사진 중심)">
      <a:dk1>
        <a:srgbClr val="373F48"/>
      </a:dk1>
      <a:lt1>
        <a:srgbClr val="FBFCFE"/>
      </a:lt1>
      <a:dk2>
        <a:srgbClr val="21354F"/>
      </a:dk2>
      <a:lt2>
        <a:srgbClr val="F2F6FA"/>
      </a:lt2>
      <a:accent1>
        <a:srgbClr val="6C8EB6"/>
      </a:accent1>
      <a:accent2>
        <a:srgbClr val="AABDD2"/>
      </a:accent2>
      <a:accent3>
        <a:srgbClr val="5A6777"/>
      </a:accent3>
      <a:accent4>
        <a:srgbClr val="D7E1EC"/>
      </a:accent4>
      <a:accent5>
        <a:srgbClr val="C2CBD6"/>
      </a:accent5>
      <a:accent6>
        <a:srgbClr val="CAD7E4"/>
      </a:accent6>
      <a:hlink>
        <a:srgbClr val="21354F"/>
      </a:hlink>
      <a:folHlink>
        <a:srgbClr val="5A6777"/>
      </a:folHlink>
    </a:clrScheme>
    <a:fontScheme name="돌잔치 슬라이드(사진 중심)">
      <a:majorFont>
        <a:latin typeface="Tw Cen MT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슬라이드(사진 중심)</dc:title>
  <dc:subject>돌잔치 슬라이드 · 사진 중심</dc:subject>
  <dc:creator>우체국보험 상담 안내</dc:creator>
  <cp:keywords>돌잔치,첫돌,PPT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