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1302836-1EDE-4C44-AE57-3D2513A8494C}">
          <p14:sldIdLst>
            <p14:sldId id="256"/>
          </p14:sldIdLst>
        </p14:section>
        <p14:section name="본문" id="{4D451560-B9B6-4407-A50A-BB2A1BE5D9D8}">
          <p14:sldIdLst>
            <p14:sldId id="257"/>
            <p14:sldId id="258"/>
            <p14:sldId id="259"/>
            <p14:sldId id="260"/>
          </p14:sldIdLst>
        </p14:section>
        <p14:section name="마무리" id="{57D49268-D3C6-4BC1-9F94-ED3097AB873F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3150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3500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193850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54201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314551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374902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249629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2596877" y="603503"/>
            <a:ext cx="347472" cy="347472"/>
            <a:chOff x="2596877" y="603503"/>
            <a:chExt cx="347472" cy="347472"/>
          </a:xfrm>
        </p:grpSpPr>
        <p:sp>
          <p:nvSpPr>
            <p:cNvPr id="10" name="Sun 9"/>
            <p:cNvSpPr/>
            <p:nvPr/>
          </p:nvSpPr>
          <p:spPr>
            <a:xfrm>
              <a:off x="2596877" y="603503"/>
              <a:ext cx="347472" cy="347472"/>
            </a:xfrm>
            <a:prstGeom prst="su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016A67B-B9B5-49AA-84DF-3814DC1EAB71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Sun 3"/>
            <p:cNvSpPr/>
            <p:nvPr/>
          </p:nvSpPr>
          <p:spPr>
            <a:xfrm>
              <a:off x="571500" y="6240780"/>
              <a:ext cx="320040" cy="320040"/>
            </a:xfrm>
            <a:prstGeom prst="su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Sun 5"/>
            <p:cNvSpPr/>
            <p:nvPr/>
          </p:nvSpPr>
          <p:spPr>
            <a:xfrm>
              <a:off x="11300155" y="6240780"/>
              <a:ext cx="320040" cy="320040"/>
            </a:xfrm>
            <a:prstGeom prst="su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3150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3500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193850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54201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314551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374902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249629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2596877" y="603503"/>
            <a:ext cx="347472" cy="347472"/>
            <a:chOff x="2596877" y="603503"/>
            <a:chExt cx="347472" cy="347472"/>
          </a:xfrm>
        </p:grpSpPr>
        <p:sp>
          <p:nvSpPr>
            <p:cNvPr id="10" name="Sun 9"/>
            <p:cNvSpPr/>
            <p:nvPr/>
          </p:nvSpPr>
          <p:spPr>
            <a:xfrm>
              <a:off x="2596877" y="603503"/>
              <a:ext cx="347472" cy="347472"/>
            </a:xfrm>
            <a:prstGeom prst="su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1734829-06FE-474B-96E0-E2007B9A315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Sun 3"/>
            <p:cNvSpPr/>
            <p:nvPr/>
          </p:nvSpPr>
          <p:spPr>
            <a:xfrm>
              <a:off x="571500" y="6240780"/>
              <a:ext cx="320040" cy="320040"/>
            </a:xfrm>
            <a:prstGeom prst="su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Sun 5"/>
            <p:cNvSpPr/>
            <p:nvPr/>
          </p:nvSpPr>
          <p:spPr>
            <a:xfrm>
              <a:off x="11300155" y="6240780"/>
              <a:ext cx="320040" cy="320040"/>
            </a:xfrm>
            <a:prstGeom prst="su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F69BA63-24B1-4FDA-BB32-3B06BD12E43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Sun 5"/>
            <p:cNvSpPr/>
            <p:nvPr/>
          </p:nvSpPr>
          <p:spPr>
            <a:xfrm>
              <a:off x="5821527" y="5212080"/>
              <a:ext cx="548640" cy="548640"/>
            </a:xfrm>
            <a:prstGeom prst="sun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여름 바닷가에서 찍은 첫 사진도 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4D415-961B-4FDF-8DD0-E157AB2ED620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생일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C1AC4-377F-4D12-BF32-B8482AE5C3F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해의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4FF3C-430C-4361-9AD0-2CF06993EF5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번째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좋아하는 순간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두 번째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웃은 순간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세 번째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크게 자란 순간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4558-5617-4439-9DE8-E7364A3AE42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사진 중심)">
  <a:themeElements>
    <a:clrScheme name="돌잔치 슬라이드(사진 중심)">
      <a:dk1>
        <a:srgbClr val="2B2724"/>
      </a:dk1>
      <a:lt1>
        <a:srgbClr val="FFFFFF"/>
      </a:lt1>
      <a:dk2>
        <a:srgbClr val="3A6456"/>
      </a:dk2>
      <a:lt2>
        <a:srgbClr val="E7F9DE"/>
      </a:lt2>
      <a:accent1>
        <a:srgbClr val="9FE27E"/>
      </a:accent1>
      <a:accent2>
        <a:srgbClr val="B786CF"/>
      </a:accent2>
      <a:accent3>
        <a:srgbClr val="374E2C"/>
      </a:accent3>
      <a:accent4>
        <a:srgbClr val="D5F7C5"/>
      </a:accent4>
      <a:accent5>
        <a:srgbClr val="A3E0CE"/>
      </a:accent5>
      <a:accent6>
        <a:srgbClr val="E6DDBC"/>
      </a:accent6>
      <a:hlink>
        <a:srgbClr val="3A6456"/>
      </a:hlink>
      <a:folHlink>
        <a:srgbClr val="374E2C"/>
      </a:folHlink>
    </a:clrScheme>
    <a:fontScheme name="돌잔치 슬라이드(사진 중심)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>돌잔치 슬라이드 · 사진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