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29B2132-BD11-4DCE-8F2F-275F101C3D87}">
          <p14:sldIdLst>
            <p14:sldId id="256"/>
          </p14:sldIdLst>
        </p14:section>
        <p14:section name="본문" id="{189B58A8-AB50-46AF-B06E-AE3FEF09CCDB}">
          <p14:sldIdLst>
            <p14:sldId id="257"/>
            <p14:sldId id="258"/>
            <p14:sldId id="259"/>
            <p14:sldId id="260"/>
          </p14:sldIdLst>
        </p14:section>
        <p14:section name="마무리" id="{60D32335-7655-4897-A367-93F8A1157AE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096373C-161E-484A-A53B-34A8FA6757A2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F71390B-67EB-4968-9051-06545C1E6DC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B7F3AEF-143F-46A1-A119-37AB1212E09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백일 떡을 돌리던 날이 생각납니다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71C7B-0B9C-480A-95A0-BA1F62B2E86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3D6EF-5AB0-41F8-98F5-A95E3C45C03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BB9B8-5C73-4B40-BB2D-D8861B88D56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ABB4-FD78-440F-AC5B-B8FDBDB5372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돌잔치 슬라이드(첫 번째 이야기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