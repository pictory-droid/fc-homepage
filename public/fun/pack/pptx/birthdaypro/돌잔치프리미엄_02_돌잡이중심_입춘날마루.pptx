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D79AD9C-80D7-4BC4-A90D-2B79C871E310}">
          <p14:sldIdLst>
            <p14:sldId id="256"/>
          </p14:sldIdLst>
        </p14:section>
        <p14:section name="본문" id="{41250598-91B1-46D8-96AE-4725FD3C1936}">
          <p14:sldIdLst>
            <p14:sldId id="257"/>
            <p14:sldId id="258"/>
            <p14:sldId id="259"/>
            <p14:sldId id="260"/>
          </p14:sldIdLst>
        </p14:section>
        <p14:section name="마무리" id="{A85FDAB9-C6E9-42E1-AD71-D38C380C0D1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0AA383E-839E-4F72-ADD8-709E2665208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11277295" y="6172200"/>
              <a:ext cx="365760" cy="36576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4830939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457200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457200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457200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5608179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0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288139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6075F8A6-34AF-4EED-94D2-96FF0EBECC2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11277295" y="6172200"/>
              <a:ext cx="365760" cy="36576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8097D3C-05B4-4A18-8C83-AC0CC54FC90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연필을 잡을까, 실을 잡을까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10F2C-8F60-4DAC-9EB6-5B6E56C3EAB0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2EB097-9555-4B72-92F3-983FB597E38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 txBox="1"/>
            <p:nvPr/>
          </p:nvSpPr>
          <p:spPr>
            <a:xfrm>
              <a:off x="3619423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 txBox="1"/>
            <p:nvPr/>
          </p:nvSpPr>
          <p:spPr>
            <a:xfrm>
              <a:off x="6370167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 txBox="1"/>
            <p:nvPr/>
          </p:nvSpPr>
          <p:spPr>
            <a:xfrm>
              <a:off x="9120911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0FA0B-C503-4007-958A-097B4B504734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2040A-8662-4A3D-BB96-8A2BAD9C80D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돌잔치 슬라이드(돌잡이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