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7B2BF5D-6296-40A4-90F9-C40CDC58B944}">
          <p14:sldIdLst>
            <p14:sldId id="256"/>
          </p14:sldIdLst>
        </p14:section>
        <p14:section name="본문" id="{8C33415E-9A63-4432-B900-CF06B2357524}">
          <p14:sldIdLst>
            <p14:sldId id="257"/>
            <p14:sldId id="258"/>
            <p14:sldId id="259"/>
            <p14:sldId id="260"/>
          </p14:sldIdLst>
        </p14:section>
        <p14:section name="마무리" id="{CB817A21-E3B4-4890-ABE4-34FC42DF4F1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ACA1496-1FDC-4ECB-AE36-43D29331E773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B83F3F9-076A-40F4-A7B0-203A32977BD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C2ADC7-00AF-4250-9001-65E1E09328F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이가 나던 날을 기억합니다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13B70-60A7-4A45-B045-138A11F3D90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C0F2-4857-4612-8C37-70B38EA79CE2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2B99-D3F2-4BA7-8363-FFC60B61928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9615B-A61F-4DEE-9C1E-723FA2A299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돌잔치 슬라이드(성장 기록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