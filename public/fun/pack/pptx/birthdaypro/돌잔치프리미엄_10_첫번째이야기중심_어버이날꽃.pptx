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96DE702-DA2A-44B1-89A2-760F03B85DDC}">
          <p14:sldIdLst>
            <p14:sldId id="256"/>
          </p14:sldIdLst>
        </p14:section>
        <p14:section name="본문" id="{47175164-FE24-4F7B-A31F-363C05FB0E0F}">
          <p14:sldIdLst>
            <p14:sldId id="257"/>
            <p14:sldId id="258"/>
            <p14:sldId id="259"/>
            <p14:sldId id="260"/>
          </p14:sldIdLst>
        </p14:section>
        <p14:section name="마무리" id="{DB209B78-D680-483E-A09E-5E13D85C8236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 flipH="1"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 flipH="1"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97243" y="731519"/>
            <a:ext cx="731520" cy="731520"/>
            <a:chOff x="1097243" y="731519"/>
            <a:chExt cx="731520" cy="731520"/>
          </a:xfrm>
        </p:grpSpPr>
        <p:sp>
          <p:nvSpPr>
            <p:cNvPr id="6" name="4-Point Star 5"/>
            <p:cNvSpPr/>
            <p:nvPr/>
          </p:nvSpPr>
          <p:spPr>
            <a:xfrm>
              <a:off x="1097243" y="731519"/>
              <a:ext cx="731520" cy="73152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DE51BF7-EF0F-4BBF-84F3-19BEFF01AE46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4-Point Star 4"/>
            <p:cNvSpPr/>
            <p:nvPr/>
          </p:nvSpPr>
          <p:spPr>
            <a:xfrm>
              <a:off x="11208715" y="754380"/>
              <a:ext cx="320040" cy="32004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 flipH="1"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 flipH="1"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97243" y="731519"/>
            <a:ext cx="731520" cy="731520"/>
            <a:chOff x="1097243" y="731519"/>
            <a:chExt cx="731520" cy="731520"/>
          </a:xfrm>
        </p:grpSpPr>
        <p:sp>
          <p:nvSpPr>
            <p:cNvPr id="6" name="4-Point Star 5"/>
            <p:cNvSpPr/>
            <p:nvPr/>
          </p:nvSpPr>
          <p:spPr>
            <a:xfrm>
              <a:off x="1097243" y="731519"/>
              <a:ext cx="731520" cy="73152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21B5E53-98BA-478F-9E4B-EEF5B82FAE4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4-Point Star 4"/>
            <p:cNvSpPr/>
            <p:nvPr/>
          </p:nvSpPr>
          <p:spPr>
            <a:xfrm>
              <a:off x="11208715" y="754380"/>
              <a:ext cx="320040" cy="32004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C40B9C2-B4A6-4B27-A68E-3A4B7BA237C2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4-Point Star 6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임신 소식을 들은 날부터 기록했습니다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E0CBE-C441-498B-A884-6EF9A9358C70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14B8C-C238-4CFB-9F51-7BE5A533DC75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임신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출산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만남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집으로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47D5D-31CF-4A37-A8B6-FA8A64019F0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1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3710863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6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6461607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0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1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9212351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sp>
          <p:nvSpPr>
            <p:cNvPr id="24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A772-ECD2-4730-A000-7CF59E7AD54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2B2724"/>
      </a:dk1>
      <a:lt1>
        <a:srgbClr val="FFFFFF"/>
      </a:lt1>
      <a:dk2>
        <a:srgbClr val="64613A"/>
      </a:dk2>
      <a:lt2>
        <a:srgbClr val="F9E4E8"/>
      </a:lt2>
      <a:accent1>
        <a:srgbClr val="D87384"/>
      </a:accent1>
      <a:accent2>
        <a:srgbClr val="7CB9C5"/>
      </a:accent2>
      <a:accent3>
        <a:srgbClr val="4E2C32"/>
      </a:accent3>
      <a:accent4>
        <a:srgbClr val="F4C7CF"/>
      </a:accent4>
      <a:accent5>
        <a:srgbClr val="E0D8A3"/>
      </a:accent5>
      <a:accent6>
        <a:srgbClr val="E4BCE6"/>
      </a:accent6>
      <a:hlink>
        <a:srgbClr val="64613A"/>
      </a:hlink>
      <a:folHlink>
        <a:srgbClr val="4E2C32"/>
      </a:folHlink>
    </a:clrScheme>
    <a:fontScheme name="돌잔치 슬라이드(첫 번째 이야기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