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5FC580B-B94D-4B9B-9F99-98F8943E5AFA}">
          <p14:sldIdLst>
            <p14:sldId id="256"/>
          </p14:sldIdLst>
        </p14:section>
        <p14:section name="본문" id="{DF99D6F8-7B37-43CD-9979-F2390C684E1A}">
          <p14:sldIdLst>
            <p14:sldId id="257"/>
            <p14:sldId id="258"/>
            <p14:sldId id="259"/>
            <p14:sldId id="260"/>
          </p14:sldIdLst>
        </p14:section>
        <p14:section name="마무리" id="{9640A198-062D-4625-BFC6-58F0F73B8C37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432DFCA-1A43-4D55-9B36-981AA233C008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A63DFFC-80A7-41BE-BF2F-1FFA83D1BE4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4-Point Star 4"/>
            <p:cNvSpPr/>
            <p:nvPr/>
          </p:nvSpPr>
          <p:spPr>
            <a:xfrm>
              <a:off x="11208715" y="754380"/>
              <a:ext cx="320040" cy="32004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4165ACC-1EB4-44A7-ADAA-8A77BCC82FD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4-Point Star 6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코스모스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잠투정 많던 아기가 이제 걷습니다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DF703-B426-4A1B-8CAC-8055C79FB024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59E8E-28D0-4333-BEF2-AFBE656C4C36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054291" cy="2788920"/>
            <a:chOff x="777240" y="3246120"/>
            <a:chExt cx="2054291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1개월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2922971" y="3246120"/>
            <a:ext cx="2054291" cy="2788920"/>
            <a:chOff x="2922971" y="3246120"/>
            <a:chExt cx="2054291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2922971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3개월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5068702" y="3246120"/>
            <a:ext cx="2054291" cy="2788920"/>
            <a:chOff x="5068702" y="3246120"/>
            <a:chExt cx="2054291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5068702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6개월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7214433" y="3246120"/>
            <a:ext cx="2054291" cy="2788920"/>
            <a:chOff x="7214433" y="3246120"/>
            <a:chExt cx="2054291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7214433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9개월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5"/>
          <p:cNvGrpSpPr/>
          <p:nvPr/>
        </p:nvGrpSpPr>
        <p:grpSpPr>
          <a:xfrm>
            <a:off x="9360164" y="3246120"/>
            <a:ext cx="2054291" cy="2788920"/>
            <a:chOff x="9360164" y="3246120"/>
            <a:chExt cx="2054291" cy="2788920"/>
          </a:xfrm>
        </p:grpSpPr>
        <p:sp>
          <p:nvSpPr>
            <p:cNvPr id="22" name="단계 화살표"/>
            <p:cNvSpPr/>
            <p:nvPr/>
          </p:nvSpPr>
          <p:spPr>
            <a:xfrm>
              <a:off x="9360164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12개월</a:t>
              </a:r>
            </a:p>
          </p:txBody>
        </p:sp>
        <p:sp>
          <p:nvSpPr>
            <p:cNvPr id="23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24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4FA18D-B3E1-4F16-ACCD-2777BEDD1D51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8B950-59E3-4B6D-A732-90E5075EEC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코스모스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2B2724"/>
      </a:dk1>
      <a:lt1>
        <a:srgbClr val="FFFFFF"/>
      </a:lt1>
      <a:dk2>
        <a:srgbClr val="64483A"/>
      </a:dk2>
      <a:lt2>
        <a:srgbClr val="F5E2EF"/>
      </a:lt2>
      <a:accent1>
        <a:srgbClr val="CF7CB4"/>
      </a:accent1>
      <a:accent2>
        <a:srgbClr val="83BE97"/>
      </a:accent2>
      <a:accent3>
        <a:srgbClr val="4E2C43"/>
      </a:accent3>
      <a:accent4>
        <a:srgbClr val="F0CBE4"/>
      </a:accent4>
      <a:accent5>
        <a:srgbClr val="E0BAA3"/>
      </a:accent5>
      <a:accent6>
        <a:srgbClr val="D0BCE6"/>
      </a:accent6>
      <a:hlink>
        <a:srgbClr val="64483A"/>
      </a:hlink>
      <a:folHlink>
        <a:srgbClr val="4E2C43"/>
      </a:folHlink>
    </a:clrScheme>
    <a:fontScheme name="돌잔치 슬라이드(성장 기록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