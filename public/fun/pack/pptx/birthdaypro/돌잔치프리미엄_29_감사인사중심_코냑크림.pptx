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2B5148F-5BFE-403A-90A9-DDA5AAD2DF82}">
          <p14:sldIdLst>
            <p14:sldId id="256"/>
          </p14:sldIdLst>
        </p14:section>
        <p14:section name="본문" id="{DCDF5FD8-671D-4F90-A7B8-284F60620CEE}">
          <p14:sldIdLst>
            <p14:sldId id="257"/>
            <p14:sldId id="258"/>
            <p14:sldId id="259"/>
            <p14:sldId id="260"/>
          </p14:sldIdLst>
        </p14:section>
        <p14:section name="마무리" id="{2F0FD972-AC2B-44C5-93CF-3C2C557CC269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6E2E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D0C8C3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alpha val="100000"/>
            </a:schemeClr>
          </a:solidFill>
          <a:ln w="635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E94EC55-DBDD-4E47-B9B9-412AFCD7ABA7}" type="slidenum">
              <a:rPr lang="en-US"/>
              <a:t>‹#›</a:t>
            </a:fld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7450E76-5A85-4663-87A3-D32A02912C80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A75F6F9-82CA-4DA1-9F6A-A303440F4BB3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9" name="Diamond 8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2" name="Connector 11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3" name="Diamond 12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COGNAC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멀리서 오신 분들께 먼저 인사드립니다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C40A-647D-43BD-A5F5-032DAFD05876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초대합니다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4FBE9-DD59-4ED8-9067-3EA586DAE66E}" type="slidenum">
              <a:rPr lang="en-US"/>
              <a:t>‹#›</a:t>
            </a:fld>
            <a:endParaRPr lang="en-US"/>
          </a:p>
        </p:txBody>
      </p:sp>
      <p:grpSp>
        <p:nvGrpSpPr>
          <p:cNvPr id="5" name="초대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초대 글 칸"/>
            <p:cNvSpPr/>
            <p:nvPr/>
          </p:nvSpPr>
          <p:spPr>
            <a:xfrm>
              <a:off x="731520" y="1828800"/>
              <a:ext cx="10728655" cy="4343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초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저희 아이의 첫 생일에 모십니다.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오셔서 같이 밥 한 끼 해 주세요.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일시 · 장소를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부모의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E074C-AC79-4BC7-94A4-72F61364919C}" type="slidenum">
              <a:rPr lang="en-US"/>
              <a:t>‹#›</a:t>
            </a:fld>
            <a:endParaRPr lang="en-US"/>
          </a:p>
        </p:txBody>
      </p:sp>
      <p:grpSp>
        <p:nvGrpSpPr>
          <p:cNvPr id="5" name="편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편지 칸"/>
            <p:cNvSpPr/>
            <p:nvPr/>
          </p:nvSpPr>
          <p:spPr>
            <a:xfrm>
              <a:off x="731520" y="1828800"/>
              <a:ext cx="10728655" cy="4343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편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사랑하는 우리 아기에게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엄마 아빠의 마음을 적어 주세요.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― 엄마 아빠가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09209-6CF8-498D-A0C2-CA82C079A57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COGNAC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감사 인사 중심)">
  <a:themeElements>
    <a:clrScheme name="돌잔치 슬라이드(감사 인사 중심)">
      <a:dk1>
        <a:srgbClr val="483D37"/>
      </a:dk1>
      <a:lt1>
        <a:srgbClr val="FEFCF9"/>
      </a:lt1>
      <a:dk2>
        <a:srgbClr val="4A2511"/>
      </a:dk2>
      <a:lt2>
        <a:srgbClr val="FAF3EA"/>
      </a:lt2>
      <a:accent1>
        <a:srgbClr val="9C5328"/>
      </a:accent1>
      <a:accent2>
        <a:srgbClr val="D2A25E"/>
      </a:accent2>
      <a:accent3>
        <a:srgbClr val="8E7B71"/>
      </a:accent3>
      <a:accent4>
        <a:srgbClr val="E7D3C3"/>
      </a:accent4>
      <a:accent5>
        <a:srgbClr val="C48F4F"/>
      </a:accent5>
      <a:accent6>
        <a:srgbClr val="E4C69D"/>
      </a:accent6>
      <a:hlink>
        <a:srgbClr val="4A2511"/>
      </a:hlink>
      <a:folHlink>
        <a:srgbClr val="8E7B71"/>
      </a:folHlink>
    </a:clrScheme>
    <a:fontScheme name="돌잔치 슬라이드(감사 인사 중심)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>돌잔치 슬라이드 · 감사 인사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