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23D4E7E-7D39-4F31-9EDC-F8536730E296}">
          <p14:sldIdLst>
            <p14:sldId id="256"/>
          </p14:sldIdLst>
        </p14:section>
        <p14:section name="본문" id="{76A3069B-9C74-4646-AA4A-2282E5FBADA1}">
          <p14:sldIdLst>
            <p14:sldId id="257"/>
            <p14:sldId id="258"/>
            <p14:sldId id="259"/>
            <p14:sldId id="260"/>
          </p14:sldIdLst>
        </p14:section>
        <p14:section name="마무리" id="{4B15D231-3A80-4204-8E14-4264F7F08093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2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0C8C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3B8E137-B048-488A-855F-D7F9CD2DD0E6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AF01179-D245-4359-82C1-6DD9CBD4A72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5121BC6-D1FB-4C19-B85A-B56A922C82B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멀리서 오신 분들께 먼저 인사드립니다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7D9CA-E8DC-457A-B50D-50342DF18600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0A0521-9B0D-4E6D-B609-019269C5FE90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4E88F-4C54-4079-AF7E-075F974908AD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F8F16-2C26-40F3-9406-9164DA3E8E9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483D37"/>
      </a:dk1>
      <a:lt1>
        <a:srgbClr val="FEFCF9"/>
      </a:lt1>
      <a:dk2>
        <a:srgbClr val="4A2511"/>
      </a:dk2>
      <a:lt2>
        <a:srgbClr val="FAF3EA"/>
      </a:lt2>
      <a:accent1>
        <a:srgbClr val="9C5328"/>
      </a:accent1>
      <a:accent2>
        <a:srgbClr val="D2A25E"/>
      </a:accent2>
      <a:accent3>
        <a:srgbClr val="8E7B71"/>
      </a:accent3>
      <a:accent4>
        <a:srgbClr val="E7D3C3"/>
      </a:accent4>
      <a:accent5>
        <a:srgbClr val="C48F4F"/>
      </a:accent5>
      <a:accent6>
        <a:srgbClr val="E4C69D"/>
      </a:accent6>
      <a:hlink>
        <a:srgbClr val="4A2511"/>
      </a:hlink>
      <a:folHlink>
        <a:srgbClr val="8E7B71"/>
      </a:folHlink>
    </a:clrScheme>
    <a:fontScheme name="돌잔치 슬라이드(감사 인사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