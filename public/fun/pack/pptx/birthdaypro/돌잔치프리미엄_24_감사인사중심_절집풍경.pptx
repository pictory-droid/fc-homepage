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396762E-0B59-4538-9969-F80D0A893E1D}">
          <p14:sldIdLst>
            <p14:sldId id="256"/>
          </p14:sldIdLst>
        </p14:section>
        <p14:section name="본문" id="{15ABC821-2405-4BAC-90BD-7F4725D1983A}">
          <p14:sldIdLst>
            <p14:sldId id="257"/>
            <p14:sldId id="258"/>
            <p14:sldId id="259"/>
            <p14:sldId id="260"/>
          </p14:sldIdLst>
        </p14:section>
        <p14:section name="마무리" id="{EFA090BE-E167-43DD-BAB1-A60A83EEC679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9CA355F-7B24-4CE5-A540-1483B62181B0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Donut 3"/>
            <p:cNvSpPr/>
            <p:nvPr/>
          </p:nvSpPr>
          <p:spPr>
            <a:xfrm>
              <a:off x="5958687" y="1344168"/>
              <a:ext cx="274320" cy="274320"/>
            </a:xfrm>
            <a:prstGeom prst="donut">
              <a:avLst>
                <a:gd name="adj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4FFB59F-6527-4E6C-9964-1EA41495BC7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Donut 3"/>
            <p:cNvSpPr/>
            <p:nvPr/>
          </p:nvSpPr>
          <p:spPr>
            <a:xfrm>
              <a:off x="5958687" y="1344168"/>
              <a:ext cx="274320" cy="274320"/>
            </a:xfrm>
            <a:prstGeom prst="donut">
              <a:avLst>
                <a:gd name="adj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8D78C8F-7E4F-4BED-A088-8B00B05856A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더운 날씨에 오시는 길 조심하세요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905DB-CDFA-41E5-84FE-CAF26F9E5D87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09D85-A3D9-404A-81F8-234AFEF2C25B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F94F7-0E56-4BCE-8401-193D1E0F4286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D16F-5EA8-48A5-86AF-1CD77C591E6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2B2724"/>
      </a:dk1>
      <a:lt1>
        <a:srgbClr val="FFFFFF"/>
      </a:lt1>
      <a:dk2>
        <a:srgbClr val="3A4564"/>
      </a:dk2>
      <a:lt2>
        <a:srgbClr val="DEF7F9"/>
      </a:lt2>
      <a:accent1>
        <a:srgbClr val="7EDAE2"/>
      </a:accent1>
      <a:accent2>
        <a:srgbClr val="CF86C9"/>
      </a:accent2>
      <a:accent3>
        <a:srgbClr val="2C4B4E"/>
      </a:accent3>
      <a:accent4>
        <a:srgbClr val="C5F3F7"/>
      </a:accent4>
      <a:accent5>
        <a:srgbClr val="AAA3E0"/>
      </a:accent5>
      <a:accent6>
        <a:srgbClr val="BCE6C5"/>
      </a:accent6>
      <a:hlink>
        <a:srgbClr val="3A4564"/>
      </a:hlink>
      <a:folHlink>
        <a:srgbClr val="2C4B4E"/>
      </a:folHlink>
    </a:clrScheme>
    <a:fontScheme name="돌잔치 슬라이드(감사 인사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