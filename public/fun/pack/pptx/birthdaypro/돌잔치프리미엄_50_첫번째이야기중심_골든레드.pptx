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A8E8A1C-264D-4F39-BC6C-4BCA61731DA4}">
          <p14:sldIdLst>
            <p14:sldId id="256"/>
          </p14:sldIdLst>
        </p14:section>
        <p14:section name="본문" id="{5796B70C-6BE9-4A39-9878-06C9D69EED0F}">
          <p14:sldIdLst>
            <p14:sldId id="257"/>
            <p14:sldId id="258"/>
            <p14:sldId id="259"/>
            <p14:sldId id="260"/>
          </p14:sldIdLst>
        </p14:section>
        <p14:section name="마무리" id="{EBDC0315-3D0E-45B9-B621-3D25DB22B295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DD47B48-9980-4CDF-99A6-68315B02850C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A1FB499-AA9C-4AD9-B7E9-66A02136A28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14C8EBB-B8E6-400C-8F32-79CFC74F2F5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그날 처음 만났습니다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4F4CB-5DDA-48E6-90C2-7A8CD845AE9F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E5851-055D-4F62-A4B0-D7F564F983A0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임신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출산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만남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집으로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23B0E-AC34-4F70-A398-BF69E7690EE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4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3564559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3665143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3710863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2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6315303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6415887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6461607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9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30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안쪽 선"/>
            <p:cNvSpPr/>
            <p:nvPr/>
          </p:nvSpPr>
          <p:spPr>
            <a:xfrm>
              <a:off x="9066047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번호 4"/>
            <p:cNvSpPr txBox="1"/>
            <p:nvPr/>
          </p:nvSpPr>
          <p:spPr>
            <a:xfrm>
              <a:off x="9166631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33" name="번호 밑줄"/>
            <p:cNvCxnSpPr/>
            <p:nvPr/>
          </p:nvCxnSpPr>
          <p:spPr>
            <a:xfrm>
              <a:off x="9212351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4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35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6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FB0D1-5EA9-43F0-92AD-D933FB7CD35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FCF7EA"/>
      </a:dk1>
      <a:lt1>
        <a:srgbClr val="2F1119"/>
      </a:lt1>
      <a:dk2>
        <a:srgbClr val="F6E3B4"/>
      </a:dk2>
      <a:lt2>
        <a:srgbClr val="1E0B10"/>
      </a:lt2>
      <a:accent1>
        <a:srgbClr val="E2B659"/>
      </a:accent1>
      <a:accent2>
        <a:srgbClr val="C0283C"/>
      </a:accent2>
      <a:accent3>
        <a:srgbClr val="13070A"/>
      </a:accent3>
      <a:accent4>
        <a:srgbClr val="431924"/>
      </a:accent4>
      <a:accent5>
        <a:srgbClr val="EAC871"/>
      </a:accent5>
      <a:accent6>
        <a:srgbClr val="8F1F2F"/>
      </a:accent6>
      <a:hlink>
        <a:srgbClr val="F6E3B4"/>
      </a:hlink>
      <a:folHlink>
        <a:srgbClr val="13070A"/>
      </a:folHlink>
    </a:clrScheme>
    <a:fontScheme name="돌잔치 슬라이드(첫 번째 이야기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