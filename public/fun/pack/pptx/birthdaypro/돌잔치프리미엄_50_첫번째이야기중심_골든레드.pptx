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F3FF2D5-A54E-497C-AECF-D07930C36D84}">
          <p14:sldIdLst>
            <p14:sldId id="256"/>
          </p14:sldIdLst>
        </p14:section>
        <p14:section name="본문" id="{CE91BCBB-2A7F-4712-B6A1-F406D7884EAA}">
          <p14:sldIdLst>
            <p14:sldId id="257"/>
            <p14:sldId id="258"/>
            <p14:sldId id="259"/>
            <p14:sldId id="260"/>
          </p14:sldIdLst>
        </p14:section>
        <p14:section name="마무리" id="{5AC8CEEA-5A1E-4AF8-AE50-1925F380F2BF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CC743A6-AB53-4CAF-8BCF-1CBE2E2447C0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C2A7A97-1151-40D5-97CF-042159B4ABD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12A1BB5-3ADF-4B55-9EC9-F1DD6E257FD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일 년 전 오늘 태어났습니다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33DB8-F40A-487D-8221-26911B04D1C6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DBB4-0307-4FE8-B594-FC41F3B8A60A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FB67-31B9-47A4-8AE4-993A852091C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4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3564559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3665143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3710863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2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6315303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6415887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6461607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9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30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안쪽 선"/>
            <p:cNvSpPr/>
            <p:nvPr/>
          </p:nvSpPr>
          <p:spPr>
            <a:xfrm>
              <a:off x="9066047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번호 4"/>
            <p:cNvSpPr txBox="1"/>
            <p:nvPr/>
          </p:nvSpPr>
          <p:spPr>
            <a:xfrm>
              <a:off x="9166631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33" name="번호 밑줄"/>
            <p:cNvCxnSpPr/>
            <p:nvPr/>
          </p:nvCxnSpPr>
          <p:spPr>
            <a:xfrm>
              <a:off x="9212351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4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35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6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9D6BA-1E67-43D2-821E-4E0CA52107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FCF7EA"/>
      </a:dk1>
      <a:lt1>
        <a:srgbClr val="2F1119"/>
      </a:lt1>
      <a:dk2>
        <a:srgbClr val="F6E3B4"/>
      </a:dk2>
      <a:lt2>
        <a:srgbClr val="1E0B10"/>
      </a:lt2>
      <a:accent1>
        <a:srgbClr val="E2B659"/>
      </a:accent1>
      <a:accent2>
        <a:srgbClr val="C0283C"/>
      </a:accent2>
      <a:accent3>
        <a:srgbClr val="13070A"/>
      </a:accent3>
      <a:accent4>
        <a:srgbClr val="431924"/>
      </a:accent4>
      <a:accent5>
        <a:srgbClr val="EAC871"/>
      </a:accent5>
      <a:accent6>
        <a:srgbClr val="8F1F2F"/>
      </a:accent6>
      <a:hlink>
        <a:srgbClr val="F6E3B4"/>
      </a:hlink>
      <a:folHlink>
        <a:srgbClr val="13070A"/>
      </a:folHlink>
    </a:clrScheme>
    <a:fontScheme name="돌잔치 슬라이드(첫 번째 이야기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