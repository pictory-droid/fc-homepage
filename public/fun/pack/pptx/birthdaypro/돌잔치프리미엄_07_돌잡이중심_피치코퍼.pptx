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44140EB4-AE99-49B9-879E-8FB369B4D951}">
          <p14:sldIdLst>
            <p14:sldId id="256"/>
          </p14:sldIdLst>
        </p14:section>
        <p14:section name="본문" id="{B749B913-B313-4154-A38D-F22C6476DF07}">
          <p14:sldIdLst>
            <p14:sldId id="257"/>
            <p14:sldId id="258"/>
            <p14:sldId id="259"/>
            <p14:sldId id="260"/>
          </p14:sldIdLst>
        </p14:section>
        <p14:section name="마무리" id="{93A4BA00-9A5E-47B1-AEEC-C666208F51B4}">
          <p14:sldIdLst>
            <p14:sldId id="261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아기 사진을 넣고, 오른쪽 표의 칸을 눌러 내용을 적으세요.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내용을 입력하세요.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ctr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bg1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3EAD6C8A-F5DD-4E65-9B06-4306FD608BA7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사진을 넣으려면 아이콘을 누르세요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975335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제목"/>
          <p:cNvSpPr>
            <a:spLocks noGrp="1"/>
          </p:cNvSpPr>
          <p:nvPr>
            <p:ph type="title"/>
          </p:nvPr>
        </p:nvSpPr>
        <p:spPr>
          <a:xfrm>
            <a:off x="975335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4" name="한 줄 문구"/>
          <p:cNvSpPr>
            <a:spLocks noGrp="1"/>
          </p:cNvSpPr>
          <p:nvPr>
            <p:ph type="subTitle" idx="1"/>
          </p:nvPr>
        </p:nvSpPr>
        <p:spPr>
          <a:xfrm>
            <a:off x="975335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4DEDC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5" name="안내 문구"/>
          <p:cNvSpPr>
            <a:spLocks noGrp="1"/>
          </p:cNvSpPr>
          <p:nvPr>
            <p:ph type="body" sz="quarter" idx="11"/>
          </p:nvPr>
        </p:nvSpPr>
        <p:spPr>
          <a:xfrm>
            <a:off x="975335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BC0BC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어긋난 아치 선"/>
          <p:cNvSpPr/>
          <p:nvPr/>
        </p:nvSpPr>
        <p:spPr>
          <a:xfrm>
            <a:off x="7607625" y="96012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noFill/>
          <a:ln w="1270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아치 틀"/>
          <p:cNvSpPr/>
          <p:nvPr/>
        </p:nvSpPr>
        <p:spPr>
          <a:xfrm>
            <a:off x="7223577" y="594360"/>
            <a:ext cx="3840388" cy="566928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tx2">
              <a:alpha val="100000"/>
            </a:schemeClr>
          </a:solidFill>
          <a:ln w="6350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사진 바탕"/>
          <p:cNvSpPr/>
          <p:nvPr/>
        </p:nvSpPr>
        <p:spPr>
          <a:xfrm>
            <a:off x="7315017" y="685800"/>
            <a:ext cx="3657508" cy="54864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사진을 넣어 주세요</a:t>
            </a:r>
          </a:p>
        </p:txBody>
      </p:sp>
      <p:sp>
        <p:nvSpPr>
          <p:cNvPr id="5" name="포인트 원"/>
          <p:cNvSpPr/>
          <p:nvPr/>
        </p:nvSpPr>
        <p:spPr>
          <a:xfrm>
            <a:off x="10771357" y="5330952"/>
            <a:ext cx="585216" cy="585216"/>
          </a:xfrm>
          <a:prstGeom prst="ellipse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3C2505F6-4BCF-4558-B32D-CF9CECE2BF8E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731520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82880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bg2"/>
            </a:gs>
            <a:gs pos="100000">
              <a:schemeClr val="accent4"/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10637215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0E704FDC-82A7-4243-9583-069A2EC6175C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0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10637215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PEACH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첫 번째 생일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돌상 앞에서 한참 고민하던 아기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0000. 00. 00</a:t>
            </a:r>
          </a:p>
          <a:p>
            <a:r>
              <a:rPr lang="ko-KR"/>
              <a:t>장소를 입력하세요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BABY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아기를 소개합니다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아기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840480" cy="416052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EE05C23-68D4-4117-9C85-A7F56F0A468A}" type="slidenum">
              <a:rPr lang="en-US"/>
              <a:t>‹#›</a:t>
            </a:fld>
            <a:endParaRPr lang="en-US"/>
          </a:p>
        </p:txBody>
      </p:sp>
      <p:graphicFrame>
        <p:nvGraphicFramePr>
          <p:cNvPr id="14" name="표"/>
          <p:cNvGraphicFramePr>
            <a:graphicFrameLocks noGrp="1"/>
          </p:cNvGraphicFramePr>
          <p:nvPr/>
        </p:nvGraphicFramePr>
        <p:xfrm>
          <a:off x="4937759" y="1828800"/>
          <a:ext cx="6522415" cy="3950208"/>
        </p:xfrm>
        <a:graphic>
          <a:graphicData uri="http://schemas.openxmlformats.org/drawingml/2006/table">
            <a:tbl>
              <a:tblPr>
                <a:tableStyleId>{2D5ABB26-0587-4C30-8999-92F81FD0307C}</a:tableStyleId>
              </a:tblPr>
              <a:tblGrid>
                <a:gridCol w="1828800"/>
                <a:gridCol w="4693615"/>
              </a:tblGrid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이름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생일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키 · 몸무게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좋아하는 것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별명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bg1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pPr algn="l"/>
                      <a:r>
                        <a:rPr sz="1500" b="1" lang="ko-KR">
                          <a:solidFill>
                            <a:schemeClr val="tx2"/>
                          </a:solidFill>
                        </a:rPr>
                        <a:t>부모의 마음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500" b="0" lang="ko-KR">
                          <a:solidFill>
                            <a:schemeClr val="tx1"/>
                          </a:solidFill>
                        </a:rPr>
                        <a:t>입력하세요</a:t>
                      </a:r>
                    </a:p>
                  </a:txBody>
                  <a:tcPr marL="91440" marR="91440" anchor="ctr">
                    <a:lnL w="0">
                      <a:noFill/>
                    </a:lnL>
                    <a:lnR w="0">
                      <a:noFill/>
                    </a:lnR>
                    <a:lnT w="9525">
                      <a:solidFill>
                        <a:schemeClr val="accent4"/>
                      </a:solidFill>
                    </a:lnT>
                    <a:lnB w="9525">
                      <a:solidFill>
                        <a:schemeClr val="accent4"/>
                      </a:solidFill>
                    </a:lnB>
                    <a:solidFill>
                      <a:schemeClr val="accent1">
                        <a:lumMod val="10000"/>
                        <a:lumOff val="90000"/>
                      </a:scheme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돌잡이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65D74F-5270-4550-9069-CFA40D2F22AA}" type="slidenum">
              <a:rPr lang="en-US"/>
              <a:t>‹#›</a:t>
            </a:fld>
            <a:endParaRPr lang="en-US"/>
          </a:p>
        </p:txBody>
      </p:sp>
      <p:grpSp>
        <p:nvGrpSpPr>
          <p:cNvPr id="5" name="카드 1"/>
          <p:cNvGrpSpPr/>
          <p:nvPr/>
        </p:nvGrpSpPr>
        <p:grpSpPr>
          <a:xfrm>
            <a:off x="731520" y="1828800"/>
            <a:ext cx="2476423" cy="3566160"/>
            <a:chOff x="731520" y="1828800"/>
            <a:chExt cx="2476423" cy="3566160"/>
          </a:xfrm>
        </p:grpSpPr>
        <p:sp>
          <p:nvSpPr>
            <p:cNvPr id="6" name="카드 바탕"/>
            <p:cNvSpPr/>
            <p:nvPr/>
          </p:nvSpPr>
          <p:spPr>
            <a:xfrm>
              <a:off x="731520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윗선"/>
            <p:cNvSpPr/>
            <p:nvPr/>
          </p:nvSpPr>
          <p:spPr>
            <a:xfrm>
              <a:off x="731520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14400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No.01</a:t>
              </a:r>
            </a:p>
          </p:txBody>
        </p:sp>
        <p:cxnSp>
          <p:nvCxnSpPr>
            <p:cNvPr id="9" name="번호 밑줄"/>
            <p:cNvCxnSpPr/>
            <p:nvPr/>
          </p:nvCxnSpPr>
          <p:spPr>
            <a:xfrm>
              <a:off x="960120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0" name="카드 제목"/>
            <p:cNvSpPr txBox="1"/>
            <p:nvPr/>
          </p:nvSpPr>
          <p:spPr>
            <a:xfrm>
              <a:off x="914400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연필 · 공부</a:t>
              </a:r>
            </a:p>
          </p:txBody>
        </p:sp>
        <p:cxnSp>
          <p:nvCxnSpPr>
            <p:cNvPr id="11" name="구분선"/>
            <p:cNvCxnSpPr/>
            <p:nvPr/>
          </p:nvCxnSpPr>
          <p:spPr>
            <a:xfrm>
              <a:off x="960120" y="3364991"/>
              <a:ext cx="2019223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2" name="카드 내용"/>
            <p:cNvSpPr txBox="1"/>
            <p:nvPr/>
          </p:nvSpPr>
          <p:spPr>
            <a:xfrm>
              <a:off x="914400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학문과 총명을 바라는 마음</a:t>
              </a:r>
            </a:p>
          </p:txBody>
        </p:sp>
      </p:grpSp>
      <p:grpSp>
        <p:nvGrpSpPr>
          <p:cNvPr id="13" name="카드 2"/>
          <p:cNvGrpSpPr/>
          <p:nvPr/>
        </p:nvGrpSpPr>
        <p:grpSpPr>
          <a:xfrm>
            <a:off x="3482263" y="1828800"/>
            <a:ext cx="2476423" cy="3566160"/>
            <a:chOff x="3482263" y="1828800"/>
            <a:chExt cx="2476423" cy="3566160"/>
          </a:xfrm>
        </p:grpSpPr>
        <p:sp>
          <p:nvSpPr>
            <p:cNvPr id="14" name="카드 바탕"/>
            <p:cNvSpPr/>
            <p:nvPr/>
          </p:nvSpPr>
          <p:spPr>
            <a:xfrm>
              <a:off x="3482263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윗선"/>
            <p:cNvSpPr/>
            <p:nvPr/>
          </p:nvSpPr>
          <p:spPr>
            <a:xfrm>
              <a:off x="3482263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번호 2"/>
            <p:cNvSpPr txBox="1"/>
            <p:nvPr/>
          </p:nvSpPr>
          <p:spPr>
            <a:xfrm>
              <a:off x="3665143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No.02</a:t>
              </a:r>
            </a:p>
          </p:txBody>
        </p:sp>
        <p:cxnSp>
          <p:nvCxnSpPr>
            <p:cNvPr id="17" name="번호 밑줄"/>
            <p:cNvCxnSpPr/>
            <p:nvPr/>
          </p:nvCxnSpPr>
          <p:spPr>
            <a:xfrm>
              <a:off x="3710863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18" name="카드 제목"/>
            <p:cNvSpPr txBox="1"/>
            <p:nvPr/>
          </p:nvSpPr>
          <p:spPr>
            <a:xfrm>
              <a:off x="3665143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실 · 장수</a:t>
              </a:r>
            </a:p>
          </p:txBody>
        </p:sp>
        <p:cxnSp>
          <p:nvCxnSpPr>
            <p:cNvPr id="19" name="구분선"/>
            <p:cNvCxnSpPr/>
            <p:nvPr/>
          </p:nvCxnSpPr>
          <p:spPr>
            <a:xfrm>
              <a:off x="3710863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0" name="카드 내용"/>
            <p:cNvSpPr txBox="1"/>
            <p:nvPr/>
          </p:nvSpPr>
          <p:spPr>
            <a:xfrm>
              <a:off x="3665143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건강하고 오래 살기를</a:t>
              </a:r>
            </a:p>
          </p:txBody>
        </p:sp>
      </p:grpSp>
      <p:grpSp>
        <p:nvGrpSpPr>
          <p:cNvPr id="21" name="카드 3"/>
          <p:cNvGrpSpPr/>
          <p:nvPr/>
        </p:nvGrpSpPr>
        <p:grpSpPr>
          <a:xfrm>
            <a:off x="6233007" y="1828800"/>
            <a:ext cx="2476423" cy="3566160"/>
            <a:chOff x="6233007" y="1828800"/>
            <a:chExt cx="2476423" cy="3566160"/>
          </a:xfrm>
        </p:grpSpPr>
        <p:sp>
          <p:nvSpPr>
            <p:cNvPr id="22" name="카드 바탕"/>
            <p:cNvSpPr/>
            <p:nvPr/>
          </p:nvSpPr>
          <p:spPr>
            <a:xfrm>
              <a:off x="6233007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윗선"/>
            <p:cNvSpPr/>
            <p:nvPr/>
          </p:nvSpPr>
          <p:spPr>
            <a:xfrm>
              <a:off x="6233007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번호 3"/>
            <p:cNvSpPr txBox="1"/>
            <p:nvPr/>
          </p:nvSpPr>
          <p:spPr>
            <a:xfrm>
              <a:off x="6415887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No.03</a:t>
              </a:r>
            </a:p>
          </p:txBody>
        </p:sp>
        <p:cxnSp>
          <p:nvCxnSpPr>
            <p:cNvPr id="25" name="번호 밑줄"/>
            <p:cNvCxnSpPr/>
            <p:nvPr/>
          </p:nvCxnSpPr>
          <p:spPr>
            <a:xfrm>
              <a:off x="6461607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26" name="카드 제목"/>
            <p:cNvSpPr txBox="1"/>
            <p:nvPr/>
          </p:nvSpPr>
          <p:spPr>
            <a:xfrm>
              <a:off x="6415887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돈 · 부</a:t>
              </a:r>
            </a:p>
          </p:txBody>
        </p:sp>
        <p:cxnSp>
          <p:nvCxnSpPr>
            <p:cNvPr id="27" name="구분선"/>
            <p:cNvCxnSpPr/>
            <p:nvPr/>
          </p:nvCxnSpPr>
          <p:spPr>
            <a:xfrm>
              <a:off x="6461607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8" name="카드 내용"/>
            <p:cNvSpPr txBox="1"/>
            <p:nvPr/>
          </p:nvSpPr>
          <p:spPr>
            <a:xfrm>
              <a:off x="6415887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넉넉한 삶을 바라는 마음</a:t>
              </a:r>
            </a:p>
          </p:txBody>
        </p:sp>
      </p:grpSp>
      <p:grpSp>
        <p:nvGrpSpPr>
          <p:cNvPr id="29" name="카드 4"/>
          <p:cNvGrpSpPr/>
          <p:nvPr/>
        </p:nvGrpSpPr>
        <p:grpSpPr>
          <a:xfrm>
            <a:off x="8983751" y="1828800"/>
            <a:ext cx="2476423" cy="3566160"/>
            <a:chOff x="8983751" y="1828800"/>
            <a:chExt cx="2476423" cy="3566160"/>
          </a:xfrm>
        </p:grpSpPr>
        <p:sp>
          <p:nvSpPr>
            <p:cNvPr id="30" name="카드 바탕"/>
            <p:cNvSpPr/>
            <p:nvPr/>
          </p:nvSpPr>
          <p:spPr>
            <a:xfrm>
              <a:off x="8983751" y="1828800"/>
              <a:ext cx="2476423" cy="356616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" dist="19050" dir="5400000" algn="t" rotWithShape="0">
                <a:schemeClr val="tx2">
                  <a:alpha val="8000"/>
                </a:schemeClr>
              </a:outerShdw>
            </a:effectLst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윗선"/>
            <p:cNvSpPr/>
            <p:nvPr/>
          </p:nvSpPr>
          <p:spPr>
            <a:xfrm>
              <a:off x="8983751" y="1828800"/>
              <a:ext cx="2476423" cy="64008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번호 4"/>
            <p:cNvSpPr txBox="1"/>
            <p:nvPr/>
          </p:nvSpPr>
          <p:spPr>
            <a:xfrm>
              <a:off x="9166631" y="2130552"/>
              <a:ext cx="1097280" cy="27432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200" b="1" i="0" lang="ko-KR" spc="150">
                  <a:solidFill>
                    <a:schemeClr val="tx2"/>
                  </a:solidFill>
                </a:rPr>
                <a:t>No.04</a:t>
              </a:r>
            </a:p>
          </p:txBody>
        </p:sp>
        <p:cxnSp>
          <p:nvCxnSpPr>
            <p:cNvPr id="33" name="번호 밑줄"/>
            <p:cNvCxnSpPr/>
            <p:nvPr/>
          </p:nvCxnSpPr>
          <p:spPr>
            <a:xfrm>
              <a:off x="9212351" y="2468880"/>
              <a:ext cx="457200" cy="0"/>
            </a:xfrm>
            <a:prstGeom prst="line">
              <a:avLst/>
            </a:prstGeom>
            <a:ln w="12700" cap="rnd">
              <a:solidFill>
                <a:schemeClr val="accent5"/>
              </a:solidFill>
            </a:ln>
          </p:spPr>
        </p:cxnSp>
        <p:sp>
          <p:nvSpPr>
            <p:cNvPr id="34" name="카드 제목"/>
            <p:cNvSpPr txBox="1"/>
            <p:nvPr/>
          </p:nvSpPr>
          <p:spPr>
            <a:xfrm>
              <a:off x="9166631" y="2697480"/>
              <a:ext cx="2110663" cy="64008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마이크 · 인기</a:t>
              </a:r>
            </a:p>
          </p:txBody>
        </p:sp>
        <p:cxnSp>
          <p:nvCxnSpPr>
            <p:cNvPr id="35" name="구분선"/>
            <p:cNvCxnSpPr/>
            <p:nvPr/>
          </p:nvCxnSpPr>
          <p:spPr>
            <a:xfrm>
              <a:off x="9212351" y="3364991"/>
              <a:ext cx="2019224" cy="0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36" name="카드 내용"/>
            <p:cNvSpPr txBox="1"/>
            <p:nvPr/>
          </p:nvSpPr>
          <p:spPr>
            <a:xfrm>
              <a:off x="9166631" y="3456432"/>
              <a:ext cx="2110663" cy="18288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l">
                <a:lnSpc>
                  <a:spcPct val="130000"/>
                </a:lnSpc>
              </a:pPr>
              <a:r>
                <a:rPr sz="1400" b="0" i="0" lang="ko-KR">
                  <a:solidFill>
                    <a:schemeClr val="tx1"/>
                  </a:solidFill>
                </a:rPr>
                <a:t>사람들에게 사랑받기를</a:t>
              </a:r>
            </a:p>
          </p:txBody>
        </p:sp>
      </p:grpSp>
    </p:spTree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4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아기의 선택은?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돌잡이 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4572000" cy="4343400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22A87C-6450-4F01-B579-1E78B35B9A3A}" type="slidenum">
              <a:rPr lang="en-US"/>
              <a:t>‹#›</a:t>
            </a:fld>
            <a:endParaRPr lang="en-US"/>
          </a:p>
        </p:txBody>
      </p:sp>
      <p:sp>
        <p:nvSpPr>
          <p:cNvPr id="14" name="선택 칸"/>
          <p:cNvSpPr/>
          <p:nvPr/>
        </p:nvSpPr>
        <p:spPr>
          <a:xfrm>
            <a:off x="5669280" y="1828800"/>
            <a:ext cx="5790895" cy="4343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" dist="19050" dir="5400000" algn="t" rotWithShape="0">
              <a:schemeClr val="tx2">
                <a:alpha val="8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15" name="윗선"/>
          <p:cNvSpPr/>
          <p:nvPr/>
        </p:nvSpPr>
        <p:spPr>
          <a:xfrm>
            <a:off x="5669280" y="1828800"/>
            <a:ext cx="579089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선택 글"/>
          <p:cNvSpPr txBox="1"/>
          <p:nvPr/>
        </p:nvSpPr>
        <p:spPr>
          <a:xfrm>
            <a:off x="6035040" y="2194560"/>
            <a:ext cx="5059375" cy="36118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우리 아기의 선택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무엇을 집었나요?</a:t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/>
            </a:r>
          </a:p>
          <a:p>
            <a:pPr algn="l">
              <a:lnSpc>
                <a:spcPct val="140000"/>
              </a:lnSpc>
            </a:pPr>
            <a:r>
              <a:rPr sz="1800" b="0" i="0" lang="ko-KR">
                <a:solidFill>
                  <a:schemeClr val="tx1"/>
                </a:solidFill>
              </a:rPr>
              <a:t>그때 가족의 반응은?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PHOTOS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사진 모음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2531287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3463975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3463975" y="1828800"/>
            <a:ext cx="2531287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6196431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6196431" y="1828800"/>
            <a:ext cx="2531287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8928887" y="1828800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8928887" y="1828800"/>
            <a:ext cx="2531287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731520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731520" y="4101084"/>
            <a:ext cx="2531287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3463975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3463975" y="4101084"/>
            <a:ext cx="2531287" cy="2071116"/>
          </a:xfrm>
          <a:prstGeom prst="rect">
            <a:avLst/>
          </a:prstGeom>
        </p:spPr>
      </p:sp>
      <p:sp>
        <p:nvSpPr>
          <p:cNvPr id="19" name="사진 바탕 7"/>
          <p:cNvSpPr/>
          <p:nvPr/>
        </p:nvSpPr>
        <p:spPr>
          <a:xfrm>
            <a:off x="6196431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7</a:t>
            </a:r>
          </a:p>
        </p:txBody>
      </p:sp>
      <p:sp>
        <p:nvSpPr>
          <p:cNvPr id="10" name="Picture Placeholder 9" descr="사진 자리 — 아이콘을 누르면 사진을 넣을 수 있어요"/>
          <p:cNvSpPr>
            <a:spLocks noGrp="1"/>
          </p:cNvSpPr>
          <p:nvPr>
            <p:ph type="pic" idx="19" sz="quarter"/>
          </p:nvPr>
        </p:nvSpPr>
        <p:spPr>
          <a:xfrm>
            <a:off x="6196431" y="4101084"/>
            <a:ext cx="2531287" cy="2071116"/>
          </a:xfrm>
          <a:prstGeom prst="rect">
            <a:avLst/>
          </a:prstGeom>
        </p:spPr>
      </p:sp>
      <p:sp>
        <p:nvSpPr>
          <p:cNvPr id="20" name="사진 바탕 8"/>
          <p:cNvSpPr/>
          <p:nvPr/>
        </p:nvSpPr>
        <p:spPr>
          <a:xfrm>
            <a:off x="8928887" y="4101084"/>
            <a:ext cx="2531287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8</a:t>
            </a:r>
          </a:p>
        </p:txBody>
      </p:sp>
      <p:sp>
        <p:nvSpPr>
          <p:cNvPr id="11" name="Picture Placeholder 10" descr="사진 자리 — 아이콘을 누르면 사진을 넣을 수 있어요"/>
          <p:cNvSpPr>
            <a:spLocks noGrp="1"/>
          </p:cNvSpPr>
          <p:nvPr>
            <p:ph type="pic" idx="20" sz="quarter"/>
          </p:nvPr>
        </p:nvSpPr>
        <p:spPr>
          <a:xfrm>
            <a:off x="8928887" y="4101084"/>
            <a:ext cx="2531287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0C5CE-E5BC-406E-8FD9-679D1953E256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PEACH  ·  FIRST BIRTHDAY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와 주셔서 고맙습니다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아이가 한 살이 되었습니다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아기 이름 · 부모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돌잔치 슬라이드(돌잡이 중심)">
  <a:themeElements>
    <a:clrScheme name="돌잔치 슬라이드(돌잡이 중심)">
      <a:dk1>
        <a:srgbClr val="483B37"/>
      </a:dk1>
      <a:lt1>
        <a:srgbClr val="FEFCFA"/>
      </a:lt1>
      <a:dk2>
        <a:srgbClr val="5B3023"/>
      </a:dk2>
      <a:lt2>
        <a:srgbClr val="FDF3EC"/>
      </a:lt2>
      <a:accent1>
        <a:srgbClr val="D78C6B"/>
      </a:accent1>
      <a:accent2>
        <a:srgbClr val="A65D43"/>
      </a:accent2>
      <a:accent3>
        <a:srgbClr val="836860"/>
      </a:accent3>
      <a:accent4>
        <a:srgbClr val="F5DED2"/>
      </a:accent4>
      <a:accent5>
        <a:srgbClr val="C98D5C"/>
      </a:accent5>
      <a:accent6>
        <a:srgbClr val="CDA08F"/>
      </a:accent6>
      <a:hlink>
        <a:srgbClr val="5B3023"/>
      </a:hlink>
      <a:folHlink>
        <a:srgbClr val="836860"/>
      </a:folHlink>
    </a:clrScheme>
    <a:fontScheme name="돌잔치 슬라이드(돌잡이 중심)">
      <a:majorFont>
        <a:latin typeface="Constant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돌잔치 슬라이드(돌잡이 중심)</dc:title>
  <dc:subject>돌잔치 슬라이드 · 돌잡이 중심</dc:subject>
  <dc:creator>우체국보험 상담 안내</dc:creator>
  <cp:keywords>돌잔치,첫돌,PPT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