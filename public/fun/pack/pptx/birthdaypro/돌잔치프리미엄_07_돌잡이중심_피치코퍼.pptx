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B8A24537-3D6C-4978-99C1-5765F54C2B23}">
          <p14:sldIdLst>
            <p14:sldId id="256"/>
          </p14:sldIdLst>
        </p14:section>
        <p14:section name="본문" id="{A4E8CA06-F8AF-4E1C-9A03-43A8A7ECCACF}">
          <p14:sldIdLst>
            <p14:sldId id="257"/>
            <p14:sldId id="258"/>
            <p14:sldId id="259"/>
            <p14:sldId id="260"/>
          </p14:sldIdLst>
        </p14:section>
        <p14:section name="마무리" id="{2FB287E1-5C19-4E91-B397-804AEAA9559C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7607625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7223577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1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10771357" y="5330952"/>
            <a:ext cx="585216" cy="58521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D89C94FA-6979-4EC8-A24A-C1E920F09A13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82880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4DEDC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BC0BC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7607625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7223577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10771357" y="5330952"/>
            <a:ext cx="585216" cy="585216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055F50EF-5DA8-4E48-8E91-56D9CB8DEFF9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82880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637215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FF7034E2-90BE-46DC-B295-C2C2095D489E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10637215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PEACH  ·  FIRST BIRTHDAY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돌상 앞에서 한참 고민하던 아기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날짜 입력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F2070-DEE0-48F1-B743-A15366C7B5A8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돌잡이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15F8B8-A36D-40D9-B0B6-4616CF496E12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2476423" cy="3566160"/>
            <a:chOff x="731520" y="1828800"/>
            <a:chExt cx="2476423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2476423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14400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No.01</a:t>
              </a:r>
            </a:p>
          </p:txBody>
        </p:sp>
        <p:cxnSp>
          <p:nvCxnSpPr>
            <p:cNvPr id="9" name="번호 밑줄"/>
            <p:cNvCxnSpPr/>
            <p:nvPr/>
          </p:nvCxnSpPr>
          <p:spPr>
            <a:xfrm>
              <a:off x="960120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0" name="카드 제목"/>
            <p:cNvSpPr txBox="1"/>
            <p:nvPr/>
          </p:nvSpPr>
          <p:spPr>
            <a:xfrm>
              <a:off x="914400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연필 · 공부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960120" y="3364991"/>
              <a:ext cx="2019223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카드 내용"/>
            <p:cNvSpPr txBox="1"/>
            <p:nvPr/>
          </p:nvSpPr>
          <p:spPr>
            <a:xfrm>
              <a:off x="914400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400" b="0" i="0" lang="ko-KR">
                  <a:solidFill>
                    <a:schemeClr val="tx1"/>
                  </a:solidFill>
                </a:rPr>
                <a:t>학문과 총명을 바라는 마음</a:t>
              </a:r>
            </a:p>
          </p:txBody>
        </p:sp>
      </p:grpSp>
      <p:grpSp>
        <p:nvGrpSpPr>
          <p:cNvPr id="13" name="카드 2"/>
          <p:cNvGrpSpPr/>
          <p:nvPr/>
        </p:nvGrpSpPr>
        <p:grpSpPr>
          <a:xfrm>
            <a:off x="3482263" y="1828800"/>
            <a:ext cx="2476423" cy="3566160"/>
            <a:chOff x="3482263" y="1828800"/>
            <a:chExt cx="2476423" cy="3566160"/>
          </a:xfrm>
        </p:grpSpPr>
        <p:sp>
          <p:nvSpPr>
            <p:cNvPr id="14" name="카드 바탕"/>
            <p:cNvSpPr/>
            <p:nvPr/>
          </p:nvSpPr>
          <p:spPr>
            <a:xfrm>
              <a:off x="3482263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윗선"/>
            <p:cNvSpPr/>
            <p:nvPr/>
          </p:nvSpPr>
          <p:spPr>
            <a:xfrm>
              <a:off x="3482263" y="1828800"/>
              <a:ext cx="2476423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 txBox="1"/>
            <p:nvPr/>
          </p:nvSpPr>
          <p:spPr>
            <a:xfrm>
              <a:off x="3665143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No.02</a:t>
              </a:r>
            </a:p>
          </p:txBody>
        </p:sp>
        <p:cxnSp>
          <p:nvCxnSpPr>
            <p:cNvPr id="17" name="번호 밑줄"/>
            <p:cNvCxnSpPr/>
            <p:nvPr/>
          </p:nvCxnSpPr>
          <p:spPr>
            <a:xfrm>
              <a:off x="3710863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8" name="카드 제목"/>
            <p:cNvSpPr txBox="1"/>
            <p:nvPr/>
          </p:nvSpPr>
          <p:spPr>
            <a:xfrm>
              <a:off x="3665143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실 · 장수</a:t>
              </a:r>
            </a:p>
          </p:txBody>
        </p:sp>
        <p:cxnSp>
          <p:nvCxnSpPr>
            <p:cNvPr id="19" name="구분선"/>
            <p:cNvCxnSpPr/>
            <p:nvPr/>
          </p:nvCxnSpPr>
          <p:spPr>
            <a:xfrm>
              <a:off x="3710863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0" name="카드 내용"/>
            <p:cNvSpPr txBox="1"/>
            <p:nvPr/>
          </p:nvSpPr>
          <p:spPr>
            <a:xfrm>
              <a:off x="3665143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400" b="0" i="0" lang="ko-KR">
                  <a:solidFill>
                    <a:schemeClr val="tx1"/>
                  </a:solidFill>
                </a:rPr>
                <a:t>건강하고 오래 살기를</a:t>
              </a:r>
            </a:p>
          </p:txBody>
        </p:sp>
      </p:grpSp>
      <p:grpSp>
        <p:nvGrpSpPr>
          <p:cNvPr id="21" name="카드 3"/>
          <p:cNvGrpSpPr/>
          <p:nvPr/>
        </p:nvGrpSpPr>
        <p:grpSpPr>
          <a:xfrm>
            <a:off x="6233007" y="1828800"/>
            <a:ext cx="2476423" cy="3566160"/>
            <a:chOff x="6233007" y="1828800"/>
            <a:chExt cx="2476423" cy="3566160"/>
          </a:xfrm>
        </p:grpSpPr>
        <p:sp>
          <p:nvSpPr>
            <p:cNvPr id="22" name="카드 바탕"/>
            <p:cNvSpPr/>
            <p:nvPr/>
          </p:nvSpPr>
          <p:spPr>
            <a:xfrm>
              <a:off x="6233007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윗선"/>
            <p:cNvSpPr/>
            <p:nvPr/>
          </p:nvSpPr>
          <p:spPr>
            <a:xfrm>
              <a:off x="6233007" y="1828800"/>
              <a:ext cx="2476423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번호 3"/>
            <p:cNvSpPr txBox="1"/>
            <p:nvPr/>
          </p:nvSpPr>
          <p:spPr>
            <a:xfrm>
              <a:off x="6415887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No.03</a:t>
              </a:r>
            </a:p>
          </p:txBody>
        </p:sp>
        <p:cxnSp>
          <p:nvCxnSpPr>
            <p:cNvPr id="25" name="번호 밑줄"/>
            <p:cNvCxnSpPr/>
            <p:nvPr/>
          </p:nvCxnSpPr>
          <p:spPr>
            <a:xfrm>
              <a:off x="6461607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6" name="카드 제목"/>
            <p:cNvSpPr txBox="1"/>
            <p:nvPr/>
          </p:nvSpPr>
          <p:spPr>
            <a:xfrm>
              <a:off x="6415887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돈 · 부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6461607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카드 내용"/>
            <p:cNvSpPr txBox="1"/>
            <p:nvPr/>
          </p:nvSpPr>
          <p:spPr>
            <a:xfrm>
              <a:off x="6415887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400" b="0" i="0" lang="ko-KR">
                  <a:solidFill>
                    <a:schemeClr val="tx1"/>
                  </a:solidFill>
                </a:rPr>
                <a:t>넉넉한 삶을 바라는 마음</a:t>
              </a:r>
            </a:p>
          </p:txBody>
        </p:sp>
      </p:grpSp>
      <p:grpSp>
        <p:nvGrpSpPr>
          <p:cNvPr id="29" name="카드 4"/>
          <p:cNvGrpSpPr/>
          <p:nvPr/>
        </p:nvGrpSpPr>
        <p:grpSpPr>
          <a:xfrm>
            <a:off x="8983751" y="1828800"/>
            <a:ext cx="2476423" cy="3566160"/>
            <a:chOff x="8983751" y="1828800"/>
            <a:chExt cx="2476423" cy="3566160"/>
          </a:xfrm>
        </p:grpSpPr>
        <p:sp>
          <p:nvSpPr>
            <p:cNvPr id="30" name="카드 바탕"/>
            <p:cNvSpPr/>
            <p:nvPr/>
          </p:nvSpPr>
          <p:spPr>
            <a:xfrm>
              <a:off x="8983751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윗선"/>
            <p:cNvSpPr/>
            <p:nvPr/>
          </p:nvSpPr>
          <p:spPr>
            <a:xfrm>
              <a:off x="8983751" y="1828800"/>
              <a:ext cx="2476423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번호 4"/>
            <p:cNvSpPr txBox="1"/>
            <p:nvPr/>
          </p:nvSpPr>
          <p:spPr>
            <a:xfrm>
              <a:off x="9166631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No.04</a:t>
              </a:r>
            </a:p>
          </p:txBody>
        </p:sp>
        <p:cxnSp>
          <p:nvCxnSpPr>
            <p:cNvPr id="33" name="번호 밑줄"/>
            <p:cNvCxnSpPr/>
            <p:nvPr/>
          </p:nvCxnSpPr>
          <p:spPr>
            <a:xfrm>
              <a:off x="9212351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34" name="카드 제목"/>
            <p:cNvSpPr txBox="1"/>
            <p:nvPr/>
          </p:nvSpPr>
          <p:spPr>
            <a:xfrm>
              <a:off x="9166631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마이크 · 인기</a:t>
              </a:r>
            </a:p>
          </p:txBody>
        </p:sp>
        <p:cxnSp>
          <p:nvCxnSpPr>
            <p:cNvPr id="35" name="구분선"/>
            <p:cNvCxnSpPr/>
            <p:nvPr/>
          </p:nvCxnSpPr>
          <p:spPr>
            <a:xfrm>
              <a:off x="9212351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6" name="카드 내용"/>
            <p:cNvSpPr txBox="1"/>
            <p:nvPr/>
          </p:nvSpPr>
          <p:spPr>
            <a:xfrm>
              <a:off x="9166631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400" b="0" i="0" lang="ko-KR">
                  <a:solidFill>
                    <a:schemeClr val="tx1"/>
                  </a:solidFill>
                </a:rPr>
                <a:t>사람들에게 사랑받기를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아기의 선택은?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4572000" cy="4343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돌잡이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4572000" cy="434340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ECE444-686E-428B-A15C-919B374B74A3}" type="slidenum">
              <a:rPr lang="en-US"/>
              <a:t>‹#›</a:t>
            </a:fld>
            <a:endParaRPr lang="en-US"/>
          </a:p>
        </p:txBody>
      </p:sp>
      <p:sp>
        <p:nvSpPr>
          <p:cNvPr id="14" name="선택 칸"/>
          <p:cNvSpPr/>
          <p:nvPr/>
        </p:nvSpPr>
        <p:spPr>
          <a:xfrm>
            <a:off x="5669280" y="1828800"/>
            <a:ext cx="5790895" cy="43434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윗선"/>
          <p:cNvSpPr/>
          <p:nvPr/>
        </p:nvSpPr>
        <p:spPr>
          <a:xfrm>
            <a:off x="5669280" y="1828800"/>
            <a:ext cx="579089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선택 글"/>
          <p:cNvSpPr txBox="1"/>
          <p:nvPr/>
        </p:nvSpPr>
        <p:spPr>
          <a:xfrm>
            <a:off x="6035040" y="2194560"/>
            <a:ext cx="5059375" cy="3611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>우리 아기의 선택</a:t>
            </a:r>
          </a:p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>무엇을 집었나요?</a:t>
            </a:r>
          </a:p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>그때 가족의 반응은?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839D5D-5A3A-4793-80FE-0129F0AFDDF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PEACH  ·  FIRST BIRTHDAY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돌잡이 중심)">
  <a:themeElements>
    <a:clrScheme name="돌잔치 슬라이드(돌잡이 중심)">
      <a:dk1>
        <a:srgbClr val="483B37"/>
      </a:dk1>
      <a:lt1>
        <a:srgbClr val="FEFCFA"/>
      </a:lt1>
      <a:dk2>
        <a:srgbClr val="5B3023"/>
      </a:dk2>
      <a:lt2>
        <a:srgbClr val="FDF3EC"/>
      </a:lt2>
      <a:accent1>
        <a:srgbClr val="D78C6B"/>
      </a:accent1>
      <a:accent2>
        <a:srgbClr val="A65D43"/>
      </a:accent2>
      <a:accent3>
        <a:srgbClr val="836860"/>
      </a:accent3>
      <a:accent4>
        <a:srgbClr val="F5DED2"/>
      </a:accent4>
      <a:accent5>
        <a:srgbClr val="C98D5C"/>
      </a:accent5>
      <a:accent6>
        <a:srgbClr val="CDA08F"/>
      </a:accent6>
      <a:hlink>
        <a:srgbClr val="5B3023"/>
      </a:hlink>
      <a:folHlink>
        <a:srgbClr val="836860"/>
      </a:folHlink>
    </a:clrScheme>
    <a:fontScheme name="돌잔치 슬라이드(돌잡이 중심)">
      <a:majorFont>
        <a:latin typeface="Constanti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슬라이드(돌잡이 중심)</dc:title>
  <dc:subject>돌잔치 슬라이드 · 돌잡이 중심</dc:subject>
  <dc:creator>반딧불이의 곳간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