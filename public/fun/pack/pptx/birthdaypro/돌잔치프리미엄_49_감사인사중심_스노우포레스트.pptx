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8F59FFB-2C48-45F0-9086-2CED23CA44C1}">
          <p14:sldIdLst>
            <p14:sldId id="256"/>
          </p14:sldIdLst>
        </p14:section>
        <p14:section name="본문" id="{DF1CB6F1-4B23-4E24-81F7-B286600B4224}">
          <p14:sldIdLst>
            <p14:sldId id="257"/>
            <p14:sldId id="258"/>
            <p14:sldId id="259"/>
            <p14:sldId id="260"/>
          </p14:sldIdLst>
        </p14:section>
        <p14:section name="마무리" id="{77232A44-E712-463A-9328-C05540928929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4E5F295-A968-4D10-9AF2-A1E61A210C44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1036243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1337995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639747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1941499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2243251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2545003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7223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8182F12-BA77-47B4-8E99-D3F307C411C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C7CBC8C-01DF-4CF5-993D-449C623D259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첫 돌의 복을 나눠 드리겠습니다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EA0958-E84E-495D-81C4-AF21906B0E07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B9ED5-93E0-4F1B-9618-EF889412BF62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C3E7-6F23-43CB-A748-9645CE77C79A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4E2E85-E946-46F5-BEA6-026D82AA2C9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돌잔치 슬라이드(감사 인사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