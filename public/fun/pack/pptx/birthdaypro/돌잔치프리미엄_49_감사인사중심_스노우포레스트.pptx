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1C1BC70-98A2-43D2-A73A-AA565D746809}">
          <p14:sldIdLst>
            <p14:sldId id="256"/>
          </p14:sldIdLst>
        </p14:section>
        <p14:section name="본문" id="{491E3231-8AA4-41BF-A13C-90FF9A8F381B}">
          <p14:sldIdLst>
            <p14:sldId id="257"/>
            <p14:sldId id="258"/>
            <p14:sldId id="259"/>
            <p14:sldId id="260"/>
          </p14:sldIdLst>
        </p14:section>
        <p14:section name="마무리" id="{C1840C7A-AF92-4891-8BC7-9036B556E25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A171742-200F-4DB6-A280-CAD705B5B697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F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C1B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1036243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337995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1639747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1941499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2243251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2545003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7223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A880B81-48AB-4884-A07E-2D846BDD4CB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60E6C12-1337-41D9-BEB1-8AFA7B223ED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돌, 복 나눠 드리겠습니다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74CE-4101-40F5-9667-6117EBCC45E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5686-FCCA-4558-90BA-8B31F83031A6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70622-084D-4385-B65D-076F06044B6A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9B21-BFA0-495F-95E5-D636D8C7659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SNOW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374842"/>
      </a:dk1>
      <a:lt1>
        <a:srgbClr val="FCFDFC"/>
      </a:lt1>
      <a:dk2>
        <a:srgbClr val="17342A"/>
      </a:dk2>
      <a:lt2>
        <a:srgbClr val="F4F7F5"/>
      </a:lt2>
      <a:accent1>
        <a:srgbClr val="2F5D4A"/>
      </a:accent1>
      <a:accent2>
        <a:srgbClr val="A9BFB4"/>
      </a:accent2>
      <a:accent3>
        <a:srgbClr val="5A6C65"/>
      </a:accent3>
      <a:accent4>
        <a:srgbClr val="CDD8D3"/>
      </a:accent4>
      <a:accent5>
        <a:srgbClr val="B3B9A8"/>
      </a:accent5>
      <a:accent6>
        <a:srgbClr val="CBD8D1"/>
      </a:accent6>
      <a:hlink>
        <a:srgbClr val="17342A"/>
      </a:hlink>
      <a:folHlink>
        <a:srgbClr val="5A6C65"/>
      </a:folHlink>
    </a:clrScheme>
    <a:fontScheme name="돌잔치 슬라이드(감사 인사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