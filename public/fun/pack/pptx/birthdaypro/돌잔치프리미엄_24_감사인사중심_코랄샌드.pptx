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9723A9C-F498-404A-AA35-182B55F0EB0E}">
          <p14:sldIdLst>
            <p14:sldId id="256"/>
          </p14:sldIdLst>
        </p14:section>
        <p14:section name="본문" id="{379F8655-9363-4567-BBBF-506E4364E191}">
          <p14:sldIdLst>
            <p14:sldId id="257"/>
            <p14:sldId id="258"/>
            <p14:sldId id="259"/>
            <p14:sldId id="260"/>
          </p14:sldIdLst>
        </p14:section>
        <p14:section name="마무리" id="{60354ACC-2B46-403C-AE41-90157F13CCC6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3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9BC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8473E26-4D7A-4E4D-B8AF-0D600EFA48E2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8AC03373-B3CB-4495-9474-87EBDEE3724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365959B6-DDF0-4729-9437-76880D1EED7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오시는 길 조심해서 오세요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189E1-8F57-463E-A453-155D352B9FF1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초대합니다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66E14-844E-4685-B1D9-B07039BC992D}" type="slidenum">
              <a:rPr lang="en-US"/>
              <a:t>‹#›</a:t>
            </a:fld>
            <a:endParaRPr lang="en-US"/>
          </a:p>
        </p:txBody>
      </p:sp>
      <p:grpSp>
        <p:nvGrpSpPr>
          <p:cNvPr id="5" name="초대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초대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초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저희 아이의 첫 생일에 모십니다.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오셔서 같이 밥 한 끼 해 주세요.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일시 · 장소를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부모의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17D81-4C7B-4A14-A343-327857785E20}" type="slidenum">
              <a:rPr lang="en-US"/>
              <a:t>‹#›</a:t>
            </a:fld>
            <a:endParaRPr lang="en-US"/>
          </a:p>
        </p:txBody>
      </p:sp>
      <p:grpSp>
        <p:nvGrpSpPr>
          <p:cNvPr id="5" name="편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편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편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사랑하는 우리 아기에게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엄마 아빠의 마음을 적어 주세요.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― 엄마 아빠가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F3AE3-CB22-49F2-89FA-72196D7FFB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감사 인사 중심)">
  <a:themeElements>
    <a:clrScheme name="돌잔치 슬라이드(감사 인사 중심)">
      <a:dk1>
        <a:srgbClr val="483937"/>
      </a:dk1>
      <a:lt1>
        <a:srgbClr val="FEFCFA"/>
      </a:lt1>
      <a:dk2>
        <a:srgbClr val="5A2A24"/>
      </a:dk2>
      <a:lt2>
        <a:srgbClr val="FBF4EE"/>
      </a:lt2>
      <a:accent1>
        <a:srgbClr val="D96A5B"/>
      </a:accent1>
      <a:accent2>
        <a:srgbClr val="E5B27E"/>
      </a:accent2>
      <a:accent3>
        <a:srgbClr val="7E605D"/>
      </a:accent3>
      <a:accent4>
        <a:srgbClr val="F4D8D1"/>
      </a:accent4>
      <a:accent5>
        <a:srgbClr val="C99A62"/>
      </a:accent5>
      <a:accent6>
        <a:srgbClr val="EFD0B0"/>
      </a:accent6>
      <a:hlink>
        <a:srgbClr val="5A2A24"/>
      </a:hlink>
      <a:folHlink>
        <a:srgbClr val="7E605D"/>
      </a:folHlink>
    </a:clrScheme>
    <a:fontScheme name="돌잔치 슬라이드(감사 인사 중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>돌잔치 슬라이드 · 감사 인사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