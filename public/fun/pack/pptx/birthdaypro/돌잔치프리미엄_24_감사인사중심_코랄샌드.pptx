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8F5303F-640E-45BF-B393-40D75CF28A97}">
          <p14:sldIdLst>
            <p14:sldId id="256"/>
          </p14:sldIdLst>
        </p14:section>
        <p14:section name="본문" id="{CE8ECC8D-9B66-4DAE-A68D-E9AD9D2F9627}">
          <p14:sldIdLst>
            <p14:sldId id="257"/>
            <p14:sldId id="258"/>
            <p14:sldId id="259"/>
            <p14:sldId id="260"/>
          </p14:sldIdLst>
        </p14:section>
        <p14:section name="마무리" id="{3898912E-0323-40A1-A1A3-7D0B39CA2E9C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3DC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9BCBB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7265CAF1-FC0C-4133-8B6E-9FC19B61E6A8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7F5886A1-5E7F-4A94-9E2F-4967514254B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7F389F56-39E1-436D-8789-B2A69BC3F7A8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CORAL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더운 날씨에 오시는 길 조심하세요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EE4B-5669-43C9-94E9-B92BB2BA6EC1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37AFC-0597-4E50-B107-9D5FA1042219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09E0-EA2A-44D2-BED7-41620441614E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6945-3AEB-412A-B2F5-69B68E9B3DE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CORAL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483937"/>
      </a:dk1>
      <a:lt1>
        <a:srgbClr val="FEFCFA"/>
      </a:lt1>
      <a:dk2>
        <a:srgbClr val="5A2A24"/>
      </a:dk2>
      <a:lt2>
        <a:srgbClr val="FBF4EE"/>
      </a:lt2>
      <a:accent1>
        <a:srgbClr val="D96A5B"/>
      </a:accent1>
      <a:accent2>
        <a:srgbClr val="E5B27E"/>
      </a:accent2>
      <a:accent3>
        <a:srgbClr val="7E605D"/>
      </a:accent3>
      <a:accent4>
        <a:srgbClr val="F4D8D1"/>
      </a:accent4>
      <a:accent5>
        <a:srgbClr val="C99A62"/>
      </a:accent5>
      <a:accent6>
        <a:srgbClr val="EFD0B0"/>
      </a:accent6>
      <a:hlink>
        <a:srgbClr val="5A2A24"/>
      </a:hlink>
      <a:folHlink>
        <a:srgbClr val="7E605D"/>
      </a:folHlink>
    </a:clrScheme>
    <a:fontScheme name="돌잔치 슬라이드(감사 인사 중심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