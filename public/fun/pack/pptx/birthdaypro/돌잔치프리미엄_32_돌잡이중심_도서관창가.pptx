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337EF1B-BC53-4218-9CA8-0D6FFF28B12C}">
          <p14:sldIdLst>
            <p14:sldId id="256"/>
          </p14:sldIdLst>
        </p14:section>
        <p14:section name="본문" id="{4A71DCA0-68FC-47C8-A28D-70803C68189F}">
          <p14:sldIdLst>
            <p14:sldId id="257"/>
            <p14:sldId id="258"/>
            <p14:sldId id="259"/>
            <p14:sldId id="260"/>
          </p14:sldIdLst>
        </p14:section>
        <p14:section name="마무리" id="{F94B23FF-5104-4E9E-8192-9F27C8FB314D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55618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890381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3890381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890381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890381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975335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75335" y="1097280"/>
            <a:ext cx="1228922" cy="4663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3433181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3268589" y="93268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3268589" y="559612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CFBC714-0247-4DAD-A2E2-ACF103E9516B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Donut 4"/>
            <p:cNvSpPr/>
            <p:nvPr/>
          </p:nvSpPr>
          <p:spPr>
            <a:xfrm>
              <a:off x="11208715" y="754380"/>
              <a:ext cx="320040" cy="320040"/>
            </a:xfrm>
            <a:prstGeom prst="donut">
              <a:avLst>
                <a:gd name="adj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55618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890381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3890381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890381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890381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975335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75335" y="1097280"/>
            <a:ext cx="1228922" cy="4663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3433181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3268589" y="93268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3268589" y="559612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2826F91-DF5E-45EE-A45C-F13ACE84099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Donut 4"/>
            <p:cNvSpPr/>
            <p:nvPr/>
          </p:nvSpPr>
          <p:spPr>
            <a:xfrm>
              <a:off x="11208715" y="754380"/>
              <a:ext cx="320040" cy="320040"/>
            </a:xfrm>
            <a:prstGeom prst="donut">
              <a:avLst>
                <a:gd name="adj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02EC038-7D3B-4D31-B05F-551430D7BE4D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Donut 6"/>
            <p:cNvSpPr/>
            <p:nvPr/>
          </p:nvSpPr>
          <p:spPr>
            <a:xfrm>
              <a:off x="5821527" y="5212080"/>
              <a:ext cx="548640" cy="548640"/>
            </a:xfrm>
            <a:prstGeom prst="donut">
              <a:avLst>
                <a:gd name="adj" fmla="val 2200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도서관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누가 먼저 손을 내밀었는지 기록합니다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EAE41-E4FF-41FC-8364-9819E5DC83D7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돌잡이 이야기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DC3A9-03D0-40D7-B9C2-295C946C52FC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연필 · 공부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학문과 총명을 바라는 마음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2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3482263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3710863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 · 장수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3665143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건강하고 오래 살기를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8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623300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6461607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돈 · 부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6415887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넉넉한 삶을 바라는 마음</a:t>
              </a:r>
            </a:p>
          </p:txBody>
        </p:sp>
      </p:grpSp>
      <p:grpSp>
        <p:nvGrpSpPr>
          <p:cNvPr id="23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4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포인트 막대"/>
            <p:cNvSpPr/>
            <p:nvPr/>
          </p:nvSpPr>
          <p:spPr>
            <a:xfrm>
              <a:off x="8983751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/>
            <p:nvPr/>
          </p:nvSpPr>
          <p:spPr>
            <a:xfrm>
              <a:off x="9212351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7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마이크 · 인기</a:t>
              </a:r>
            </a:p>
          </p:txBody>
        </p:sp>
        <p:sp>
          <p:nvSpPr>
            <p:cNvPr id="28" name="카드 내용"/>
            <p:cNvSpPr txBox="1"/>
            <p:nvPr/>
          </p:nvSpPr>
          <p:spPr>
            <a:xfrm>
              <a:off x="9166631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사람들에게 사랑받기를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아기의 선택은?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돌잡이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459EE-3323-4826-9D6A-1826604812C0}" type="slidenum">
              <a:rPr lang="en-US"/>
              <a:t>‹#›</a:t>
            </a:fld>
            <a:endParaRPr lang="en-US"/>
          </a:p>
        </p:txBody>
      </p:sp>
      <p:sp>
        <p:nvSpPr>
          <p:cNvPr id="14" name="선택 칸"/>
          <p:cNvSpPr/>
          <p:nvPr/>
        </p:nvSpPr>
        <p:spPr>
          <a:xfrm>
            <a:off x="5669280" y="1828800"/>
            <a:ext cx="5790895" cy="43434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포인트 막대"/>
          <p:cNvSpPr/>
          <p:nvPr/>
        </p:nvSpPr>
        <p:spPr>
          <a:xfrm>
            <a:off x="5669280" y="1938528"/>
            <a:ext cx="64008" cy="4123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선택 글"/>
          <p:cNvSpPr txBox="1"/>
          <p:nvPr/>
        </p:nvSpPr>
        <p:spPr>
          <a:xfrm>
            <a:off x="6035040" y="2194560"/>
            <a:ext cx="5059375" cy="3611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그때 가족의 반응은?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FCEB1-B0D7-4983-9E82-7B64A8946A0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도서관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돌잡이 중심)">
  <a:themeElements>
    <a:clrScheme name="돌잔치 슬라이드(돌잡이 중심)">
      <a:dk1>
        <a:srgbClr val="2B2724"/>
      </a:dk1>
      <a:lt1>
        <a:srgbClr val="FFFFFF"/>
      </a:lt1>
      <a:dk2>
        <a:srgbClr val="4F643A"/>
      </a:dk2>
      <a:lt2>
        <a:srgbClr val="F5EAE2"/>
      </a:lt2>
      <a:accent1>
        <a:srgbClr val="CF9D7C"/>
      </a:accent1>
      <a:accent2>
        <a:srgbClr val="8393BE"/>
      </a:accent2>
      <a:accent3>
        <a:srgbClr val="4E3A2C"/>
      </a:accent3>
      <a:accent4>
        <a:srgbClr val="F0DACB"/>
      </a:accent4>
      <a:accent5>
        <a:srgbClr val="C6E0A3"/>
      </a:accent5>
      <a:accent6>
        <a:srgbClr val="E6BCD0"/>
      </a:accent6>
      <a:hlink>
        <a:srgbClr val="4F643A"/>
      </a:hlink>
      <a:folHlink>
        <a:srgbClr val="4E3A2C"/>
      </a:folHlink>
    </a:clrScheme>
    <a:fontScheme name="돌잔치 슬라이드(돌잡이 중심)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>돌잔치 슬라이드 · 돌잡이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