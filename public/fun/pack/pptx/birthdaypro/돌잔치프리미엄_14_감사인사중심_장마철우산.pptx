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52D36EE-9AD0-4BC9-AA63-FDA5A07EB436}">
          <p14:sldIdLst>
            <p14:sldId id="256"/>
          </p14:sldIdLst>
        </p14:section>
        <p14:section name="본문" id="{79AC6F42-FF17-42CF-9793-4CE0B0F462EF}">
          <p14:sldIdLst>
            <p14:sldId id="257"/>
            <p14:sldId id="258"/>
            <p14:sldId id="259"/>
            <p14:sldId id="260"/>
          </p14:sldIdLst>
        </p14:section>
        <p14:section name="마무리" id="{398256C8-8A9A-4BD1-901D-8FEAFDB5CAA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F9ECEC3-82CB-48F4-A283-632815904DB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73DFE80-CEEE-441F-A898-27FA51A9531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1C3C284-8F43-4AED-8CB2-59F7D232B37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7" name="Heart 6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오셔서 같이 밥 한 끼 해 주세요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ECD6-0376-49FD-9B2D-E3907A026A73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582F-2BA5-4756-ACDF-846190A80C20}" type="slidenum">
              <a:rPr lang="en-US"/>
              <a:t>‹#›</a:t>
            </a:fld>
            <a:endParaRPr lang="en-US"/>
          </a:p>
        </p:txBody>
      </p:sp>
      <p:grpSp>
        <p:nvGrpSpPr>
          <p:cNvPr id="6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7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CE77A-A087-4DFB-8197-8C8496DC3AE8}" type="slidenum">
              <a:rPr lang="en-US"/>
              <a:t>‹#›</a:t>
            </a:fld>
            <a:endParaRPr lang="en-US"/>
          </a:p>
        </p:txBody>
      </p:sp>
      <p:grpSp>
        <p:nvGrpSpPr>
          <p:cNvPr id="6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7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6E41-2FC8-4104-9E07-ED85FAD950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5E3A64"/>
      </a:dk2>
      <a:lt2>
        <a:srgbClr val="DEE7F9"/>
      </a:lt2>
      <a:accent1>
        <a:srgbClr val="7E9CE2"/>
      </a:accent1>
      <a:accent2>
        <a:srgbClr val="C1CF86"/>
      </a:accent2>
      <a:accent3>
        <a:srgbClr val="2C364E"/>
      </a:accent3>
      <a:accent4>
        <a:srgbClr val="C5D4F7"/>
      </a:accent4>
      <a:accent5>
        <a:srgbClr val="D0A3E0"/>
      </a:accent5>
      <a:accent6>
        <a:srgbClr val="BCE6DF"/>
      </a:accent6>
      <a:hlink>
        <a:srgbClr val="5E3A64"/>
      </a:hlink>
      <a:folHlink>
        <a:srgbClr val="2C364E"/>
      </a:folHlink>
    </a:clrScheme>
    <a:fontScheme name="돌잔치 슬라이드(감사 인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