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59BEA5C3-A9B9-4F96-B61F-A96CEF503C8A}">
          <p14:sldIdLst>
            <p14:sldId id="256"/>
          </p14:sldIdLst>
        </p14:section>
        <p14:section name="본문" id="{74C3C146-7313-425D-9BA1-4437DA4905AD}">
          <p14:sldIdLst>
            <p14:sldId id="257"/>
            <p14:sldId id="258"/>
            <p14:sldId id="259"/>
            <p14:sldId id="260"/>
          </p14:sldIdLst>
        </p14:section>
        <p14:section name="마무리" id="{CF75E114-5A60-49CB-9956-F37C84425EB2}">
          <p14:sldIdLst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아기 사진을 넣고, 오른쪽 표의 칸을 눌러 내용을 적으세요.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3"/>
            </a:gs>
            <a:gs pos="100000">
              <a:schemeClr val="bg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4FEFC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2BCBE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7F888E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헥스 격자"/>
          <p:cNvGrpSpPr/>
          <p:nvPr/>
        </p:nvGrpSpPr>
        <p:grpSpPr>
          <a:xfrm>
            <a:off x="7265822" y="350131"/>
            <a:ext cx="4708245" cy="5958032"/>
            <a:chOff x="7265822" y="350131"/>
            <a:chExt cx="4708245" cy="5958032"/>
          </a:xfrm>
        </p:grpSpPr>
        <p:sp>
          <p:nvSpPr>
            <p:cNvPr id="3" name="Hexagon 2"/>
            <p:cNvSpPr/>
            <p:nvPr/>
          </p:nvSpPr>
          <p:spPr>
            <a:xfrm>
              <a:off x="7265822" y="350131"/>
              <a:ext cx="799185" cy="692094"/>
            </a:xfrm>
            <a:prstGeom prst="hexagon">
              <a:avLst/>
            </a:prstGeom>
            <a:solidFill>
              <a:schemeClr val="accent1">
                <a:alpha val="25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Hexagon 3"/>
            <p:cNvSpPr/>
            <p:nvPr/>
          </p:nvSpPr>
          <p:spPr>
            <a:xfrm>
              <a:off x="7265822" y="110240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Hexagon 4"/>
            <p:cNvSpPr/>
            <p:nvPr/>
          </p:nvSpPr>
          <p:spPr>
            <a:xfrm>
              <a:off x="7265822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Hexagon 5"/>
            <p:cNvSpPr/>
            <p:nvPr/>
          </p:nvSpPr>
          <p:spPr>
            <a:xfrm>
              <a:off x="7265822" y="260696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Hexagon 6"/>
            <p:cNvSpPr/>
            <p:nvPr/>
          </p:nvSpPr>
          <p:spPr>
            <a:xfrm>
              <a:off x="7265822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Hexagon 7"/>
            <p:cNvSpPr/>
            <p:nvPr/>
          </p:nvSpPr>
          <p:spPr>
            <a:xfrm>
              <a:off x="7265822" y="4111515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Hexagon 8"/>
            <p:cNvSpPr/>
            <p:nvPr/>
          </p:nvSpPr>
          <p:spPr>
            <a:xfrm>
              <a:off x="7265822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Hexagon 9"/>
            <p:cNvSpPr/>
            <p:nvPr/>
          </p:nvSpPr>
          <p:spPr>
            <a:xfrm>
              <a:off x="7265822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Hexagon 10"/>
            <p:cNvSpPr/>
            <p:nvPr/>
          </p:nvSpPr>
          <p:spPr>
            <a:xfrm>
              <a:off x="7917332" y="7262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Hexagon 11"/>
            <p:cNvSpPr/>
            <p:nvPr/>
          </p:nvSpPr>
          <p:spPr>
            <a:xfrm>
              <a:off x="7917332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Hexagon 12"/>
            <p:cNvSpPr/>
            <p:nvPr/>
          </p:nvSpPr>
          <p:spPr>
            <a:xfrm>
              <a:off x="7917332" y="223082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Hexagon 13"/>
            <p:cNvSpPr/>
            <p:nvPr/>
          </p:nvSpPr>
          <p:spPr>
            <a:xfrm>
              <a:off x="7917332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Hexagon 14"/>
            <p:cNvSpPr/>
            <p:nvPr/>
          </p:nvSpPr>
          <p:spPr>
            <a:xfrm>
              <a:off x="7917332" y="3735377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Hexagon 15"/>
            <p:cNvSpPr/>
            <p:nvPr/>
          </p:nvSpPr>
          <p:spPr>
            <a:xfrm>
              <a:off x="7917332" y="448765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Hexagon 16"/>
            <p:cNvSpPr/>
            <p:nvPr/>
          </p:nvSpPr>
          <p:spPr>
            <a:xfrm>
              <a:off x="7917332" y="5239930"/>
              <a:ext cx="799185" cy="692094"/>
            </a:xfrm>
            <a:prstGeom prst="hexagon">
              <a:avLst/>
            </a:prstGeom>
            <a:solidFill>
              <a:schemeClr val="accent1">
                <a:alpha val="25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Hexagon 17"/>
            <p:cNvSpPr/>
            <p:nvPr/>
          </p:nvSpPr>
          <p:spPr>
            <a:xfrm>
              <a:off x="8568842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Hexagon 18"/>
            <p:cNvSpPr/>
            <p:nvPr/>
          </p:nvSpPr>
          <p:spPr>
            <a:xfrm>
              <a:off x="8568842" y="1102407"/>
              <a:ext cx="799185" cy="692094"/>
            </a:xfrm>
            <a:prstGeom prst="hexagon">
              <a:avLst/>
            </a:prstGeom>
            <a:solidFill>
              <a:schemeClr val="accent1">
                <a:alpha val="33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Hexagon 19"/>
            <p:cNvSpPr/>
            <p:nvPr/>
          </p:nvSpPr>
          <p:spPr>
            <a:xfrm>
              <a:off x="8568842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Hexagon 20"/>
            <p:cNvSpPr/>
            <p:nvPr/>
          </p:nvSpPr>
          <p:spPr>
            <a:xfrm>
              <a:off x="8568842" y="2606961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Hexagon 21"/>
            <p:cNvSpPr/>
            <p:nvPr/>
          </p:nvSpPr>
          <p:spPr>
            <a:xfrm>
              <a:off x="8568842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Hexagon 22"/>
            <p:cNvSpPr/>
            <p:nvPr/>
          </p:nvSpPr>
          <p:spPr>
            <a:xfrm>
              <a:off x="8568842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Hexagon 23"/>
            <p:cNvSpPr/>
            <p:nvPr/>
          </p:nvSpPr>
          <p:spPr>
            <a:xfrm>
              <a:off x="8568842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Hexagon 24"/>
            <p:cNvSpPr/>
            <p:nvPr/>
          </p:nvSpPr>
          <p:spPr>
            <a:xfrm>
              <a:off x="8568842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Hexagon 25"/>
            <p:cNvSpPr/>
            <p:nvPr/>
          </p:nvSpPr>
          <p:spPr>
            <a:xfrm>
              <a:off x="9220352" y="7262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Hexagon 26"/>
            <p:cNvSpPr/>
            <p:nvPr/>
          </p:nvSpPr>
          <p:spPr>
            <a:xfrm>
              <a:off x="9220352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Hexagon 27"/>
            <p:cNvSpPr/>
            <p:nvPr/>
          </p:nvSpPr>
          <p:spPr>
            <a:xfrm>
              <a:off x="9220352" y="2230823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Hexagon 28"/>
            <p:cNvSpPr/>
            <p:nvPr/>
          </p:nvSpPr>
          <p:spPr>
            <a:xfrm>
              <a:off x="9220352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Hexagon 29"/>
            <p:cNvSpPr/>
            <p:nvPr/>
          </p:nvSpPr>
          <p:spPr>
            <a:xfrm>
              <a:off x="9220352" y="373537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Hexagon 30"/>
            <p:cNvSpPr/>
            <p:nvPr/>
          </p:nvSpPr>
          <p:spPr>
            <a:xfrm>
              <a:off x="9220352" y="448765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Hexagon 31"/>
            <p:cNvSpPr/>
            <p:nvPr/>
          </p:nvSpPr>
          <p:spPr>
            <a:xfrm>
              <a:off x="9220352" y="523993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Hexagon 32"/>
            <p:cNvSpPr/>
            <p:nvPr/>
          </p:nvSpPr>
          <p:spPr>
            <a:xfrm>
              <a:off x="9871862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Hexagon 33"/>
            <p:cNvSpPr/>
            <p:nvPr/>
          </p:nvSpPr>
          <p:spPr>
            <a:xfrm>
              <a:off x="9871862" y="1102407"/>
              <a:ext cx="799185" cy="692094"/>
            </a:xfrm>
            <a:prstGeom prst="hexagon">
              <a:avLst/>
            </a:prstGeom>
            <a:solidFill>
              <a:schemeClr val="accent2">
                <a:alpha val="26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Hexagon 34"/>
            <p:cNvSpPr/>
            <p:nvPr/>
          </p:nvSpPr>
          <p:spPr>
            <a:xfrm>
              <a:off x="9871862" y="1854684"/>
              <a:ext cx="799185" cy="692094"/>
            </a:xfrm>
            <a:prstGeom prst="hexagon">
              <a:avLst/>
            </a:prstGeom>
            <a:solidFill>
              <a:schemeClr val="accent1">
                <a:alpha val="56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Hexagon 35"/>
            <p:cNvSpPr/>
            <p:nvPr/>
          </p:nvSpPr>
          <p:spPr>
            <a:xfrm>
              <a:off x="9871862" y="260696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Hexagon 36"/>
            <p:cNvSpPr/>
            <p:nvPr/>
          </p:nvSpPr>
          <p:spPr>
            <a:xfrm>
              <a:off x="9871862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Hexagon 37"/>
            <p:cNvSpPr/>
            <p:nvPr/>
          </p:nvSpPr>
          <p:spPr>
            <a:xfrm>
              <a:off x="9871862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Hexagon 38"/>
            <p:cNvSpPr/>
            <p:nvPr/>
          </p:nvSpPr>
          <p:spPr>
            <a:xfrm>
              <a:off x="9871862" y="4863792"/>
              <a:ext cx="799185" cy="692094"/>
            </a:xfrm>
            <a:prstGeom prst="hexagon">
              <a:avLst/>
            </a:prstGeom>
            <a:solidFill>
              <a:schemeClr val="accent2">
                <a:alpha val="26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Hexagon 39"/>
            <p:cNvSpPr/>
            <p:nvPr/>
          </p:nvSpPr>
          <p:spPr>
            <a:xfrm>
              <a:off x="9871862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Hexagon 40"/>
            <p:cNvSpPr/>
            <p:nvPr/>
          </p:nvSpPr>
          <p:spPr>
            <a:xfrm>
              <a:off x="10523372" y="726269"/>
              <a:ext cx="799185" cy="692094"/>
            </a:xfrm>
            <a:prstGeom prst="hexagon">
              <a:avLst/>
            </a:prstGeom>
            <a:solidFill>
              <a:schemeClr val="accent2">
                <a:alpha val="38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Hexagon 41"/>
            <p:cNvSpPr/>
            <p:nvPr/>
          </p:nvSpPr>
          <p:spPr>
            <a:xfrm>
              <a:off x="10523372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Hexagon 42"/>
            <p:cNvSpPr/>
            <p:nvPr/>
          </p:nvSpPr>
          <p:spPr>
            <a:xfrm>
              <a:off x="10523372" y="223082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Hexagon 43"/>
            <p:cNvSpPr/>
            <p:nvPr/>
          </p:nvSpPr>
          <p:spPr>
            <a:xfrm>
              <a:off x="10523372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Hexagon 44"/>
            <p:cNvSpPr/>
            <p:nvPr/>
          </p:nvSpPr>
          <p:spPr>
            <a:xfrm>
              <a:off x="10523372" y="373537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Hexagon 45"/>
            <p:cNvSpPr/>
            <p:nvPr/>
          </p:nvSpPr>
          <p:spPr>
            <a:xfrm>
              <a:off x="10523372" y="4487653"/>
              <a:ext cx="799185" cy="692094"/>
            </a:xfrm>
            <a:prstGeom prst="hexagon">
              <a:avLst/>
            </a:prstGeom>
            <a:solidFill>
              <a:schemeClr val="accent2">
                <a:alpha val="38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Hexagon 46"/>
            <p:cNvSpPr/>
            <p:nvPr/>
          </p:nvSpPr>
          <p:spPr>
            <a:xfrm>
              <a:off x="10523372" y="523993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Hexagon 47"/>
            <p:cNvSpPr/>
            <p:nvPr/>
          </p:nvSpPr>
          <p:spPr>
            <a:xfrm>
              <a:off x="11174882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Hexagon 48"/>
            <p:cNvSpPr/>
            <p:nvPr/>
          </p:nvSpPr>
          <p:spPr>
            <a:xfrm>
              <a:off x="11174882" y="110240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Hexagon 49"/>
            <p:cNvSpPr/>
            <p:nvPr/>
          </p:nvSpPr>
          <p:spPr>
            <a:xfrm>
              <a:off x="11174882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Hexagon 50"/>
            <p:cNvSpPr/>
            <p:nvPr/>
          </p:nvSpPr>
          <p:spPr>
            <a:xfrm>
              <a:off x="11174882" y="2606961"/>
              <a:ext cx="799185" cy="692094"/>
            </a:xfrm>
            <a:prstGeom prst="hexagon">
              <a:avLst/>
            </a:prstGeom>
            <a:solidFill>
              <a:schemeClr val="accent1">
                <a:alpha val="8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Hexagon 51"/>
            <p:cNvSpPr/>
            <p:nvPr/>
          </p:nvSpPr>
          <p:spPr>
            <a:xfrm>
              <a:off x="11174882" y="3359238"/>
              <a:ext cx="799185" cy="692094"/>
            </a:xfrm>
            <a:prstGeom prst="hexagon">
              <a:avLst/>
            </a:prstGeom>
            <a:solidFill>
              <a:schemeClr val="accent2">
                <a:alpha val="5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Hexagon 52"/>
            <p:cNvSpPr/>
            <p:nvPr/>
          </p:nvSpPr>
          <p:spPr>
            <a:xfrm>
              <a:off x="11174882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Hexagon 53"/>
            <p:cNvSpPr/>
            <p:nvPr/>
          </p:nvSpPr>
          <p:spPr>
            <a:xfrm>
              <a:off x="11174882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Hexagon 54"/>
            <p:cNvSpPr/>
            <p:nvPr/>
          </p:nvSpPr>
          <p:spPr>
            <a:xfrm>
              <a:off x="11174882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rgbClr val="F4FEFC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14B0AA80-EF59-42CD-B708-02C45F31071B}" type="slidenum">
              <a:rPr lang="en-US"/>
              <a:t>‹#›</a:t>
            </a:fld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bg1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4FEFC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2BCBE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7F888E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헥스 격자"/>
          <p:cNvGrpSpPr/>
          <p:nvPr/>
        </p:nvGrpSpPr>
        <p:grpSpPr>
          <a:xfrm>
            <a:off x="7265822" y="350131"/>
            <a:ext cx="4708245" cy="5958032"/>
            <a:chOff x="7265822" y="350131"/>
            <a:chExt cx="4708245" cy="5958032"/>
          </a:xfrm>
        </p:grpSpPr>
        <p:sp>
          <p:nvSpPr>
            <p:cNvPr id="3" name="Hexagon 2"/>
            <p:cNvSpPr/>
            <p:nvPr/>
          </p:nvSpPr>
          <p:spPr>
            <a:xfrm>
              <a:off x="7265822" y="350131"/>
              <a:ext cx="799185" cy="692094"/>
            </a:xfrm>
            <a:prstGeom prst="hexagon">
              <a:avLst/>
            </a:prstGeom>
            <a:solidFill>
              <a:schemeClr val="accent1">
                <a:alpha val="25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Hexagon 3"/>
            <p:cNvSpPr/>
            <p:nvPr/>
          </p:nvSpPr>
          <p:spPr>
            <a:xfrm>
              <a:off x="7265822" y="110240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Hexagon 4"/>
            <p:cNvSpPr/>
            <p:nvPr/>
          </p:nvSpPr>
          <p:spPr>
            <a:xfrm>
              <a:off x="7265822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Hexagon 5"/>
            <p:cNvSpPr/>
            <p:nvPr/>
          </p:nvSpPr>
          <p:spPr>
            <a:xfrm>
              <a:off x="7265822" y="260696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Hexagon 6"/>
            <p:cNvSpPr/>
            <p:nvPr/>
          </p:nvSpPr>
          <p:spPr>
            <a:xfrm>
              <a:off x="7265822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Hexagon 7"/>
            <p:cNvSpPr/>
            <p:nvPr/>
          </p:nvSpPr>
          <p:spPr>
            <a:xfrm>
              <a:off x="7265822" y="4111515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Hexagon 8"/>
            <p:cNvSpPr/>
            <p:nvPr/>
          </p:nvSpPr>
          <p:spPr>
            <a:xfrm>
              <a:off x="7265822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Hexagon 9"/>
            <p:cNvSpPr/>
            <p:nvPr/>
          </p:nvSpPr>
          <p:spPr>
            <a:xfrm>
              <a:off x="7265822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Hexagon 10"/>
            <p:cNvSpPr/>
            <p:nvPr/>
          </p:nvSpPr>
          <p:spPr>
            <a:xfrm>
              <a:off x="7917332" y="7262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Hexagon 11"/>
            <p:cNvSpPr/>
            <p:nvPr/>
          </p:nvSpPr>
          <p:spPr>
            <a:xfrm>
              <a:off x="7917332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Hexagon 12"/>
            <p:cNvSpPr/>
            <p:nvPr/>
          </p:nvSpPr>
          <p:spPr>
            <a:xfrm>
              <a:off x="7917332" y="223082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Hexagon 13"/>
            <p:cNvSpPr/>
            <p:nvPr/>
          </p:nvSpPr>
          <p:spPr>
            <a:xfrm>
              <a:off x="7917332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Hexagon 14"/>
            <p:cNvSpPr/>
            <p:nvPr/>
          </p:nvSpPr>
          <p:spPr>
            <a:xfrm>
              <a:off x="7917332" y="3735377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Hexagon 15"/>
            <p:cNvSpPr/>
            <p:nvPr/>
          </p:nvSpPr>
          <p:spPr>
            <a:xfrm>
              <a:off x="7917332" y="448765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Hexagon 16"/>
            <p:cNvSpPr/>
            <p:nvPr/>
          </p:nvSpPr>
          <p:spPr>
            <a:xfrm>
              <a:off x="7917332" y="5239930"/>
              <a:ext cx="799185" cy="692094"/>
            </a:xfrm>
            <a:prstGeom prst="hexagon">
              <a:avLst/>
            </a:prstGeom>
            <a:solidFill>
              <a:schemeClr val="accent1">
                <a:alpha val="25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Hexagon 17"/>
            <p:cNvSpPr/>
            <p:nvPr/>
          </p:nvSpPr>
          <p:spPr>
            <a:xfrm>
              <a:off x="8568842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Hexagon 18"/>
            <p:cNvSpPr/>
            <p:nvPr/>
          </p:nvSpPr>
          <p:spPr>
            <a:xfrm>
              <a:off x="8568842" y="1102407"/>
              <a:ext cx="799185" cy="692094"/>
            </a:xfrm>
            <a:prstGeom prst="hexagon">
              <a:avLst/>
            </a:prstGeom>
            <a:solidFill>
              <a:schemeClr val="accent1">
                <a:alpha val="33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Hexagon 19"/>
            <p:cNvSpPr/>
            <p:nvPr/>
          </p:nvSpPr>
          <p:spPr>
            <a:xfrm>
              <a:off x="8568842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Hexagon 20"/>
            <p:cNvSpPr/>
            <p:nvPr/>
          </p:nvSpPr>
          <p:spPr>
            <a:xfrm>
              <a:off x="8568842" y="2606961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Hexagon 21"/>
            <p:cNvSpPr/>
            <p:nvPr/>
          </p:nvSpPr>
          <p:spPr>
            <a:xfrm>
              <a:off x="8568842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Hexagon 22"/>
            <p:cNvSpPr/>
            <p:nvPr/>
          </p:nvSpPr>
          <p:spPr>
            <a:xfrm>
              <a:off x="8568842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Hexagon 23"/>
            <p:cNvSpPr/>
            <p:nvPr/>
          </p:nvSpPr>
          <p:spPr>
            <a:xfrm>
              <a:off x="8568842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Hexagon 24"/>
            <p:cNvSpPr/>
            <p:nvPr/>
          </p:nvSpPr>
          <p:spPr>
            <a:xfrm>
              <a:off x="8568842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Hexagon 25"/>
            <p:cNvSpPr/>
            <p:nvPr/>
          </p:nvSpPr>
          <p:spPr>
            <a:xfrm>
              <a:off x="9220352" y="7262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Hexagon 26"/>
            <p:cNvSpPr/>
            <p:nvPr/>
          </p:nvSpPr>
          <p:spPr>
            <a:xfrm>
              <a:off x="9220352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Hexagon 27"/>
            <p:cNvSpPr/>
            <p:nvPr/>
          </p:nvSpPr>
          <p:spPr>
            <a:xfrm>
              <a:off x="9220352" y="2230823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Hexagon 28"/>
            <p:cNvSpPr/>
            <p:nvPr/>
          </p:nvSpPr>
          <p:spPr>
            <a:xfrm>
              <a:off x="9220352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Hexagon 29"/>
            <p:cNvSpPr/>
            <p:nvPr/>
          </p:nvSpPr>
          <p:spPr>
            <a:xfrm>
              <a:off x="9220352" y="373537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Hexagon 30"/>
            <p:cNvSpPr/>
            <p:nvPr/>
          </p:nvSpPr>
          <p:spPr>
            <a:xfrm>
              <a:off x="9220352" y="448765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Hexagon 31"/>
            <p:cNvSpPr/>
            <p:nvPr/>
          </p:nvSpPr>
          <p:spPr>
            <a:xfrm>
              <a:off x="9220352" y="523993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Hexagon 32"/>
            <p:cNvSpPr/>
            <p:nvPr/>
          </p:nvSpPr>
          <p:spPr>
            <a:xfrm>
              <a:off x="9871862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Hexagon 33"/>
            <p:cNvSpPr/>
            <p:nvPr/>
          </p:nvSpPr>
          <p:spPr>
            <a:xfrm>
              <a:off x="9871862" y="1102407"/>
              <a:ext cx="799185" cy="692094"/>
            </a:xfrm>
            <a:prstGeom prst="hexagon">
              <a:avLst/>
            </a:prstGeom>
            <a:solidFill>
              <a:schemeClr val="accent2">
                <a:alpha val="26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Hexagon 34"/>
            <p:cNvSpPr/>
            <p:nvPr/>
          </p:nvSpPr>
          <p:spPr>
            <a:xfrm>
              <a:off x="9871862" y="1854684"/>
              <a:ext cx="799185" cy="692094"/>
            </a:xfrm>
            <a:prstGeom prst="hexagon">
              <a:avLst/>
            </a:prstGeom>
            <a:solidFill>
              <a:schemeClr val="accent1">
                <a:alpha val="56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Hexagon 35"/>
            <p:cNvSpPr/>
            <p:nvPr/>
          </p:nvSpPr>
          <p:spPr>
            <a:xfrm>
              <a:off x="9871862" y="260696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Hexagon 36"/>
            <p:cNvSpPr/>
            <p:nvPr/>
          </p:nvSpPr>
          <p:spPr>
            <a:xfrm>
              <a:off x="9871862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Hexagon 37"/>
            <p:cNvSpPr/>
            <p:nvPr/>
          </p:nvSpPr>
          <p:spPr>
            <a:xfrm>
              <a:off x="9871862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Hexagon 38"/>
            <p:cNvSpPr/>
            <p:nvPr/>
          </p:nvSpPr>
          <p:spPr>
            <a:xfrm>
              <a:off x="9871862" y="4863792"/>
              <a:ext cx="799185" cy="692094"/>
            </a:xfrm>
            <a:prstGeom prst="hexagon">
              <a:avLst/>
            </a:prstGeom>
            <a:solidFill>
              <a:schemeClr val="accent2">
                <a:alpha val="26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Hexagon 39"/>
            <p:cNvSpPr/>
            <p:nvPr/>
          </p:nvSpPr>
          <p:spPr>
            <a:xfrm>
              <a:off x="9871862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Hexagon 40"/>
            <p:cNvSpPr/>
            <p:nvPr/>
          </p:nvSpPr>
          <p:spPr>
            <a:xfrm>
              <a:off x="10523372" y="726269"/>
              <a:ext cx="799185" cy="692094"/>
            </a:xfrm>
            <a:prstGeom prst="hexagon">
              <a:avLst/>
            </a:prstGeom>
            <a:solidFill>
              <a:schemeClr val="accent2">
                <a:alpha val="38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Hexagon 41"/>
            <p:cNvSpPr/>
            <p:nvPr/>
          </p:nvSpPr>
          <p:spPr>
            <a:xfrm>
              <a:off x="10523372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Hexagon 42"/>
            <p:cNvSpPr/>
            <p:nvPr/>
          </p:nvSpPr>
          <p:spPr>
            <a:xfrm>
              <a:off x="10523372" y="223082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Hexagon 43"/>
            <p:cNvSpPr/>
            <p:nvPr/>
          </p:nvSpPr>
          <p:spPr>
            <a:xfrm>
              <a:off x="10523372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Hexagon 44"/>
            <p:cNvSpPr/>
            <p:nvPr/>
          </p:nvSpPr>
          <p:spPr>
            <a:xfrm>
              <a:off x="10523372" y="373537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Hexagon 45"/>
            <p:cNvSpPr/>
            <p:nvPr/>
          </p:nvSpPr>
          <p:spPr>
            <a:xfrm>
              <a:off x="10523372" y="4487653"/>
              <a:ext cx="799185" cy="692094"/>
            </a:xfrm>
            <a:prstGeom prst="hexagon">
              <a:avLst/>
            </a:prstGeom>
            <a:solidFill>
              <a:schemeClr val="accent2">
                <a:alpha val="38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Hexagon 46"/>
            <p:cNvSpPr/>
            <p:nvPr/>
          </p:nvSpPr>
          <p:spPr>
            <a:xfrm>
              <a:off x="10523372" y="523993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Hexagon 47"/>
            <p:cNvSpPr/>
            <p:nvPr/>
          </p:nvSpPr>
          <p:spPr>
            <a:xfrm>
              <a:off x="11174882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Hexagon 48"/>
            <p:cNvSpPr/>
            <p:nvPr/>
          </p:nvSpPr>
          <p:spPr>
            <a:xfrm>
              <a:off x="11174882" y="110240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Hexagon 49"/>
            <p:cNvSpPr/>
            <p:nvPr/>
          </p:nvSpPr>
          <p:spPr>
            <a:xfrm>
              <a:off x="11174882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Hexagon 50"/>
            <p:cNvSpPr/>
            <p:nvPr/>
          </p:nvSpPr>
          <p:spPr>
            <a:xfrm>
              <a:off x="11174882" y="2606961"/>
              <a:ext cx="799185" cy="692094"/>
            </a:xfrm>
            <a:prstGeom prst="hexagon">
              <a:avLst/>
            </a:prstGeom>
            <a:solidFill>
              <a:schemeClr val="accent1">
                <a:alpha val="8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Hexagon 51"/>
            <p:cNvSpPr/>
            <p:nvPr/>
          </p:nvSpPr>
          <p:spPr>
            <a:xfrm>
              <a:off x="11174882" y="3359238"/>
              <a:ext cx="799185" cy="692094"/>
            </a:xfrm>
            <a:prstGeom prst="hexagon">
              <a:avLst/>
            </a:prstGeom>
            <a:solidFill>
              <a:schemeClr val="accent2">
                <a:alpha val="5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Hexagon 52"/>
            <p:cNvSpPr/>
            <p:nvPr/>
          </p:nvSpPr>
          <p:spPr>
            <a:xfrm>
              <a:off x="11174882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Hexagon 53"/>
            <p:cNvSpPr/>
            <p:nvPr/>
          </p:nvSpPr>
          <p:spPr>
            <a:xfrm>
              <a:off x="11174882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Hexagon 54"/>
            <p:cNvSpPr/>
            <p:nvPr/>
          </p:nvSpPr>
          <p:spPr>
            <a:xfrm>
              <a:off x="11174882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rgbClr val="F4FEFC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46E77DC4-5275-4CF1-82FF-7BFF290AD8B4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73152"/>
            <a:ext cx="1072865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2636B08E-5B14-4CCB-92D2-38BFED9CC93A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NEON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첫 번째 생일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돈을 잡았으면 좋겠다고 할머니가 말씀하셨습니다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날짜 입력</a:t>
            </a:r>
          </a:p>
          <a:p>
            <a:r>
              <a:rPr lang="ko-KR"/>
              <a:t>장소를 입력하세요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아기를 소개합니다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BABY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840480" cy="41605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아기 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840480" cy="4160520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9953A7-8F1B-45D8-A97A-A49102EBD46E}" type="slidenum">
              <a:rPr lang="en-US"/>
              <a:t>‹#›</a:t>
            </a:fld>
            <a:endParaRPr lang="en-US"/>
          </a:p>
        </p:txBody>
      </p:sp>
      <p:graphicFrame>
        <p:nvGraphicFramePr>
          <p:cNvPr id="14" name="표"/>
          <p:cNvGraphicFramePr>
            <a:graphicFrameLocks noGrp="1"/>
          </p:cNvGraphicFramePr>
          <p:nvPr/>
        </p:nvGraphicFramePr>
        <p:xfrm>
          <a:off x="4937759" y="1828800"/>
          <a:ext cx="6522415" cy="395020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28800"/>
                <a:gridCol w="469361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생일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키 · 몸무게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좋아하는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별명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부모의 마음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edg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돌잡이 이야기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STORY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1B9D4F-209F-4B30-8A7F-7FA943606560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2476423" cy="3566160"/>
            <a:chOff x="731520" y="1828800"/>
            <a:chExt cx="2476423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2476423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안쪽 선"/>
            <p:cNvSpPr/>
            <p:nvPr/>
          </p:nvSpPr>
          <p:spPr>
            <a:xfrm>
              <a:off x="813816" y="1911095"/>
              <a:ext cx="2311831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960120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연필 · 공부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019223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400" b="0" i="0" lang="ko-KR">
                  <a:solidFill>
                    <a:schemeClr val="tx1"/>
                  </a:solidFill>
                </a:rPr>
                <a:t>학문과 총명을 바라는 마음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3482263" y="1828800"/>
            <a:ext cx="2476423" cy="3566160"/>
            <a:chOff x="3482263" y="1828800"/>
            <a:chExt cx="2476423" cy="3566160"/>
          </a:xfrm>
        </p:grpSpPr>
        <p:sp>
          <p:nvSpPr>
            <p:cNvPr id="13" name="카드 바탕"/>
            <p:cNvSpPr/>
            <p:nvPr/>
          </p:nvSpPr>
          <p:spPr>
            <a:xfrm>
              <a:off x="3482263" y="1828800"/>
              <a:ext cx="2476423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안쪽 선"/>
            <p:cNvSpPr/>
            <p:nvPr/>
          </p:nvSpPr>
          <p:spPr>
            <a:xfrm>
              <a:off x="3564559" y="1911095"/>
              <a:ext cx="2311831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3710863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3665143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실 · 장수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3710863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3665143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400" b="0" i="0" lang="ko-KR">
                  <a:solidFill>
                    <a:schemeClr val="tx1"/>
                  </a:solidFill>
                </a:rPr>
                <a:t>건강하고 오래 살기를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6233007" y="1828800"/>
            <a:ext cx="2476423" cy="3566160"/>
            <a:chOff x="6233007" y="1828800"/>
            <a:chExt cx="2476423" cy="3566160"/>
          </a:xfrm>
        </p:grpSpPr>
        <p:sp>
          <p:nvSpPr>
            <p:cNvPr id="20" name="카드 바탕"/>
            <p:cNvSpPr/>
            <p:nvPr/>
          </p:nvSpPr>
          <p:spPr>
            <a:xfrm>
              <a:off x="6233007" y="1828800"/>
              <a:ext cx="2476423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안쪽 선"/>
            <p:cNvSpPr/>
            <p:nvPr/>
          </p:nvSpPr>
          <p:spPr>
            <a:xfrm>
              <a:off x="6315303" y="1911095"/>
              <a:ext cx="2311831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6461607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6415887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돈 · 부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6461607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6415887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400" b="0" i="0" lang="ko-KR">
                  <a:solidFill>
                    <a:schemeClr val="tx1"/>
                  </a:solidFill>
                </a:rPr>
                <a:t>넉넉한 삶을 바라는 마음</a:t>
              </a:r>
            </a:p>
          </p:txBody>
        </p:sp>
      </p:grpSp>
      <p:grpSp>
        <p:nvGrpSpPr>
          <p:cNvPr id="26" name="카드 4"/>
          <p:cNvGrpSpPr/>
          <p:nvPr/>
        </p:nvGrpSpPr>
        <p:grpSpPr>
          <a:xfrm>
            <a:off x="8983751" y="1828800"/>
            <a:ext cx="2476423" cy="3566160"/>
            <a:chOff x="8983751" y="1828800"/>
            <a:chExt cx="2476423" cy="3566160"/>
          </a:xfrm>
        </p:grpSpPr>
        <p:sp>
          <p:nvSpPr>
            <p:cNvPr id="27" name="카드 바탕"/>
            <p:cNvSpPr/>
            <p:nvPr/>
          </p:nvSpPr>
          <p:spPr>
            <a:xfrm>
              <a:off x="8983751" y="1828800"/>
              <a:ext cx="2476423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안쪽 선"/>
            <p:cNvSpPr/>
            <p:nvPr/>
          </p:nvSpPr>
          <p:spPr>
            <a:xfrm>
              <a:off x="9066047" y="1911095"/>
              <a:ext cx="2311831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번호 4"/>
            <p:cNvSpPr/>
            <p:nvPr/>
          </p:nvSpPr>
          <p:spPr>
            <a:xfrm>
              <a:off x="9212351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4</a:t>
              </a:r>
            </a:p>
          </p:txBody>
        </p:sp>
        <p:sp>
          <p:nvSpPr>
            <p:cNvPr id="30" name="카드 제목"/>
            <p:cNvSpPr txBox="1"/>
            <p:nvPr/>
          </p:nvSpPr>
          <p:spPr>
            <a:xfrm>
              <a:off x="9166631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마이크 · 인기</a:t>
              </a:r>
            </a:p>
          </p:txBody>
        </p:sp>
        <p:cxnSp>
          <p:nvCxnSpPr>
            <p:cNvPr id="31" name="구분선"/>
            <p:cNvCxnSpPr/>
            <p:nvPr/>
          </p:nvCxnSpPr>
          <p:spPr>
            <a:xfrm>
              <a:off x="9212351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32" name="카드 내용"/>
            <p:cNvSpPr txBox="1"/>
            <p:nvPr/>
          </p:nvSpPr>
          <p:spPr>
            <a:xfrm>
              <a:off x="9166631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400" b="0" i="0" lang="ko-KR">
                  <a:solidFill>
                    <a:schemeClr val="tx1"/>
                  </a:solidFill>
                </a:rPr>
                <a:t>사람들에게 사랑받기를</a:t>
              </a:r>
            </a:p>
          </p:txBody>
        </p:sp>
      </p:grpSp>
    </p:spTree>
  </p:cSld>
  <p:clrMapOvr>
    <a:masterClrMapping/>
  </p:clrMapOvr>
  <p:transition spd="med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아기의 선택은?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MEMORY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4572000" cy="434340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돌잡이 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4572000" cy="4343400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28CD5-4DD5-4BA6-95DD-D786B7F3AECD}" type="slidenum">
              <a:rPr lang="en-US"/>
              <a:t>‹#›</a:t>
            </a:fld>
            <a:endParaRPr lang="en-US"/>
          </a:p>
        </p:txBody>
      </p:sp>
      <p:sp>
        <p:nvSpPr>
          <p:cNvPr id="14" name="선택 칸"/>
          <p:cNvSpPr/>
          <p:nvPr/>
        </p:nvSpPr>
        <p:spPr>
          <a:xfrm>
            <a:off x="5669280" y="1828800"/>
            <a:ext cx="5790895" cy="43434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" name="안쪽 선"/>
          <p:cNvSpPr/>
          <p:nvPr/>
        </p:nvSpPr>
        <p:spPr>
          <a:xfrm>
            <a:off x="5751576" y="1911095"/>
            <a:ext cx="5626303" cy="4178808"/>
          </a:xfrm>
          <a:prstGeom prst="rect">
            <a:avLst/>
          </a:prstGeom>
          <a:noFill/>
          <a:ln w="6350">
            <a:solidFill>
              <a:schemeClr val="accent5">
                <a:alpha val="85000"/>
              </a:scheme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선택 글"/>
          <p:cNvSpPr txBox="1"/>
          <p:nvPr/>
        </p:nvSpPr>
        <p:spPr>
          <a:xfrm>
            <a:off x="6035040" y="2194560"/>
            <a:ext cx="5059375" cy="3611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800" b="0" i="0" lang="ko-KR">
                <a:solidFill>
                  <a:schemeClr val="tx1"/>
                </a:solidFill>
              </a:rPr>
              <a:t>우리 아기의 선택</a:t>
            </a:r>
          </a:p>
          <a:p>
            <a:pPr algn="l">
              <a:lnSpc>
                <a:spcPct val="140000"/>
              </a:lnSpc>
            </a:pPr>
            <a:r>
              <a:rPr sz="1800" b="0" i="0" lang="ko-KR">
                <a:solidFill>
                  <a:schemeClr val="tx1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800" b="0" i="0" lang="ko-KR">
                <a:solidFill>
                  <a:schemeClr val="tx1"/>
                </a:solidFill>
              </a:rPr>
              <a:t>무엇을 집었나요?</a:t>
            </a:r>
          </a:p>
          <a:p>
            <a:pPr algn="l">
              <a:lnSpc>
                <a:spcPct val="140000"/>
              </a:lnSpc>
            </a:pPr>
            <a:r>
              <a:rPr sz="1800" b="0" i="0" lang="ko-KR">
                <a:solidFill>
                  <a:schemeClr val="tx1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800" b="0" i="0" lang="ko-KR">
                <a:solidFill>
                  <a:schemeClr val="tx1"/>
                </a:solidFill>
              </a:rPr>
              <a:t>그때 가족의 반응은?</a:t>
            </a:r>
          </a:p>
        </p:txBody>
      </p:sp>
    </p:spTree>
  </p:cSld>
  <p:clrMapOvr>
    <a:masterClrMapping/>
  </p:clrMapOvr>
  <p:transition spd="med">
    <p:wedg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사진 모음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PHOTOS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2531287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3463975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3463975" y="1828800"/>
            <a:ext cx="2531287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6196431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6196431" y="1828800"/>
            <a:ext cx="2531287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8928887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8928887" y="1828800"/>
            <a:ext cx="2531287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731520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731520" y="4101084"/>
            <a:ext cx="2531287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3463975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3463975" y="4101084"/>
            <a:ext cx="2531287" cy="2071116"/>
          </a:xfrm>
          <a:prstGeom prst="rect">
            <a:avLst/>
          </a:prstGeom>
        </p:spPr>
      </p:sp>
      <p:sp>
        <p:nvSpPr>
          <p:cNvPr id="19" name="사진 바탕 7"/>
          <p:cNvSpPr/>
          <p:nvPr/>
        </p:nvSpPr>
        <p:spPr>
          <a:xfrm>
            <a:off x="6196431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7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9" sz="quarter"/>
          </p:nvPr>
        </p:nvSpPr>
        <p:spPr>
          <a:xfrm>
            <a:off x="6196431" y="4101084"/>
            <a:ext cx="2531287" cy="2071116"/>
          </a:xfrm>
          <a:prstGeom prst="rect">
            <a:avLst/>
          </a:prstGeom>
        </p:spPr>
      </p:sp>
      <p:sp>
        <p:nvSpPr>
          <p:cNvPr id="20" name="사진 바탕 8"/>
          <p:cNvSpPr/>
          <p:nvPr/>
        </p:nvSpPr>
        <p:spPr>
          <a:xfrm>
            <a:off x="8928887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8</a:t>
            </a:r>
          </a:p>
        </p:txBody>
      </p:sp>
      <p:sp>
        <p:nvSpPr>
          <p:cNvPr id="11" name="Picture Placeholder 10" descr="사진 자리 — 아이콘을 누르면 사진을 넣을 수 있어요"/>
          <p:cNvSpPr>
            <a:spLocks noGrp="1"/>
          </p:cNvSpPr>
          <p:nvPr>
            <p:ph type="pic" idx="20" sz="quarter"/>
          </p:nvPr>
        </p:nvSpPr>
        <p:spPr>
          <a:xfrm>
            <a:off x="8928887" y="4101084"/>
            <a:ext cx="2531287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B561A5-D0A4-4E54-8B99-63C7A3D15413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edg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NEON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아이가 한 살이 되었습니다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부모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돌잔치 슬라이드(돌잡이 중심)">
  <a:themeElements>
    <a:clrScheme name="돌잔치 슬라이드(돌잡이 중심)">
      <a:dk1>
        <a:srgbClr val="F4FEFC"/>
      </a:dk1>
      <a:lt1>
        <a:srgbClr val="0F1C31"/>
      </a:lt1>
      <a:dk2>
        <a:srgbClr val="D6FBF6"/>
      </a:dk2>
      <a:lt2>
        <a:srgbClr val="0A1220"/>
      </a:lt2>
      <a:accent1>
        <a:srgbClr val="34E1D0"/>
      </a:accent1>
      <a:accent2>
        <a:srgbClr val="7A6CFF"/>
      </a:accent2>
      <a:accent3>
        <a:srgbClr val="060B14"/>
      </a:accent3>
      <a:accent4>
        <a:srgbClr val="162847"/>
      </a:accent4>
      <a:accent5>
        <a:srgbClr val="8FEFE6"/>
      </a:accent5>
      <a:accent6>
        <a:srgbClr val="5851BC"/>
      </a:accent6>
      <a:hlink>
        <a:srgbClr val="D6FBF6"/>
      </a:hlink>
      <a:folHlink>
        <a:srgbClr val="060B14"/>
      </a:folHlink>
    </a:clrScheme>
    <a:fontScheme name="돌잔치 슬라이드(돌잡이 중심)">
      <a:majorFont>
        <a:latin typeface="Segoe UI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슬라이드(돌잡이 중심)</dc:title>
  <dc:subject>돌잔치 슬라이드 · 돌잡이 중심</dc:subject>
  <dc:creator>반딧불이의 곳간</dc:creator>
  <cp:keywords>돌잔치,첫돌,PPT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