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57826DE-BC21-4F08-B113-506DEE419D85}">
          <p14:sldIdLst>
            <p14:sldId id="256"/>
          </p14:sldIdLst>
        </p14:section>
        <p14:section name="본문" id="{AA71EF9D-86A7-4C77-B122-20E75CBAF6A8}">
          <p14:sldIdLst>
            <p14:sldId id="257"/>
            <p14:sldId id="258"/>
            <p14:sldId id="259"/>
            <p14:sldId id="260"/>
          </p14:sldIdLst>
        </p14:section>
        <p14:section name="마무리" id="{951F421B-CC21-4CE6-952F-D00F63FA598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7ECD1EE-1D62-4D76-B1F7-36473ED0E898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7551AC5-3FAB-4A67-9676-FD267FBC086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3A17AC85-2D50-49EC-B637-089223C7BC9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돈을 잡았으면 좋겠다고 할머니가 말씀하셨습니다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74E9-BF6F-4BB8-9FF7-2B287377959C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FEDE8-2AF1-4A17-ADD6-D1FE5BD6AF4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3564559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6315303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안쪽 선"/>
            <p:cNvSpPr/>
            <p:nvPr/>
          </p:nvSpPr>
          <p:spPr>
            <a:xfrm>
              <a:off x="9066047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6370D-1B82-4F29-B30F-F99C3B95D600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안쪽 선"/>
          <p:cNvSpPr/>
          <p:nvPr/>
        </p:nvSpPr>
        <p:spPr>
          <a:xfrm>
            <a:off x="5751576" y="1911095"/>
            <a:ext cx="5626303" cy="417880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047B-9AE5-47D9-BBCA-44C202F2E24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F4FEFC"/>
      </a:dk1>
      <a:lt1>
        <a:srgbClr val="0F1C31"/>
      </a:lt1>
      <a:dk2>
        <a:srgbClr val="D6FBF6"/>
      </a:dk2>
      <a:lt2>
        <a:srgbClr val="0A1220"/>
      </a:lt2>
      <a:accent1>
        <a:srgbClr val="34E1D0"/>
      </a:accent1>
      <a:accent2>
        <a:srgbClr val="7A6CFF"/>
      </a:accent2>
      <a:accent3>
        <a:srgbClr val="060B14"/>
      </a:accent3>
      <a:accent4>
        <a:srgbClr val="162847"/>
      </a:accent4>
      <a:accent5>
        <a:srgbClr val="8FEFE6"/>
      </a:accent5>
      <a:accent6>
        <a:srgbClr val="5851BC"/>
      </a:accent6>
      <a:hlink>
        <a:srgbClr val="D6FBF6"/>
      </a:hlink>
      <a:folHlink>
        <a:srgbClr val="060B14"/>
      </a:folHlink>
    </a:clrScheme>
    <a:fontScheme name="돌잔치 슬라이드(돌잡이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