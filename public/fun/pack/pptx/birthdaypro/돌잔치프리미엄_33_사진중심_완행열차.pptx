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0661931-C9E1-4EC4-B723-72E8F120F4DA}">
          <p14:sldIdLst>
            <p14:sldId id="256"/>
          </p14:sldIdLst>
        </p14:section>
        <p14:section name="본문" id="{085F8E6A-6859-42AB-8FB8-3AA8F036EF1C}">
          <p14:sldIdLst>
            <p14:sldId id="257"/>
            <p14:sldId id="258"/>
            <p14:sldId id="259"/>
            <p14:sldId id="260"/>
          </p14:sldIdLst>
        </p14:section>
        <p14:section name="마무리" id="{FC2CBE64-89CB-4984-BF72-54CE8C4F0EA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27D4B47-08B2-4ABB-9357-6C240AF47D5E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8BDA9D44-0722-4A9B-9134-B1B9D94112D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71A3E3E-7396-40F4-838C-9ABA39FA5B2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5821527" y="5212080"/>
              <a:ext cx="548640" cy="548640"/>
            </a:xfrm>
            <a:prstGeom prst="star5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가장 많이 찍은 얼굴만 모았습니다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C30DC-5FB8-4DF6-9238-7E2702A184DF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3BCB-A445-4DD6-B1F2-D412DB761DA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B1A0D-C75D-4225-98F3-8CC1FD7359B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8B61-3B26-463F-9EBE-0634190192A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643E3A"/>
      </a:dk2>
      <a:lt2>
        <a:srgbClr val="F5E8E2"/>
      </a:lt2>
      <a:accent1>
        <a:srgbClr val="CF957C"/>
      </a:accent1>
      <a:accent2>
        <a:srgbClr val="BE8399"/>
      </a:accent2>
      <a:accent3>
        <a:srgbClr val="4E362C"/>
      </a:accent3>
      <a:accent4>
        <a:srgbClr val="F0D6CB"/>
      </a:accent4>
      <a:accent5>
        <a:srgbClr val="CCE0A3"/>
      </a:accent5>
      <a:accent6>
        <a:srgbClr val="E6BCD4"/>
      </a:accent6>
      <a:hlink>
        <a:srgbClr val="643E3A"/>
      </a:hlink>
      <a:folHlink>
        <a:srgbClr val="4E362C"/>
      </a:folHlink>
    </a:clrScheme>
    <a:fontScheme name="돌잔치 슬라이드(사진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