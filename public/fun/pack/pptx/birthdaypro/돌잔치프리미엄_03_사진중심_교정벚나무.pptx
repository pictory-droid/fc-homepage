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D8CCC9AB-792B-45D8-9448-29EEE97A8588}">
          <p14:sldIdLst>
            <p14:sldId id="256"/>
          </p14:sldIdLst>
        </p14:section>
        <p14:section name="본문" id="{B0314D3D-A41B-4839-9E8E-15104F4A3FED}">
          <p14:sldIdLst>
            <p14:sldId id="257"/>
            <p14:sldId id="258"/>
            <p14:sldId id="259"/>
            <p14:sldId id="260"/>
          </p14:sldIdLst>
        </p14:section>
        <p14:section name="마무리" id="{81DCEBAF-FC6E-49A6-9CF4-544CFEE2F0BD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아기 사진을 넣고, 오른쪽 표의 칸을 눌러 내용을 적으세요.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smConfetti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3367963" y="891539"/>
            <a:ext cx="545576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3367963" y="1275587"/>
            <a:ext cx="545576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3367963" y="2948939"/>
            <a:ext cx="5455767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743145" y="5554980"/>
            <a:ext cx="6705404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편지지"/>
          <p:cNvSpPr/>
          <p:nvPr/>
        </p:nvSpPr>
        <p:spPr>
          <a:xfrm>
            <a:off x="3047923" y="617219"/>
            <a:ext cx="6095847" cy="493775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봉투 앞면"/>
          <p:cNvSpPr/>
          <p:nvPr/>
        </p:nvSpPr>
        <p:spPr>
          <a:xfrm>
            <a:off x="2194505" y="3291839"/>
            <a:ext cx="7802685" cy="3291840"/>
          </a:xfrm>
          <a:custGeom>
            <a:avLst/>
            <a:gdLst/>
            <a:ahLst/>
            <a:cxnLst/>
            <a:rect l="l" t="t" r="r" b="b"/>
            <a:pathLst>
              <a:path w="7802685" h="3291840">
                <a:moveTo>
                  <a:pt x="0" y="0"/>
                </a:moveTo>
                <a:lnTo>
                  <a:pt x="3901342" y="1508761"/>
                </a:lnTo>
                <a:lnTo>
                  <a:pt x="7802685" y="0"/>
                </a:lnTo>
                <a:lnTo>
                  <a:pt x="7802685" y="3291840"/>
                </a:lnTo>
                <a:lnTo>
                  <a:pt x="0" y="329184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194505" y="3291839"/>
            <a:ext cx="3901342" cy="1508761"/>
          </a:xfrm>
          <a:prstGeom prst="line">
            <a:avLst/>
          </a:prstGeom>
          <a:ln w="19050" cap="rnd">
            <a:solidFill>
              <a:schemeClr val="bg1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6095847" y="3291839"/>
            <a:ext cx="3901343" cy="1508761"/>
          </a:xfrm>
          <a:prstGeom prst="line">
            <a:avLst/>
          </a:prstGeom>
          <a:ln w="19050" cap="rnd">
            <a:solidFill>
              <a:schemeClr val="bg1"/>
            </a:solidFill>
          </a:ln>
        </p:spPr>
      </p:cxnSp>
      <p:sp>
        <p:nvSpPr>
          <p:cNvPr id="6" name="봉인"/>
          <p:cNvSpPr/>
          <p:nvPr/>
        </p:nvSpPr>
        <p:spPr>
          <a:xfrm>
            <a:off x="5684367" y="4389120"/>
            <a:ext cx="822959" cy="822959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7" name="봉인 하트"/>
          <p:cNvSpPr/>
          <p:nvPr/>
        </p:nvSpPr>
        <p:spPr>
          <a:xfrm>
            <a:off x="5944971" y="4663440"/>
            <a:ext cx="301751" cy="274320"/>
          </a:xfrm>
          <a:prstGeom prst="hear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smConfetti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B04FB886-0B5A-4E0D-AD70-81548626962E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1417319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417319" y="1572768"/>
            <a:ext cx="1280160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3367963" y="891539"/>
            <a:ext cx="545576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367963" y="1275587"/>
            <a:ext cx="545576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3367963" y="2948939"/>
            <a:ext cx="5455767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743145" y="5554980"/>
            <a:ext cx="6705404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편지지"/>
          <p:cNvSpPr/>
          <p:nvPr/>
        </p:nvSpPr>
        <p:spPr>
          <a:xfrm>
            <a:off x="3047923" y="617219"/>
            <a:ext cx="6095847" cy="493775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봉투 앞면"/>
          <p:cNvSpPr/>
          <p:nvPr/>
        </p:nvSpPr>
        <p:spPr>
          <a:xfrm>
            <a:off x="2194505" y="3291839"/>
            <a:ext cx="7802685" cy="3291840"/>
          </a:xfrm>
          <a:custGeom>
            <a:avLst/>
            <a:gdLst/>
            <a:ahLst/>
            <a:cxnLst/>
            <a:rect l="l" t="t" r="r" b="b"/>
            <a:pathLst>
              <a:path w="7802685" h="3291840">
                <a:moveTo>
                  <a:pt x="0" y="0"/>
                </a:moveTo>
                <a:lnTo>
                  <a:pt x="3901342" y="1508761"/>
                </a:lnTo>
                <a:lnTo>
                  <a:pt x="7802685" y="0"/>
                </a:lnTo>
                <a:lnTo>
                  <a:pt x="7802685" y="3291840"/>
                </a:lnTo>
                <a:lnTo>
                  <a:pt x="0" y="329184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194505" y="3291839"/>
            <a:ext cx="3901342" cy="1508761"/>
          </a:xfrm>
          <a:prstGeom prst="line">
            <a:avLst/>
          </a:prstGeom>
          <a:ln w="19050" cap="rnd">
            <a:solidFill>
              <a:schemeClr val="bg1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6095847" y="3291839"/>
            <a:ext cx="3901343" cy="1508761"/>
          </a:xfrm>
          <a:prstGeom prst="line">
            <a:avLst/>
          </a:prstGeom>
          <a:ln w="19050" cap="rnd">
            <a:solidFill>
              <a:schemeClr val="bg1"/>
            </a:solidFill>
          </a:ln>
        </p:spPr>
      </p:cxnSp>
      <p:sp>
        <p:nvSpPr>
          <p:cNvPr id="6" name="봉인"/>
          <p:cNvSpPr/>
          <p:nvPr/>
        </p:nvSpPr>
        <p:spPr>
          <a:xfrm>
            <a:off x="5684367" y="4389120"/>
            <a:ext cx="822959" cy="822959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7" name="봉인 하트"/>
          <p:cNvSpPr/>
          <p:nvPr/>
        </p:nvSpPr>
        <p:spPr>
          <a:xfrm>
            <a:off x="5944971" y="4663440"/>
            <a:ext cx="301751" cy="274320"/>
          </a:xfrm>
          <a:prstGeom prst="hear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smConfetti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74721341-AB6A-4F02-A51E-730C47B51247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1417319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5" name="사진 1"/>
          <p:cNvSpPr>
            <a:spLocks noGrp="1"/>
          </p:cNvSpPr>
          <p:nvPr>
            <p:ph type="pic" sz="quarter" idx="13"/>
          </p:nvPr>
        </p:nvSpPr>
        <p:spPr>
          <a:xfrm>
            <a:off x="1417319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2"/>
          <p:cNvSpPr>
            <a:spLocks noGrp="1"/>
          </p:cNvSpPr>
          <p:nvPr>
            <p:ph type="pic" sz="quarter" idx="14"/>
          </p:nvPr>
        </p:nvSpPr>
        <p:spPr>
          <a:xfrm>
            <a:off x="27889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3"/>
          <p:cNvSpPr>
            <a:spLocks noGrp="1"/>
          </p:cNvSpPr>
          <p:nvPr>
            <p:ph type="pic" sz="quarter" idx="15"/>
          </p:nvPr>
        </p:nvSpPr>
        <p:spPr>
          <a:xfrm>
            <a:off x="4160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4"/>
          <p:cNvSpPr>
            <a:spLocks noGrp="1"/>
          </p:cNvSpPr>
          <p:nvPr>
            <p:ph type="pic" sz="quarter" idx="16"/>
          </p:nvPr>
        </p:nvSpPr>
        <p:spPr>
          <a:xfrm>
            <a:off x="5532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5"/>
          <p:cNvSpPr>
            <a:spLocks noGrp="1"/>
          </p:cNvSpPr>
          <p:nvPr>
            <p:ph type="pic" sz="quarter" idx="17"/>
          </p:nvPr>
        </p:nvSpPr>
        <p:spPr>
          <a:xfrm>
            <a:off x="1417319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6"/>
          <p:cNvSpPr>
            <a:spLocks noGrp="1"/>
          </p:cNvSpPr>
          <p:nvPr>
            <p:ph type="pic" sz="quarter" idx="18"/>
          </p:nvPr>
        </p:nvSpPr>
        <p:spPr>
          <a:xfrm>
            <a:off x="27889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7"/>
          <p:cNvSpPr>
            <a:spLocks noGrp="1"/>
          </p:cNvSpPr>
          <p:nvPr>
            <p:ph type="pic" sz="quarter" idx="19"/>
          </p:nvPr>
        </p:nvSpPr>
        <p:spPr>
          <a:xfrm>
            <a:off x="4160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2" name="사진 8"/>
          <p:cNvSpPr>
            <a:spLocks noGrp="1"/>
          </p:cNvSpPr>
          <p:nvPr>
            <p:ph type="pic" sz="quarter" idx="20"/>
          </p:nvPr>
        </p:nvSpPr>
        <p:spPr>
          <a:xfrm>
            <a:off x="5532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417319" y="1572768"/>
            <a:ext cx="1280160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smConfetti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9E37BAA0-FB42-4B7D-BDB5-1A0F879D3B19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4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테마 장식"/>
          <p:cNvGrpSpPr/>
          <p:nvPr/>
        </p:nvGrpSpPr>
        <p:grpSpPr>
          <a:xfrm>
            <a:off x="5816041" y="5371185"/>
            <a:ext cx="514624" cy="230428"/>
            <a:chOff x="5816041" y="5371185"/>
            <a:chExt cx="514624" cy="230428"/>
          </a:xfrm>
        </p:grpSpPr>
        <p:sp>
          <p:nvSpPr>
            <p:cNvPr id="7" name="Oval 6"/>
            <p:cNvSpPr/>
            <p:nvPr/>
          </p:nvSpPr>
          <p:spPr>
            <a:xfrm>
              <a:off x="5816041" y="5371185"/>
              <a:ext cx="230428" cy="230428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6038789" y="5401909"/>
              <a:ext cx="168981" cy="168981"/>
            </a:xfrm>
            <a:prstGeom prst="ellipse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6223132" y="5432633"/>
              <a:ext cx="107533" cy="107533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첫 번째 생일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한 해 동안 찍은 사진 중에 골랐습니다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0000. 00. 00</a:t>
            </a:r>
          </a:p>
          <a:p>
            <a:r>
              <a:rPr lang="ko-KR"/>
              <a:t>장소를 입력하세요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벚꽃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아기를 소개합니다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아기 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1BBEE-4ABD-46C9-A6A7-5A24BF785D9D}" type="slidenum">
              <a:rPr lang="en-US"/>
              <a:t>‹#›</a:t>
            </a:fld>
            <a:endParaRPr lang="en-US"/>
          </a:p>
        </p:txBody>
      </p:sp>
      <p:graphicFrame>
        <p:nvGraphicFramePr>
          <p:cNvPr id="15" name="표"/>
          <p:cNvGraphicFramePr>
            <a:graphicFrameLocks noGrp="1"/>
          </p:cNvGraphicFramePr>
          <p:nvPr/>
        </p:nvGraphicFramePr>
        <p:xfrm>
          <a:off x="4937759" y="1828800"/>
          <a:ext cx="6522415" cy="39502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/>
                <a:gridCol w="469361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생일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키 · 몸무게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좋아하는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별명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부모의 마음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ll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벚꽃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STORY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첫 번째 생일 사진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731520" y="1828800"/>
            <a:ext cx="5227167" cy="43434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대표 사진 1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5227167" cy="4343400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2"/>
          <p:cNvSpPr/>
          <p:nvPr/>
        </p:nvSpPr>
        <p:spPr>
          <a:xfrm>
            <a:off x="6233007" y="1828800"/>
            <a:ext cx="5227167" cy="43434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대표 사진 2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6233007" y="1828800"/>
            <a:ext cx="5227167" cy="4343400"/>
          </a:xfrm>
          <a:prstGeom prst="roundRect">
            <a:avLst>
              <a:gd name="adj" fmla="val 6000"/>
            </a:avLst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0087C-922A-47B1-A664-F84A052CB7E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ll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벚꽃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MEMORY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해의 순간들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39DFF-9F2B-49BF-A34A-4A2283189972}" type="slidenum">
              <a:rPr lang="en-US"/>
              <a:t>‹#›</a:t>
            </a:fld>
            <a:endParaRPr lang="en-US"/>
          </a:p>
        </p:txBody>
      </p:sp>
      <p:grpSp>
        <p:nvGrpSpPr>
          <p:cNvPr id="6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7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위쪽 띠"/>
            <p:cNvSpPr/>
            <p:nvPr/>
          </p:nvSpPr>
          <p:spPr>
            <a:xfrm>
              <a:off x="749808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번호 1"/>
            <p:cNvSpPr txBox="1"/>
            <p:nvPr/>
          </p:nvSpPr>
          <p:spPr>
            <a:xfrm>
              <a:off x="868680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10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번째</a:t>
              </a:r>
            </a:p>
          </p:txBody>
        </p:sp>
        <p:sp>
          <p:nvSpPr>
            <p:cNvPr id="11" name="카드 내용"/>
            <p:cNvSpPr txBox="1"/>
            <p:nvPr/>
          </p:nvSpPr>
          <p:spPr>
            <a:xfrm>
              <a:off x="914400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가장 좋아하는 순간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3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위쪽 띠"/>
            <p:cNvSpPr/>
            <p:nvPr/>
          </p:nvSpPr>
          <p:spPr>
            <a:xfrm>
              <a:off x="4417466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 txBox="1"/>
            <p:nvPr/>
          </p:nvSpPr>
          <p:spPr>
            <a:xfrm>
              <a:off x="4536338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6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두 번째</a:t>
              </a:r>
            </a:p>
          </p:txBody>
        </p:sp>
        <p:sp>
          <p:nvSpPr>
            <p:cNvPr id="17" name="카드 내용"/>
            <p:cNvSpPr txBox="1"/>
            <p:nvPr/>
          </p:nvSpPr>
          <p:spPr>
            <a:xfrm>
              <a:off x="4582058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가장 웃은 순간</a:t>
              </a:r>
            </a:p>
          </p:txBody>
        </p:sp>
      </p:grpSp>
      <p:grpSp>
        <p:nvGrpSpPr>
          <p:cNvPr id="18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9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위쪽 띠"/>
            <p:cNvSpPr/>
            <p:nvPr/>
          </p:nvSpPr>
          <p:spPr>
            <a:xfrm>
              <a:off x="8085124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번호 3"/>
            <p:cNvSpPr txBox="1"/>
            <p:nvPr/>
          </p:nvSpPr>
          <p:spPr>
            <a:xfrm>
              <a:off x="8203996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22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세 번째</a:t>
              </a:r>
            </a:p>
          </p:txBody>
        </p:sp>
        <p:sp>
          <p:nvSpPr>
            <p:cNvPr id="23" name="카드 내용"/>
            <p:cNvSpPr txBox="1"/>
            <p:nvPr/>
          </p:nvSpPr>
          <p:spPr>
            <a:xfrm>
              <a:off x="8249716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가장 크게 자란 순간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벚꽃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PHOTOS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모음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731520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2"/>
          <p:cNvSpPr/>
          <p:nvPr/>
        </p:nvSpPr>
        <p:spPr>
          <a:xfrm>
            <a:off x="3463975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463975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3"/>
          <p:cNvSpPr/>
          <p:nvPr/>
        </p:nvSpPr>
        <p:spPr>
          <a:xfrm>
            <a:off x="6196431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196431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4"/>
          <p:cNvSpPr/>
          <p:nvPr/>
        </p:nvSpPr>
        <p:spPr>
          <a:xfrm>
            <a:off x="8928887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8928887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5"/>
          <p:cNvSpPr/>
          <p:nvPr/>
        </p:nvSpPr>
        <p:spPr>
          <a:xfrm>
            <a:off x="731520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731520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9" name="사진 바탕 6"/>
          <p:cNvSpPr/>
          <p:nvPr/>
        </p:nvSpPr>
        <p:spPr>
          <a:xfrm>
            <a:off x="3463975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3463975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20" name="사진 바탕 7"/>
          <p:cNvSpPr/>
          <p:nvPr/>
        </p:nvSpPr>
        <p:spPr>
          <a:xfrm>
            <a:off x="6196431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7</a:t>
            </a:r>
          </a:p>
        </p:txBody>
      </p:sp>
      <p:sp>
        <p:nvSpPr>
          <p:cNvPr id="11" name="Picture Placeholder 10" descr="사진 자리 — 아이콘을 누르면 사진을 넣을 수 있어요"/>
          <p:cNvSpPr>
            <a:spLocks noGrp="1"/>
          </p:cNvSpPr>
          <p:nvPr>
            <p:ph type="pic" idx="19" sz="quarter"/>
          </p:nvPr>
        </p:nvSpPr>
        <p:spPr>
          <a:xfrm>
            <a:off x="6196431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21" name="사진 바탕 8"/>
          <p:cNvSpPr/>
          <p:nvPr/>
        </p:nvSpPr>
        <p:spPr>
          <a:xfrm>
            <a:off x="8928887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8</a:t>
            </a:r>
          </a:p>
        </p:txBody>
      </p:sp>
      <p:sp>
        <p:nvSpPr>
          <p:cNvPr id="12" name="Picture Placeholder 11" descr="사진 자리 — 아이콘을 누르면 사진을 넣을 수 있어요"/>
          <p:cNvSpPr>
            <a:spLocks noGrp="1"/>
          </p:cNvSpPr>
          <p:nvPr>
            <p:ph type="pic" idx="20" sz="quarter"/>
          </p:nvPr>
        </p:nvSpPr>
        <p:spPr>
          <a:xfrm>
            <a:off x="8928887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789A0-650F-4588-ACB2-233E21BA125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ll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아이가 한 살이 되었습니다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부모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돌잔치 슬라이드(사진 중심)">
  <a:themeElements>
    <a:clrScheme name="돌잔치 슬라이드(사진 중심)">
      <a:dk1>
        <a:srgbClr val="2B2724"/>
      </a:dk1>
      <a:lt1>
        <a:srgbClr val="FFFFFF"/>
      </a:lt1>
      <a:dk2>
        <a:srgbClr val="64603A"/>
      </a:dk2>
      <a:lt2>
        <a:srgbClr val="F9E4E9"/>
      </a:lt2>
      <a:accent1>
        <a:srgbClr val="D8738C"/>
      </a:accent1>
      <a:accent2>
        <a:srgbClr val="7CB3C5"/>
      </a:accent2>
      <a:accent3>
        <a:srgbClr val="4E2C35"/>
      </a:accent3>
      <a:accent4>
        <a:srgbClr val="F4C7D3"/>
      </a:accent4>
      <a:accent5>
        <a:srgbClr val="E0D3A3"/>
      </a:accent5>
      <a:accent6>
        <a:srgbClr val="E1BCE6"/>
      </a:accent6>
      <a:hlink>
        <a:srgbClr val="64603A"/>
      </a:hlink>
      <a:folHlink>
        <a:srgbClr val="4E2C35"/>
      </a:folHlink>
    </a:clrScheme>
    <a:fontScheme name="돌잔치 슬라이드(사진 중심)">
      <a:majorFont>
        <a:latin typeface="Georgia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슬라이드(사진 중심)</dc:title>
  <dc:subject>돌잔치 슬라이드 · 사진 중심</dc:subject>
  <dc:creator>우체국보험 상담 안내</dc:creator>
  <cp:keywords>돌잔치,첫돌,PPT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