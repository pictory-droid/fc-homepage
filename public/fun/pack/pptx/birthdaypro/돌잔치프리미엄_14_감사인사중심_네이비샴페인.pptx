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CE43382-E77F-49F9-9529-AAB9DA2E101C}">
          <p14:sldIdLst>
            <p14:sldId id="256"/>
          </p14:sldIdLst>
        </p14:section>
        <p14:section name="본문" id="{512F4AC0-0A96-4104-B6FA-7FA6C381B24E}">
          <p14:sldIdLst>
            <p14:sldId id="257"/>
            <p14:sldId id="258"/>
            <p14:sldId id="259"/>
            <p14:sldId id="260"/>
          </p14:sldIdLst>
        </p14:section>
        <p14:section name="마무리" id="{860D2E31-5263-4E2B-8BA3-057CB2FC34C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5B04A8C-98D9-4F18-87B2-4C2CE5D8B2B2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9F5ED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7B8B8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4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690AFBB3-9100-490C-8798-8456F9F9BA2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0484C84-68A4-4312-8475-AB4B80B6CA9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오셔서 같이 밥 한 끼 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5734B-480F-4337-B2EF-6BA847C37213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초대합니다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84B4-028B-4B96-BB1D-074A124ECC5D}" type="slidenum">
              <a:rPr lang="en-US"/>
              <a:t>‹#›</a:t>
            </a:fld>
            <a:endParaRPr lang="en-US"/>
          </a:p>
        </p:txBody>
      </p:sp>
      <p:grpSp>
        <p:nvGrpSpPr>
          <p:cNvPr id="5" name="초대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초대 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초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저희 아이의 첫 생일에 모십니다.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오셔서 같이 밥 한 끼 해 주세요.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일시 · 장소를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부모의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D334-7100-41EE-88CA-ACE856123036}" type="slidenum">
              <a:rPr lang="en-US"/>
              <a:t>‹#›</a:t>
            </a:fld>
            <a:endParaRPr lang="en-US"/>
          </a:p>
        </p:txBody>
      </p:sp>
      <p:grpSp>
        <p:nvGrpSpPr>
          <p:cNvPr id="5" name="편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편지 칸"/>
            <p:cNvSpPr/>
            <p:nvPr/>
          </p:nvSpPr>
          <p:spPr>
            <a:xfrm>
              <a:off x="731520" y="1828800"/>
              <a:ext cx="10728655" cy="4343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편지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사랑하는 우리 아기에게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엄마 아빠의 마음을 적어 주세요.</a:t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l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― 엄마 아빠가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39F64-FD30-466C-ABE7-0C415BB6D39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NAVY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감사 인사 중심)">
  <a:themeElements>
    <a:clrScheme name="돌잔치 슬라이드(감사 인사 중심)">
      <a:dk1>
        <a:srgbClr val="F9F5ED"/>
      </a:dk1>
      <a:lt1>
        <a:srgbClr val="15243F"/>
      </a:lt1>
      <a:dk2>
        <a:srgbClr val="E8DCC0"/>
      </a:dk2>
      <a:lt2>
        <a:srgbClr val="0F1A2E"/>
      </a:lt2>
      <a:accent1>
        <a:srgbClr val="CDB07A"/>
      </a:accent1>
      <a:accent2>
        <a:srgbClr val="7F98C0"/>
      </a:accent2>
      <a:accent3>
        <a:srgbClr val="09101D"/>
      </a:accent3>
      <a:accent4>
        <a:srgbClr val="1C3054"/>
      </a:accent4>
      <a:accent5>
        <a:srgbClr val="D7BD88"/>
      </a:accent5>
      <a:accent6>
        <a:srgbClr val="5D7294"/>
      </a:accent6>
      <a:hlink>
        <a:srgbClr val="E8DCC0"/>
      </a:hlink>
      <a:folHlink>
        <a:srgbClr val="09101D"/>
      </a:folHlink>
    </a:clrScheme>
    <a:fontScheme name="돌잔치 슬라이드(감사 인사 중심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슬라이드(감사 인사 중심)</dc:title>
  <dc:subject>돌잔치 슬라이드 · 감사 인사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