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53C935E-2DEB-4B9E-B47E-E63F841DE4F5}">
          <p14:sldIdLst>
            <p14:sldId id="256"/>
          </p14:sldIdLst>
        </p14:section>
        <p14:section name="본문" id="{42EB876E-E3F2-41BC-8C4B-9242799DA25D}">
          <p14:sldIdLst>
            <p14:sldId id="257"/>
            <p14:sldId id="258"/>
            <p14:sldId id="259"/>
            <p14:sldId id="260"/>
          </p14:sldIdLst>
        </p14:section>
        <p14:section name="마무리" id="{A322AE60-97D5-44E6-AFAD-F0D4CF3F5AC6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ED0F619-AD8E-4795-BA76-0E9305CB647A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21FFE70-150D-47F2-872C-756294DCBD1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9AFBA8B-F290-49ED-B271-8E647DB5BDE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오셔서 같이 밥 한 끼 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8068B-02DA-475B-9A78-D5237FDBFE9F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3E5F2-062B-4D9D-9739-445032B3F5BD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7ABC3-28F2-4299-8221-14C6BF0280E3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37567-64EB-4509-BE31-F9B20E0CC6F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F9F5ED"/>
      </a:dk1>
      <a:lt1>
        <a:srgbClr val="15243F"/>
      </a:lt1>
      <a:dk2>
        <a:srgbClr val="E8DCC0"/>
      </a:dk2>
      <a:lt2>
        <a:srgbClr val="0F1A2E"/>
      </a:lt2>
      <a:accent1>
        <a:srgbClr val="CDB07A"/>
      </a:accent1>
      <a:accent2>
        <a:srgbClr val="7F98C0"/>
      </a:accent2>
      <a:accent3>
        <a:srgbClr val="09101D"/>
      </a:accent3>
      <a:accent4>
        <a:srgbClr val="1C3054"/>
      </a:accent4>
      <a:accent5>
        <a:srgbClr val="D7BD88"/>
      </a:accent5>
      <a:accent6>
        <a:srgbClr val="5D7294"/>
      </a:accent6>
      <a:hlink>
        <a:srgbClr val="E8DCC0"/>
      </a:hlink>
      <a:folHlink>
        <a:srgbClr val="09101D"/>
      </a:folHlink>
    </a:clrScheme>
    <a:fontScheme name="돌잔치 슬라이드(감사 인사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