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468462C-51CF-423D-B75A-FFB885B40E9A}">
          <p14:sldIdLst>
            <p14:sldId id="256"/>
          </p14:sldIdLst>
        </p14:section>
        <p14:section name="본문" id="{663BF76C-56CA-4C17-93C5-32A47BCC5504}">
          <p14:sldIdLst>
            <p14:sldId id="257"/>
            <p14:sldId id="258"/>
            <p14:sldId id="259"/>
            <p14:sldId id="260"/>
          </p14:sldIdLst>
        </p14:section>
        <p14:section name="마무리" id="{93837BFF-A7BE-4B71-93B8-6813AD07547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5D96120-8239-4E7D-9DFC-36EB5A5DDCF9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7DF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1C2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0E611E9-5BC8-4EE0-8343-DD53D2EB345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415F6A5-82CF-4F95-8139-336F4719421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태어나서 처음 맞은 여름 이야기입니다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55A-8C74-404F-A840-C9B4246613BD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E887B-0786-4614-8EB0-490FA7D15829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96D5-317B-438A-A4C4-D70CA59842C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746F-6A6A-4D76-B3F4-DD6CE316B6A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48373D"/>
      </a:dk1>
      <a:lt1>
        <a:srgbClr val="FFFCFA"/>
      </a:lt1>
      <a:dk2>
        <a:srgbClr val="5B1E33"/>
      </a:dk2>
      <a:lt2>
        <a:srgbClr val="FFF4EE"/>
      </a:lt2>
      <a:accent1>
        <a:srgbClr val="D2506A"/>
      </a:accent1>
      <a:accent2>
        <a:srgbClr val="F0A15E"/>
      </a:accent2>
      <a:accent3>
        <a:srgbClr val="926D7A"/>
      </a:accent3>
      <a:accent4>
        <a:srgbClr val="F6D3D4"/>
      </a:accent4>
      <a:accent5>
        <a:srgbClr val="D4A265"/>
      </a:accent5>
      <a:accent6>
        <a:srgbClr val="F7C69F"/>
      </a:accent6>
      <a:hlink>
        <a:srgbClr val="5B1E33"/>
      </a:hlink>
      <a:folHlink>
        <a:srgbClr val="926D7A"/>
      </a:folHlink>
    </a:clrScheme>
    <a:fontScheme name="돌잔치 슬라이드(첫 번째 이야기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