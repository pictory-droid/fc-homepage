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535CE8A-D81E-49E5-B434-9217D65A3CD1}">
          <p14:sldIdLst>
            <p14:sldId id="256"/>
          </p14:sldIdLst>
        </p14:section>
        <p14:section name="본문" id="{72907AE1-4D9B-4873-B90A-2DEB48B7D4DF}">
          <p14:sldIdLst>
            <p14:sldId id="257"/>
            <p14:sldId id="258"/>
            <p14:sldId id="259"/>
            <p14:sldId id="260"/>
          </p14:sldIdLst>
        </p14:section>
        <p14:section name="마무리" id="{23549CE6-A540-49F3-88A2-A26BE0AA160C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CB47FD7-22A6-4F7C-8257-01A8E4D4A9B2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7DF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D1C2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9752940-C394-4366-B6AF-9CCB586536D5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FF52EF0-6311-40D3-89C8-EFA75D747FC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SUNSET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태어나서 처음 맞은 날들의 이야기입니다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C8B3B-FFE5-4758-9860-8C041C022903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태어난 날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BF442-4CF8-4636-9EE7-63FDACE49AD3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임신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소식을 들은 날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출산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태어난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만남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품에 안은 순간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집으로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돌아온 날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순간들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017F7-327F-422C-8BC3-0F2B4E9EB07D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웃음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2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뒤집기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18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이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23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4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걸음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D3465-7B2F-407E-9173-3E4DE6E226B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SUNSET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첫 번째 이야기 중심)">
  <a:themeElements>
    <a:clrScheme name="돌잔치 슬라이드(첫 번째 이야기 중심)">
      <a:dk1>
        <a:srgbClr val="48373D"/>
      </a:dk1>
      <a:lt1>
        <a:srgbClr val="FFFCFA"/>
      </a:lt1>
      <a:dk2>
        <a:srgbClr val="5B1E33"/>
      </a:dk2>
      <a:lt2>
        <a:srgbClr val="FFF4EE"/>
      </a:lt2>
      <a:accent1>
        <a:srgbClr val="D2506A"/>
      </a:accent1>
      <a:accent2>
        <a:srgbClr val="F0A15E"/>
      </a:accent2>
      <a:accent3>
        <a:srgbClr val="926D7A"/>
      </a:accent3>
      <a:accent4>
        <a:srgbClr val="F6D3D4"/>
      </a:accent4>
      <a:accent5>
        <a:srgbClr val="D4A265"/>
      </a:accent5>
      <a:accent6>
        <a:srgbClr val="F7C69F"/>
      </a:accent6>
      <a:hlink>
        <a:srgbClr val="5B1E33"/>
      </a:hlink>
      <a:folHlink>
        <a:srgbClr val="926D7A"/>
      </a:folHlink>
    </a:clrScheme>
    <a:fontScheme name="돌잔치 슬라이드(첫 번째 이야기 중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>돌잔치 슬라이드 · 첫 번째 이야기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