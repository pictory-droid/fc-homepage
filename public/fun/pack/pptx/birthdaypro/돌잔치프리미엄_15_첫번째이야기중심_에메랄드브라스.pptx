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2341096-AD05-4AB5-AE45-E363F350650B}">
          <p14:sldIdLst>
            <p14:sldId id="256"/>
          </p14:sldIdLst>
        </p14:section>
        <p14:section name="본문" id="{A5A92398-3B74-4856-B080-56BECD9BBFCF}">
          <p14:sldIdLst>
            <p14:sldId id="257"/>
            <p14:sldId id="258"/>
            <p14:sldId id="259"/>
            <p14:sldId id="260"/>
          </p14:sldIdLst>
        </p14:section>
        <p14:section name="마무리" id="{00D13D5E-53AD-4E2E-A2FE-73BF1B2184F9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8F5EB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6BCB3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2908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rgbClr val="F8F5EB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9E41323A-C5AA-43BA-A35D-FD0F0A588BFC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8F5EB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6BCB3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2908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rgbClr val="F8F5EB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831B618F-E4BA-463F-ADF1-89385DF27540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44431BE9-05F2-4529-8272-C800F0CEF338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EMERALD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집에 처음 데려온 날 온 가족이 모였습니다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A889D-BE24-4520-939F-0B401758D7C6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태어난 날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A993E7-6347-40D0-BE94-273A112DF573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임신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소식을 들은 날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출산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태어난 날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만남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품에 안은 순간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집으로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돌아온 날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첫 번째 순간들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B1A06-A3BC-42C9-8071-2851C9CAEBB1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2311831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웃음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3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3564559" y="1911095"/>
              <a:ext cx="2311831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3710863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뒤집기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20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6315303" y="1911095"/>
              <a:ext cx="2311831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6461607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이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26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7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안쪽 선"/>
            <p:cNvSpPr/>
            <p:nvPr/>
          </p:nvSpPr>
          <p:spPr>
            <a:xfrm>
              <a:off x="9066047" y="1911095"/>
              <a:ext cx="2311831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9212351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4</a:t>
              </a:r>
            </a:p>
          </p:txBody>
        </p:sp>
        <p:sp>
          <p:nvSpPr>
            <p:cNvPr id="30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걸음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DB37F5-001D-4063-B8A9-0C38D891E8E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EMERALD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첫 번째 이야기 중심)">
  <a:themeElements>
    <a:clrScheme name="돌잔치 슬라이드(첫 번째 이야기 중심)">
      <a:dk1>
        <a:srgbClr val="F8F5EB"/>
      </a:dk1>
      <a:lt1>
        <a:srgbClr val="113C33"/>
      </a:lt1>
      <a:dk2>
        <a:srgbClr val="E6DCB8"/>
      </a:dk2>
      <a:lt2>
        <a:srgbClr val="0C2A24"/>
      </a:lt2>
      <a:accent1>
        <a:srgbClr val="C0A15A"/>
      </a:accent1>
      <a:accent2>
        <a:srgbClr val="4FA58C"/>
      </a:accent2>
      <a:accent3>
        <a:srgbClr val="071A16"/>
      </a:accent3>
      <a:accent4>
        <a:srgbClr val="175246"/>
      </a:accent4>
      <a:accent5>
        <a:srgbClr val="CDB06C"/>
      </a:accent5>
      <a:accent6>
        <a:srgbClr val="3B806D"/>
      </a:accent6>
      <a:hlink>
        <a:srgbClr val="E6DCB8"/>
      </a:hlink>
      <a:folHlink>
        <a:srgbClr val="071A16"/>
      </a:folHlink>
    </a:clrScheme>
    <a:fontScheme name="돌잔치 슬라이드(첫 번째 이야기 중심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>돌잔치 슬라이드 · 첫 번째 이야기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