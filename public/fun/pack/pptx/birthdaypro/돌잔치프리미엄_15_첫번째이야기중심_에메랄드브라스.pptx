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3B63352-29A0-4DE9-8159-AB2959C17087}">
          <p14:sldIdLst>
            <p14:sldId id="256"/>
          </p14:sldIdLst>
        </p14:section>
        <p14:section name="본문" id="{6EE74C15-88D2-47B0-A7B9-8AE0CE3C2E52}">
          <p14:sldIdLst>
            <p14:sldId id="257"/>
            <p14:sldId id="258"/>
            <p14:sldId id="259"/>
            <p14:sldId id="260"/>
          </p14:sldIdLst>
        </p14:section>
        <p14:section name="마무리" id="{B923475A-5504-4A8D-B98D-AA6004B0B07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8F5EB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7DB1D6B-B1B0-4C45-BA72-C658ACD9EBC8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8F5EB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3C9F035-F1D8-47F6-A9DA-075B48357F8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F05369B-51FC-4936-B42C-6CFDABA30F7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집에 처음 데려온 날 온 가족이 모였습니다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0950-0449-44DF-80EC-BD7BB08AE02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D6502-331D-472A-A829-D0AE8437391B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0043-7E84-48D8-A63C-7BE67E34A18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3564559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6315303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안쪽 선"/>
            <p:cNvSpPr/>
            <p:nvPr/>
          </p:nvSpPr>
          <p:spPr>
            <a:xfrm>
              <a:off x="9066047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661B-53ED-4E47-B535-3009E4324C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돌잔치 슬라이드(첫 번째 이야기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