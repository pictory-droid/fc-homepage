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C3EEAE3A-8F78-42B6-A542-ED28FBD48CEA}">
          <p14:sldIdLst>
            <p14:sldId id="256"/>
          </p14:sldIdLst>
        </p14:section>
        <p14:section name="본문" id="{93BF41F4-C9E0-4D39-8D2A-2BE4FFC85905}">
          <p14:sldIdLst>
            <p14:sldId id="257"/>
            <p14:sldId id="258"/>
            <p14:sldId id="259"/>
            <p14:sldId id="260"/>
          </p14:sldIdLst>
        </p14:section>
        <p14:section name="마무리" id="{8A3A240B-65B1-4307-848C-909139722047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1094415" y="822959"/>
            <a:ext cx="822960" cy="521208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755885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755885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BF7ED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755885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8B5AF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755885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4827E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10820095" y="0"/>
            <a:ext cx="1371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10042855" y="0"/>
            <a:ext cx="77724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9585655" y="0"/>
            <a:ext cx="4572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9311335" y="0"/>
            <a:ext cx="27432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9174175" y="0"/>
            <a:ext cx="13716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40" y="658368"/>
            <a:ext cx="92656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6F69764E-B4E3-4D71-B45B-4D9EFA8C5928}" type="slidenum">
              <a:rPr lang="en-US"/>
              <a:t>‹#›</a:t>
            </a:fld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11460175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1094415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728655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746714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0887913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153280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1510809" y="446170"/>
            <a:ext cx="344017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463280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627872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8" name="Diamond 17"/>
          <p:cNvSpPr/>
          <p:nvPr/>
        </p:nvSpPr>
        <p:spPr>
          <a:xfrm>
            <a:off x="6036411" y="1458468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accent3"/>
            </a:gs>
            <a:gs pos="100000">
              <a:schemeClr val="bg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1094415" y="822959"/>
            <a:ext cx="822960" cy="521208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755885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755885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BF7ED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755885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8B5AF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755885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4827E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10820095" y="0"/>
            <a:ext cx="1371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10042855" y="0"/>
            <a:ext cx="77724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9585655" y="0"/>
            <a:ext cx="4572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9311335" y="0"/>
            <a:ext cx="27432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9174175" y="0"/>
            <a:ext cx="13716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40" y="658368"/>
            <a:ext cx="92656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208652D4-44B6-416F-9CA6-3C22710912D7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11460175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1094415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728655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746714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0887913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153280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1510809" y="446170"/>
            <a:ext cx="344017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463280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627872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8" name="Diamond 17"/>
          <p:cNvSpPr/>
          <p:nvPr/>
        </p:nvSpPr>
        <p:spPr>
          <a:xfrm>
            <a:off x="6036411" y="1458468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DE5977B4-23D2-4D61-906D-7FE9D74BF142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11460175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1094415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728655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746714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0887913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153280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1510809" y="446170"/>
            <a:ext cx="344017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16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17" name="Diamond 16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8" name="Connector 17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19" name="Connector 18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20" name="Connector 19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21" name="Diamond 20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ONYX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ONYX  ·  FIRST BIRTHDAY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떡을 돌리던 날이 생각납니다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날짜 입력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33C2C-EC4B-488A-86B6-6246C684FB5A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ll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태어난 날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2BB90-9D90-4423-AC60-25BB1B107D92}" type="slidenum">
              <a:rPr lang="en-US"/>
              <a:t>‹#›</a:t>
            </a:fld>
            <a:endParaRPr lang="en-US"/>
          </a:p>
        </p:txBody>
      </p:sp>
      <p:cxnSp>
        <p:nvCxnSpPr>
          <p:cNvPr id="5" name="타임라인 선"/>
          <p:cNvCxnSpPr/>
          <p:nvPr/>
        </p:nvCxnSpPr>
        <p:spPr>
          <a:xfrm>
            <a:off x="731520" y="3493008"/>
            <a:ext cx="10728655" cy="0"/>
          </a:xfrm>
          <a:prstGeom prst="line">
            <a:avLst/>
          </a:prstGeom>
          <a:ln w="12700" cap="rnd">
            <a:solidFill>
              <a:schemeClr val="accent5"/>
            </a:solidFill>
          </a:ln>
        </p:spPr>
      </p:cxnSp>
      <p:grpSp>
        <p:nvGrpSpPr>
          <p:cNvPr id="6" name="때 1"/>
          <p:cNvGrpSpPr/>
          <p:nvPr/>
        </p:nvGrpSpPr>
        <p:grpSpPr>
          <a:xfrm>
            <a:off x="777240" y="2651760"/>
            <a:ext cx="2590723" cy="3383280"/>
            <a:chOff x="777240" y="2651760"/>
            <a:chExt cx="2590723" cy="3383280"/>
          </a:xfrm>
        </p:grpSpPr>
        <p:sp>
          <p:nvSpPr>
            <p:cNvPr id="7" name="점"/>
            <p:cNvSpPr/>
            <p:nvPr/>
          </p:nvSpPr>
          <p:spPr>
            <a:xfrm>
              <a:off x="1871433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때"/>
            <p:cNvSpPr txBox="1"/>
            <p:nvPr/>
          </p:nvSpPr>
          <p:spPr>
            <a:xfrm>
              <a:off x="777240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임신</a:t>
              </a:r>
            </a:p>
          </p:txBody>
        </p:sp>
        <p:sp>
          <p:nvSpPr>
            <p:cNvPr id="9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소식을 들은 날</a:t>
              </a:r>
            </a:p>
          </p:txBody>
        </p:sp>
        <p:sp>
          <p:nvSpPr>
            <p:cNvPr id="10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11" name="때 2"/>
          <p:cNvGrpSpPr/>
          <p:nvPr/>
        </p:nvGrpSpPr>
        <p:grpSpPr>
          <a:xfrm>
            <a:off x="3459403" y="2651760"/>
            <a:ext cx="2590723" cy="3383280"/>
            <a:chOff x="3459403" y="2651760"/>
            <a:chExt cx="2590723" cy="3383280"/>
          </a:xfrm>
        </p:grpSpPr>
        <p:sp>
          <p:nvSpPr>
            <p:cNvPr id="12" name="점"/>
            <p:cNvSpPr/>
            <p:nvPr/>
          </p:nvSpPr>
          <p:spPr>
            <a:xfrm>
              <a:off x="4553597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때"/>
            <p:cNvSpPr txBox="1"/>
            <p:nvPr/>
          </p:nvSpPr>
          <p:spPr>
            <a:xfrm>
              <a:off x="3459403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출산</a:t>
              </a:r>
            </a:p>
          </p:txBody>
        </p:sp>
        <p:sp>
          <p:nvSpPr>
            <p:cNvPr id="14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태어난 날</a:t>
              </a:r>
            </a:p>
          </p:txBody>
        </p:sp>
        <p:sp>
          <p:nvSpPr>
            <p:cNvPr id="15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16" name="때 3"/>
          <p:cNvGrpSpPr/>
          <p:nvPr/>
        </p:nvGrpSpPr>
        <p:grpSpPr>
          <a:xfrm>
            <a:off x="6141567" y="2651760"/>
            <a:ext cx="2590723" cy="3383280"/>
            <a:chOff x="6141567" y="2651760"/>
            <a:chExt cx="2590723" cy="3383280"/>
          </a:xfrm>
        </p:grpSpPr>
        <p:sp>
          <p:nvSpPr>
            <p:cNvPr id="17" name="점"/>
            <p:cNvSpPr/>
            <p:nvPr/>
          </p:nvSpPr>
          <p:spPr>
            <a:xfrm>
              <a:off x="7235761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때"/>
            <p:cNvSpPr txBox="1"/>
            <p:nvPr/>
          </p:nvSpPr>
          <p:spPr>
            <a:xfrm>
              <a:off x="6141567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만남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품에 안은 순간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21" name="때 4"/>
          <p:cNvGrpSpPr/>
          <p:nvPr/>
        </p:nvGrpSpPr>
        <p:grpSpPr>
          <a:xfrm>
            <a:off x="8823731" y="2651760"/>
            <a:ext cx="2590723" cy="3383280"/>
            <a:chOff x="8823731" y="2651760"/>
            <a:chExt cx="2590723" cy="3383280"/>
          </a:xfrm>
        </p:grpSpPr>
        <p:sp>
          <p:nvSpPr>
            <p:cNvPr id="22" name="점"/>
            <p:cNvSpPr/>
            <p:nvPr/>
          </p:nvSpPr>
          <p:spPr>
            <a:xfrm>
              <a:off x="9917925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때"/>
            <p:cNvSpPr txBox="1"/>
            <p:nvPr/>
          </p:nvSpPr>
          <p:spPr>
            <a:xfrm>
              <a:off x="8823731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집으로</a:t>
              </a:r>
            </a:p>
          </p:txBody>
        </p:sp>
        <p:sp>
          <p:nvSpPr>
            <p:cNvPr id="24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함께 돌아온 날</a:t>
              </a:r>
            </a:p>
          </p:txBody>
        </p:sp>
        <p:sp>
          <p:nvSpPr>
            <p:cNvPr id="25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첫 번째 순간들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077B0-6F3B-4698-9C5F-D93F47BF85F7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2476423" cy="3566160"/>
            <a:chOff x="731520" y="1828800"/>
            <a:chExt cx="2476423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2476423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웃음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019223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언제였나요?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3482263" y="1828800"/>
            <a:ext cx="2476423" cy="3566160"/>
            <a:chOff x="3482263" y="1828800"/>
            <a:chExt cx="2476423" cy="3566160"/>
          </a:xfrm>
        </p:grpSpPr>
        <p:sp>
          <p:nvSpPr>
            <p:cNvPr id="12" name="카드 바탕"/>
            <p:cNvSpPr/>
            <p:nvPr/>
          </p:nvSpPr>
          <p:spPr>
            <a:xfrm>
              <a:off x="3482263" y="1828800"/>
              <a:ext cx="2476423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3710863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3665143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뒤집기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3710863" y="3364991"/>
              <a:ext cx="201922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3665143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언제였나요?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6233007" y="1828800"/>
            <a:ext cx="2476423" cy="3566160"/>
            <a:chOff x="6233007" y="1828800"/>
            <a:chExt cx="2476423" cy="3566160"/>
          </a:xfrm>
        </p:grpSpPr>
        <p:sp>
          <p:nvSpPr>
            <p:cNvPr id="18" name="카드 바탕"/>
            <p:cNvSpPr/>
            <p:nvPr/>
          </p:nvSpPr>
          <p:spPr>
            <a:xfrm>
              <a:off x="6233007" y="1828800"/>
              <a:ext cx="2476423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6461607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6415887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이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6461607" y="3364991"/>
              <a:ext cx="201922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6415887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언제였나요?</a:t>
              </a:r>
            </a:p>
          </p:txBody>
        </p:sp>
      </p:grpSp>
      <p:grpSp>
        <p:nvGrpSpPr>
          <p:cNvPr id="23" name="카드 4"/>
          <p:cNvGrpSpPr/>
          <p:nvPr/>
        </p:nvGrpSpPr>
        <p:grpSpPr>
          <a:xfrm>
            <a:off x="8983751" y="1828800"/>
            <a:ext cx="2476423" cy="3566160"/>
            <a:chOff x="8983751" y="1828800"/>
            <a:chExt cx="2476423" cy="3566160"/>
          </a:xfrm>
        </p:grpSpPr>
        <p:sp>
          <p:nvSpPr>
            <p:cNvPr id="24" name="카드 바탕"/>
            <p:cNvSpPr/>
            <p:nvPr/>
          </p:nvSpPr>
          <p:spPr>
            <a:xfrm>
              <a:off x="8983751" y="1828800"/>
              <a:ext cx="2476423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번호 4"/>
            <p:cNvSpPr/>
            <p:nvPr/>
          </p:nvSpPr>
          <p:spPr>
            <a:xfrm>
              <a:off x="9212351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4</a:t>
              </a:r>
            </a:p>
          </p:txBody>
        </p:sp>
        <p:sp>
          <p:nvSpPr>
            <p:cNvPr id="26" name="카드 제목"/>
            <p:cNvSpPr txBox="1"/>
            <p:nvPr/>
          </p:nvSpPr>
          <p:spPr>
            <a:xfrm>
              <a:off x="9166631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걸음</a:t>
              </a:r>
            </a:p>
          </p:txBody>
        </p:sp>
        <p:cxnSp>
          <p:nvCxnSpPr>
            <p:cNvPr id="27" name="구분선"/>
            <p:cNvCxnSpPr/>
            <p:nvPr/>
          </p:nvCxnSpPr>
          <p:spPr>
            <a:xfrm>
              <a:off x="9212351" y="3364991"/>
              <a:ext cx="201922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8" name="카드 내용"/>
            <p:cNvSpPr txBox="1"/>
            <p:nvPr/>
          </p:nvSpPr>
          <p:spPr>
            <a:xfrm>
              <a:off x="9166631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언제였나요?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ect">
            <a:avLst/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ect">
            <a:avLst/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ect">
            <a:avLst/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ect">
            <a:avLst/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ect">
            <a:avLst/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ect">
            <a:avLst/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ect">
            <a:avLst/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B6C67-D8BB-4137-934A-CC405005E44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ONYX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ONYX  ·  FIRST BIRTHDAY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첫 번째 이야기 중심)">
  <a:themeElements>
    <a:clrScheme name="돌잔치 슬라이드(첫 번째 이야기 중심)">
      <a:dk1>
        <a:srgbClr val="FBF7ED"/>
      </a:dk1>
      <a:lt1>
        <a:srgbClr val="18181B"/>
      </a:lt1>
      <a:dk2>
        <a:srgbClr val="F0E3BD"/>
      </a:dk2>
      <a:lt2>
        <a:srgbClr val="0D0D0F"/>
      </a:lt2>
      <a:accent1>
        <a:srgbClr val="D4AF5A"/>
      </a:accent1>
      <a:accent2>
        <a:srgbClr val="8C8C92"/>
      </a:accent2>
      <a:accent3>
        <a:srgbClr val="080809"/>
      </a:accent3>
      <a:accent4>
        <a:srgbClr val="25252A"/>
      </a:accent4>
      <a:accent5>
        <a:srgbClr val="E0C070"/>
      </a:accent5>
      <a:accent6>
        <a:srgbClr val="66666B"/>
      </a:accent6>
      <a:hlink>
        <a:srgbClr val="F0E3BD"/>
      </a:hlink>
      <a:folHlink>
        <a:srgbClr val="080809"/>
      </a:folHlink>
    </a:clrScheme>
    <a:fontScheme name="돌잔치 슬라이드(첫 번째 이야기 중심)">
      <a:majorFont>
        <a:latin typeface="Georgia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슬라이드(첫 번째 이야기 중심)</dc:title>
  <dc:subject>돌잔치 슬라이드 · 첫 번째 이야기 중심</dc:subject>
  <dc:creator>반딧불이의 곳간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