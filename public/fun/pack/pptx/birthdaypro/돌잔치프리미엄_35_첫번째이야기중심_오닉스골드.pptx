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62A52CDA-251F-4BF9-9DD7-524DEC62E3B9}">
          <p14:sldIdLst>
            <p14:sldId id="256"/>
          </p14:sldIdLst>
        </p14:section>
        <p14:section name="본문" id="{9CC9D333-F4E8-4B6C-95B8-21666C571F1C}">
          <p14:sldIdLst>
            <p14:sldId id="257"/>
            <p14:sldId id="258"/>
            <p14:sldId id="259"/>
            <p14:sldId id="260"/>
          </p14:sldIdLst>
        </p14:section>
        <p14:section name="마무리" id="{8EC2EB40-1E2E-4C83-80EF-18B18E8AEA73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848AD08-78F0-4AA8-8BE1-DE286014C1F4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11094415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BF7ED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8B5AF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4827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10820095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0042855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9585655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9311335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9174175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53D0C84-9946-4A61-8F1C-B6EF7501DE7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613FC0D6-3D36-4D82-86A3-8D35A5CF98C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ONYX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백일 떡을 돌리던 날이 생각납니다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C02F3F-F527-411D-AD82-0F038E6BF9D9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태어난 날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727BC-63B3-41E4-9F61-7283D09DA98A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임신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소식을 들은 날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출산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태어난 날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만남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품에 안은 순간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집으로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돌아온 날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기억을 적어 주세요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B128A3-D323-47B7-9243-1188BB21BCD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웃음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710863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뒤집기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61607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이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212351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걸음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언제였나요?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2065E86-1442-4707-879A-0CEB837FA96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ONYX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ONYX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첫 번째 이야기 중심)">
  <a:themeElements>
    <a:clrScheme name="돌잔치 슬라이드(첫 번째 이야기 중심)">
      <a:dk1>
        <a:srgbClr val="FBF7ED"/>
      </a:dk1>
      <a:lt1>
        <a:srgbClr val="18181B"/>
      </a:lt1>
      <a:dk2>
        <a:srgbClr val="F0E3BD"/>
      </a:dk2>
      <a:lt2>
        <a:srgbClr val="0D0D0F"/>
      </a:lt2>
      <a:accent1>
        <a:srgbClr val="D4AF5A"/>
      </a:accent1>
      <a:accent2>
        <a:srgbClr val="8C8C92"/>
      </a:accent2>
      <a:accent3>
        <a:srgbClr val="080809"/>
      </a:accent3>
      <a:accent4>
        <a:srgbClr val="25252A"/>
      </a:accent4>
      <a:accent5>
        <a:srgbClr val="E0C070"/>
      </a:accent5>
      <a:accent6>
        <a:srgbClr val="66666B"/>
      </a:accent6>
      <a:hlink>
        <a:srgbClr val="F0E3BD"/>
      </a:hlink>
      <a:folHlink>
        <a:srgbClr val="080809"/>
      </a:folHlink>
    </a:clrScheme>
    <a:fontScheme name="돌잔치 슬라이드(첫 번째 이야기 중심)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>돌잔치 슬라이드 · 첫 번째 이야기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