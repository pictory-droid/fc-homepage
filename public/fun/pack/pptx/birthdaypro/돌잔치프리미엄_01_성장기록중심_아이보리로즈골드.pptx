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44EB3DF-0542-44DA-ADAA-70C0ACBC241C}">
          <p14:sldIdLst>
            <p14:sldId id="256"/>
          </p14:sldIdLst>
        </p14:section>
        <p14:section name="본문" id="{C5318238-6C3A-4D15-AC8C-F5D1F4D0A306}">
          <p14:sldIdLst>
            <p14:sldId id="257"/>
            <p14:sldId id="258"/>
            <p14:sldId id="259"/>
            <p14:sldId id="260"/>
          </p14:sldIdLst>
        </p14:section>
        <p14:section name="마무리" id="{6CA73780-265B-416B-A8D3-C70BB7411DC4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C0830B3-C94E-4B20-9197-175D7ACE549B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8D5D4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5AEA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171C029-53E4-4F09-82D3-45659E26CC0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809734A-2725-4DA4-BA90-17EB10C232F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지금까지 이만큼 자랐습니다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8C676-9548-4C84-9F6D-12FFF01586D7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93141-99C5-4970-AE1E-B520F76249C6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054291" cy="3383280"/>
            <a:chOff x="777240" y="2651760"/>
            <a:chExt cx="2054291" cy="3383280"/>
          </a:xfrm>
        </p:grpSpPr>
        <p:sp>
          <p:nvSpPr>
            <p:cNvPr id="7" name="점"/>
            <p:cNvSpPr/>
            <p:nvPr/>
          </p:nvSpPr>
          <p:spPr>
            <a:xfrm>
              <a:off x="160321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1개월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2922971" y="2651760"/>
            <a:ext cx="2054291" cy="3383280"/>
            <a:chOff x="2922971" y="2651760"/>
            <a:chExt cx="2054291" cy="3383280"/>
          </a:xfrm>
        </p:grpSpPr>
        <p:sp>
          <p:nvSpPr>
            <p:cNvPr id="12" name="점"/>
            <p:cNvSpPr/>
            <p:nvPr/>
          </p:nvSpPr>
          <p:spPr>
            <a:xfrm>
              <a:off x="374894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2922971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3개월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5068702" y="2651760"/>
            <a:ext cx="2054291" cy="3383280"/>
            <a:chOff x="5068702" y="2651760"/>
            <a:chExt cx="2054291" cy="3383280"/>
          </a:xfrm>
        </p:grpSpPr>
        <p:sp>
          <p:nvSpPr>
            <p:cNvPr id="17" name="점"/>
            <p:cNvSpPr/>
            <p:nvPr/>
          </p:nvSpPr>
          <p:spPr>
            <a:xfrm>
              <a:off x="5894679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5068702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6개월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7214433" y="2651760"/>
            <a:ext cx="2054291" cy="3383280"/>
            <a:chOff x="7214433" y="2651760"/>
            <a:chExt cx="2054291" cy="3383280"/>
          </a:xfrm>
        </p:grpSpPr>
        <p:sp>
          <p:nvSpPr>
            <p:cNvPr id="22" name="점"/>
            <p:cNvSpPr/>
            <p:nvPr/>
          </p:nvSpPr>
          <p:spPr>
            <a:xfrm>
              <a:off x="804041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7214433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9개월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6" name="때 5"/>
          <p:cNvGrpSpPr/>
          <p:nvPr/>
        </p:nvGrpSpPr>
        <p:grpSpPr>
          <a:xfrm>
            <a:off x="9360164" y="2651760"/>
            <a:ext cx="2054291" cy="3383280"/>
            <a:chOff x="9360164" y="2651760"/>
            <a:chExt cx="2054291" cy="3383280"/>
          </a:xfrm>
        </p:grpSpPr>
        <p:sp>
          <p:nvSpPr>
            <p:cNvPr id="27" name="점"/>
            <p:cNvSpPr/>
            <p:nvPr/>
          </p:nvSpPr>
          <p:spPr>
            <a:xfrm>
              <a:off x="1018614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때"/>
            <p:cNvSpPr txBox="1"/>
            <p:nvPr/>
          </p:nvSpPr>
          <p:spPr>
            <a:xfrm>
              <a:off x="9360164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12개월</a:t>
              </a:r>
            </a:p>
          </p:txBody>
        </p:sp>
        <p:sp>
          <p:nvSpPr>
            <p:cNvPr id="29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30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87BC1-5439-4830-9FF7-CE74963F004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070ED-38A8-4A9D-996C-328C7EEA884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483A37"/>
      </a:dk1>
      <a:lt1>
        <a:srgbClr val="FEFCFB"/>
      </a:lt1>
      <a:dk2>
        <a:srgbClr val="4B2F2B"/>
      </a:dk2>
      <a:lt2>
        <a:srgbClr val="FAF5EF"/>
      </a:lt2>
      <a:accent1>
        <a:srgbClr val="B97A6E"/>
      </a:accent1>
      <a:accent2>
        <a:srgbClr val="8E5F57"/>
      </a:accent2>
      <a:accent3>
        <a:srgbClr val="4F3E3B"/>
      </a:accent3>
      <a:accent4>
        <a:srgbClr val="EDDCD5"/>
      </a:accent4>
      <a:accent5>
        <a:srgbClr val="C9A27A"/>
      </a:accent5>
      <a:accent6>
        <a:srgbClr val="BFA29B"/>
      </a:accent6>
      <a:hlink>
        <a:srgbClr val="4B2F2B"/>
      </a:hlink>
      <a:folHlink>
        <a:srgbClr val="4F3E3B"/>
      </a:folHlink>
    </a:clrScheme>
    <a:fontScheme name="돌잔치 슬라이드(성장 기록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