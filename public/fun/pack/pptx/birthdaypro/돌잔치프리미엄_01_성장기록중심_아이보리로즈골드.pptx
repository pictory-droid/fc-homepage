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A35F7A1-6769-40B6-B6DE-CFD774976D65}">
          <p14:sldIdLst>
            <p14:sldId id="256"/>
          </p14:sldIdLst>
        </p14:section>
        <p14:section name="본문" id="{E0F9A1B5-C3C0-436F-8659-D96E23BDCD6D}">
          <p14:sldIdLst>
            <p14:sldId id="257"/>
            <p14:sldId id="258"/>
            <p14:sldId id="259"/>
            <p14:sldId id="260"/>
          </p14:sldIdLst>
        </p14:section>
        <p14:section name="마무리" id="{2821329D-B173-446B-ACB6-B90B3033D677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A1A0D72-6BE5-4863-B08D-4381EC693981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8D5D4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5AEA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A530803-18DB-4591-A1FB-FD56B408957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6958D0F-2390-467B-86D9-47F0FCF0630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열두 달 동안 이만큼 자랐습니다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E353-ECB1-4770-96A4-1517F0808894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6F83B-3273-4267-BB50-6C1C13D0B208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7" name="점"/>
            <p:cNvSpPr/>
            <p:nvPr/>
          </p:nvSpPr>
          <p:spPr>
            <a:xfrm>
              <a:off x="160321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2" name="점"/>
            <p:cNvSpPr/>
            <p:nvPr/>
          </p:nvSpPr>
          <p:spPr>
            <a:xfrm>
              <a:off x="374894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7" name="점"/>
            <p:cNvSpPr/>
            <p:nvPr/>
          </p:nvSpPr>
          <p:spPr>
            <a:xfrm>
              <a:off x="5894679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2" name="점"/>
            <p:cNvSpPr/>
            <p:nvPr/>
          </p:nvSpPr>
          <p:spPr>
            <a:xfrm>
              <a:off x="804041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6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7" name="점"/>
            <p:cNvSpPr/>
            <p:nvPr/>
          </p:nvSpPr>
          <p:spPr>
            <a:xfrm>
              <a:off x="1018614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29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0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F0DF-8ABB-4F95-97C4-713800E336C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345B7-D8EE-4D3E-9394-043A0EEBAC2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483A37"/>
      </a:dk1>
      <a:lt1>
        <a:srgbClr val="FEFCFB"/>
      </a:lt1>
      <a:dk2>
        <a:srgbClr val="4B2F2B"/>
      </a:dk2>
      <a:lt2>
        <a:srgbClr val="FAF5EF"/>
      </a:lt2>
      <a:accent1>
        <a:srgbClr val="B97A6E"/>
      </a:accent1>
      <a:accent2>
        <a:srgbClr val="8E5F57"/>
      </a:accent2>
      <a:accent3>
        <a:srgbClr val="4F3E3B"/>
      </a:accent3>
      <a:accent4>
        <a:srgbClr val="EDDCD5"/>
      </a:accent4>
      <a:accent5>
        <a:srgbClr val="C9A27A"/>
      </a:accent5>
      <a:accent6>
        <a:srgbClr val="BFA29B"/>
      </a:accent6>
      <a:hlink>
        <a:srgbClr val="4B2F2B"/>
      </a:hlink>
      <a:folHlink>
        <a:srgbClr val="4F3E3B"/>
      </a:folHlink>
    </a:clrScheme>
    <a:fontScheme name="돌잔치 슬라이드(성장 기록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