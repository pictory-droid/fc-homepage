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DA84EF45-AB1E-4497-9808-C898303B550D}">
          <p14:sldIdLst>
            <p14:sldId id="256"/>
          </p14:sldIdLst>
        </p14:section>
        <p14:section name="본문" id="{A32AAEB4-176C-4C62-832B-0B12EFB97E61}">
          <p14:sldIdLst>
            <p14:sldId id="257"/>
            <p14:sldId id="258"/>
            <p14:sldId id="259"/>
            <p14:sldId id="260"/>
          </p14:sldIdLst>
        </p14:section>
        <p14:section name="마무리" id="{2A53E8ED-A136-4680-B001-C9589BFB4A9E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-1204008" y="-1097280"/>
            <a:ext cx="6309360" cy="630936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-175308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-792528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10484857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1447751" y="1554480"/>
            <a:ext cx="1005840" cy="1005840"/>
            <a:chOff x="1447751" y="1554480"/>
            <a:chExt cx="1005840" cy="1005840"/>
          </a:xfrm>
        </p:grpSpPr>
        <p:sp>
          <p:nvSpPr>
            <p:cNvPr id="7" name="4-Point Star 6"/>
            <p:cNvSpPr/>
            <p:nvPr/>
          </p:nvSpPr>
          <p:spPr>
            <a:xfrm>
              <a:off x="1447751" y="1554480"/>
              <a:ext cx="1005840" cy="1005840"/>
            </a:xfrm>
            <a:prstGeom prst="star4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84D2A401-9B51-49B8-8FB9-CCD06093CD92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-1204008" y="-1097280"/>
            <a:ext cx="6309360" cy="63093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-175308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-792528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10484857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1447751" y="1554480"/>
            <a:ext cx="1005840" cy="1005840"/>
            <a:chOff x="1447751" y="1554480"/>
            <a:chExt cx="1005840" cy="1005840"/>
          </a:xfrm>
        </p:grpSpPr>
        <p:sp>
          <p:nvSpPr>
            <p:cNvPr id="7" name="4-Point Star 6"/>
            <p:cNvSpPr/>
            <p:nvPr/>
          </p:nvSpPr>
          <p:spPr>
            <a:xfrm>
              <a:off x="1447751" y="1554480"/>
              <a:ext cx="1005840" cy="1005840"/>
            </a:xfrm>
            <a:prstGeom prst="star4">
              <a:avLst/>
            </a:prstGeom>
            <a:solidFill>
              <a:schemeClr val="accent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458E2358-D0C1-4BCC-AC93-071A40A25A33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11505895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1414455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8E657FF8-C59C-499A-92BA-D581F80B4D6D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11414455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4-Point Star 6"/>
            <p:cNvSpPr/>
            <p:nvPr/>
          </p:nvSpPr>
          <p:spPr>
            <a:xfrm>
              <a:off x="5821527" y="5212080"/>
              <a:ext cx="548640" cy="548640"/>
            </a:xfrm>
            <a:prstGeom prst="star4">
              <a:avLst/>
            </a:prstGeom>
            <a:solidFill>
              <a:schemeClr val="accent4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고른 것은 평생 놀림감이 될 겁니다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A2907-2476-4975-856A-1528777672B3}" type="slidenum">
              <a:rPr lang="en-US"/>
              <a:t>‹#›</a:t>
            </a:fld>
            <a:endParaRPr lang="en-US"/>
          </a:p>
        </p:txBody>
      </p:sp>
      <p:graphicFrame>
        <p:nvGraphicFramePr>
          <p:cNvPr id="15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돌잡이 이야기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A0224-89F5-45F4-AE03-D0C894FD9C28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연필 · 공부</a:t>
              </a:r>
            </a:p>
          </p:txBody>
        </p:sp>
        <p:sp>
          <p:nvSpPr>
            <p:cNvPr id="11" name="카드 내용"/>
            <p:cNvSpPr txBox="1"/>
            <p:nvPr/>
          </p:nvSpPr>
          <p:spPr>
            <a:xfrm>
              <a:off x="914400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학문과 총명을 바라는 마음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3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포인트 막대"/>
            <p:cNvSpPr/>
            <p:nvPr/>
          </p:nvSpPr>
          <p:spPr>
            <a:xfrm>
              <a:off x="3482263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3710863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 · 장수</a:t>
              </a:r>
            </a:p>
          </p:txBody>
        </p:sp>
        <p:sp>
          <p:nvSpPr>
            <p:cNvPr id="17" name="카드 내용"/>
            <p:cNvSpPr txBox="1"/>
            <p:nvPr/>
          </p:nvSpPr>
          <p:spPr>
            <a:xfrm>
              <a:off x="3665143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건강하고 오래 살기를</a:t>
              </a:r>
            </a:p>
          </p:txBody>
        </p:sp>
      </p:grpSp>
      <p:grpSp>
        <p:nvGrpSpPr>
          <p:cNvPr id="18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9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포인트 막대"/>
            <p:cNvSpPr/>
            <p:nvPr/>
          </p:nvSpPr>
          <p:spPr>
            <a:xfrm>
              <a:off x="623300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/>
            <p:nvPr/>
          </p:nvSpPr>
          <p:spPr>
            <a:xfrm>
              <a:off x="6461607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돈 · 부</a:t>
              </a:r>
            </a:p>
          </p:txBody>
        </p:sp>
        <p:sp>
          <p:nvSpPr>
            <p:cNvPr id="23" name="카드 내용"/>
            <p:cNvSpPr txBox="1"/>
            <p:nvPr/>
          </p:nvSpPr>
          <p:spPr>
            <a:xfrm>
              <a:off x="6415887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넉넉한 삶을 바라는 마음</a:t>
              </a:r>
            </a:p>
          </p:txBody>
        </p:sp>
      </p:grpSp>
      <p:grpSp>
        <p:nvGrpSpPr>
          <p:cNvPr id="24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5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포인트 막대"/>
            <p:cNvSpPr/>
            <p:nvPr/>
          </p:nvSpPr>
          <p:spPr>
            <a:xfrm>
              <a:off x="8983751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번호 4"/>
            <p:cNvSpPr/>
            <p:nvPr/>
          </p:nvSpPr>
          <p:spPr>
            <a:xfrm>
              <a:off x="9212351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8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마이크 · 인기</a:t>
              </a:r>
            </a:p>
          </p:txBody>
        </p:sp>
        <p:sp>
          <p:nvSpPr>
            <p:cNvPr id="29" name="카드 내용"/>
            <p:cNvSpPr txBox="1"/>
            <p:nvPr/>
          </p:nvSpPr>
          <p:spPr>
            <a:xfrm>
              <a:off x="9166631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사람들에게 사랑받기를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아기의 선택은?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돌잡이 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51B965-9830-4A59-9AD0-FAEE16766274}" type="slidenum">
              <a:rPr lang="en-US"/>
              <a:t>‹#›</a:t>
            </a:fld>
            <a:endParaRPr lang="en-US"/>
          </a:p>
        </p:txBody>
      </p:sp>
      <p:sp>
        <p:nvSpPr>
          <p:cNvPr id="15" name="선택 칸"/>
          <p:cNvSpPr/>
          <p:nvPr/>
        </p:nvSpPr>
        <p:spPr>
          <a:xfrm>
            <a:off x="5669280" y="1828800"/>
            <a:ext cx="5790895" cy="43434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6" name="포인트 막대"/>
          <p:cNvSpPr/>
          <p:nvPr/>
        </p:nvSpPr>
        <p:spPr>
          <a:xfrm>
            <a:off x="5669280" y="1938528"/>
            <a:ext cx="64008" cy="4123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선택 글"/>
          <p:cNvSpPr txBox="1"/>
          <p:nvPr/>
        </p:nvSpPr>
        <p:spPr>
          <a:xfrm>
            <a:off x="6035040" y="2194560"/>
            <a:ext cx="5059375" cy="3611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그때 가족의 반응은?</a:t>
            </a:r>
          </a:p>
        </p:txBody>
      </p:sp>
    </p:spTree>
  </p:cSld>
  <p:clrMapOvr>
    <a:masterClrMapping/>
  </p:clrMapOvr>
  <p:transition spd="med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1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2" name="Picture Placeholder 11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3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42BEC0-D0E8-42F9-8DCA-AC0FC6960670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돌잡이 중심)">
  <a:themeElements>
    <a:clrScheme name="돌잔치 슬라이드(돌잡이 중심)">
      <a:dk1>
        <a:srgbClr val="2B2724"/>
      </a:dk1>
      <a:lt1>
        <a:srgbClr val="FFFFFF"/>
      </a:lt1>
      <a:dk2>
        <a:srgbClr val="60643A"/>
      </a:dk2>
      <a:lt2>
        <a:srgbClr val="F7EBEC"/>
      </a:lt2>
      <a:accent1>
        <a:srgbClr val="CC898F"/>
      </a:accent1>
      <a:accent2>
        <a:srgbClr val="8FAABD"/>
      </a:accent2>
      <a:accent3>
        <a:srgbClr val="4E2C2F"/>
      </a:accent3>
      <a:accent4>
        <a:srgbClr val="EECED1"/>
      </a:accent4>
      <a:accent5>
        <a:srgbClr val="E0DDA3"/>
      </a:accent5>
      <a:accent6>
        <a:srgbClr val="E6BCE4"/>
      </a:accent6>
      <a:hlink>
        <a:srgbClr val="60643A"/>
      </a:hlink>
      <a:folHlink>
        <a:srgbClr val="4E2C2F"/>
      </a:folHlink>
    </a:clrScheme>
    <a:fontScheme name="돌잔치 슬라이드(돌잡이 중심)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>돌잔치 슬라이드 · 돌잡이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