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FBD0044-53CC-45AC-A233-CBBE37A0B5B0}">
          <p14:sldIdLst>
            <p14:sldId id="256"/>
          </p14:sldIdLst>
        </p14:section>
        <p14:section name="본문" id="{9DD71E46-DD97-43D4-9932-CC858FF9B6AD}">
          <p14:sldIdLst>
            <p14:sldId id="257"/>
            <p14:sldId id="258"/>
            <p14:sldId id="259"/>
            <p14:sldId id="260"/>
          </p14:sldIdLst>
        </p14:section>
        <p14:section name="마무리" id="{A35139FE-0410-4B7D-A5DD-DCCBFEF13217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7113858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8698778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18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853418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853418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853418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6949266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7113858" y="850392"/>
            <a:ext cx="3054096" cy="3401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21240000">
            <a:off x="8137986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300000">
            <a:off x="8534186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300000">
            <a:off x="8698778" y="2770632"/>
            <a:ext cx="2779776" cy="30358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300000">
            <a:off x="9585746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DFF2919-9660-4E32-9154-8D53323078C6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Pie 3"/>
            <p:cNvSpPr/>
            <p:nvPr/>
          </p:nvSpPr>
          <p:spPr>
            <a:xfrm>
              <a:off x="571500" y="6240780"/>
              <a:ext cx="320040" cy="320040"/>
            </a:xfrm>
            <a:prstGeom prst="pi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Pie 5"/>
            <p:cNvSpPr/>
            <p:nvPr/>
          </p:nvSpPr>
          <p:spPr>
            <a:xfrm>
              <a:off x="11300155" y="6240780"/>
              <a:ext cx="320040" cy="320040"/>
            </a:xfrm>
            <a:prstGeom prst="pi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7113858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8698778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18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853418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853418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853418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6949266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7113858" y="850392"/>
            <a:ext cx="3054096" cy="3401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21240000">
            <a:off x="8137986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300000">
            <a:off x="8534186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300000">
            <a:off x="8698778" y="2770632"/>
            <a:ext cx="2779776" cy="30358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300000">
            <a:off x="9585746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F6FD7CD-B1BE-4E85-8C44-530FA02ED1F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40780"/>
            <a:ext cx="320040" cy="320040"/>
            <a:chOff x="571500" y="6240780"/>
            <a:chExt cx="320040" cy="320040"/>
          </a:xfrm>
        </p:grpSpPr>
        <p:sp>
          <p:nvSpPr>
            <p:cNvPr id="4" name="Pie 3"/>
            <p:cNvSpPr/>
            <p:nvPr/>
          </p:nvSpPr>
          <p:spPr>
            <a:xfrm>
              <a:off x="571500" y="6240780"/>
              <a:ext cx="320040" cy="320040"/>
            </a:xfrm>
            <a:prstGeom prst="pi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40780"/>
            <a:ext cx="320040" cy="320040"/>
            <a:chOff x="11300155" y="6240780"/>
            <a:chExt cx="320040" cy="320040"/>
          </a:xfrm>
        </p:grpSpPr>
        <p:sp>
          <p:nvSpPr>
            <p:cNvPr id="6" name="Pie 5"/>
            <p:cNvSpPr/>
            <p:nvPr/>
          </p:nvSpPr>
          <p:spPr>
            <a:xfrm>
              <a:off x="11300155" y="6240780"/>
              <a:ext cx="320040" cy="320040"/>
            </a:xfrm>
            <a:prstGeom prst="pie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9EB851B-1C61-464F-A060-E6FBD80CC112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Pie 5"/>
            <p:cNvSpPr/>
            <p:nvPr/>
          </p:nvSpPr>
          <p:spPr>
            <a:xfrm>
              <a:off x="5821527" y="5212080"/>
              <a:ext cx="548640" cy="548640"/>
            </a:xfrm>
            <a:prstGeom prst="pie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FIRST BIRTHDAY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첫 눈을 보여 주러 안고 나갔던 날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2E592-A17E-4EDD-9F55-212E5DDA7598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태어난 날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BB6A3-0799-4C70-9E31-397CF885AABE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임신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소식을 들은 날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출산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태어난 날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만남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품에 안은 순간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집으로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돌아온 날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기억을 적어 주세요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첫 번째 순간들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096BB-FC0D-4414-9544-CB8FC8C0A287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웃음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1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뒤집기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6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이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  <p:grpSp>
        <p:nvGrpSpPr>
          <p:cNvPr id="20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1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걸음</a:t>
              </a:r>
            </a:p>
          </p:txBody>
        </p:sp>
        <p:sp>
          <p:nvSpPr>
            <p:cNvPr id="24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언제였나요?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2D417-53A3-4690-BBB5-9F3884C6E5B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FIRST BIRTHDAY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첫 번째 이야기 중심)">
  <a:themeElements>
    <a:clrScheme name="돌잔치 슬라이드(첫 번째 이야기 중심)">
      <a:dk1>
        <a:srgbClr val="2B2724"/>
      </a:dk1>
      <a:lt1>
        <a:srgbClr val="FFFFFF"/>
      </a:lt1>
      <a:dk2>
        <a:srgbClr val="50643A"/>
      </a:dk2>
      <a:lt2>
        <a:srgbClr val="F7F3EB"/>
      </a:lt2>
      <a:accent1>
        <a:srgbClr val="CCB489"/>
      </a:accent1>
      <a:accent2>
        <a:srgbClr val="8FB7BD"/>
      </a:accent2>
      <a:accent3>
        <a:srgbClr val="4E422C"/>
      </a:accent3>
      <a:accent4>
        <a:srgbClr val="EEE2CE"/>
      </a:accent4>
      <a:accent5>
        <a:srgbClr val="B8E0A3"/>
      </a:accent5>
      <a:accent6>
        <a:srgbClr val="E6BCC6"/>
      </a:accent6>
      <a:hlink>
        <a:srgbClr val="50643A"/>
      </a:hlink>
      <a:folHlink>
        <a:srgbClr val="4E422C"/>
      </a:folHlink>
    </a:clrScheme>
    <a:fontScheme name="돌잔치 슬라이드(첫 번째 이야기 중심)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슬라이드(첫 번째 이야기 중심)</dc:title>
  <dc:subject>돌잔치 슬라이드 · 첫 번째 이야기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