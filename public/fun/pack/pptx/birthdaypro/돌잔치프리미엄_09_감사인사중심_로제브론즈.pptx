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9752B85-01BA-45B8-A051-F6755E632055}">
          <p14:sldIdLst>
            <p14:sldId id="256"/>
          </p14:sldIdLst>
        </p14:section>
        <p14:section name="본문" id="{68C6F8BA-1902-4E25-87BF-BB3CC97363E0}">
          <p14:sldIdLst>
            <p14:sldId id="257"/>
            <p14:sldId id="258"/>
            <p14:sldId id="259"/>
            <p14:sldId id="260"/>
          </p14:sldIdLst>
        </p14:section>
        <p14:section name="마무리" id="{9117F091-8A36-4B80-8AB0-9D0CD143EA9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FD9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2B7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5589242-E579-4EBA-81DE-31543B45DF62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545EF7D-AFF1-4501-B284-1D75039C0B6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038FACE-D926-451B-9672-5768C3AF961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저희 아이의 첫 생일에 모십니다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80CF-1C8D-49F8-AC16-96237DEED19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FA36D-7459-41BA-97F1-D1C518E7702E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27DA-91FC-4FF1-8CCE-A40C33FB2C43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8F788-7DE1-4465-873D-6A578957105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48373D"/>
      </a:dk1>
      <a:lt1>
        <a:srgbClr val="FEFCFB"/>
      </a:lt1>
      <a:dk2>
        <a:srgbClr val="4C2230"/>
      </a:dk2>
      <a:lt2>
        <a:srgbClr val="FBF4F2"/>
      </a:lt2>
      <a:accent1>
        <a:srgbClr val="B3626E"/>
      </a:accent1>
      <a:accent2>
        <a:srgbClr val="9A7A5E"/>
      </a:accent2>
      <a:accent3>
        <a:srgbClr val="6E545D"/>
      </a:accent3>
      <a:accent4>
        <a:srgbClr val="EDD7D8"/>
      </a:accent4>
      <a:accent5>
        <a:srgbClr val="B88A60"/>
      </a:accent5>
      <a:accent6>
        <a:srgbClr val="C6B1A1"/>
      </a:accent6>
      <a:hlink>
        <a:srgbClr val="4C2230"/>
      </a:hlink>
      <a:folHlink>
        <a:srgbClr val="6E545D"/>
      </a:folHlink>
    </a:clrScheme>
    <a:fontScheme name="돌잔치 슬라이드(감사 인사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