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174DAAB-DB68-4CC7-B12C-EFBDEBC0637E}">
          <p14:sldIdLst>
            <p14:sldId id="256"/>
          </p14:sldIdLst>
        </p14:section>
        <p14:section name="본문" id="{E158C1C2-1766-4574-B8F0-D7EB217EF2E8}">
          <p14:sldIdLst>
            <p14:sldId id="257"/>
            <p14:sldId id="258"/>
            <p14:sldId id="259"/>
            <p14:sldId id="260"/>
          </p14:sldIdLst>
        </p14:section>
        <p14:section name="마무리" id="{72132B7A-31D2-42A1-9A8E-D6C86A809DDE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FD9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2B7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96CCE47-AA80-405E-9E41-8378B5D645F9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11A97C6-5C37-4E82-B174-0ED66F5CA4B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95A3FD5-30A3-4E08-9759-C234DC043FC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저희 아이의 첫 생일에 모십니다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3C0266-3B11-4A1F-8E97-E2F6DCAA9B8B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CA662-857E-440D-9920-8465B53D1A61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AF329-8FAE-4C3C-9E31-5A9C7AC15AD7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F2DAE-C28D-4497-A876-72656A9152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48373D"/>
      </a:dk1>
      <a:lt1>
        <a:srgbClr val="FEFCFB"/>
      </a:lt1>
      <a:dk2>
        <a:srgbClr val="4C2230"/>
      </a:dk2>
      <a:lt2>
        <a:srgbClr val="FBF4F2"/>
      </a:lt2>
      <a:accent1>
        <a:srgbClr val="B3626E"/>
      </a:accent1>
      <a:accent2>
        <a:srgbClr val="9A7A5E"/>
      </a:accent2>
      <a:accent3>
        <a:srgbClr val="6E545D"/>
      </a:accent3>
      <a:accent4>
        <a:srgbClr val="EDD7D8"/>
      </a:accent4>
      <a:accent5>
        <a:srgbClr val="B88A60"/>
      </a:accent5>
      <a:accent6>
        <a:srgbClr val="C6B1A1"/>
      </a:accent6>
      <a:hlink>
        <a:srgbClr val="4C2230"/>
      </a:hlink>
      <a:folHlink>
        <a:srgbClr val="6E545D"/>
      </a:folHlink>
    </a:clrScheme>
    <a:fontScheme name="돌잔치 슬라이드(감사 인사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