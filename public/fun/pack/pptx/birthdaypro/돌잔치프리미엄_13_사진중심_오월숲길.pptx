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BE244DB-B473-4355-BA65-F0C6118D58A5}">
          <p14:sldIdLst>
            <p14:sldId id="256"/>
          </p14:sldIdLst>
        </p14:section>
        <p14:section name="본문" id="{3B90844D-A5BC-4D59-957D-EE32FE8BBE1C}">
          <p14:sldIdLst>
            <p14:sldId id="257"/>
            <p14:sldId id="258"/>
            <p14:sldId id="259"/>
            <p14:sldId id="260"/>
          </p14:sldIdLst>
        </p14:section>
        <p14:section name="마무리" id="{2666CB87-1761-418A-A7B9-7F0AD394BF31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950671" y="1828800"/>
            <a:ext cx="8290352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950671" y="2212848"/>
            <a:ext cx="8290352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950671" y="3886200"/>
            <a:ext cx="8290352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950671" y="4663440"/>
            <a:ext cx="8290352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chemeClr val="bg1">
              <a:alpha val="55000"/>
            </a:schemeClr>
          </a:solidFill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5844387" y="205739"/>
            <a:ext cx="502920" cy="502920"/>
            <a:chOff x="5844387" y="205739"/>
            <a:chExt cx="502920" cy="502920"/>
          </a:xfrm>
        </p:grpSpPr>
        <p:sp>
          <p:nvSpPr>
            <p:cNvPr id="9" name="Pie 8"/>
            <p:cNvSpPr/>
            <p:nvPr/>
          </p:nvSpPr>
          <p:spPr>
            <a:xfrm>
              <a:off x="5844387" y="205739"/>
              <a:ext cx="502920" cy="502920"/>
            </a:xfrm>
            <a:prstGeom prst="pi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72345734-DD83-4777-92B5-9110143A36D8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48640" y="6172200"/>
            <a:ext cx="365760" cy="365760"/>
            <a:chOff x="548640" y="6172200"/>
            <a:chExt cx="365760" cy="365760"/>
          </a:xfrm>
        </p:grpSpPr>
        <p:sp>
          <p:nvSpPr>
            <p:cNvPr id="5" name="Pie 4"/>
            <p:cNvSpPr/>
            <p:nvPr/>
          </p:nvSpPr>
          <p:spPr>
            <a:xfrm>
              <a:off x="548640" y="6172200"/>
              <a:ext cx="365760" cy="365760"/>
            </a:xfrm>
            <a:prstGeom prst="pi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950671" y="1828800"/>
            <a:ext cx="8290352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950671" y="2212848"/>
            <a:ext cx="8290352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950671" y="3886200"/>
            <a:ext cx="8290352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950671" y="4663440"/>
            <a:ext cx="8290352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9525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5844387" y="205739"/>
            <a:ext cx="502920" cy="502920"/>
            <a:chOff x="5844387" y="205739"/>
            <a:chExt cx="502920" cy="502920"/>
          </a:xfrm>
        </p:grpSpPr>
        <p:sp>
          <p:nvSpPr>
            <p:cNvPr id="9" name="Pie 8"/>
            <p:cNvSpPr/>
            <p:nvPr/>
          </p:nvSpPr>
          <p:spPr>
            <a:xfrm>
              <a:off x="5844387" y="205739"/>
              <a:ext cx="502920" cy="502920"/>
            </a:xfrm>
            <a:prstGeom prst="pi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5CCC98E0-676C-4920-8361-5701D810E8A2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48640" y="6172200"/>
            <a:ext cx="365760" cy="365760"/>
            <a:chOff x="548640" y="6172200"/>
            <a:chExt cx="365760" cy="365760"/>
          </a:xfrm>
        </p:grpSpPr>
        <p:sp>
          <p:nvSpPr>
            <p:cNvPr id="5" name="Pie 4"/>
            <p:cNvSpPr/>
            <p:nvPr/>
          </p:nvSpPr>
          <p:spPr>
            <a:xfrm>
              <a:off x="548640" y="6172200"/>
              <a:ext cx="365760" cy="365760"/>
            </a:xfrm>
            <a:prstGeom prst="pi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7DFFCBDF-4623-4CDA-8600-71E060924D8A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Pie 5"/>
            <p:cNvSpPr/>
            <p:nvPr/>
          </p:nvSpPr>
          <p:spPr>
            <a:xfrm>
              <a:off x="5821527" y="5212080"/>
              <a:ext cx="548640" cy="548640"/>
            </a:xfrm>
            <a:prstGeom prst="pi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사진첩 한 권이 벌써 가득 찼습니다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F1CA-FC60-45F4-80C7-35580232C767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첫 번째 생일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5227167" cy="43434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대표 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5227167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6233007" y="1828800"/>
            <a:ext cx="5227167" cy="43434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대표 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6233007" y="1828800"/>
            <a:ext cx="5227167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67948-90E7-4332-8A8B-703334C4A10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해의 순간들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CBDC5-2E75-4E64-A592-5825E659D45F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번째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좋아하는 순간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4417466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두 번째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웃은 순간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8085124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세 번째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크게 자란 순간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8373D-C0CE-4A9C-B9EF-651E90E9764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사진 중심)">
  <a:themeElements>
    <a:clrScheme name="돌잔치 슬라이드(사진 중심)">
      <a:dk1>
        <a:srgbClr val="2B2724"/>
      </a:dk1>
      <a:lt1>
        <a:srgbClr val="FFFFFF"/>
      </a:lt1>
      <a:dk2>
        <a:srgbClr val="3A6462"/>
      </a:dk2>
      <a:lt2>
        <a:srgbClr val="E4F9EA"/>
      </a:lt2>
      <a:accent1>
        <a:srgbClr val="73D892"/>
      </a:accent1>
      <a:accent2>
        <a:srgbClr val="927CC5"/>
      </a:accent2>
      <a:accent3>
        <a:srgbClr val="2C4E36"/>
      </a:accent3>
      <a:accent4>
        <a:srgbClr val="C7F4D5"/>
      </a:accent4>
      <a:accent5>
        <a:srgbClr val="A3CCE0"/>
      </a:accent5>
      <a:accent6>
        <a:srgbClr val="D4E6BC"/>
      </a:accent6>
      <a:hlink>
        <a:srgbClr val="3A6462"/>
      </a:hlink>
      <a:folHlink>
        <a:srgbClr val="2C4E36"/>
      </a:folHlink>
    </a:clrScheme>
    <a:fontScheme name="돌잔치 슬라이드(사진 중심)">
      <a:majorFont>
        <a:latin typeface="Georg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슬라이드(사진 중심)</dc:title>
  <dc:subject>돌잔치 슬라이드 · 사진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