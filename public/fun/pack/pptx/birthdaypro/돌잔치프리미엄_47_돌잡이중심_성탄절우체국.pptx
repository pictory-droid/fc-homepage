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9A11CAA-A142-4921-AD7A-927471ACC7D0}">
          <p14:sldIdLst>
            <p14:sldId id="256"/>
          </p14:sldIdLst>
        </p14:section>
        <p14:section name="본문" id="{F3F5399C-0416-4010-A878-1277F1850C4C}">
          <p14:sldIdLst>
            <p14:sldId id="257"/>
            <p14:sldId id="258"/>
            <p14:sldId id="259"/>
            <p14:sldId id="260"/>
          </p14:sldIdLst>
        </p14:section>
        <p14:section name="마무리" id="{B486747F-5CDB-45BB-8777-363F87BF78F5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Sun 9"/>
            <p:cNvSpPr/>
            <p:nvPr/>
          </p:nvSpPr>
          <p:spPr>
            <a:xfrm>
              <a:off x="2596877" y="603503"/>
              <a:ext cx="347472" cy="347472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3F622F7-739A-4B70-9BFF-9A353C2820B4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Sun 4"/>
            <p:cNvSpPr/>
            <p:nvPr/>
          </p:nvSpPr>
          <p:spPr>
            <a:xfrm>
              <a:off x="548640" y="6172200"/>
              <a:ext cx="365760" cy="36576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Sun 9"/>
            <p:cNvSpPr/>
            <p:nvPr/>
          </p:nvSpPr>
          <p:spPr>
            <a:xfrm>
              <a:off x="2596877" y="603503"/>
              <a:ext cx="347472" cy="347472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674D3E7-0665-4EB6-B0D0-67D1D93CE75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Sun 4"/>
            <p:cNvSpPr/>
            <p:nvPr/>
          </p:nvSpPr>
          <p:spPr>
            <a:xfrm>
              <a:off x="548640" y="6172200"/>
              <a:ext cx="365760" cy="365760"/>
            </a:xfrm>
            <a:prstGeom prst="sun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C16B00B-B41E-4A59-BC21-B6713737C4B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Sun 5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돌잡이는 아기 마음대로입니다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67684-140A-4656-98C5-2073A10DE65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0DED-96CD-4BB9-ADB3-1D3ED126D88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1FE3F-04E6-44D1-B6C2-ED3E823659B4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6B878-D44A-479C-BA06-665FF962640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3A644F"/>
      </a:dk2>
      <a:lt2>
        <a:srgbClr val="EBF7EF"/>
      </a:lt2>
      <a:accent1>
        <a:srgbClr val="89CCA0"/>
      </a:accent1>
      <a:accent2>
        <a:srgbClr val="8FBDB5"/>
      </a:accent2>
      <a:accent3>
        <a:srgbClr val="2C4E37"/>
      </a:accent3>
      <a:accent4>
        <a:srgbClr val="CEEED9"/>
      </a:accent4>
      <a:accent5>
        <a:srgbClr val="A3CAE0"/>
      </a:accent5>
      <a:accent6>
        <a:srgbClr val="D2E6BC"/>
      </a:accent6>
      <a:hlink>
        <a:srgbClr val="3A644F"/>
      </a:hlink>
      <a:folHlink>
        <a:srgbClr val="2C4E37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