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169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시작" id="{636E3365-CC90-4B73-8AFC-DA61190DF66D}">
          <p14:sldIdLst>
            <p14:sldId id="256"/>
          </p14:sldIdLst>
        </p14:section>
        <p14:section name="본문" id="{67B6DDC2-A75E-42B8-B8DC-B97CBC1FBAE6}">
          <p14:sldIdLst>
            <p14:sldId id="257"/>
            <p14:sldId id="258"/>
            <p14:sldId id="259"/>
            <p14:sldId id="260"/>
          </p14:sldIdLst>
        </p14:section>
        <p14:section name="마무리" id="{589CCFA9-F27D-431C-8E3B-DAC481B826A7}">
          <p14:sldIdLst>
            <p14:sldId id="261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표지입니다. 제목·글은 눌러서 바로 고치세요. 사진 자리는 가운데 아이콘을 누르면 사진을 넣을 수 있고, 모양에 맞춰 자동으로 잘려요.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아기 사진을 넣고, 오른쪽 표의 칸을 눌러 내용을 적으세요.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내용을 입력하세요.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내용을 입력하세요.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사진 자리를 눌러 사진을 넣으세요.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글은 눌러서 바로 고치세요. 사진 자리는 가운데 아이콘을 누르면 사진을 넣을 수 있어요.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">
    <p:bg>
      <p:bgPr>
        <a:pattFill prst="dotGrid">
          <a:fgClr>
            <a:schemeClr val="tx2"/>
          </a:fgClr>
          <a:bgClr>
            <a:schemeClr val="accent3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사진"/>
          <p:cNvSpPr>
            <a:spLocks noGrp="1"/>
          </p:cNvSpPr>
          <p:nvPr>
            <p:ph type="pic" sz="quarter" idx="13"/>
          </p:nvPr>
        </p:nvSpPr>
        <p:spPr>
          <a:xfrm>
            <a:off x="7315017" y="685800"/>
            <a:ext cx="3657508" cy="5486400"/>
          </a:xfrm>
          <a:prstGeom prst="round2SameRect">
            <a:avLst>
              <a:gd name="adj1" fmla="val 50000"/>
              <a:gd name="adj2" fmla="val 0"/>
            </a:avLst>
          </a:prstGeo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사진을 넣으려면 아이콘을 누르세요</a:t>
            </a:r>
          </a:p>
        </p:txBody>
      </p:sp>
      <p:sp>
        <p:nvSpPr>
          <p:cNvPr id="102" name="영문 라벨"/>
          <p:cNvSpPr>
            <a:spLocks noGrp="1"/>
          </p:cNvSpPr>
          <p:nvPr>
            <p:ph type="body" sz="quarter" idx="10"/>
          </p:nvPr>
        </p:nvSpPr>
        <p:spPr>
          <a:xfrm>
            <a:off x="975335" y="1645920"/>
            <a:ext cx="5120511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3" name="제목"/>
          <p:cNvSpPr>
            <a:spLocks noGrp="1"/>
          </p:cNvSpPr>
          <p:nvPr>
            <p:ph type="ctrTitle"/>
          </p:nvPr>
        </p:nvSpPr>
        <p:spPr>
          <a:xfrm>
            <a:off x="975335" y="2029968"/>
            <a:ext cx="5120511" cy="1600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02000"/>
              </a:lnSpc>
              <a:spcBef>
                <a:spcPts val="0"/>
              </a:spcBef>
              <a:buNone/>
              <a:defRPr sz="4400" b="0" spc="0">
                <a:solidFill>
                  <a:srgbClr val="FFFFFF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4" name="한 줄 문구"/>
          <p:cNvSpPr>
            <a:spLocks noGrp="1"/>
          </p:cNvSpPr>
          <p:nvPr>
            <p:ph type="subTitle" idx="1"/>
          </p:nvPr>
        </p:nvSpPr>
        <p:spPr>
          <a:xfrm>
            <a:off x="975335" y="3703320"/>
            <a:ext cx="5120511" cy="73152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rgbClr val="D5D4D2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5" name="안내 문구"/>
          <p:cNvSpPr>
            <a:spLocks noGrp="1"/>
          </p:cNvSpPr>
          <p:nvPr>
            <p:ph type="body" sz="quarter" idx="11"/>
          </p:nvPr>
        </p:nvSpPr>
        <p:spPr>
          <a:xfrm>
            <a:off x="975335" y="4480559"/>
            <a:ext cx="5120511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rgbClr val="AFAEA9"/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sp>
        <p:nvSpPr>
          <p:cNvPr id="2" name="어긋난 아치 선"/>
          <p:cNvSpPr/>
          <p:nvPr/>
        </p:nvSpPr>
        <p:spPr>
          <a:xfrm>
            <a:off x="7607625" y="960120"/>
            <a:ext cx="3657508" cy="5486400"/>
          </a:xfrm>
          <a:prstGeom prst="round2SameRect">
            <a:avLst>
              <a:gd name="adj1" fmla="val 50000"/>
              <a:gd name="adj2" fmla="val 0"/>
            </a:avLst>
          </a:prstGeom>
          <a:noFill/>
          <a:ln w="1270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아치 틀"/>
          <p:cNvSpPr/>
          <p:nvPr/>
        </p:nvSpPr>
        <p:spPr>
          <a:xfrm>
            <a:off x="7223577" y="594360"/>
            <a:ext cx="3840388" cy="5669280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tx2">
              <a:alpha val="100000"/>
            </a:schemeClr>
          </a:solidFill>
          <a:ln w="635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사진 바탕"/>
          <p:cNvSpPr/>
          <p:nvPr/>
        </p:nvSpPr>
        <p:spPr>
          <a:xfrm>
            <a:off x="7315017" y="685800"/>
            <a:ext cx="3657508" cy="5486400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사진을 넣어 주세요</a:t>
            </a:r>
          </a:p>
        </p:txBody>
      </p:sp>
      <p:sp>
        <p:nvSpPr>
          <p:cNvPr id="5" name="포인트 원"/>
          <p:cNvSpPr/>
          <p:nvPr/>
        </p:nvSpPr>
        <p:spPr>
          <a:xfrm>
            <a:off x="10771357" y="5330952"/>
            <a:ext cx="585216" cy="585216"/>
          </a:xfrm>
          <a:prstGeom prst="ellipse">
            <a:avLst/>
          </a:prstGeom>
          <a:solidFill>
            <a:schemeClr val="tx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">
    <p:bg>
      <p:bgPr>
        <a:pattFill prst="pct10">
          <a:fgClr>
            <a:schemeClr val="accent1">
              <a:lumMod val="10000"/>
              <a:lumOff val="90000"/>
            </a:schemeClr>
          </a:fgClr>
          <a:bgClr>
            <a:schemeClr val="bg2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1463040" y="365760"/>
            <a:ext cx="926561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1463040" y="658368"/>
            <a:ext cx="9265615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28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5730087" y="6309360"/>
            <a:ext cx="731520" cy="329184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000" b="0" spc="20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fld id="{4A6E32E4-8C70-4B72-8FF1-7D38ED65C447}" type="slidenum">
              <a:rPr lang="en-US"/>
              <a:t>‹#›</a:t>
            </a:fld>
          </a:p>
        </p:txBody>
      </p:sp>
      <p:sp>
        <p:nvSpPr>
          <p:cNvPr id="2" name="Arc 1"/>
          <p:cNvSpPr/>
          <p:nvPr/>
        </p:nvSpPr>
        <p:spPr>
          <a:xfrm>
            <a:off x="-182880" y="-182880"/>
            <a:ext cx="914400" cy="914400"/>
          </a:xfrm>
          <a:prstGeom prst="arc">
            <a:avLst>
              <a:gd name="adj1" fmla="val 10800000"/>
              <a:gd name="adj2" fmla="val 1620000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Arc 2"/>
          <p:cNvSpPr/>
          <p:nvPr/>
        </p:nvSpPr>
        <p:spPr>
          <a:xfrm>
            <a:off x="-548640" y="-548640"/>
            <a:ext cx="1645920" cy="1645920"/>
          </a:xfrm>
          <a:prstGeom prst="arc">
            <a:avLst>
              <a:gd name="adj1" fmla="val 10800000"/>
              <a:gd name="adj2" fmla="val 1620000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Arc 3"/>
          <p:cNvSpPr/>
          <p:nvPr/>
        </p:nvSpPr>
        <p:spPr>
          <a:xfrm>
            <a:off x="-914400" y="-914400"/>
            <a:ext cx="2377440" cy="2377440"/>
          </a:xfrm>
          <a:prstGeom prst="arc">
            <a:avLst>
              <a:gd name="adj1" fmla="val 10800000"/>
              <a:gd name="adj2" fmla="val 1620000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454421" y="306076"/>
            <a:ext cx="990559" cy="174663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432698" y="365759"/>
            <a:ext cx="871083" cy="50292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391872" y="414414"/>
            <a:ext cx="646542" cy="770518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336868" y="446170"/>
            <a:ext cx="344018" cy="94518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sp>
        <p:nvSpPr>
          <p:cNvPr id="9" name="Arc 8"/>
          <p:cNvSpPr/>
          <p:nvPr/>
        </p:nvSpPr>
        <p:spPr>
          <a:xfrm>
            <a:off x="11460175" y="-182880"/>
            <a:ext cx="914400" cy="914400"/>
          </a:xfrm>
          <a:prstGeom prst="arc">
            <a:avLst>
              <a:gd name="adj1" fmla="val 16200000"/>
              <a:gd name="adj2" fmla="val 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Arc 9"/>
          <p:cNvSpPr/>
          <p:nvPr/>
        </p:nvSpPr>
        <p:spPr>
          <a:xfrm>
            <a:off x="11094415" y="-548640"/>
            <a:ext cx="1645920" cy="1645920"/>
          </a:xfrm>
          <a:prstGeom prst="arc">
            <a:avLst>
              <a:gd name="adj1" fmla="val 16200000"/>
              <a:gd name="adj2" fmla="val 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Arc 10"/>
          <p:cNvSpPr/>
          <p:nvPr/>
        </p:nvSpPr>
        <p:spPr>
          <a:xfrm>
            <a:off x="10728655" y="-914400"/>
            <a:ext cx="2377440" cy="2377440"/>
          </a:xfrm>
          <a:prstGeom prst="arc">
            <a:avLst>
              <a:gd name="adj1" fmla="val 16200000"/>
              <a:gd name="adj2" fmla="val 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 flipH="1">
            <a:off x="10746714" y="306076"/>
            <a:ext cx="990559" cy="174663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3" name="Connector 12"/>
          <p:cNvCxnSpPr/>
          <p:nvPr/>
        </p:nvCxnSpPr>
        <p:spPr>
          <a:xfrm flipH="1">
            <a:off x="10887913" y="365759"/>
            <a:ext cx="871083" cy="50292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4" name="Connector 13"/>
          <p:cNvCxnSpPr/>
          <p:nvPr/>
        </p:nvCxnSpPr>
        <p:spPr>
          <a:xfrm flipH="1">
            <a:off x="11153280" y="414414"/>
            <a:ext cx="646542" cy="770518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5" name="Connector 14"/>
          <p:cNvCxnSpPr/>
          <p:nvPr/>
        </p:nvCxnSpPr>
        <p:spPr>
          <a:xfrm flipH="1">
            <a:off x="11510809" y="446170"/>
            <a:ext cx="344017" cy="94518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6" name="Connector 15"/>
          <p:cNvCxnSpPr/>
          <p:nvPr/>
        </p:nvCxnSpPr>
        <p:spPr>
          <a:xfrm>
            <a:off x="4632807" y="1517904"/>
            <a:ext cx="1280160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cxnSp>
        <p:nvCxnSpPr>
          <p:cNvPr id="17" name="Connector 16"/>
          <p:cNvCxnSpPr/>
          <p:nvPr/>
        </p:nvCxnSpPr>
        <p:spPr>
          <a:xfrm>
            <a:off x="6278727" y="1517904"/>
            <a:ext cx="1280160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18" name="Diamond 17"/>
          <p:cNvSpPr/>
          <p:nvPr/>
        </p:nvSpPr>
        <p:spPr>
          <a:xfrm>
            <a:off x="6036411" y="1458468"/>
            <a:ext cx="118872" cy="118872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마무리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사진"/>
          <p:cNvSpPr>
            <a:spLocks noGrp="1"/>
          </p:cNvSpPr>
          <p:nvPr>
            <p:ph type="pic" sz="quarter" idx="13"/>
          </p:nvPr>
        </p:nvSpPr>
        <p:spPr>
          <a:xfrm>
            <a:off x="7315017" y="685800"/>
            <a:ext cx="3657508" cy="5486400"/>
          </a:xfrm>
          <a:prstGeom prst="round2SameRect">
            <a:avLst>
              <a:gd name="adj1" fmla="val 50000"/>
              <a:gd name="adj2" fmla="val 0"/>
            </a:avLst>
          </a:prstGeo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사진을 넣으려면 아이콘을 누르세요</a:t>
            </a:r>
          </a:p>
        </p:txBody>
      </p:sp>
      <p:sp>
        <p:nvSpPr>
          <p:cNvPr id="102" name="영문 라벨"/>
          <p:cNvSpPr>
            <a:spLocks noGrp="1"/>
          </p:cNvSpPr>
          <p:nvPr>
            <p:ph type="body" sz="quarter" idx="10"/>
          </p:nvPr>
        </p:nvSpPr>
        <p:spPr>
          <a:xfrm>
            <a:off x="975335" y="1645920"/>
            <a:ext cx="5120511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3" name="제목"/>
          <p:cNvSpPr>
            <a:spLocks noGrp="1"/>
          </p:cNvSpPr>
          <p:nvPr>
            <p:ph type="title"/>
          </p:nvPr>
        </p:nvSpPr>
        <p:spPr>
          <a:xfrm>
            <a:off x="975335" y="2029968"/>
            <a:ext cx="5120511" cy="1600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02000"/>
              </a:lnSpc>
              <a:spcBef>
                <a:spcPts val="0"/>
              </a:spcBef>
              <a:buNone/>
              <a:defRPr sz="44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4" name="한 줄 문구"/>
          <p:cNvSpPr>
            <a:spLocks noGrp="1"/>
          </p:cNvSpPr>
          <p:nvPr>
            <p:ph type="subTitle" idx="1"/>
          </p:nvPr>
        </p:nvSpPr>
        <p:spPr>
          <a:xfrm>
            <a:off x="975335" y="3703320"/>
            <a:ext cx="5120511" cy="73152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5" name="안내 문구"/>
          <p:cNvSpPr>
            <a:spLocks noGrp="1"/>
          </p:cNvSpPr>
          <p:nvPr>
            <p:ph type="body" sz="quarter" idx="11"/>
          </p:nvPr>
        </p:nvSpPr>
        <p:spPr>
          <a:xfrm>
            <a:off x="975335" y="4480559"/>
            <a:ext cx="5120511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sp>
        <p:nvSpPr>
          <p:cNvPr id="2" name="어긋난 아치 선"/>
          <p:cNvSpPr/>
          <p:nvPr/>
        </p:nvSpPr>
        <p:spPr>
          <a:xfrm>
            <a:off x="7607625" y="960120"/>
            <a:ext cx="3657508" cy="5486400"/>
          </a:xfrm>
          <a:prstGeom prst="round2SameRect">
            <a:avLst>
              <a:gd name="adj1" fmla="val 50000"/>
              <a:gd name="adj2" fmla="val 0"/>
            </a:avLst>
          </a:prstGeom>
          <a:noFill/>
          <a:ln w="1270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아치 틀"/>
          <p:cNvSpPr/>
          <p:nvPr/>
        </p:nvSpPr>
        <p:spPr>
          <a:xfrm>
            <a:off x="7223577" y="594360"/>
            <a:ext cx="3840388" cy="5669280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bg1">
              <a:alpha val="100000"/>
            </a:schemeClr>
          </a:solidFill>
          <a:ln w="635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사진 바탕"/>
          <p:cNvSpPr/>
          <p:nvPr/>
        </p:nvSpPr>
        <p:spPr>
          <a:xfrm>
            <a:off x="7315017" y="685800"/>
            <a:ext cx="3657508" cy="5486400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사진을 넣어 주세요</a:t>
            </a:r>
          </a:p>
        </p:txBody>
      </p:sp>
      <p:sp>
        <p:nvSpPr>
          <p:cNvPr id="5" name="포인트 원"/>
          <p:cNvSpPr/>
          <p:nvPr/>
        </p:nvSpPr>
        <p:spPr>
          <a:xfrm>
            <a:off x="10771357" y="5330952"/>
            <a:ext cx="585216" cy="585216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 + 사진">
    <p:bg>
      <p:bgPr>
        <a:pattFill prst="pct10">
          <a:fgClr>
            <a:schemeClr val="accent1">
              <a:lumMod val="10000"/>
              <a:lumOff val="90000"/>
            </a:schemeClr>
          </a:fgClr>
          <a:bgClr>
            <a:schemeClr val="bg2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1463040" y="365760"/>
            <a:ext cx="926561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1463040" y="658368"/>
            <a:ext cx="9265615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28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5730087" y="6309360"/>
            <a:ext cx="731520" cy="329184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000" b="0" spc="20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fld id="{162D6E3D-8A15-4ADF-BB6D-E3F9DDCDC7A2}" type="slidenum">
              <a:rPr lang="en-US"/>
              <a:t>‹#›</a:t>
            </a:fld>
          </a:p>
        </p:txBody>
      </p:sp>
      <p:sp>
        <p:nvSpPr>
          <p:cNvPr id="104" name="사진 1"/>
          <p:cNvSpPr>
            <a:spLocks noGrp="1"/>
          </p:cNvSpPr>
          <p:nvPr>
            <p:ph type="pic" sz="quarter" idx="13"/>
          </p:nvPr>
        </p:nvSpPr>
        <p:spPr>
          <a:xfrm>
            <a:off x="7315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5" name="사진 2"/>
          <p:cNvSpPr>
            <a:spLocks noGrp="1"/>
          </p:cNvSpPr>
          <p:nvPr>
            <p:ph type="pic" sz="quarter" idx="14"/>
          </p:nvPr>
        </p:nvSpPr>
        <p:spPr>
          <a:xfrm>
            <a:off x="21031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6" name="사진 3"/>
          <p:cNvSpPr>
            <a:spLocks noGrp="1"/>
          </p:cNvSpPr>
          <p:nvPr>
            <p:ph type="pic" sz="quarter" idx="15"/>
          </p:nvPr>
        </p:nvSpPr>
        <p:spPr>
          <a:xfrm>
            <a:off x="34747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7" name="사진 4"/>
          <p:cNvSpPr>
            <a:spLocks noGrp="1"/>
          </p:cNvSpPr>
          <p:nvPr>
            <p:ph type="pic" sz="quarter" idx="16"/>
          </p:nvPr>
        </p:nvSpPr>
        <p:spPr>
          <a:xfrm>
            <a:off x="48463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8" name="사진 5"/>
          <p:cNvSpPr>
            <a:spLocks noGrp="1"/>
          </p:cNvSpPr>
          <p:nvPr>
            <p:ph type="pic" sz="quarter" idx="17"/>
          </p:nvPr>
        </p:nvSpPr>
        <p:spPr>
          <a:xfrm>
            <a:off x="7315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9" name="사진 6"/>
          <p:cNvSpPr>
            <a:spLocks noGrp="1"/>
          </p:cNvSpPr>
          <p:nvPr>
            <p:ph type="pic" sz="quarter" idx="18"/>
          </p:nvPr>
        </p:nvSpPr>
        <p:spPr>
          <a:xfrm>
            <a:off x="21031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0" name="사진 7"/>
          <p:cNvSpPr>
            <a:spLocks noGrp="1"/>
          </p:cNvSpPr>
          <p:nvPr>
            <p:ph type="pic" sz="quarter" idx="19"/>
          </p:nvPr>
        </p:nvSpPr>
        <p:spPr>
          <a:xfrm>
            <a:off x="34747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1" name="사진 8"/>
          <p:cNvSpPr>
            <a:spLocks noGrp="1"/>
          </p:cNvSpPr>
          <p:nvPr>
            <p:ph type="pic" sz="quarter" idx="20"/>
          </p:nvPr>
        </p:nvSpPr>
        <p:spPr>
          <a:xfrm>
            <a:off x="48463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2" name="Arc 1"/>
          <p:cNvSpPr/>
          <p:nvPr/>
        </p:nvSpPr>
        <p:spPr>
          <a:xfrm>
            <a:off x="-182880" y="-182880"/>
            <a:ext cx="914400" cy="914400"/>
          </a:xfrm>
          <a:prstGeom prst="arc">
            <a:avLst>
              <a:gd name="adj1" fmla="val 10800000"/>
              <a:gd name="adj2" fmla="val 1620000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Arc 2"/>
          <p:cNvSpPr/>
          <p:nvPr/>
        </p:nvSpPr>
        <p:spPr>
          <a:xfrm>
            <a:off x="-548640" y="-548640"/>
            <a:ext cx="1645920" cy="1645920"/>
          </a:xfrm>
          <a:prstGeom prst="arc">
            <a:avLst>
              <a:gd name="adj1" fmla="val 10800000"/>
              <a:gd name="adj2" fmla="val 1620000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Arc 3"/>
          <p:cNvSpPr/>
          <p:nvPr/>
        </p:nvSpPr>
        <p:spPr>
          <a:xfrm>
            <a:off x="-914400" y="-914400"/>
            <a:ext cx="2377440" cy="2377440"/>
          </a:xfrm>
          <a:prstGeom prst="arc">
            <a:avLst>
              <a:gd name="adj1" fmla="val 10800000"/>
              <a:gd name="adj2" fmla="val 1620000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454421" y="306076"/>
            <a:ext cx="990559" cy="174663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432698" y="365759"/>
            <a:ext cx="871083" cy="50292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391872" y="414414"/>
            <a:ext cx="646542" cy="770518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336868" y="446170"/>
            <a:ext cx="344018" cy="94518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sp>
        <p:nvSpPr>
          <p:cNvPr id="9" name="Arc 8"/>
          <p:cNvSpPr/>
          <p:nvPr/>
        </p:nvSpPr>
        <p:spPr>
          <a:xfrm>
            <a:off x="11460175" y="-182880"/>
            <a:ext cx="914400" cy="914400"/>
          </a:xfrm>
          <a:prstGeom prst="arc">
            <a:avLst>
              <a:gd name="adj1" fmla="val 16200000"/>
              <a:gd name="adj2" fmla="val 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Arc 9"/>
          <p:cNvSpPr/>
          <p:nvPr/>
        </p:nvSpPr>
        <p:spPr>
          <a:xfrm>
            <a:off x="11094415" y="-548640"/>
            <a:ext cx="1645920" cy="1645920"/>
          </a:xfrm>
          <a:prstGeom prst="arc">
            <a:avLst>
              <a:gd name="adj1" fmla="val 16200000"/>
              <a:gd name="adj2" fmla="val 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Arc 10"/>
          <p:cNvSpPr/>
          <p:nvPr/>
        </p:nvSpPr>
        <p:spPr>
          <a:xfrm>
            <a:off x="10728655" y="-914400"/>
            <a:ext cx="2377440" cy="2377440"/>
          </a:xfrm>
          <a:prstGeom prst="arc">
            <a:avLst>
              <a:gd name="adj1" fmla="val 16200000"/>
              <a:gd name="adj2" fmla="val 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 flipH="1">
            <a:off x="10746714" y="306076"/>
            <a:ext cx="990559" cy="174663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3" name="Connector 12"/>
          <p:cNvCxnSpPr/>
          <p:nvPr/>
        </p:nvCxnSpPr>
        <p:spPr>
          <a:xfrm flipH="1">
            <a:off x="10887913" y="365759"/>
            <a:ext cx="871083" cy="50292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4" name="Connector 13"/>
          <p:cNvCxnSpPr/>
          <p:nvPr/>
        </p:nvCxnSpPr>
        <p:spPr>
          <a:xfrm flipH="1">
            <a:off x="11153280" y="414414"/>
            <a:ext cx="646542" cy="770518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5" name="Connector 14"/>
          <p:cNvCxnSpPr/>
          <p:nvPr/>
        </p:nvCxnSpPr>
        <p:spPr>
          <a:xfrm flipH="1">
            <a:off x="11510809" y="446170"/>
            <a:ext cx="344017" cy="94518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6" name="Connector 15"/>
          <p:cNvCxnSpPr/>
          <p:nvPr/>
        </p:nvCxnSpPr>
        <p:spPr>
          <a:xfrm>
            <a:off x="4632807" y="1517904"/>
            <a:ext cx="1280160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cxnSp>
        <p:nvCxnSpPr>
          <p:cNvPr id="17" name="Connector 16"/>
          <p:cNvCxnSpPr/>
          <p:nvPr/>
        </p:nvCxnSpPr>
        <p:spPr>
          <a:xfrm>
            <a:off x="6278727" y="1517904"/>
            <a:ext cx="1280160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18" name="Diamond 17"/>
          <p:cNvSpPr/>
          <p:nvPr/>
        </p:nvSpPr>
        <p:spPr>
          <a:xfrm>
            <a:off x="6036411" y="1458468"/>
            <a:ext cx="118872" cy="118872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한 문장">
    <p:bg>
      <p:bgPr>
        <a:pattFill prst="pct10">
          <a:fgClr>
            <a:schemeClr val="accent1">
              <a:lumMod val="10000"/>
              <a:lumOff val="90000"/>
            </a:schemeClr>
          </a:fgClr>
          <a:bgClr>
            <a:schemeClr val="bg2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1463040" y="365760"/>
            <a:ext cx="926561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쪽 번호"/>
          <p:cNvSpPr>
            <a:spLocks noGrp="1"/>
          </p:cNvSpPr>
          <p:nvPr>
            <p:ph type="sldNum" sz="quarter" idx="12"/>
          </p:nvPr>
        </p:nvSpPr>
        <p:spPr>
          <a:xfrm>
            <a:off x="5730087" y="6309360"/>
            <a:ext cx="731520" cy="329184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000" b="0" spc="20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fld id="{BDACE0CC-9113-498E-BAB8-F51196DCFF4C}" type="slidenum">
              <a:rPr lang="en-US"/>
              <a:t>‹#›</a:t>
            </a:fld>
          </a:p>
        </p:txBody>
      </p:sp>
      <p:sp>
        <p:nvSpPr>
          <p:cNvPr id="103" name="한 문장"/>
          <p:cNvSpPr>
            <a:spLocks noGrp="1"/>
          </p:cNvSpPr>
          <p:nvPr>
            <p:ph type="title"/>
          </p:nvPr>
        </p:nvSpPr>
        <p:spPr>
          <a:xfrm>
            <a:off x="1463003" y="2331720"/>
            <a:ext cx="9265688" cy="233172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30000"/>
              </a:lnSpc>
              <a:spcBef>
                <a:spcPts val="0"/>
              </a:spcBef>
              <a:buNone/>
              <a:defRPr sz="34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한 문장으로 말하면</a:t>
            </a:r>
          </a:p>
        </p:txBody>
      </p:sp>
      <p:sp>
        <p:nvSpPr>
          <p:cNvPr id="2" name="Arc 1"/>
          <p:cNvSpPr/>
          <p:nvPr/>
        </p:nvSpPr>
        <p:spPr>
          <a:xfrm>
            <a:off x="-182880" y="-182880"/>
            <a:ext cx="914400" cy="914400"/>
          </a:xfrm>
          <a:prstGeom prst="arc">
            <a:avLst>
              <a:gd name="adj1" fmla="val 10800000"/>
              <a:gd name="adj2" fmla="val 1620000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Arc 2"/>
          <p:cNvSpPr/>
          <p:nvPr/>
        </p:nvSpPr>
        <p:spPr>
          <a:xfrm>
            <a:off x="-548640" y="-548640"/>
            <a:ext cx="1645920" cy="1645920"/>
          </a:xfrm>
          <a:prstGeom prst="arc">
            <a:avLst>
              <a:gd name="adj1" fmla="val 10800000"/>
              <a:gd name="adj2" fmla="val 1620000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Arc 3"/>
          <p:cNvSpPr/>
          <p:nvPr/>
        </p:nvSpPr>
        <p:spPr>
          <a:xfrm>
            <a:off x="-914400" y="-914400"/>
            <a:ext cx="2377440" cy="2377440"/>
          </a:xfrm>
          <a:prstGeom prst="arc">
            <a:avLst>
              <a:gd name="adj1" fmla="val 10800000"/>
              <a:gd name="adj2" fmla="val 1620000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454421" y="306076"/>
            <a:ext cx="990559" cy="174663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432698" y="365759"/>
            <a:ext cx="871083" cy="50292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391872" y="414414"/>
            <a:ext cx="646542" cy="770518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336868" y="446170"/>
            <a:ext cx="344018" cy="94518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sp>
        <p:nvSpPr>
          <p:cNvPr id="9" name="Arc 8"/>
          <p:cNvSpPr/>
          <p:nvPr/>
        </p:nvSpPr>
        <p:spPr>
          <a:xfrm>
            <a:off x="11460175" y="-182880"/>
            <a:ext cx="914400" cy="914400"/>
          </a:xfrm>
          <a:prstGeom prst="arc">
            <a:avLst>
              <a:gd name="adj1" fmla="val 16200000"/>
              <a:gd name="adj2" fmla="val 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Arc 9"/>
          <p:cNvSpPr/>
          <p:nvPr/>
        </p:nvSpPr>
        <p:spPr>
          <a:xfrm>
            <a:off x="11094415" y="-548640"/>
            <a:ext cx="1645920" cy="1645920"/>
          </a:xfrm>
          <a:prstGeom prst="arc">
            <a:avLst>
              <a:gd name="adj1" fmla="val 16200000"/>
              <a:gd name="adj2" fmla="val 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Arc 10"/>
          <p:cNvSpPr/>
          <p:nvPr/>
        </p:nvSpPr>
        <p:spPr>
          <a:xfrm>
            <a:off x="10728655" y="-914400"/>
            <a:ext cx="2377440" cy="2377440"/>
          </a:xfrm>
          <a:prstGeom prst="arc">
            <a:avLst>
              <a:gd name="adj1" fmla="val 16200000"/>
              <a:gd name="adj2" fmla="val 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 flipH="1">
            <a:off x="10746714" y="306076"/>
            <a:ext cx="990559" cy="174663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3" name="Connector 12"/>
          <p:cNvCxnSpPr/>
          <p:nvPr/>
        </p:nvCxnSpPr>
        <p:spPr>
          <a:xfrm flipH="1">
            <a:off x="10887913" y="365759"/>
            <a:ext cx="871083" cy="50292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4" name="Connector 13"/>
          <p:cNvCxnSpPr/>
          <p:nvPr/>
        </p:nvCxnSpPr>
        <p:spPr>
          <a:xfrm flipH="1">
            <a:off x="11153280" y="414414"/>
            <a:ext cx="646542" cy="770518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5" name="Connector 14"/>
          <p:cNvCxnSpPr/>
          <p:nvPr/>
        </p:nvCxnSpPr>
        <p:spPr>
          <a:xfrm flipH="1">
            <a:off x="11510809" y="446170"/>
            <a:ext cx="344017" cy="94518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grpSp>
        <p:nvGrpSpPr>
          <p:cNvPr id="16" name="따옴표 장식"/>
          <p:cNvGrpSpPr/>
          <p:nvPr/>
        </p:nvGrpSpPr>
        <p:grpSpPr>
          <a:xfrm>
            <a:off x="5592927" y="1520189"/>
            <a:ext cx="1005840" cy="251460"/>
            <a:chOff x="5592927" y="1520189"/>
            <a:chExt cx="1005840" cy="251460"/>
          </a:xfrm>
        </p:grpSpPr>
        <p:sp>
          <p:nvSpPr>
            <p:cNvPr id="17" name="Diamond 16"/>
            <p:cNvSpPr/>
            <p:nvPr/>
          </p:nvSpPr>
          <p:spPr>
            <a:xfrm>
              <a:off x="5970117" y="1520189"/>
              <a:ext cx="251460" cy="251460"/>
            </a:xfrm>
            <a:prstGeom prst="diamond">
              <a:avLst/>
            </a:prstGeom>
            <a:solidFill>
              <a:schemeClr val="accent5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18" name="Connector 17"/>
            <p:cNvCxnSpPr/>
            <p:nvPr/>
          </p:nvCxnSpPr>
          <p:spPr>
            <a:xfrm>
              <a:off x="559292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  <p:cxnSp>
          <p:nvCxnSpPr>
            <p:cNvPr id="19" name="Connector 18"/>
            <p:cNvCxnSpPr/>
            <p:nvPr/>
          </p:nvCxnSpPr>
          <p:spPr>
            <a:xfrm>
              <a:off x="630158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</p:grpSp>
      <p:cxnSp>
        <p:nvCxnSpPr>
          <p:cNvPr id="20" name="Connector 19"/>
          <p:cNvCxnSpPr/>
          <p:nvPr/>
        </p:nvCxnSpPr>
        <p:spPr>
          <a:xfrm>
            <a:off x="5547207" y="5349240"/>
            <a:ext cx="1097280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21" name="Diamond 20"/>
          <p:cNvSpPr/>
          <p:nvPr/>
        </p:nvSpPr>
        <p:spPr>
          <a:xfrm>
            <a:off x="6036411" y="5289804"/>
            <a:ext cx="118872" cy="118872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GOLD  ·  FIRST BIRTHDAY</a:t>
            </a:r>
          </a:p>
        </p:txBody>
      </p:sp>
      <p:sp>
        <p:nvSpPr>
          <p:cNvPr id="4" name="Title 3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/>
              <a:t>첫 번째 생일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귀한 걸음 해 주신 분들께 인사드립니다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아기 이름 · 날짜 입력</a:t>
            </a:r>
          </a:p>
          <a:p>
            <a:r>
              <a:rPr lang="ko-KR"/>
              <a:t>장소를 입력하세요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BABY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우리 아기를 소개합니다</a:t>
            </a:r>
          </a:p>
        </p:txBody>
      </p:sp>
      <p:sp>
        <p:nvSpPr>
          <p:cNvPr id="13" name="사진 바탕 1"/>
          <p:cNvSpPr/>
          <p:nvPr/>
        </p:nvSpPr>
        <p:spPr>
          <a:xfrm>
            <a:off x="731520" y="1828800"/>
            <a:ext cx="3840480" cy="41605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아기 사진</a:t>
            </a:r>
          </a:p>
        </p:txBody>
      </p:sp>
      <p:sp>
        <p:nvSpPr>
          <p:cNvPr id="4" name="Picture Placeholder 3" descr="사진 자리 — 아이콘을 누르면 사진을 넣을 수 있어요"/>
          <p:cNvSpPr>
            <a:spLocks noGrp="1"/>
          </p:cNvSpPr>
          <p:nvPr>
            <p:ph type="pic" idx="13" sz="quarter"/>
          </p:nvPr>
        </p:nvSpPr>
        <p:spPr>
          <a:xfrm>
            <a:off x="731520" y="1828800"/>
            <a:ext cx="3840480" cy="4160520"/>
          </a:xfrm>
          <a:prstGeom prst="roundRect">
            <a:avLst>
              <a:gd name="adj" fmla="val 6000"/>
            </a:avLst>
          </a:prstGeom>
        </p:spPr>
      </p:sp>
      <p:sp>
        <p:nvSpPr>
          <p:cNvPr id="12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BAF274-8C7E-48C4-81AD-872218908ECA}" type="slidenum">
              <a:rPr lang="en-US"/>
              <a:t>‹#›</a:t>
            </a:fld>
            <a:endParaRPr lang="en-US"/>
          </a:p>
        </p:txBody>
      </p:sp>
      <p:graphicFrame>
        <p:nvGraphicFramePr>
          <p:cNvPr id="14" name="표"/>
          <p:cNvGraphicFramePr>
            <a:graphicFrameLocks noGrp="1"/>
          </p:cNvGraphicFramePr>
          <p:nvPr/>
        </p:nvGraphicFramePr>
        <p:xfrm>
          <a:off x="4937759" y="1828800"/>
          <a:ext cx="6522415" cy="3950208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828800"/>
                <a:gridCol w="4693615"/>
              </a:tblGrid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이름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입력하세요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생일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입력하세요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키 · 몸무게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입력하세요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좋아하는 것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입력하세요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별명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입력하세요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부모의 마음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입력하세요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spd="med">
    <p:split orient="horz" dir="out"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STORY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초대합니다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043165-95A8-4BE9-8B91-E77E4E770326}" type="slidenum">
              <a:rPr lang="en-US"/>
              <a:t>‹#›</a:t>
            </a:fld>
            <a:endParaRPr lang="en-US"/>
          </a:p>
        </p:txBody>
      </p:sp>
      <p:grpSp>
        <p:nvGrpSpPr>
          <p:cNvPr id="5" name="초대 글 칸"/>
          <p:cNvGrpSpPr/>
          <p:nvPr/>
        </p:nvGrpSpPr>
        <p:grpSpPr>
          <a:xfrm>
            <a:off x="731520" y="1828800"/>
            <a:ext cx="10728655" cy="4343400"/>
            <a:chOff x="731520" y="1828800"/>
            <a:chExt cx="10728655" cy="4343400"/>
          </a:xfrm>
        </p:grpSpPr>
        <p:sp>
          <p:nvSpPr>
            <p:cNvPr id="6" name="초대 글 칸"/>
            <p:cNvSpPr/>
            <p:nvPr/>
          </p:nvSpPr>
          <p:spPr>
            <a:xfrm>
              <a:off x="731520" y="1828800"/>
              <a:ext cx="10728655" cy="43434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안쪽 선"/>
            <p:cNvSpPr/>
            <p:nvPr/>
          </p:nvSpPr>
          <p:spPr>
            <a:xfrm>
              <a:off x="813816" y="1911095"/>
              <a:ext cx="10564063" cy="4178808"/>
            </a:xfrm>
            <a:prstGeom prst="rect">
              <a:avLst/>
            </a:prstGeom>
            <a:noFill/>
            <a:ln w="6350">
              <a:solidFill>
                <a:schemeClr val="accent5">
                  <a:alpha val="8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초대 글"/>
            <p:cNvSpPr txBox="1"/>
            <p:nvPr/>
          </p:nvSpPr>
          <p:spPr>
            <a:xfrm>
              <a:off x="1280160" y="2194560"/>
              <a:ext cx="9631375" cy="36118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ctr">
                <a:lnSpc>
                  <a:spcPct val="140000"/>
                </a:lnSpc>
              </a:pPr>
              <a:r>
                <a:rPr sz="2000" b="0" i="0" lang="ko-KR">
                  <a:solidFill>
                    <a:schemeClr val="tx1"/>
                  </a:solidFill>
                </a:rPr>
                <a:t>저희 아이의 첫 생일에 모십니다.</a:t>
              </a:r>
            </a:p>
            <a:p>
              <a:pPr algn="ctr">
                <a:lnSpc>
                  <a:spcPct val="140000"/>
                </a:lnSpc>
              </a:pPr>
              <a:r>
                <a:rPr sz="2000" b="0" i="0" lang="ko-KR">
                  <a:solidFill>
                    <a:schemeClr val="tx1"/>
                  </a:solidFill>
                </a:rPr>
                <a:t/>
              </a:r>
            </a:p>
            <a:p>
              <a:pPr algn="ctr">
                <a:lnSpc>
                  <a:spcPct val="140000"/>
                </a:lnSpc>
              </a:pPr>
              <a:r>
                <a:rPr sz="2000" b="0" i="0" lang="ko-KR">
                  <a:solidFill>
                    <a:schemeClr val="tx1"/>
                  </a:solidFill>
                </a:rPr>
                <a:t>오셔서 같이 밥 한 끼 해 주세요.</a:t>
              </a:r>
            </a:p>
            <a:p>
              <a:pPr algn="ctr">
                <a:lnSpc>
                  <a:spcPct val="140000"/>
                </a:lnSpc>
              </a:pPr>
              <a:r>
                <a:rPr sz="2000" b="0" i="0" lang="ko-KR">
                  <a:solidFill>
                    <a:schemeClr val="tx1"/>
                  </a:solidFill>
                </a:rPr>
                <a:t/>
              </a:r>
            </a:p>
            <a:p>
              <a:pPr algn="ctr">
                <a:lnSpc>
                  <a:spcPct val="140000"/>
                </a:lnSpc>
              </a:pPr>
              <a:r>
                <a:rPr sz="2000" b="0" i="0" lang="ko-KR">
                  <a:solidFill>
                    <a:schemeClr val="tx1"/>
                  </a:solidFill>
                </a:rPr>
                <a:t>일시 · 장소를 입력하세요</a:t>
              </a:r>
            </a:p>
          </p:txBody>
        </p:sp>
      </p:grpSp>
    </p:spTree>
  </p:cSld>
  <p:clrMapOvr>
    <a:masterClrMapping/>
  </p:clrMapOvr>
  <p:transition spd="med">
    <p:split orient="horz" dir="out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MEMORY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부모의 한마디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F8D8F9-676D-4769-B8A8-7429129F319D}" type="slidenum">
              <a:rPr lang="en-US"/>
              <a:t>‹#›</a:t>
            </a:fld>
            <a:endParaRPr lang="en-US"/>
          </a:p>
        </p:txBody>
      </p:sp>
      <p:grpSp>
        <p:nvGrpSpPr>
          <p:cNvPr id="5" name="편지 칸"/>
          <p:cNvGrpSpPr/>
          <p:nvPr/>
        </p:nvGrpSpPr>
        <p:grpSpPr>
          <a:xfrm>
            <a:off x="731520" y="1828800"/>
            <a:ext cx="10728655" cy="4343400"/>
            <a:chOff x="731520" y="1828800"/>
            <a:chExt cx="10728655" cy="4343400"/>
          </a:xfrm>
        </p:grpSpPr>
        <p:sp>
          <p:nvSpPr>
            <p:cNvPr id="6" name="편지 칸"/>
            <p:cNvSpPr/>
            <p:nvPr/>
          </p:nvSpPr>
          <p:spPr>
            <a:xfrm>
              <a:off x="731520" y="1828800"/>
              <a:ext cx="10728655" cy="43434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안쪽 선"/>
            <p:cNvSpPr/>
            <p:nvPr/>
          </p:nvSpPr>
          <p:spPr>
            <a:xfrm>
              <a:off x="813816" y="1911095"/>
              <a:ext cx="10564063" cy="4178808"/>
            </a:xfrm>
            <a:prstGeom prst="rect">
              <a:avLst/>
            </a:prstGeom>
            <a:noFill/>
            <a:ln w="6350">
              <a:solidFill>
                <a:schemeClr val="accent5">
                  <a:alpha val="8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편지 글"/>
            <p:cNvSpPr txBox="1"/>
            <p:nvPr/>
          </p:nvSpPr>
          <p:spPr>
            <a:xfrm>
              <a:off x="1280160" y="2194560"/>
              <a:ext cx="9631375" cy="36118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40000"/>
                </a:lnSpc>
              </a:pPr>
              <a:r>
                <a:rPr sz="2000" b="0" i="0" lang="ko-KR">
                  <a:solidFill>
                    <a:schemeClr val="tx1"/>
                  </a:solidFill>
                </a:rPr>
                <a:t>사랑하는 우리 아기에게</a:t>
              </a:r>
            </a:p>
            <a:p>
              <a:pPr algn="l">
                <a:lnSpc>
                  <a:spcPct val="140000"/>
                </a:lnSpc>
              </a:pPr>
              <a:r>
                <a:rPr sz="2000" b="0" i="0" lang="ko-KR">
                  <a:solidFill>
                    <a:schemeClr val="tx1"/>
                  </a:solidFill>
                </a:rPr>
                <a:t/>
              </a:r>
            </a:p>
            <a:p>
              <a:pPr algn="l">
                <a:lnSpc>
                  <a:spcPct val="140000"/>
                </a:lnSpc>
              </a:pPr>
              <a:r>
                <a:rPr sz="2000" b="0" i="0" lang="ko-KR">
                  <a:solidFill>
                    <a:schemeClr val="tx1"/>
                  </a:solidFill>
                </a:rPr>
                <a:t>엄마 아빠의 마음을 적어 주세요.</a:t>
              </a:r>
            </a:p>
            <a:p>
              <a:pPr algn="l">
                <a:lnSpc>
                  <a:spcPct val="140000"/>
                </a:lnSpc>
              </a:pPr>
              <a:r>
                <a:rPr sz="2000" b="0" i="0" lang="ko-KR">
                  <a:solidFill>
                    <a:schemeClr val="tx1"/>
                  </a:solidFill>
                </a:rPr>
                <a:t/>
              </a:r>
            </a:p>
            <a:p>
              <a:pPr algn="l">
                <a:lnSpc>
                  <a:spcPct val="140000"/>
                </a:lnSpc>
              </a:pPr>
              <a:r>
                <a:rPr sz="2000" b="0" i="0" lang="ko-KR">
                  <a:solidFill>
                    <a:schemeClr val="tx1"/>
                  </a:solidFill>
                </a:rPr>
                <a:t>― 엄마 아빠가</a:t>
              </a:r>
            </a:p>
          </p:txBody>
        </p:sp>
      </p:grpSp>
    </p:spTree>
  </p:cSld>
  <p:clrMapOvr>
    <a:masterClrMapping/>
  </p:clrMapOvr>
  <p:transition spd="med">
    <p:split orient="horz" dir="out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PHOTOS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사진 모음</a:t>
            </a:r>
          </a:p>
        </p:txBody>
      </p:sp>
      <p:sp>
        <p:nvSpPr>
          <p:cNvPr id="13" name="사진 바탕 1"/>
          <p:cNvSpPr/>
          <p:nvPr/>
        </p:nvSpPr>
        <p:spPr>
          <a:xfrm>
            <a:off x="731520" y="1828800"/>
            <a:ext cx="2531287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1</a:t>
            </a:r>
          </a:p>
        </p:txBody>
      </p:sp>
      <p:sp>
        <p:nvSpPr>
          <p:cNvPr id="4" name="Picture Placeholder 3" descr="사진 자리 — 아이콘을 누르면 사진을 넣을 수 있어요"/>
          <p:cNvSpPr>
            <a:spLocks noGrp="1"/>
          </p:cNvSpPr>
          <p:nvPr>
            <p:ph type="pic" idx="13" sz="quarter"/>
          </p:nvPr>
        </p:nvSpPr>
        <p:spPr>
          <a:xfrm>
            <a:off x="731520" y="1828800"/>
            <a:ext cx="2531287" cy="2071116"/>
          </a:xfrm>
          <a:prstGeom prst="rect">
            <a:avLst/>
          </a:prstGeom>
        </p:spPr>
      </p:sp>
      <p:sp>
        <p:nvSpPr>
          <p:cNvPr id="14" name="사진 바탕 2"/>
          <p:cNvSpPr/>
          <p:nvPr/>
        </p:nvSpPr>
        <p:spPr>
          <a:xfrm>
            <a:off x="3463975" y="1828800"/>
            <a:ext cx="2531287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2</a:t>
            </a:r>
          </a:p>
        </p:txBody>
      </p:sp>
      <p:sp>
        <p:nvSpPr>
          <p:cNvPr id="5" name="Picture Placeholder 4" descr="사진 자리 — 아이콘을 누르면 사진을 넣을 수 있어요"/>
          <p:cNvSpPr>
            <a:spLocks noGrp="1"/>
          </p:cNvSpPr>
          <p:nvPr>
            <p:ph type="pic" idx="14" sz="quarter"/>
          </p:nvPr>
        </p:nvSpPr>
        <p:spPr>
          <a:xfrm>
            <a:off x="3463975" y="1828800"/>
            <a:ext cx="2531287" cy="2071116"/>
          </a:xfrm>
          <a:prstGeom prst="rect">
            <a:avLst/>
          </a:prstGeom>
        </p:spPr>
      </p:sp>
      <p:sp>
        <p:nvSpPr>
          <p:cNvPr id="15" name="사진 바탕 3"/>
          <p:cNvSpPr/>
          <p:nvPr/>
        </p:nvSpPr>
        <p:spPr>
          <a:xfrm>
            <a:off x="6196431" y="1828800"/>
            <a:ext cx="2531287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3</a:t>
            </a:r>
          </a:p>
        </p:txBody>
      </p:sp>
      <p:sp>
        <p:nvSpPr>
          <p:cNvPr id="6" name="Picture Placeholder 5" descr="사진 자리 — 아이콘을 누르면 사진을 넣을 수 있어요"/>
          <p:cNvSpPr>
            <a:spLocks noGrp="1"/>
          </p:cNvSpPr>
          <p:nvPr>
            <p:ph type="pic" idx="15" sz="quarter"/>
          </p:nvPr>
        </p:nvSpPr>
        <p:spPr>
          <a:xfrm>
            <a:off x="6196431" y="1828800"/>
            <a:ext cx="2531287" cy="2071116"/>
          </a:xfrm>
          <a:prstGeom prst="rect">
            <a:avLst/>
          </a:prstGeom>
        </p:spPr>
      </p:sp>
      <p:sp>
        <p:nvSpPr>
          <p:cNvPr id="16" name="사진 바탕 4"/>
          <p:cNvSpPr/>
          <p:nvPr/>
        </p:nvSpPr>
        <p:spPr>
          <a:xfrm>
            <a:off x="8928887" y="1828800"/>
            <a:ext cx="2531287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4</a:t>
            </a:r>
          </a:p>
        </p:txBody>
      </p:sp>
      <p:sp>
        <p:nvSpPr>
          <p:cNvPr id="7" name="Picture Placeholder 6" descr="사진 자리 — 아이콘을 누르면 사진을 넣을 수 있어요"/>
          <p:cNvSpPr>
            <a:spLocks noGrp="1"/>
          </p:cNvSpPr>
          <p:nvPr>
            <p:ph type="pic" idx="16" sz="quarter"/>
          </p:nvPr>
        </p:nvSpPr>
        <p:spPr>
          <a:xfrm>
            <a:off x="8928887" y="1828800"/>
            <a:ext cx="2531287" cy="2071116"/>
          </a:xfrm>
          <a:prstGeom prst="rect">
            <a:avLst/>
          </a:prstGeom>
        </p:spPr>
      </p:sp>
      <p:sp>
        <p:nvSpPr>
          <p:cNvPr id="17" name="사진 바탕 5"/>
          <p:cNvSpPr/>
          <p:nvPr/>
        </p:nvSpPr>
        <p:spPr>
          <a:xfrm>
            <a:off x="731520" y="4101084"/>
            <a:ext cx="2531287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5</a:t>
            </a:r>
          </a:p>
        </p:txBody>
      </p:sp>
      <p:sp>
        <p:nvSpPr>
          <p:cNvPr id="8" name="Picture Placeholder 7" descr="사진 자리 — 아이콘을 누르면 사진을 넣을 수 있어요"/>
          <p:cNvSpPr>
            <a:spLocks noGrp="1"/>
          </p:cNvSpPr>
          <p:nvPr>
            <p:ph type="pic" idx="17" sz="quarter"/>
          </p:nvPr>
        </p:nvSpPr>
        <p:spPr>
          <a:xfrm>
            <a:off x="731520" y="4101084"/>
            <a:ext cx="2531287" cy="2071116"/>
          </a:xfrm>
          <a:prstGeom prst="rect">
            <a:avLst/>
          </a:prstGeom>
        </p:spPr>
      </p:sp>
      <p:sp>
        <p:nvSpPr>
          <p:cNvPr id="18" name="사진 바탕 6"/>
          <p:cNvSpPr/>
          <p:nvPr/>
        </p:nvSpPr>
        <p:spPr>
          <a:xfrm>
            <a:off x="3463975" y="4101084"/>
            <a:ext cx="2531287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6</a:t>
            </a:r>
          </a:p>
        </p:txBody>
      </p:sp>
      <p:sp>
        <p:nvSpPr>
          <p:cNvPr id="9" name="Picture Placeholder 8" descr="사진 자리 — 아이콘을 누르면 사진을 넣을 수 있어요"/>
          <p:cNvSpPr>
            <a:spLocks noGrp="1"/>
          </p:cNvSpPr>
          <p:nvPr>
            <p:ph type="pic" idx="18" sz="quarter"/>
          </p:nvPr>
        </p:nvSpPr>
        <p:spPr>
          <a:xfrm>
            <a:off x="3463975" y="4101084"/>
            <a:ext cx="2531287" cy="2071116"/>
          </a:xfrm>
          <a:prstGeom prst="rect">
            <a:avLst/>
          </a:prstGeom>
        </p:spPr>
      </p:sp>
      <p:sp>
        <p:nvSpPr>
          <p:cNvPr id="19" name="사진 바탕 7"/>
          <p:cNvSpPr/>
          <p:nvPr/>
        </p:nvSpPr>
        <p:spPr>
          <a:xfrm>
            <a:off x="6196431" y="4101084"/>
            <a:ext cx="2531287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7</a:t>
            </a:r>
          </a:p>
        </p:txBody>
      </p:sp>
      <p:sp>
        <p:nvSpPr>
          <p:cNvPr id="10" name="Picture Placeholder 9" descr="사진 자리 — 아이콘을 누르면 사진을 넣을 수 있어요"/>
          <p:cNvSpPr>
            <a:spLocks noGrp="1"/>
          </p:cNvSpPr>
          <p:nvPr>
            <p:ph type="pic" idx="19" sz="quarter"/>
          </p:nvPr>
        </p:nvSpPr>
        <p:spPr>
          <a:xfrm>
            <a:off x="6196431" y="4101084"/>
            <a:ext cx="2531287" cy="2071116"/>
          </a:xfrm>
          <a:prstGeom prst="rect">
            <a:avLst/>
          </a:prstGeom>
        </p:spPr>
      </p:sp>
      <p:sp>
        <p:nvSpPr>
          <p:cNvPr id="20" name="사진 바탕 8"/>
          <p:cNvSpPr/>
          <p:nvPr/>
        </p:nvSpPr>
        <p:spPr>
          <a:xfrm>
            <a:off x="8928887" y="4101084"/>
            <a:ext cx="2531287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8</a:t>
            </a:r>
          </a:p>
        </p:txBody>
      </p:sp>
      <p:sp>
        <p:nvSpPr>
          <p:cNvPr id="11" name="Picture Placeholder 10" descr="사진 자리 — 아이콘을 누르면 사진을 넣을 수 있어요"/>
          <p:cNvSpPr>
            <a:spLocks noGrp="1"/>
          </p:cNvSpPr>
          <p:nvPr>
            <p:ph type="pic" idx="20" sz="quarter"/>
          </p:nvPr>
        </p:nvSpPr>
        <p:spPr>
          <a:xfrm>
            <a:off x="8928887" y="4101084"/>
            <a:ext cx="2531287" cy="2071116"/>
          </a:xfrm>
          <a:prstGeom prst="rect">
            <a:avLst/>
          </a:prstGeom>
        </p:spPr>
      </p:sp>
      <p:sp>
        <p:nvSpPr>
          <p:cNvPr id="12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53C13B-34DC-469B-9B40-57C7939D8E3A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transition spd="med">
    <p:split orient="horz" dir="out"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GOLD  ·  FIRST BIRTHDAY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와 주셔서 고맙습니다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아이가 한 살이 되었습니다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아기 이름 · 부모 이름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돌잔치 슬라이드(감사 인사 중심)">
  <a:themeElements>
    <a:clrScheme name="돌잔치 슬라이드(감사 인사 중심)">
      <a:dk1>
        <a:srgbClr val="413D32"/>
      </a:dk1>
      <a:lt1>
        <a:srgbClr val="FEFEFC"/>
      </a:lt1>
      <a:dk2>
        <a:srgbClr val="3C3726"/>
      </a:dk2>
      <a:lt2>
        <a:srgbClr val="FCFAF4"/>
      </a:lt2>
      <a:accent1>
        <a:srgbClr val="C7A557"/>
      </a:accent1>
      <a:accent2>
        <a:srgbClr val="8B8572"/>
      </a:accent2>
      <a:accent3>
        <a:srgbClr val="403D32"/>
      </a:accent3>
      <a:accent4>
        <a:srgbClr val="F1E9D5"/>
      </a:accent4>
      <a:accent5>
        <a:srgbClr val="D4B56A"/>
      </a:accent5>
      <a:accent6>
        <a:srgbClr val="BEBAAC"/>
      </a:accent6>
      <a:hlink>
        <a:srgbClr val="3C3726"/>
      </a:hlink>
      <a:folHlink>
        <a:srgbClr val="403D32"/>
      </a:folHlink>
    </a:clrScheme>
    <a:fontScheme name="돌잔치 슬라이드(감사 인사 중심)">
      <a:majorFont>
        <a:latin typeface="Book Antiqua"/>
        <a:ea typeface="바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돌잔치 슬라이드(감사 인사 중심)</dc:title>
  <dc:subject>돌잔치 슬라이드 · 감사 인사 중심</dc:subject>
  <dc:creator>반딧불이의 곳간</dc:creator>
  <cp:keywords>돌잔치,첫돌,PPT</cp:keywords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템플릿</cp:category>
  <dc:language>ko-KR</dc:language>
</cp:coreProperties>
</file>