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904586A-4872-420A-B89F-999C0738973B}">
          <p14:sldIdLst>
            <p14:sldId id="256"/>
          </p14:sldIdLst>
        </p14:section>
        <p14:section name="본문" id="{C473819C-5491-4073-8B83-B09FFA37F8D7}">
          <p14:sldIdLst>
            <p14:sldId id="257"/>
            <p14:sldId id="258"/>
            <p14:sldId id="259"/>
            <p14:sldId id="260"/>
          </p14:sldIdLst>
        </p14:section>
        <p14:section name="마무리" id="{A456FD4F-4AC0-434F-9D13-9863CF985376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4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EA9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F70FBD3-FF0E-4AB7-8F5C-51E9430FD55E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57C2321-E3BE-41B3-8DC0-5599B6EA58C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D7858B8-91B1-4AF4-BAC2-4354080314B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GOLD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귀한 걸음 해 주신 분들께 인사드립니다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A6BE-EF4E-4912-8EBE-184C39867B67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D2F1-B86E-4147-883F-20466E26513F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4178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97098-5C17-435D-B22C-048401972636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4178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4D95-8E7A-4E33-9DE9-14BE657373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GOLD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413D32"/>
      </a:dk1>
      <a:lt1>
        <a:srgbClr val="FEFEFC"/>
      </a:lt1>
      <a:dk2>
        <a:srgbClr val="3C3726"/>
      </a:dk2>
      <a:lt2>
        <a:srgbClr val="FCFAF4"/>
      </a:lt2>
      <a:accent1>
        <a:srgbClr val="C7A557"/>
      </a:accent1>
      <a:accent2>
        <a:srgbClr val="8B8572"/>
      </a:accent2>
      <a:accent3>
        <a:srgbClr val="403D32"/>
      </a:accent3>
      <a:accent4>
        <a:srgbClr val="F1E9D5"/>
      </a:accent4>
      <a:accent5>
        <a:srgbClr val="D4B56A"/>
      </a:accent5>
      <a:accent6>
        <a:srgbClr val="BEBAAC"/>
      </a:accent6>
      <a:hlink>
        <a:srgbClr val="3C3726"/>
      </a:hlink>
      <a:folHlink>
        <a:srgbClr val="403D32"/>
      </a:folHlink>
    </a:clrScheme>
    <a:fontScheme name="돌잔치 슬라이드(감사 인사 중심)">
      <a:majorFont>
        <a:latin typeface="Book Antiqu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