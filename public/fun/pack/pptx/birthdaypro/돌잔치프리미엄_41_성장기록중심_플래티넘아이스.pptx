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92AF70C-6669-457D-9F15-7930BCF44413}">
          <p14:sldIdLst>
            <p14:sldId id="256"/>
          </p14:sldIdLst>
        </p14:section>
        <p14:section name="본문" id="{A191B066-503B-4AC7-AE0C-13AE9E9A2697}">
          <p14:sldIdLst>
            <p14:sldId id="257"/>
            <p14:sldId id="258"/>
            <p14:sldId id="259"/>
            <p14:sldId id="260"/>
          </p14:sldIdLst>
        </p14:section>
        <p14:section name="마무리" id="{A2F1E872-2057-484B-8D07-09B10D10A417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CD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CC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85776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784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20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4084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9179423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11122600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555153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989369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10120105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6459998" y="1970532"/>
            <a:ext cx="6099048" cy="291693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5B4E9C5-9E28-4C14-8D95-EB72A6BDFB08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85776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784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20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4084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9179423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11122600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555153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989369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10120105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6459998" y="1970532"/>
            <a:ext cx="6099048" cy="2916936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E8E1717-769C-470C-BFEF-E2865FE1E6A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5FBA395-687B-4747-A000-C78905CC843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감기 없이 건강하게 지났습니다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B4B85A-15B8-4A86-BC51-7A73502563BF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5FE72F-FC3C-4106-96A2-FBCEC9406CE2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1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054291" cy="3383280"/>
            <a:chOff x="777240" y="2651760"/>
            <a:chExt cx="2054291" cy="3383280"/>
          </a:xfrm>
        </p:grpSpPr>
        <p:sp>
          <p:nvSpPr>
            <p:cNvPr id="7" name="점"/>
            <p:cNvSpPr/>
            <p:nvPr/>
          </p:nvSpPr>
          <p:spPr>
            <a:xfrm>
              <a:off x="160321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1개월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2922971" y="2651760"/>
            <a:ext cx="2054291" cy="3383280"/>
            <a:chOff x="2922971" y="2651760"/>
            <a:chExt cx="2054291" cy="3383280"/>
          </a:xfrm>
        </p:grpSpPr>
        <p:sp>
          <p:nvSpPr>
            <p:cNvPr id="12" name="점"/>
            <p:cNvSpPr/>
            <p:nvPr/>
          </p:nvSpPr>
          <p:spPr>
            <a:xfrm>
              <a:off x="3748948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2922971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3개월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2968691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2968691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5068702" y="2651760"/>
            <a:ext cx="2054291" cy="3383280"/>
            <a:chOff x="5068702" y="2651760"/>
            <a:chExt cx="2054291" cy="3383280"/>
          </a:xfrm>
        </p:grpSpPr>
        <p:sp>
          <p:nvSpPr>
            <p:cNvPr id="17" name="점"/>
            <p:cNvSpPr/>
            <p:nvPr/>
          </p:nvSpPr>
          <p:spPr>
            <a:xfrm>
              <a:off x="5894679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5068702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6개월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5114422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5114422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7214433" y="2651760"/>
            <a:ext cx="2054291" cy="3383280"/>
            <a:chOff x="7214433" y="2651760"/>
            <a:chExt cx="2054291" cy="3383280"/>
          </a:xfrm>
        </p:grpSpPr>
        <p:sp>
          <p:nvSpPr>
            <p:cNvPr id="22" name="점"/>
            <p:cNvSpPr/>
            <p:nvPr/>
          </p:nvSpPr>
          <p:spPr>
            <a:xfrm>
              <a:off x="8040410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7214433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9개월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7260153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7260153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6" name="때 5"/>
          <p:cNvGrpSpPr/>
          <p:nvPr/>
        </p:nvGrpSpPr>
        <p:grpSpPr>
          <a:xfrm>
            <a:off x="9360164" y="2651760"/>
            <a:ext cx="2054291" cy="3383280"/>
            <a:chOff x="9360164" y="2651760"/>
            <a:chExt cx="2054291" cy="3383280"/>
          </a:xfrm>
        </p:grpSpPr>
        <p:sp>
          <p:nvSpPr>
            <p:cNvPr id="27" name="점"/>
            <p:cNvSpPr/>
            <p:nvPr/>
          </p:nvSpPr>
          <p:spPr>
            <a:xfrm>
              <a:off x="1018614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때"/>
            <p:cNvSpPr txBox="1"/>
            <p:nvPr/>
          </p:nvSpPr>
          <p:spPr>
            <a:xfrm>
              <a:off x="9360164" y="2651760"/>
              <a:ext cx="205429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400" b="1" i="0" lang="ko-KR">
                  <a:solidFill>
                    <a:schemeClr val="tx2"/>
                  </a:solidFill>
                  <a:latin typeface="+mj-lt"/>
                  <a:ea typeface="+mj-ea"/>
                </a:rPr>
                <a:t>12개월</a:t>
              </a:r>
            </a:p>
          </p:txBody>
        </p:sp>
        <p:sp>
          <p:nvSpPr>
            <p:cNvPr id="29" name="제목"/>
            <p:cNvSpPr txBox="1"/>
            <p:nvPr/>
          </p:nvSpPr>
          <p:spPr>
            <a:xfrm>
              <a:off x="9405884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30" name="내용"/>
            <p:cNvSpPr txBox="1"/>
            <p:nvPr/>
          </p:nvSpPr>
          <p:spPr>
            <a:xfrm>
              <a:off x="9405884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83ABAC-2061-4B8B-8A99-7CC793E12ECF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1072865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35121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B018-8EE5-47F2-B1DB-81AE46C5C1B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PLATINUM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373F48"/>
      </a:dk1>
      <a:lt1>
        <a:srgbClr val="FBFCFD"/>
      </a:lt1>
      <a:dk2>
        <a:srgbClr val="1F3045"/>
      </a:dk2>
      <a:lt2>
        <a:srgbClr val="F1F4F7"/>
      </a:lt2>
      <a:accent1>
        <a:srgbClr val="5E7894"/>
      </a:accent1>
      <a:accent2>
        <a:srgbClr val="38B6CF"/>
      </a:accent2>
      <a:accent3>
        <a:srgbClr val="55606D"/>
      </a:accent3>
      <a:accent4>
        <a:srgbClr val="D4DBE3"/>
      </a:accent4>
      <a:accent5>
        <a:srgbClr val="BCC6D0"/>
      </a:accent5>
      <a:accent6>
        <a:srgbClr val="8BD2E1"/>
      </a:accent6>
      <a:hlink>
        <a:srgbClr val="1F3045"/>
      </a:hlink>
      <a:folHlink>
        <a:srgbClr val="55606D"/>
      </a:folHlink>
    </a:clrScheme>
    <a:fontScheme name="돌잔치 슬라이드(성장 기록 중심)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