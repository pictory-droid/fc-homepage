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8FB8BEC-91D8-4C5F-BB7E-308ECD9B4FDC}">
          <p14:sldIdLst>
            <p14:sldId id="256"/>
          </p14:sldIdLst>
        </p14:section>
        <p14:section name="본문" id="{E52557BF-07B7-4348-91E7-DEE1EBC99060}">
          <p14:sldIdLst>
            <p14:sldId id="257"/>
            <p14:sldId id="258"/>
            <p14:sldId id="259"/>
            <p14:sldId id="260"/>
          </p14:sldIdLst>
        </p14:section>
        <p14:section name="마무리" id="{4661EF44-B55C-41D2-9F97-5F2FF2E79843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CD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CC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85776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784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20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084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9179423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11122600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555153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989369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10120105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6459998" y="1970532"/>
            <a:ext cx="6099048" cy="291693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7F4BEC1-DA80-463D-86FB-C6F5DA9E203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857762" y="777240"/>
            <a:ext cx="5303520" cy="530352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7842" y="1417319"/>
            <a:ext cx="4023360" cy="402336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202" y="2011680"/>
            <a:ext cx="2834640" cy="283464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0842" y="2560320"/>
            <a:ext cx="1737360" cy="173736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행성"/>
          <p:cNvSpPr/>
          <p:nvPr/>
        </p:nvSpPr>
        <p:spPr>
          <a:xfrm>
            <a:off x="9179423" y="3098901"/>
            <a:ext cx="660196" cy="660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1"/>
          <p:cNvSpPr/>
          <p:nvPr/>
        </p:nvSpPr>
        <p:spPr>
          <a:xfrm>
            <a:off x="11122600" y="1306193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2"/>
          <p:cNvSpPr/>
          <p:nvPr/>
        </p:nvSpPr>
        <p:spPr>
          <a:xfrm>
            <a:off x="7555153" y="2676956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위성 3"/>
          <p:cNvSpPr/>
          <p:nvPr/>
        </p:nvSpPr>
        <p:spPr>
          <a:xfrm>
            <a:off x="9893690" y="4660261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위성 4"/>
          <p:cNvSpPr/>
          <p:nvPr/>
        </p:nvSpPr>
        <p:spPr>
          <a:xfrm>
            <a:off x="10120105" y="2815759"/>
            <a:ext cx="109728" cy="1097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6459998" y="1970532"/>
            <a:ext cx="6099048" cy="2916936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AB03029-B591-4E97-9797-17AFA3EBFD6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1A7E080-A2BD-40DF-BBA1-E4582E093F8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첫 겨울도 감기 없이 지났습니다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90454-6089-4FF4-8CD9-3547611073B8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FD5D-7EF5-4CF4-A5F7-53000E8CCC97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054291" cy="3383280"/>
            <a:chOff x="777240" y="2651760"/>
            <a:chExt cx="2054291" cy="3383280"/>
          </a:xfrm>
        </p:grpSpPr>
        <p:sp>
          <p:nvSpPr>
            <p:cNvPr id="7" name="점"/>
            <p:cNvSpPr/>
            <p:nvPr/>
          </p:nvSpPr>
          <p:spPr>
            <a:xfrm>
              <a:off x="160321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1개월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2922971" y="2651760"/>
            <a:ext cx="2054291" cy="3383280"/>
            <a:chOff x="2922971" y="2651760"/>
            <a:chExt cx="2054291" cy="3383280"/>
          </a:xfrm>
        </p:grpSpPr>
        <p:sp>
          <p:nvSpPr>
            <p:cNvPr id="12" name="점"/>
            <p:cNvSpPr/>
            <p:nvPr/>
          </p:nvSpPr>
          <p:spPr>
            <a:xfrm>
              <a:off x="3748948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2922971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3개월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5068702" y="2651760"/>
            <a:ext cx="2054291" cy="3383280"/>
            <a:chOff x="5068702" y="2651760"/>
            <a:chExt cx="2054291" cy="3383280"/>
          </a:xfrm>
        </p:grpSpPr>
        <p:sp>
          <p:nvSpPr>
            <p:cNvPr id="17" name="점"/>
            <p:cNvSpPr/>
            <p:nvPr/>
          </p:nvSpPr>
          <p:spPr>
            <a:xfrm>
              <a:off x="5894679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5068702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6개월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7214433" y="2651760"/>
            <a:ext cx="2054291" cy="3383280"/>
            <a:chOff x="7214433" y="2651760"/>
            <a:chExt cx="2054291" cy="3383280"/>
          </a:xfrm>
        </p:grpSpPr>
        <p:sp>
          <p:nvSpPr>
            <p:cNvPr id="22" name="점"/>
            <p:cNvSpPr/>
            <p:nvPr/>
          </p:nvSpPr>
          <p:spPr>
            <a:xfrm>
              <a:off x="8040410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7214433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9개월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6" name="때 5"/>
          <p:cNvGrpSpPr/>
          <p:nvPr/>
        </p:nvGrpSpPr>
        <p:grpSpPr>
          <a:xfrm>
            <a:off x="9360164" y="2651760"/>
            <a:ext cx="2054291" cy="3383280"/>
            <a:chOff x="9360164" y="2651760"/>
            <a:chExt cx="2054291" cy="3383280"/>
          </a:xfrm>
        </p:grpSpPr>
        <p:sp>
          <p:nvSpPr>
            <p:cNvPr id="27" name="점"/>
            <p:cNvSpPr/>
            <p:nvPr/>
          </p:nvSpPr>
          <p:spPr>
            <a:xfrm>
              <a:off x="1018614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때"/>
            <p:cNvSpPr txBox="1"/>
            <p:nvPr/>
          </p:nvSpPr>
          <p:spPr>
            <a:xfrm>
              <a:off x="9360164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12개월</a:t>
              </a:r>
            </a:p>
          </p:txBody>
        </p:sp>
        <p:sp>
          <p:nvSpPr>
            <p:cNvPr id="29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30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2EE08-AC1D-4BD9-9DC4-D24103D2686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01DE-E336-42AE-8C51-075E8DECC00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373F48"/>
      </a:dk1>
      <a:lt1>
        <a:srgbClr val="FBFCFD"/>
      </a:lt1>
      <a:dk2>
        <a:srgbClr val="1F3045"/>
      </a:dk2>
      <a:lt2>
        <a:srgbClr val="F1F4F7"/>
      </a:lt2>
      <a:accent1>
        <a:srgbClr val="5E7894"/>
      </a:accent1>
      <a:accent2>
        <a:srgbClr val="38B6CF"/>
      </a:accent2>
      <a:accent3>
        <a:srgbClr val="55606D"/>
      </a:accent3>
      <a:accent4>
        <a:srgbClr val="D4DBE3"/>
      </a:accent4>
      <a:accent5>
        <a:srgbClr val="BCC6D0"/>
      </a:accent5>
      <a:accent6>
        <a:srgbClr val="8BD2E1"/>
      </a:accent6>
      <a:hlink>
        <a:srgbClr val="1F3045"/>
      </a:hlink>
      <a:folHlink>
        <a:srgbClr val="55606D"/>
      </a:folHlink>
    </a:clrScheme>
    <a:fontScheme name="돌잔치 슬라이드(성장 기록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