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6E6F933-7C96-47C8-BA10-A92DC850DCA2}">
          <p14:sldIdLst>
            <p14:sldId id="256"/>
          </p14:sldIdLst>
        </p14:section>
        <p14:section name="본문" id="{75E14F21-07DE-43AF-AAE6-75B27FF94402}">
          <p14:sldIdLst>
            <p14:sldId id="257"/>
            <p14:sldId id="258"/>
            <p14:sldId id="259"/>
            <p14:sldId id="260"/>
          </p14:sldIdLst>
        </p14:section>
        <p14:section name="마무리" id="{0E038753-7776-473F-BBDD-C062C1D9B8ED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436924" y="3063240"/>
            <a:ext cx="731520" cy="731520"/>
            <a:chOff x="7436924" y="3063240"/>
            <a:chExt cx="731520" cy="731520"/>
          </a:xfrm>
        </p:grpSpPr>
        <p:sp>
          <p:nvSpPr>
            <p:cNvPr id="6" name="5-Point Star 5"/>
            <p:cNvSpPr/>
            <p:nvPr/>
          </p:nvSpPr>
          <p:spPr>
            <a:xfrm>
              <a:off x="7436924" y="3063240"/>
              <a:ext cx="731520" cy="73152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E8E5300-1A04-40BB-8C57-D3F331F5850B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5-Point Star 4"/>
            <p:cNvSpPr/>
            <p:nvPr/>
          </p:nvSpPr>
          <p:spPr>
            <a:xfrm>
              <a:off x="548640" y="6172200"/>
              <a:ext cx="365760" cy="36576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436924" y="3063240"/>
            <a:ext cx="731520" cy="731520"/>
            <a:chOff x="7436924" y="3063240"/>
            <a:chExt cx="731520" cy="731520"/>
          </a:xfrm>
        </p:grpSpPr>
        <p:sp>
          <p:nvSpPr>
            <p:cNvPr id="6" name="5-Point Star 5"/>
            <p:cNvSpPr/>
            <p:nvPr/>
          </p:nvSpPr>
          <p:spPr>
            <a:xfrm>
              <a:off x="7436924" y="3063240"/>
              <a:ext cx="731520" cy="73152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932EE89-075B-4F7B-AE58-A4DEB36D248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5-Point Star 4"/>
            <p:cNvSpPr/>
            <p:nvPr/>
          </p:nvSpPr>
          <p:spPr>
            <a:xfrm>
              <a:off x="548640" y="6172200"/>
              <a:ext cx="365760" cy="36576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DF27D6A-655E-44BE-833C-3E5C166DDEC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5-Point Star 5"/>
            <p:cNvSpPr/>
            <p:nvPr/>
          </p:nvSpPr>
          <p:spPr>
            <a:xfrm>
              <a:off x="5821527" y="5212080"/>
              <a:ext cx="548640" cy="548640"/>
            </a:xfrm>
            <a:prstGeom prst="star5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연탄불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첫 겨울도 감기 없이 지났습니다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25585-6DC8-48C9-B049-CD744B0DB685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B25C-4C19-4946-AD1F-550FE1597202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054291" cy="3383280"/>
            <a:chOff x="777240" y="2651760"/>
            <a:chExt cx="2054291" cy="3383280"/>
          </a:xfrm>
        </p:grpSpPr>
        <p:sp>
          <p:nvSpPr>
            <p:cNvPr id="7" name="점"/>
            <p:cNvSpPr/>
            <p:nvPr/>
          </p:nvSpPr>
          <p:spPr>
            <a:xfrm>
              <a:off x="160321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1개월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2922971" y="2651760"/>
            <a:ext cx="2054291" cy="3383280"/>
            <a:chOff x="2922971" y="2651760"/>
            <a:chExt cx="2054291" cy="3383280"/>
          </a:xfrm>
        </p:grpSpPr>
        <p:sp>
          <p:nvSpPr>
            <p:cNvPr id="12" name="점"/>
            <p:cNvSpPr/>
            <p:nvPr/>
          </p:nvSpPr>
          <p:spPr>
            <a:xfrm>
              <a:off x="3748948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2922971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3개월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5068702" y="2651760"/>
            <a:ext cx="2054291" cy="3383280"/>
            <a:chOff x="5068702" y="2651760"/>
            <a:chExt cx="2054291" cy="3383280"/>
          </a:xfrm>
        </p:grpSpPr>
        <p:sp>
          <p:nvSpPr>
            <p:cNvPr id="17" name="점"/>
            <p:cNvSpPr/>
            <p:nvPr/>
          </p:nvSpPr>
          <p:spPr>
            <a:xfrm>
              <a:off x="5894679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5068702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6개월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7214433" y="2651760"/>
            <a:ext cx="2054291" cy="3383280"/>
            <a:chOff x="7214433" y="2651760"/>
            <a:chExt cx="2054291" cy="3383280"/>
          </a:xfrm>
        </p:grpSpPr>
        <p:sp>
          <p:nvSpPr>
            <p:cNvPr id="22" name="점"/>
            <p:cNvSpPr/>
            <p:nvPr/>
          </p:nvSpPr>
          <p:spPr>
            <a:xfrm>
              <a:off x="8040410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7214433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9개월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6" name="때 5"/>
          <p:cNvGrpSpPr/>
          <p:nvPr/>
        </p:nvGrpSpPr>
        <p:grpSpPr>
          <a:xfrm>
            <a:off x="9360164" y="2651760"/>
            <a:ext cx="2054291" cy="3383280"/>
            <a:chOff x="9360164" y="2651760"/>
            <a:chExt cx="2054291" cy="3383280"/>
          </a:xfrm>
        </p:grpSpPr>
        <p:sp>
          <p:nvSpPr>
            <p:cNvPr id="27" name="점"/>
            <p:cNvSpPr/>
            <p:nvPr/>
          </p:nvSpPr>
          <p:spPr>
            <a:xfrm>
              <a:off x="1018614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때"/>
            <p:cNvSpPr txBox="1"/>
            <p:nvPr/>
          </p:nvSpPr>
          <p:spPr>
            <a:xfrm>
              <a:off x="9360164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12개월</a:t>
              </a:r>
            </a:p>
          </p:txBody>
        </p:sp>
        <p:sp>
          <p:nvSpPr>
            <p:cNvPr id="29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30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5243F-7FF6-4D56-99EE-CE23961F398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F74B0-7FBC-4FB3-8EC0-FFF646307F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연탄불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2B2724"/>
      </a:dk1>
      <a:lt1>
        <a:srgbClr val="FFFFFF"/>
      </a:lt1>
      <a:dk2>
        <a:srgbClr val="64613A"/>
      </a:dk2>
      <a:lt2>
        <a:srgbClr val="F7EEEB"/>
      </a:lt2>
      <a:accent1>
        <a:srgbClr val="CC9B89"/>
      </a:accent1>
      <a:accent2>
        <a:srgbClr val="8FBD9B"/>
      </a:accent2>
      <a:accent3>
        <a:srgbClr val="4E352C"/>
      </a:accent3>
      <a:accent4>
        <a:srgbClr val="EED6CE"/>
      </a:accent4>
      <a:accent5>
        <a:srgbClr val="CEE0A3"/>
      </a:accent5>
      <a:accent6>
        <a:srgbClr val="E6BCD5"/>
      </a:accent6>
      <a:hlink>
        <a:srgbClr val="64613A"/>
      </a:hlink>
      <a:folHlink>
        <a:srgbClr val="4E352C"/>
      </a:folHlink>
    </a:clrScheme>
    <a:fontScheme name="돌잔치 슬라이드(성장 기록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