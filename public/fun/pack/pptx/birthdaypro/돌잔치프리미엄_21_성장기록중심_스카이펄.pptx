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B248CD2-A275-4149-B2E9-A875B3093C3D}">
          <p14:sldIdLst>
            <p14:sldId id="256"/>
          </p14:sldIdLst>
        </p14:section>
        <p14:section name="본문" id="{D5FC56C6-516D-46E1-BCBB-72E8CA5677BE}">
          <p14:sldIdLst>
            <p14:sldId id="257"/>
            <p14:sldId id="258"/>
            <p14:sldId id="259"/>
            <p14:sldId id="260"/>
          </p14:sldIdLst>
        </p14:section>
        <p14:section name="마무리" id="{8BC7E4B7-6C23-4812-A9E6-372269AB3964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D1C1BD80-5BCD-4979-A565-57F97AB731E4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5B8138AF-4A73-4822-8E2B-D15792C6A330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88C51873-62A1-4C33-B597-8EA13958C5C1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땀 흘리며 보낸 날도 잘 지났습니다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26DD5-A39A-487D-930F-67B3845269D2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9B5AE-8822-407A-898E-CBE51CDDFC98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054291" cy="3383280"/>
            <a:chOff x="777240" y="2651760"/>
            <a:chExt cx="2054291" cy="3383280"/>
          </a:xfrm>
        </p:grpSpPr>
        <p:sp>
          <p:nvSpPr>
            <p:cNvPr id="7" name="점"/>
            <p:cNvSpPr/>
            <p:nvPr/>
          </p:nvSpPr>
          <p:spPr>
            <a:xfrm>
              <a:off x="160321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1개월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2922971" y="2651760"/>
            <a:ext cx="2054291" cy="3383280"/>
            <a:chOff x="2922971" y="2651760"/>
            <a:chExt cx="2054291" cy="3383280"/>
          </a:xfrm>
        </p:grpSpPr>
        <p:sp>
          <p:nvSpPr>
            <p:cNvPr id="12" name="점"/>
            <p:cNvSpPr/>
            <p:nvPr/>
          </p:nvSpPr>
          <p:spPr>
            <a:xfrm>
              <a:off x="374894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2922971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3개월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5068702" y="2651760"/>
            <a:ext cx="2054291" cy="3383280"/>
            <a:chOff x="5068702" y="2651760"/>
            <a:chExt cx="2054291" cy="3383280"/>
          </a:xfrm>
        </p:grpSpPr>
        <p:sp>
          <p:nvSpPr>
            <p:cNvPr id="17" name="점"/>
            <p:cNvSpPr/>
            <p:nvPr/>
          </p:nvSpPr>
          <p:spPr>
            <a:xfrm>
              <a:off x="5894679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5068702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6개월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7214433" y="2651760"/>
            <a:ext cx="2054291" cy="3383280"/>
            <a:chOff x="7214433" y="2651760"/>
            <a:chExt cx="2054291" cy="3383280"/>
          </a:xfrm>
        </p:grpSpPr>
        <p:sp>
          <p:nvSpPr>
            <p:cNvPr id="22" name="점"/>
            <p:cNvSpPr/>
            <p:nvPr/>
          </p:nvSpPr>
          <p:spPr>
            <a:xfrm>
              <a:off x="804041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7214433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9개월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6" name="때 5"/>
          <p:cNvGrpSpPr/>
          <p:nvPr/>
        </p:nvGrpSpPr>
        <p:grpSpPr>
          <a:xfrm>
            <a:off x="9360164" y="2651760"/>
            <a:ext cx="2054291" cy="3383280"/>
            <a:chOff x="9360164" y="2651760"/>
            <a:chExt cx="2054291" cy="3383280"/>
          </a:xfrm>
        </p:grpSpPr>
        <p:sp>
          <p:nvSpPr>
            <p:cNvPr id="27" name="점"/>
            <p:cNvSpPr/>
            <p:nvPr/>
          </p:nvSpPr>
          <p:spPr>
            <a:xfrm>
              <a:off x="1018614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때"/>
            <p:cNvSpPr txBox="1"/>
            <p:nvPr/>
          </p:nvSpPr>
          <p:spPr>
            <a:xfrm>
              <a:off x="9360164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12개월</a:t>
              </a:r>
            </a:p>
          </p:txBody>
        </p:sp>
        <p:sp>
          <p:nvSpPr>
            <p:cNvPr id="29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30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5EEC7-0C58-4170-9600-AFF8F276D71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B5DEF-9CF4-45B0-919E-73BD0F4F1BC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돌잔치 슬라이드(성장 기록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