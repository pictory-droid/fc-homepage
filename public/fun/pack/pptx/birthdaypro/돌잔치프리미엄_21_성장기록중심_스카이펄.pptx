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3A2E458-DB7E-4479-939A-77D718948CD7}">
          <p14:sldIdLst>
            <p14:sldId id="256"/>
          </p14:sldIdLst>
        </p14:section>
        <p14:section name="본문" id="{3F306777-CE44-457C-BB26-3B8C07DD904C}">
          <p14:sldIdLst>
            <p14:sldId id="257"/>
            <p14:sldId id="258"/>
            <p14:sldId id="259"/>
            <p14:sldId id="260"/>
          </p14:sldIdLst>
        </p14:section>
        <p14:section name="마무리" id="{500A0CD7-0F21-4BAD-89C2-0273E3550DD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95B1488D-72D4-42D8-978E-D13458CEE2B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236C9FB9-686B-40F8-9CC0-EFAEA3EC24C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4CCBE0B5-2817-4DCC-B2E7-7108C375CF3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땀 흘리며 보낸 첫 여름을 지났습니다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1DBC3-BDD3-4837-A10E-CBA267DEF8C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1C82C-F39B-4B21-8D41-980DDE05530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90FCA-A258-41BE-A4F6-F46E6B95F0B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314BB-06C7-4CF6-8ADE-C07208A32A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돌잔치 슬라이드(성장 기록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