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5A5B367-AAB7-4EC4-8B9F-9F41B9D80188}">
          <p14:sldIdLst>
            <p14:sldId id="256"/>
          </p14:sldIdLst>
        </p14:section>
        <p14:section name="본문" id="{5EB0A2C4-FA86-4E77-B348-DAD63E4EFD4D}">
          <p14:sldIdLst>
            <p14:sldId id="257"/>
            <p14:sldId id="258"/>
            <p14:sldId id="259"/>
            <p14:sldId id="260"/>
          </p14:sldIdLst>
        </p14:section>
        <p14:section name="마무리" id="{889C7C73-59E4-49E1-BC03-B8776925E25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5-Point Star 8"/>
            <p:cNvSpPr/>
            <p:nvPr/>
          </p:nvSpPr>
          <p:spPr>
            <a:xfrm>
              <a:off x="5844387" y="205739"/>
              <a:ext cx="502920" cy="5029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6464080-9778-4655-910F-B1330BCE650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5-Point Star 8"/>
            <p:cNvSpPr/>
            <p:nvPr/>
          </p:nvSpPr>
          <p:spPr>
            <a:xfrm>
              <a:off x="5844387" y="205739"/>
              <a:ext cx="502920" cy="5029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1FCFCA8-6083-4FA9-A846-EB409145303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3B388F5-D9F8-417F-84D3-C6D6BB799F9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5-Point Star 6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태어나서 처음 맞은 여름 이야기입니다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4F5C-0FFE-4116-8E10-D3B384F1637D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9DBD-57AB-43CC-92B2-91997779A37A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8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3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8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3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9EC2-0C8A-4B39-BD83-5BEA7F76907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7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1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5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39DE6-5D0F-4EBD-80D1-3A98E62F5E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643A48"/>
      </a:dk2>
      <a:lt2>
        <a:srgbClr val="F9DEEC"/>
      </a:lt2>
      <a:accent1>
        <a:srgbClr val="E27EB0"/>
      </a:accent1>
      <a:accent2>
        <a:srgbClr val="CF8686"/>
      </a:accent2>
      <a:accent3>
        <a:srgbClr val="4E2C3D"/>
      </a:accent3>
      <a:accent4>
        <a:srgbClr val="F7C5DE"/>
      </a:accent4>
      <a:accent5>
        <a:srgbClr val="E0C4A3"/>
      </a:accent5>
      <a:accent6>
        <a:srgbClr val="D7BCE6"/>
      </a:accent6>
      <a:hlink>
        <a:srgbClr val="643A48"/>
      </a:hlink>
      <a:folHlink>
        <a:srgbClr val="4E2C3D"/>
      </a:folHlink>
    </a:clrScheme>
    <a:fontScheme name="돌잔치 슬라이드(첫 번째 이야기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