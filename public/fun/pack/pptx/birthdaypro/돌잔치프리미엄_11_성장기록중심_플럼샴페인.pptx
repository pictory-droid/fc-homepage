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A5AAB1A-5E1E-414A-8E96-B8FD7C7E8665}">
          <p14:sldIdLst>
            <p14:sldId id="256"/>
          </p14:sldIdLst>
        </p14:section>
        <p14:section name="본문" id="{2BF125B9-9684-492A-92F4-3FF868D540FD}">
          <p14:sldIdLst>
            <p14:sldId id="257"/>
            <p14:sldId id="258"/>
            <p14:sldId id="259"/>
            <p14:sldId id="260"/>
          </p14:sldIdLst>
        </p14:section>
        <p14:section name="마무리" id="{D4E528EB-9115-40AD-8A9A-0FA2174CDB2D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키(cm)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3개월</c:v>
                </c:pt>
                <c:pt idx="1">
                  <c:v>6개월</c:v>
                </c:pt>
                <c:pt idx="2">
                  <c:v>9개월</c:v>
                </c:pt>
                <c:pt idx="3">
                  <c:v>12개월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68</c:v>
                </c:pt>
                <c:pt idx="2">
                  <c:v>73</c:v>
                </c:pt>
                <c:pt idx="3">
                  <c:v>76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274320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657508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3657508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9F4E8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657508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6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657508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B84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71600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148840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606040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2880360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rgbClr val="F9F4E8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8B0E360D-1FBA-451C-8B17-64733B2C9120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274320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657508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3657508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9F4E8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657508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6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657508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B848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71600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148840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606040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2880360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rgbClr val="F9F4E8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0C3DBA7B-1335-4CE1-988A-7176D736D20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896FB0EF-D7DB-4B5A-8983-8668F34EF50E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PLUM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PLUM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키는 얼마나, 몸무게는 얼마나 늘었을까요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DCADF-DF1F-4660-B2FE-DAA9F6B694AD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 성장 기록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045B4-533D-4D85-AF93-DD11FD3DD3B3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054291" cy="3383280"/>
            <a:chOff x="777240" y="2651760"/>
            <a:chExt cx="2054291" cy="3383280"/>
          </a:xfrm>
        </p:grpSpPr>
        <p:sp>
          <p:nvSpPr>
            <p:cNvPr id="7" name="점"/>
            <p:cNvSpPr/>
            <p:nvPr/>
          </p:nvSpPr>
          <p:spPr>
            <a:xfrm>
              <a:off x="160321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1개월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눈을 맞춘 날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2922971" y="2651760"/>
            <a:ext cx="2054291" cy="3383280"/>
            <a:chOff x="2922971" y="2651760"/>
            <a:chExt cx="2054291" cy="3383280"/>
          </a:xfrm>
        </p:grpSpPr>
        <p:sp>
          <p:nvSpPr>
            <p:cNvPr id="12" name="점"/>
            <p:cNvSpPr/>
            <p:nvPr/>
          </p:nvSpPr>
          <p:spPr>
            <a:xfrm>
              <a:off x="3748948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2922971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3개월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2968691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웃은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2968691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5068702" y="2651760"/>
            <a:ext cx="2054291" cy="3383280"/>
            <a:chOff x="5068702" y="2651760"/>
            <a:chExt cx="2054291" cy="3383280"/>
          </a:xfrm>
        </p:grpSpPr>
        <p:sp>
          <p:nvSpPr>
            <p:cNvPr id="17" name="점"/>
            <p:cNvSpPr/>
            <p:nvPr/>
          </p:nvSpPr>
          <p:spPr>
            <a:xfrm>
              <a:off x="5894679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5068702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6개월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5114422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뒤집기 성공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5114422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7214433" y="2651760"/>
            <a:ext cx="2054291" cy="3383280"/>
            <a:chOff x="7214433" y="2651760"/>
            <a:chExt cx="2054291" cy="3383280"/>
          </a:xfrm>
        </p:grpSpPr>
        <p:sp>
          <p:nvSpPr>
            <p:cNvPr id="22" name="점"/>
            <p:cNvSpPr/>
            <p:nvPr/>
          </p:nvSpPr>
          <p:spPr>
            <a:xfrm>
              <a:off x="8040410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7214433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9개월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7260153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이유식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7260153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6" name="때 5"/>
          <p:cNvGrpSpPr/>
          <p:nvPr/>
        </p:nvGrpSpPr>
        <p:grpSpPr>
          <a:xfrm>
            <a:off x="9360164" y="2651760"/>
            <a:ext cx="2054291" cy="3383280"/>
            <a:chOff x="9360164" y="2651760"/>
            <a:chExt cx="2054291" cy="3383280"/>
          </a:xfrm>
        </p:grpSpPr>
        <p:sp>
          <p:nvSpPr>
            <p:cNvPr id="27" name="점"/>
            <p:cNvSpPr/>
            <p:nvPr/>
          </p:nvSpPr>
          <p:spPr>
            <a:xfrm>
              <a:off x="1018614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때"/>
            <p:cNvSpPr txBox="1"/>
            <p:nvPr/>
          </p:nvSpPr>
          <p:spPr>
            <a:xfrm>
              <a:off x="9360164" y="2651760"/>
              <a:ext cx="205429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12개월</a:t>
              </a:r>
            </a:p>
          </p:txBody>
        </p:sp>
        <p:sp>
          <p:nvSpPr>
            <p:cNvPr id="29" name="제목"/>
            <p:cNvSpPr txBox="1"/>
            <p:nvPr/>
          </p:nvSpPr>
          <p:spPr>
            <a:xfrm>
              <a:off x="9405884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걸음</a:t>
              </a:r>
            </a:p>
          </p:txBody>
        </p:sp>
        <p:sp>
          <p:nvSpPr>
            <p:cNvPr id="30" name="내용"/>
            <p:cNvSpPr txBox="1"/>
            <p:nvPr/>
          </p:nvSpPr>
          <p:spPr>
            <a:xfrm>
              <a:off x="9405884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키와 몸무게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3DE8E-94D8-4690-9667-8C827DD66A5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10728655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351215" y="18288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예시 숫자 — 차트를 우클릭해 고치세요</a:t>
            </a:r>
          </a:p>
        </p:txBody>
      </p:sp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EDDFA-B700-4FB1-8D28-0122A218D0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PLUM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PLUM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성장 기록 중심)">
  <a:themeElements>
    <a:clrScheme name="돌잔치 슬라이드(성장 기록 중심)">
      <a:dk1>
        <a:srgbClr val="F9F4E8"/>
      </a:dk1>
      <a:lt1>
        <a:srgbClr val="2A1E2E"/>
      </a:lt1>
      <a:dk2>
        <a:srgbClr val="EAD6AE"/>
      </a:dk2>
      <a:lt2>
        <a:srgbClr val="1D1520"/>
      </a:lt2>
      <a:accent1>
        <a:srgbClr val="D2B27E"/>
      </a:accent1>
      <a:accent2>
        <a:srgbClr val="B67C9A"/>
      </a:accent2>
      <a:accent3>
        <a:srgbClr val="120D14"/>
      </a:accent3>
      <a:accent4>
        <a:srgbClr val="39293F"/>
      </a:accent4>
      <a:accent5>
        <a:srgbClr val="DDC08C"/>
      </a:accent5>
      <a:accent6>
        <a:srgbClr val="885D75"/>
      </a:accent6>
      <a:hlink>
        <a:srgbClr val="EAD6AE"/>
      </a:hlink>
      <a:folHlink>
        <a:srgbClr val="120D14"/>
      </a:folHlink>
    </a:clrScheme>
    <a:fontScheme name="돌잔치 슬라이드(성장 기록 중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>돌잔치 슬라이드 · 성장 기록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