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169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시작" id="{701BA4F2-30A2-4A81-A4E1-B86B22DBB796}">
          <p14:sldIdLst>
            <p14:sldId id="256"/>
          </p14:sldIdLst>
        </p14:section>
        <p14:section name="본문" id="{2E750040-7CD7-4C48-87F4-F8A79C7A4284}">
          <p14:sldIdLst>
            <p14:sldId id="257"/>
            <p14:sldId id="258"/>
            <p14:sldId id="259"/>
            <p14:sldId id="260"/>
          </p14:sldIdLst>
        </p14:section>
        <p14:section name="마무리" id="{4D895E2E-1FD2-41BE-8501-29332C82B73B}">
          <p14:sldIdLst>
            <p14:sldId id="261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키(cm)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3개월</c:v>
                </c:pt>
                <c:pt idx="1">
                  <c:v>6개월</c:v>
                </c:pt>
                <c:pt idx="2">
                  <c:v>9개월</c:v>
                </c:pt>
                <c:pt idx="3">
                  <c:v>12개월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62</c:v>
                </c:pt>
                <c:pt idx="1">
                  <c:v>68</c:v>
                </c:pt>
                <c:pt idx="2">
                  <c:v>73</c:v>
                </c:pt>
                <c:pt idx="3">
                  <c:v>76</c:v>
                </c:pt>
              </c:numCache>
            </c:numRef>
          </c:val>
          <c:smooth val="0"/>
        </c:ser>
        <c:dLbls>
          <c:numFmt formatCode="0" sourceLinked="0"/>
          <c:txPr>
            <a:bodyPr/>
            <a:lstStyle/>
            <a:p>
              <a:pPr>
                <a:defRPr sz="11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 w="9525">
            <a:solidFill>
              <a:schemeClr val="accent4"/>
            </a:solidFill>
          </a:ln>
        </c:sp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 w="6350">
              <a:solidFill>
                <a:schemeClr val="accent4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100">
          <a:solidFill>
            <a:schemeClr val="tx1"/>
          </a:solidFill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표지입니다. 제목·글은 눌러서 바로 고치세요. 사진 자리는 가운데 아이콘을 누르면 사진을 넣을 수 있고, 모양에 맞춰 자동으로 잘려요.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아기 사진을 넣고, 오른쪽 표의 칸을 눌러 내용을 적으세요.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내용을 입력하세요.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내용을 입력하세요.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사진 자리를 눌러 사진을 넣으세요.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글은 눌러서 바로 고치세요. 사진 자리는 가운데 아이콘을 누르면 사진을 넣을 수 있어요.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">
    <p:bg>
      <p:bgPr>
        <a:gradFill rotWithShape="1">
          <a:gsLst>
            <a:gs pos="0">
              <a:schemeClr val="accent3"/>
            </a:gs>
            <a:gs pos="100000">
              <a:schemeClr val="bg1"/>
            </a:gs>
          </a:gsLst>
          <a:lin ang="72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세로 글씨"/>
          <p:cNvSpPr>
            <a:spLocks noGrp="1"/>
          </p:cNvSpPr>
          <p:nvPr>
            <p:ph type="body" sz="quarter" idx="12"/>
          </p:nvPr>
        </p:nvSpPr>
        <p:spPr>
          <a:xfrm>
            <a:off x="274320" y="822959"/>
            <a:ext cx="822960" cy="5212080"/>
          </a:xfrm>
          <a:noFill/>
        </p:spPr>
        <p:txBody>
          <a:bodyPr lIns="45720" rIns="45720" tIns="27432" bIns="27432" anchor="ctr" vert="vert270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4000" b="0" spc="900">
                <a:solidFill>
                  <a:srgbClr val="1A1613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세로 글씨</a:t>
            </a:r>
          </a:p>
        </p:txBody>
      </p:sp>
      <p:sp>
        <p:nvSpPr>
          <p:cNvPr id="102" name="영문 라벨"/>
          <p:cNvSpPr>
            <a:spLocks noGrp="1"/>
          </p:cNvSpPr>
          <p:nvPr>
            <p:ph type="body" sz="quarter" idx="10"/>
          </p:nvPr>
        </p:nvSpPr>
        <p:spPr>
          <a:xfrm>
            <a:off x="3657508" y="1645920"/>
            <a:ext cx="7558851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3" name="제목"/>
          <p:cNvSpPr>
            <a:spLocks noGrp="1"/>
          </p:cNvSpPr>
          <p:nvPr>
            <p:ph type="ctrTitle"/>
          </p:nvPr>
        </p:nvSpPr>
        <p:spPr>
          <a:xfrm>
            <a:off x="3657508" y="2029968"/>
            <a:ext cx="7558851" cy="1600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02000"/>
              </a:lnSpc>
              <a:spcBef>
                <a:spcPts val="0"/>
              </a:spcBef>
              <a:buNone/>
              <a:defRPr sz="4400" b="0" spc="0">
                <a:solidFill>
                  <a:srgbClr val="F9F4E8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4" name="한 줄 문구"/>
          <p:cNvSpPr>
            <a:spLocks noGrp="1"/>
          </p:cNvSpPr>
          <p:nvPr>
            <p:ph type="subTitle" idx="1"/>
          </p:nvPr>
        </p:nvSpPr>
        <p:spPr>
          <a:xfrm>
            <a:off x="3657508" y="3703320"/>
            <a:ext cx="7558851" cy="73152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rgbClr val="BBB6B0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5" name="안내 문구"/>
          <p:cNvSpPr>
            <a:spLocks noGrp="1"/>
          </p:cNvSpPr>
          <p:nvPr>
            <p:ph type="body" sz="quarter" idx="11"/>
          </p:nvPr>
        </p:nvSpPr>
        <p:spPr>
          <a:xfrm>
            <a:off x="3657508" y="4480559"/>
            <a:ext cx="7558851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rgbClr val="8B8484"/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sp>
        <p:nvSpPr>
          <p:cNvPr id="2" name="막대 1"/>
          <p:cNvSpPr/>
          <p:nvPr/>
        </p:nvSpPr>
        <p:spPr>
          <a:xfrm>
            <a:off x="0" y="0"/>
            <a:ext cx="13716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막대 2"/>
          <p:cNvSpPr/>
          <p:nvPr/>
        </p:nvSpPr>
        <p:spPr>
          <a:xfrm>
            <a:off x="1371600" y="0"/>
            <a:ext cx="777240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막대 3"/>
          <p:cNvSpPr/>
          <p:nvPr/>
        </p:nvSpPr>
        <p:spPr>
          <a:xfrm>
            <a:off x="2148840" y="0"/>
            <a:ext cx="457200" cy="68580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막대 4"/>
          <p:cNvSpPr/>
          <p:nvPr/>
        </p:nvSpPr>
        <p:spPr>
          <a:xfrm>
            <a:off x="2606040" y="0"/>
            <a:ext cx="27432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막대 5"/>
          <p:cNvSpPr/>
          <p:nvPr/>
        </p:nvSpPr>
        <p:spPr>
          <a:xfrm>
            <a:off x="2880360" y="0"/>
            <a:ext cx="137160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">
    <p:bg>
      <p:bgPr>
        <a:gradFill rotWithShape="1">
          <a:gsLst>
            <a:gs pos="0">
              <a:schemeClr val="bg2"/>
            </a:gs>
            <a:gs pos="100000">
              <a:schemeClr val="accent3"/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제목"/>
          <p:cNvSpPr>
            <a:spLocks noGrp="1"/>
          </p:cNvSpPr>
          <p:nvPr>
            <p:ph type="title"/>
          </p:nvPr>
        </p:nvSpPr>
        <p:spPr>
          <a:xfrm>
            <a:off x="731520" y="320040"/>
            <a:ext cx="7802684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2800" b="0" spc="0">
                <a:solidFill>
                  <a:srgbClr val="F9F4E8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2" name="영문 라벨"/>
          <p:cNvSpPr>
            <a:spLocks noGrp="1"/>
          </p:cNvSpPr>
          <p:nvPr>
            <p:ph type="body" sz="quarter" idx="10"/>
          </p:nvPr>
        </p:nvSpPr>
        <p:spPr>
          <a:xfrm>
            <a:off x="8534204" y="502920"/>
            <a:ext cx="292597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10545775" y="6309360"/>
            <a:ext cx="914400" cy="36576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000" b="0" spc="20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fld id="{5D1D87C9-0D26-4CAB-BD11-0BD5EA51B957}" type="slidenum">
              <a:rPr lang="en-US"/>
              <a:t>‹#›</a:t>
            </a:fld>
          </a:p>
        </p:txBody>
      </p:sp>
      <p:sp>
        <p:nvSpPr>
          <p:cNvPr id="2" name="머리 띠"/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0" y="1371600"/>
            <a:ext cx="12191695" cy="0"/>
          </a:xfrm>
          <a:prstGeom prst="line">
            <a:avLst/>
          </a:prstGeom>
          <a:ln w="19050" cap="rnd">
            <a:solidFill>
              <a:schemeClr val="accent5"/>
            </a:solidFill>
          </a:ln>
        </p:spPr>
      </p:cxn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마무리">
    <p:bg>
      <p:bgPr>
        <a:pattFill prst="dotGrid">
          <a:fgClr>
            <a:schemeClr val="bg1"/>
          </a:fgClr>
          <a:bgClr>
            <a:schemeClr val="accent3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세로 글씨"/>
          <p:cNvSpPr>
            <a:spLocks noGrp="1"/>
          </p:cNvSpPr>
          <p:nvPr>
            <p:ph type="body" sz="quarter" idx="12"/>
          </p:nvPr>
        </p:nvSpPr>
        <p:spPr>
          <a:xfrm>
            <a:off x="274320" y="822959"/>
            <a:ext cx="822960" cy="5212080"/>
          </a:xfrm>
          <a:noFill/>
        </p:spPr>
        <p:txBody>
          <a:bodyPr lIns="45720" rIns="45720" tIns="27432" bIns="27432" anchor="ctr" vert="vert270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4000" b="0" spc="900">
                <a:solidFill>
                  <a:srgbClr val="1A1613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세로 글씨</a:t>
            </a:r>
          </a:p>
        </p:txBody>
      </p:sp>
      <p:sp>
        <p:nvSpPr>
          <p:cNvPr id="102" name="영문 라벨"/>
          <p:cNvSpPr>
            <a:spLocks noGrp="1"/>
          </p:cNvSpPr>
          <p:nvPr>
            <p:ph type="body" sz="quarter" idx="10"/>
          </p:nvPr>
        </p:nvSpPr>
        <p:spPr>
          <a:xfrm>
            <a:off x="3657508" y="1645920"/>
            <a:ext cx="7558851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3" name="제목"/>
          <p:cNvSpPr>
            <a:spLocks noGrp="1"/>
          </p:cNvSpPr>
          <p:nvPr>
            <p:ph type="title"/>
          </p:nvPr>
        </p:nvSpPr>
        <p:spPr>
          <a:xfrm>
            <a:off x="3657508" y="2029968"/>
            <a:ext cx="7558851" cy="1600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02000"/>
              </a:lnSpc>
              <a:spcBef>
                <a:spcPts val="0"/>
              </a:spcBef>
              <a:buNone/>
              <a:defRPr sz="4400" b="0" spc="0">
                <a:solidFill>
                  <a:srgbClr val="F9F4E8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4" name="한 줄 문구"/>
          <p:cNvSpPr>
            <a:spLocks noGrp="1"/>
          </p:cNvSpPr>
          <p:nvPr>
            <p:ph type="subTitle" idx="1"/>
          </p:nvPr>
        </p:nvSpPr>
        <p:spPr>
          <a:xfrm>
            <a:off x="3657508" y="3703320"/>
            <a:ext cx="7558851" cy="73152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rgbClr val="BBB6B0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5" name="안내 문구"/>
          <p:cNvSpPr>
            <a:spLocks noGrp="1"/>
          </p:cNvSpPr>
          <p:nvPr>
            <p:ph type="body" sz="quarter" idx="11"/>
          </p:nvPr>
        </p:nvSpPr>
        <p:spPr>
          <a:xfrm>
            <a:off x="3657508" y="4480559"/>
            <a:ext cx="7558851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rgbClr val="8B8484"/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sp>
        <p:nvSpPr>
          <p:cNvPr id="2" name="막대 1"/>
          <p:cNvSpPr/>
          <p:nvPr/>
        </p:nvSpPr>
        <p:spPr>
          <a:xfrm>
            <a:off x="0" y="0"/>
            <a:ext cx="13716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막대 2"/>
          <p:cNvSpPr/>
          <p:nvPr/>
        </p:nvSpPr>
        <p:spPr>
          <a:xfrm>
            <a:off x="1371600" y="0"/>
            <a:ext cx="777240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막대 3"/>
          <p:cNvSpPr/>
          <p:nvPr/>
        </p:nvSpPr>
        <p:spPr>
          <a:xfrm>
            <a:off x="2148840" y="0"/>
            <a:ext cx="457200" cy="68580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막대 4"/>
          <p:cNvSpPr/>
          <p:nvPr/>
        </p:nvSpPr>
        <p:spPr>
          <a:xfrm>
            <a:off x="2606040" y="0"/>
            <a:ext cx="27432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막대 5"/>
          <p:cNvSpPr/>
          <p:nvPr/>
        </p:nvSpPr>
        <p:spPr>
          <a:xfrm>
            <a:off x="2880360" y="0"/>
            <a:ext cx="137160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 + 사진">
    <p:bg>
      <p:bgPr>
        <a:gradFill rotWithShape="1">
          <a:gsLst>
            <a:gs pos="0">
              <a:schemeClr val="bg2"/>
            </a:gs>
            <a:gs pos="100000">
              <a:schemeClr val="accent3"/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제목"/>
          <p:cNvSpPr>
            <a:spLocks noGrp="1"/>
          </p:cNvSpPr>
          <p:nvPr>
            <p:ph type="title"/>
          </p:nvPr>
        </p:nvSpPr>
        <p:spPr>
          <a:xfrm>
            <a:off x="731520" y="320040"/>
            <a:ext cx="7802684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2800" b="0" spc="0">
                <a:solidFill>
                  <a:srgbClr val="F9F4E8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2" name="영문 라벨"/>
          <p:cNvSpPr>
            <a:spLocks noGrp="1"/>
          </p:cNvSpPr>
          <p:nvPr>
            <p:ph type="body" sz="quarter" idx="10"/>
          </p:nvPr>
        </p:nvSpPr>
        <p:spPr>
          <a:xfrm>
            <a:off x="8534204" y="502920"/>
            <a:ext cx="292597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10545775" y="6309360"/>
            <a:ext cx="914400" cy="36576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000" b="0" spc="20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fld id="{F8DC284E-DDCE-4168-B500-84BDF165D94E}" type="slidenum">
              <a:rPr lang="en-US"/>
              <a:t>‹#›</a:t>
            </a:fld>
          </a:p>
        </p:txBody>
      </p:sp>
      <p:sp>
        <p:nvSpPr>
          <p:cNvPr id="104" name="사진 1"/>
          <p:cNvSpPr>
            <a:spLocks noGrp="1"/>
          </p:cNvSpPr>
          <p:nvPr>
            <p:ph type="pic" sz="quarter" idx="13"/>
          </p:nvPr>
        </p:nvSpPr>
        <p:spPr>
          <a:xfrm>
            <a:off x="7315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5" name="사진 2"/>
          <p:cNvSpPr>
            <a:spLocks noGrp="1"/>
          </p:cNvSpPr>
          <p:nvPr>
            <p:ph type="pic" sz="quarter" idx="14"/>
          </p:nvPr>
        </p:nvSpPr>
        <p:spPr>
          <a:xfrm>
            <a:off x="21031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6" name="사진 3"/>
          <p:cNvSpPr>
            <a:spLocks noGrp="1"/>
          </p:cNvSpPr>
          <p:nvPr>
            <p:ph type="pic" sz="quarter" idx="15"/>
          </p:nvPr>
        </p:nvSpPr>
        <p:spPr>
          <a:xfrm>
            <a:off x="34747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7" name="사진 4"/>
          <p:cNvSpPr>
            <a:spLocks noGrp="1"/>
          </p:cNvSpPr>
          <p:nvPr>
            <p:ph type="pic" sz="quarter" idx="16"/>
          </p:nvPr>
        </p:nvSpPr>
        <p:spPr>
          <a:xfrm>
            <a:off x="48463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8" name="사진 5"/>
          <p:cNvSpPr>
            <a:spLocks noGrp="1"/>
          </p:cNvSpPr>
          <p:nvPr>
            <p:ph type="pic" sz="quarter" idx="17"/>
          </p:nvPr>
        </p:nvSpPr>
        <p:spPr>
          <a:xfrm>
            <a:off x="7315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9" name="사진 6"/>
          <p:cNvSpPr>
            <a:spLocks noGrp="1"/>
          </p:cNvSpPr>
          <p:nvPr>
            <p:ph type="pic" sz="quarter" idx="18"/>
          </p:nvPr>
        </p:nvSpPr>
        <p:spPr>
          <a:xfrm>
            <a:off x="21031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0" name="사진 7"/>
          <p:cNvSpPr>
            <a:spLocks noGrp="1"/>
          </p:cNvSpPr>
          <p:nvPr>
            <p:ph type="pic" sz="quarter" idx="19"/>
          </p:nvPr>
        </p:nvSpPr>
        <p:spPr>
          <a:xfrm>
            <a:off x="34747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1" name="사진 8"/>
          <p:cNvSpPr>
            <a:spLocks noGrp="1"/>
          </p:cNvSpPr>
          <p:nvPr>
            <p:ph type="pic" sz="quarter" idx="20"/>
          </p:nvPr>
        </p:nvSpPr>
        <p:spPr>
          <a:xfrm>
            <a:off x="48463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2" name="머리 띠"/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0" y="1371600"/>
            <a:ext cx="12191695" cy="0"/>
          </a:xfrm>
          <a:prstGeom prst="line">
            <a:avLst/>
          </a:prstGeom>
          <a:ln w="19050" cap="rnd">
            <a:solidFill>
              <a:schemeClr val="accent5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한 문장">
    <p:bg>
      <p:bgPr>
        <a:gradFill rotWithShape="1">
          <a:gsLst>
            <a:gs pos="0">
              <a:schemeClr val="bg2"/>
            </a:gs>
            <a:gs pos="100000">
              <a:schemeClr val="accent3"/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731520" y="73152"/>
            <a:ext cx="1072865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쪽 번호"/>
          <p:cNvSpPr>
            <a:spLocks noGrp="1"/>
          </p:cNvSpPr>
          <p:nvPr>
            <p:ph type="sldNum" sz="quarter" idx="12"/>
          </p:nvPr>
        </p:nvSpPr>
        <p:spPr>
          <a:xfrm>
            <a:off x="10545775" y="6309360"/>
            <a:ext cx="914400" cy="36576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000" b="0" spc="20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fld id="{D2AE4D8B-4AB0-417B-A362-B0A57E9108C7}" type="slidenum">
              <a:rPr lang="en-US"/>
              <a:t>‹#›</a:t>
            </a:fld>
          </a:p>
        </p:txBody>
      </p:sp>
      <p:sp>
        <p:nvSpPr>
          <p:cNvPr id="103" name="한 문장"/>
          <p:cNvSpPr>
            <a:spLocks noGrp="1"/>
          </p:cNvSpPr>
          <p:nvPr>
            <p:ph type="title"/>
          </p:nvPr>
        </p:nvSpPr>
        <p:spPr>
          <a:xfrm>
            <a:off x="1463003" y="2331720"/>
            <a:ext cx="9265688" cy="233172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30000"/>
              </a:lnSpc>
              <a:spcBef>
                <a:spcPts val="0"/>
              </a:spcBef>
              <a:buNone/>
              <a:defRPr sz="34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한 문장으로 말하면</a:t>
            </a:r>
          </a:p>
        </p:txBody>
      </p:sp>
      <p:sp>
        <p:nvSpPr>
          <p:cNvPr id="2" name="머리 띠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0" y="457200"/>
            <a:ext cx="12191695" cy="0"/>
          </a:xfrm>
          <a:prstGeom prst="line">
            <a:avLst/>
          </a:prstGeom>
          <a:ln w="19050" cap="rnd">
            <a:solidFill>
              <a:schemeClr val="accent5"/>
            </a:solidFill>
          </a:ln>
        </p:spPr>
      </p:cxnSp>
      <p:grpSp>
        <p:nvGrpSpPr>
          <p:cNvPr id="4" name="따옴표 장식"/>
          <p:cNvGrpSpPr/>
          <p:nvPr/>
        </p:nvGrpSpPr>
        <p:grpSpPr>
          <a:xfrm>
            <a:off x="5592927" y="1520189"/>
            <a:ext cx="1005840" cy="251460"/>
            <a:chOff x="5592927" y="1520189"/>
            <a:chExt cx="1005840" cy="251460"/>
          </a:xfrm>
        </p:grpSpPr>
        <p:sp>
          <p:nvSpPr>
            <p:cNvPr id="5" name="Diamond 4"/>
            <p:cNvSpPr/>
            <p:nvPr/>
          </p:nvSpPr>
          <p:spPr>
            <a:xfrm>
              <a:off x="5970117" y="1520189"/>
              <a:ext cx="251460" cy="251460"/>
            </a:xfrm>
            <a:prstGeom prst="diamond">
              <a:avLst/>
            </a:prstGeom>
            <a:solidFill>
              <a:schemeClr val="accent5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6" name="Connector 5"/>
            <p:cNvCxnSpPr/>
            <p:nvPr/>
          </p:nvCxnSpPr>
          <p:spPr>
            <a:xfrm>
              <a:off x="559292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  <p:cxnSp>
          <p:nvCxnSpPr>
            <p:cNvPr id="7" name="Connector 6"/>
            <p:cNvCxnSpPr/>
            <p:nvPr/>
          </p:nvCxnSpPr>
          <p:spPr>
            <a:xfrm>
              <a:off x="630158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</p:grpSp>
      <p:cxnSp>
        <p:nvCxnSpPr>
          <p:cNvPr id="8" name="Connector 7"/>
          <p:cNvCxnSpPr/>
          <p:nvPr/>
        </p:nvCxnSpPr>
        <p:spPr>
          <a:xfrm>
            <a:off x="5547207" y="5349240"/>
            <a:ext cx="1097280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9" name="Diamond 8"/>
          <p:cNvSpPr/>
          <p:nvPr/>
        </p:nvSpPr>
        <p:spPr>
          <a:xfrm>
            <a:off x="6036411" y="5289804"/>
            <a:ext cx="118872" cy="118872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chart" Target="../charts/char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rPr lang="ko-KR"/>
              <a:t>PLUM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PLUM  ·  FIRST BIRTHDAY</a:t>
            </a:r>
          </a:p>
        </p:txBody>
      </p:sp>
      <p:sp>
        <p:nvSpPr>
          <p:cNvPr id="4" name="Title 3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/>
              <a:t>첫 번째 생일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키는 얼마나, 몸무게는 얼마나 늘었을까요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아기 이름 · 날짜 입력</a:t>
            </a:r>
          </a:p>
          <a:p>
            <a:r>
              <a:rPr lang="ko-KR"/>
              <a:t>장소를 입력하세요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우리 아기를 소개합니다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BABY</a:t>
            </a:r>
          </a:p>
        </p:txBody>
      </p:sp>
      <p:sp>
        <p:nvSpPr>
          <p:cNvPr id="13" name="사진 바탕 1"/>
          <p:cNvSpPr/>
          <p:nvPr/>
        </p:nvSpPr>
        <p:spPr>
          <a:xfrm>
            <a:off x="731520" y="1828800"/>
            <a:ext cx="3840480" cy="41605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아기 사진</a:t>
            </a:r>
          </a:p>
        </p:txBody>
      </p:sp>
      <p:sp>
        <p:nvSpPr>
          <p:cNvPr id="4" name="Picture Placeholder 3" descr="사진 자리 — 아이콘을 누르면 사진을 넣을 수 있어요"/>
          <p:cNvSpPr>
            <a:spLocks noGrp="1"/>
          </p:cNvSpPr>
          <p:nvPr>
            <p:ph type="pic" idx="13" sz="quarter"/>
          </p:nvPr>
        </p:nvSpPr>
        <p:spPr>
          <a:xfrm>
            <a:off x="731520" y="1828800"/>
            <a:ext cx="3840480" cy="4160520"/>
          </a:xfrm>
          <a:prstGeom prst="roundRect">
            <a:avLst>
              <a:gd name="adj" fmla="val 6000"/>
            </a:avLst>
          </a:prstGeom>
        </p:spPr>
      </p:sp>
      <p:sp>
        <p:nvSpPr>
          <p:cNvPr id="12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BE6053-96B3-4D65-B6AE-2663E61B70FA}" type="slidenum">
              <a:rPr lang="en-US"/>
              <a:t>‹#›</a:t>
            </a:fld>
            <a:endParaRPr lang="en-US"/>
          </a:p>
        </p:txBody>
      </p:sp>
      <p:graphicFrame>
        <p:nvGraphicFramePr>
          <p:cNvPr id="14" name="표"/>
          <p:cNvGraphicFramePr>
            <a:graphicFrameLocks noGrp="1"/>
          </p:cNvGraphicFramePr>
          <p:nvPr/>
        </p:nvGraphicFramePr>
        <p:xfrm>
          <a:off x="4937759" y="1828800"/>
          <a:ext cx="6522415" cy="3950208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828800"/>
                <a:gridCol w="4693615"/>
              </a:tblGrid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이름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입력하세요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생일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입력하세요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키 · 몸무게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입력하세요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좋아하는 것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입력하세요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별명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입력하세요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부모의 마음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입력하세요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spd="med">
    <p:pull dir="r"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한 해 성장 기록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STORY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875AA0-2388-4A73-9B5F-CA8680F5E186}" type="slidenum">
              <a:rPr lang="en-US"/>
              <a:t>‹#›</a:t>
            </a:fld>
            <a:endParaRPr lang="en-US"/>
          </a:p>
        </p:txBody>
      </p:sp>
      <p:cxnSp>
        <p:nvCxnSpPr>
          <p:cNvPr id="5" name="타임라인 선"/>
          <p:cNvCxnSpPr/>
          <p:nvPr/>
        </p:nvCxnSpPr>
        <p:spPr>
          <a:xfrm>
            <a:off x="731520" y="3493008"/>
            <a:ext cx="10728655" cy="0"/>
          </a:xfrm>
          <a:prstGeom prst="line">
            <a:avLst/>
          </a:prstGeom>
          <a:ln w="12700" cap="rnd">
            <a:solidFill>
              <a:schemeClr val="accent5"/>
            </a:solidFill>
          </a:ln>
        </p:spPr>
      </p:cxnSp>
      <p:grpSp>
        <p:nvGrpSpPr>
          <p:cNvPr id="6" name="때 1"/>
          <p:cNvGrpSpPr/>
          <p:nvPr/>
        </p:nvGrpSpPr>
        <p:grpSpPr>
          <a:xfrm>
            <a:off x="777240" y="2651760"/>
            <a:ext cx="2054291" cy="3383280"/>
            <a:chOff x="777240" y="2651760"/>
            <a:chExt cx="2054291" cy="3383280"/>
          </a:xfrm>
        </p:grpSpPr>
        <p:sp>
          <p:nvSpPr>
            <p:cNvPr id="7" name="점"/>
            <p:cNvSpPr/>
            <p:nvPr/>
          </p:nvSpPr>
          <p:spPr>
            <a:xfrm>
              <a:off x="1603217" y="3291840"/>
              <a:ext cx="402336" cy="402336"/>
            </a:xfrm>
            <a:prstGeom prst="diamond">
              <a:avLst/>
            </a:prstGeom>
            <a:solidFill>
              <a:schemeClr val="accent1"/>
            </a:solidFill>
            <a:ln w="25400">
              <a:solidFill>
                <a:schemeClr val="bg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때"/>
            <p:cNvSpPr txBox="1"/>
            <p:nvPr/>
          </p:nvSpPr>
          <p:spPr>
            <a:xfrm>
              <a:off x="777240" y="2651760"/>
              <a:ext cx="2054291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b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400" b="1" i="0" lang="ko-KR">
                  <a:solidFill>
                    <a:schemeClr val="tx2"/>
                  </a:solidFill>
                  <a:latin typeface="+mj-lt"/>
                  <a:ea typeface="+mj-ea"/>
                </a:rPr>
                <a:t>1개월</a:t>
              </a:r>
            </a:p>
          </p:txBody>
        </p:sp>
        <p:sp>
          <p:nvSpPr>
            <p:cNvPr id="9" name="제목"/>
            <p:cNvSpPr txBox="1"/>
            <p:nvPr/>
          </p:nvSpPr>
          <p:spPr>
            <a:xfrm>
              <a:off x="822960" y="3886200"/>
              <a:ext cx="1962851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600" b="1" i="0" lang="ko-KR">
                  <a:solidFill>
                    <a:schemeClr val="tx2"/>
                  </a:solidFill>
                </a:rPr>
                <a:t>처음 눈을 맞춘 날</a:t>
              </a:r>
            </a:p>
          </p:txBody>
        </p:sp>
        <p:sp>
          <p:nvSpPr>
            <p:cNvPr id="10" name="내용"/>
            <p:cNvSpPr txBox="1"/>
            <p:nvPr/>
          </p:nvSpPr>
          <p:spPr>
            <a:xfrm>
              <a:off x="822960" y="4389120"/>
              <a:ext cx="1962851" cy="164592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30000"/>
                </a:lnSpc>
              </a:pPr>
              <a:r>
                <a:rPr sz="1300" b="0" i="0" lang="ko-KR">
                  <a:solidFill>
                    <a:schemeClr val="tx1"/>
                  </a:solidFill>
                </a:rPr>
                <a:t>기억을 적어 주세요</a:t>
              </a:r>
            </a:p>
          </p:txBody>
        </p:sp>
      </p:grpSp>
      <p:grpSp>
        <p:nvGrpSpPr>
          <p:cNvPr id="11" name="때 2"/>
          <p:cNvGrpSpPr/>
          <p:nvPr/>
        </p:nvGrpSpPr>
        <p:grpSpPr>
          <a:xfrm>
            <a:off x="2922971" y="2651760"/>
            <a:ext cx="2054291" cy="3383280"/>
            <a:chOff x="2922971" y="2651760"/>
            <a:chExt cx="2054291" cy="3383280"/>
          </a:xfrm>
        </p:grpSpPr>
        <p:sp>
          <p:nvSpPr>
            <p:cNvPr id="12" name="점"/>
            <p:cNvSpPr/>
            <p:nvPr/>
          </p:nvSpPr>
          <p:spPr>
            <a:xfrm>
              <a:off x="3748948" y="3291840"/>
              <a:ext cx="402336" cy="402336"/>
            </a:xfrm>
            <a:prstGeom prst="diamond">
              <a:avLst/>
            </a:prstGeom>
            <a:solidFill>
              <a:schemeClr val="accent1"/>
            </a:solidFill>
            <a:ln w="25400">
              <a:solidFill>
                <a:schemeClr val="bg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때"/>
            <p:cNvSpPr txBox="1"/>
            <p:nvPr/>
          </p:nvSpPr>
          <p:spPr>
            <a:xfrm>
              <a:off x="2922971" y="2651760"/>
              <a:ext cx="2054291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b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400" b="1" i="0" lang="ko-KR">
                  <a:solidFill>
                    <a:schemeClr val="tx2"/>
                  </a:solidFill>
                  <a:latin typeface="+mj-lt"/>
                  <a:ea typeface="+mj-ea"/>
                </a:rPr>
                <a:t>3개월</a:t>
              </a:r>
            </a:p>
          </p:txBody>
        </p:sp>
        <p:sp>
          <p:nvSpPr>
            <p:cNvPr id="14" name="제목"/>
            <p:cNvSpPr txBox="1"/>
            <p:nvPr/>
          </p:nvSpPr>
          <p:spPr>
            <a:xfrm>
              <a:off x="2968691" y="3886200"/>
              <a:ext cx="1962851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600" b="1" i="0" lang="ko-KR">
                  <a:solidFill>
                    <a:schemeClr val="tx2"/>
                  </a:solidFill>
                </a:rPr>
                <a:t>처음 웃은 날</a:t>
              </a:r>
            </a:p>
          </p:txBody>
        </p:sp>
        <p:sp>
          <p:nvSpPr>
            <p:cNvPr id="15" name="내용"/>
            <p:cNvSpPr txBox="1"/>
            <p:nvPr/>
          </p:nvSpPr>
          <p:spPr>
            <a:xfrm>
              <a:off x="2968691" y="4389120"/>
              <a:ext cx="1962851" cy="164592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30000"/>
                </a:lnSpc>
              </a:pPr>
              <a:r>
                <a:rPr sz="1300" b="0" i="0" lang="ko-KR">
                  <a:solidFill>
                    <a:schemeClr val="tx1"/>
                  </a:solidFill>
                </a:rPr>
                <a:t>기억을 적어 주세요</a:t>
              </a:r>
            </a:p>
          </p:txBody>
        </p:sp>
      </p:grpSp>
      <p:grpSp>
        <p:nvGrpSpPr>
          <p:cNvPr id="16" name="때 3"/>
          <p:cNvGrpSpPr/>
          <p:nvPr/>
        </p:nvGrpSpPr>
        <p:grpSpPr>
          <a:xfrm>
            <a:off x="5068702" y="2651760"/>
            <a:ext cx="2054291" cy="3383280"/>
            <a:chOff x="5068702" y="2651760"/>
            <a:chExt cx="2054291" cy="3383280"/>
          </a:xfrm>
        </p:grpSpPr>
        <p:sp>
          <p:nvSpPr>
            <p:cNvPr id="17" name="점"/>
            <p:cNvSpPr/>
            <p:nvPr/>
          </p:nvSpPr>
          <p:spPr>
            <a:xfrm>
              <a:off x="5894679" y="3291840"/>
              <a:ext cx="402336" cy="402336"/>
            </a:xfrm>
            <a:prstGeom prst="diamond">
              <a:avLst/>
            </a:prstGeom>
            <a:solidFill>
              <a:schemeClr val="accent1"/>
            </a:solidFill>
            <a:ln w="25400">
              <a:solidFill>
                <a:schemeClr val="bg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" name="때"/>
            <p:cNvSpPr txBox="1"/>
            <p:nvPr/>
          </p:nvSpPr>
          <p:spPr>
            <a:xfrm>
              <a:off x="5068702" y="2651760"/>
              <a:ext cx="2054291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b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400" b="1" i="0" lang="ko-KR">
                  <a:solidFill>
                    <a:schemeClr val="tx2"/>
                  </a:solidFill>
                  <a:latin typeface="+mj-lt"/>
                  <a:ea typeface="+mj-ea"/>
                </a:rPr>
                <a:t>6개월</a:t>
              </a:r>
            </a:p>
          </p:txBody>
        </p:sp>
        <p:sp>
          <p:nvSpPr>
            <p:cNvPr id="19" name="제목"/>
            <p:cNvSpPr txBox="1"/>
            <p:nvPr/>
          </p:nvSpPr>
          <p:spPr>
            <a:xfrm>
              <a:off x="5114422" y="3886200"/>
              <a:ext cx="1962851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600" b="1" i="0" lang="ko-KR">
                  <a:solidFill>
                    <a:schemeClr val="tx2"/>
                  </a:solidFill>
                </a:rPr>
                <a:t>뒤집기 성공</a:t>
              </a:r>
            </a:p>
          </p:txBody>
        </p:sp>
        <p:sp>
          <p:nvSpPr>
            <p:cNvPr id="20" name="내용"/>
            <p:cNvSpPr txBox="1"/>
            <p:nvPr/>
          </p:nvSpPr>
          <p:spPr>
            <a:xfrm>
              <a:off x="5114422" y="4389120"/>
              <a:ext cx="1962851" cy="164592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30000"/>
                </a:lnSpc>
              </a:pPr>
              <a:r>
                <a:rPr sz="1300" b="0" i="0" lang="ko-KR">
                  <a:solidFill>
                    <a:schemeClr val="tx1"/>
                  </a:solidFill>
                </a:rPr>
                <a:t>기억을 적어 주세요</a:t>
              </a:r>
            </a:p>
          </p:txBody>
        </p:sp>
      </p:grpSp>
      <p:grpSp>
        <p:nvGrpSpPr>
          <p:cNvPr id="21" name="때 4"/>
          <p:cNvGrpSpPr/>
          <p:nvPr/>
        </p:nvGrpSpPr>
        <p:grpSpPr>
          <a:xfrm>
            <a:off x="7214433" y="2651760"/>
            <a:ext cx="2054291" cy="3383280"/>
            <a:chOff x="7214433" y="2651760"/>
            <a:chExt cx="2054291" cy="3383280"/>
          </a:xfrm>
        </p:grpSpPr>
        <p:sp>
          <p:nvSpPr>
            <p:cNvPr id="22" name="점"/>
            <p:cNvSpPr/>
            <p:nvPr/>
          </p:nvSpPr>
          <p:spPr>
            <a:xfrm>
              <a:off x="8040410" y="3291840"/>
              <a:ext cx="402336" cy="402336"/>
            </a:xfrm>
            <a:prstGeom prst="diamond">
              <a:avLst/>
            </a:prstGeom>
            <a:solidFill>
              <a:schemeClr val="accent1"/>
            </a:solidFill>
            <a:ln w="25400">
              <a:solidFill>
                <a:schemeClr val="bg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3" name="때"/>
            <p:cNvSpPr txBox="1"/>
            <p:nvPr/>
          </p:nvSpPr>
          <p:spPr>
            <a:xfrm>
              <a:off x="7214433" y="2651760"/>
              <a:ext cx="2054291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b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400" b="1" i="0" lang="ko-KR">
                  <a:solidFill>
                    <a:schemeClr val="tx2"/>
                  </a:solidFill>
                  <a:latin typeface="+mj-lt"/>
                  <a:ea typeface="+mj-ea"/>
                </a:rPr>
                <a:t>9개월</a:t>
              </a:r>
            </a:p>
          </p:txBody>
        </p:sp>
        <p:sp>
          <p:nvSpPr>
            <p:cNvPr id="24" name="제목"/>
            <p:cNvSpPr txBox="1"/>
            <p:nvPr/>
          </p:nvSpPr>
          <p:spPr>
            <a:xfrm>
              <a:off x="7260153" y="3886200"/>
              <a:ext cx="1962851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600" b="1" i="0" lang="ko-KR">
                  <a:solidFill>
                    <a:schemeClr val="tx2"/>
                  </a:solidFill>
                </a:rPr>
                <a:t>첫 이유식</a:t>
              </a:r>
            </a:p>
          </p:txBody>
        </p:sp>
        <p:sp>
          <p:nvSpPr>
            <p:cNvPr id="25" name="내용"/>
            <p:cNvSpPr txBox="1"/>
            <p:nvPr/>
          </p:nvSpPr>
          <p:spPr>
            <a:xfrm>
              <a:off x="7260153" y="4389120"/>
              <a:ext cx="1962851" cy="164592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30000"/>
                </a:lnSpc>
              </a:pPr>
              <a:r>
                <a:rPr sz="1300" b="0" i="0" lang="ko-KR">
                  <a:solidFill>
                    <a:schemeClr val="tx1"/>
                  </a:solidFill>
                </a:rPr>
                <a:t>기억을 적어 주세요</a:t>
              </a:r>
            </a:p>
          </p:txBody>
        </p:sp>
      </p:grpSp>
      <p:grpSp>
        <p:nvGrpSpPr>
          <p:cNvPr id="26" name="때 5"/>
          <p:cNvGrpSpPr/>
          <p:nvPr/>
        </p:nvGrpSpPr>
        <p:grpSpPr>
          <a:xfrm>
            <a:off x="9360164" y="2651760"/>
            <a:ext cx="2054291" cy="3383280"/>
            <a:chOff x="9360164" y="2651760"/>
            <a:chExt cx="2054291" cy="3383280"/>
          </a:xfrm>
        </p:grpSpPr>
        <p:sp>
          <p:nvSpPr>
            <p:cNvPr id="27" name="점"/>
            <p:cNvSpPr/>
            <p:nvPr/>
          </p:nvSpPr>
          <p:spPr>
            <a:xfrm>
              <a:off x="10186141" y="3291840"/>
              <a:ext cx="402336" cy="402336"/>
            </a:xfrm>
            <a:prstGeom prst="diamond">
              <a:avLst/>
            </a:prstGeom>
            <a:solidFill>
              <a:schemeClr val="accent1"/>
            </a:solidFill>
            <a:ln w="25400">
              <a:solidFill>
                <a:schemeClr val="bg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8" name="때"/>
            <p:cNvSpPr txBox="1"/>
            <p:nvPr/>
          </p:nvSpPr>
          <p:spPr>
            <a:xfrm>
              <a:off x="9360164" y="2651760"/>
              <a:ext cx="2054291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b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400" b="1" i="0" lang="ko-KR">
                  <a:solidFill>
                    <a:schemeClr val="tx2"/>
                  </a:solidFill>
                  <a:latin typeface="+mj-lt"/>
                  <a:ea typeface="+mj-ea"/>
                </a:rPr>
                <a:t>12개월</a:t>
              </a:r>
            </a:p>
          </p:txBody>
        </p:sp>
        <p:sp>
          <p:nvSpPr>
            <p:cNvPr id="29" name="제목"/>
            <p:cNvSpPr txBox="1"/>
            <p:nvPr/>
          </p:nvSpPr>
          <p:spPr>
            <a:xfrm>
              <a:off x="9405884" y="3886200"/>
              <a:ext cx="1962851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600" b="1" i="0" lang="ko-KR">
                  <a:solidFill>
                    <a:schemeClr val="tx2"/>
                  </a:solidFill>
                </a:rPr>
                <a:t>첫 걸음</a:t>
              </a:r>
            </a:p>
          </p:txBody>
        </p:sp>
        <p:sp>
          <p:nvSpPr>
            <p:cNvPr id="30" name="내용"/>
            <p:cNvSpPr txBox="1"/>
            <p:nvPr/>
          </p:nvSpPr>
          <p:spPr>
            <a:xfrm>
              <a:off x="9405884" y="4389120"/>
              <a:ext cx="1962851" cy="164592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30000"/>
                </a:lnSpc>
              </a:pPr>
              <a:r>
                <a:rPr sz="1300" b="0" i="0" lang="ko-KR">
                  <a:solidFill>
                    <a:schemeClr val="tx1"/>
                  </a:solidFill>
                </a:rPr>
                <a:t>기억을 적어 주세요</a:t>
              </a:r>
            </a:p>
          </p:txBody>
        </p:sp>
      </p:grpSp>
    </p:spTree>
  </p:cSld>
  <p:clrMapOvr>
    <a:masterClrMapping/>
  </p:clrMapOvr>
  <p:transition spd="med">
    <p:pull dir="r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6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0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00"/>
                            </p:stCondLst>
                            <p:childTnLst>
                              <p:par>
                                <p:cTn id="12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4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350"/>
                            </p:stCondLst>
                            <p:childTnLst>
                              <p:par>
                                <p:cTn id="16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8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1800"/>
                            </p:stCondLst>
                            <p:childTnLst>
                              <p:par>
                                <p:cTn id="20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4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키와 몸무게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MEMORY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D74149-2C05-472D-B581-DE699E0FAAFD}" type="slidenum">
              <a:rPr lang="en-US"/>
              <a:t>‹#›</a:t>
            </a:fld>
            <a:endParaRPr lang="en-US"/>
          </a:p>
        </p:txBody>
      </p:sp>
      <p:graphicFrame>
        <p:nvGraphicFramePr>
          <p:cNvPr id="5" name="차트"/>
          <p:cNvGraphicFramePr>
            <a:graphicFrameLocks noGrp="1"/>
          </p:cNvGraphicFramePr>
          <p:nvPr/>
        </p:nvGraphicFramePr>
        <p:xfrm>
          <a:off x="731520" y="1828800"/>
          <a:ext cx="10728655" cy="41605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" name="차트 안내"/>
          <p:cNvSpPr txBox="1"/>
          <p:nvPr/>
        </p:nvSpPr>
        <p:spPr>
          <a:xfrm>
            <a:off x="8351215" y="1828800"/>
            <a:ext cx="3108960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r">
              <a:lnSpc>
                <a:spcPct val="120000"/>
              </a:lnSpc>
            </a:pPr>
            <a:r>
              <a:rPr sz="1200" b="0" i="0" lang="ko-KR">
                <a:solidFill>
                  <a:schemeClr val="tx1">
                    <a:lumMod val="62000"/>
                  </a:schemeClr>
                </a:solidFill>
              </a:rPr>
              <a:t>예시 숫자 — 차트를 우클릭해 고치세요</a:t>
            </a:r>
          </a:p>
        </p:txBody>
      </p:sp>
    </p:spTree>
  </p:cSld>
  <p:clrMapOvr>
    <a:masterClrMapping/>
  </p:clrMapOvr>
  <p:transition spd="med">
    <p:pull dir="r"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사진 모음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PHOTOS</a:t>
            </a:r>
          </a:p>
        </p:txBody>
      </p:sp>
      <p:sp>
        <p:nvSpPr>
          <p:cNvPr id="13" name="사진 바탕 1"/>
          <p:cNvSpPr/>
          <p:nvPr/>
        </p:nvSpPr>
        <p:spPr>
          <a:xfrm>
            <a:off x="731520" y="1828800"/>
            <a:ext cx="2531287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사진 1</a:t>
            </a:r>
          </a:p>
        </p:txBody>
      </p:sp>
      <p:sp>
        <p:nvSpPr>
          <p:cNvPr id="4" name="Picture Placeholder 3" descr="사진 자리 — 아이콘을 누르면 사진을 넣을 수 있어요"/>
          <p:cNvSpPr>
            <a:spLocks noGrp="1"/>
          </p:cNvSpPr>
          <p:nvPr>
            <p:ph type="pic" idx="13" sz="quarter"/>
          </p:nvPr>
        </p:nvSpPr>
        <p:spPr>
          <a:xfrm>
            <a:off x="731520" y="1828800"/>
            <a:ext cx="2531287" cy="2071116"/>
          </a:xfrm>
          <a:prstGeom prst="rect">
            <a:avLst/>
          </a:prstGeom>
        </p:spPr>
      </p:sp>
      <p:sp>
        <p:nvSpPr>
          <p:cNvPr id="14" name="사진 바탕 2"/>
          <p:cNvSpPr/>
          <p:nvPr/>
        </p:nvSpPr>
        <p:spPr>
          <a:xfrm>
            <a:off x="3463975" y="1828800"/>
            <a:ext cx="2531287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사진 2</a:t>
            </a:r>
          </a:p>
        </p:txBody>
      </p:sp>
      <p:sp>
        <p:nvSpPr>
          <p:cNvPr id="5" name="Picture Placeholder 4" descr="사진 자리 — 아이콘을 누르면 사진을 넣을 수 있어요"/>
          <p:cNvSpPr>
            <a:spLocks noGrp="1"/>
          </p:cNvSpPr>
          <p:nvPr>
            <p:ph type="pic" idx="14" sz="quarter"/>
          </p:nvPr>
        </p:nvSpPr>
        <p:spPr>
          <a:xfrm>
            <a:off x="3463975" y="1828800"/>
            <a:ext cx="2531287" cy="2071116"/>
          </a:xfrm>
          <a:prstGeom prst="rect">
            <a:avLst/>
          </a:prstGeom>
        </p:spPr>
      </p:sp>
      <p:sp>
        <p:nvSpPr>
          <p:cNvPr id="15" name="사진 바탕 3"/>
          <p:cNvSpPr/>
          <p:nvPr/>
        </p:nvSpPr>
        <p:spPr>
          <a:xfrm>
            <a:off x="6196431" y="1828800"/>
            <a:ext cx="2531287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사진 3</a:t>
            </a:r>
          </a:p>
        </p:txBody>
      </p:sp>
      <p:sp>
        <p:nvSpPr>
          <p:cNvPr id="6" name="Picture Placeholder 5" descr="사진 자리 — 아이콘을 누르면 사진을 넣을 수 있어요"/>
          <p:cNvSpPr>
            <a:spLocks noGrp="1"/>
          </p:cNvSpPr>
          <p:nvPr>
            <p:ph type="pic" idx="15" sz="quarter"/>
          </p:nvPr>
        </p:nvSpPr>
        <p:spPr>
          <a:xfrm>
            <a:off x="6196431" y="1828800"/>
            <a:ext cx="2531287" cy="2071116"/>
          </a:xfrm>
          <a:prstGeom prst="rect">
            <a:avLst/>
          </a:prstGeom>
        </p:spPr>
      </p:sp>
      <p:sp>
        <p:nvSpPr>
          <p:cNvPr id="16" name="사진 바탕 4"/>
          <p:cNvSpPr/>
          <p:nvPr/>
        </p:nvSpPr>
        <p:spPr>
          <a:xfrm>
            <a:off x="8928887" y="1828800"/>
            <a:ext cx="2531287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사진 4</a:t>
            </a:r>
          </a:p>
        </p:txBody>
      </p:sp>
      <p:sp>
        <p:nvSpPr>
          <p:cNvPr id="7" name="Picture Placeholder 6" descr="사진 자리 — 아이콘을 누르면 사진을 넣을 수 있어요"/>
          <p:cNvSpPr>
            <a:spLocks noGrp="1"/>
          </p:cNvSpPr>
          <p:nvPr>
            <p:ph type="pic" idx="16" sz="quarter"/>
          </p:nvPr>
        </p:nvSpPr>
        <p:spPr>
          <a:xfrm>
            <a:off x="8928887" y="1828800"/>
            <a:ext cx="2531287" cy="2071116"/>
          </a:xfrm>
          <a:prstGeom prst="rect">
            <a:avLst/>
          </a:prstGeom>
        </p:spPr>
      </p:sp>
      <p:sp>
        <p:nvSpPr>
          <p:cNvPr id="17" name="사진 바탕 5"/>
          <p:cNvSpPr/>
          <p:nvPr/>
        </p:nvSpPr>
        <p:spPr>
          <a:xfrm>
            <a:off x="731520" y="4101084"/>
            <a:ext cx="2531287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사진 5</a:t>
            </a:r>
          </a:p>
        </p:txBody>
      </p:sp>
      <p:sp>
        <p:nvSpPr>
          <p:cNvPr id="8" name="Picture Placeholder 7" descr="사진 자리 — 아이콘을 누르면 사진을 넣을 수 있어요"/>
          <p:cNvSpPr>
            <a:spLocks noGrp="1"/>
          </p:cNvSpPr>
          <p:nvPr>
            <p:ph type="pic" idx="17" sz="quarter"/>
          </p:nvPr>
        </p:nvSpPr>
        <p:spPr>
          <a:xfrm>
            <a:off x="731520" y="4101084"/>
            <a:ext cx="2531287" cy="2071116"/>
          </a:xfrm>
          <a:prstGeom prst="rect">
            <a:avLst/>
          </a:prstGeom>
        </p:spPr>
      </p:sp>
      <p:sp>
        <p:nvSpPr>
          <p:cNvPr id="18" name="사진 바탕 6"/>
          <p:cNvSpPr/>
          <p:nvPr/>
        </p:nvSpPr>
        <p:spPr>
          <a:xfrm>
            <a:off x="3463975" y="4101084"/>
            <a:ext cx="2531287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사진 6</a:t>
            </a:r>
          </a:p>
        </p:txBody>
      </p:sp>
      <p:sp>
        <p:nvSpPr>
          <p:cNvPr id="9" name="Picture Placeholder 8" descr="사진 자리 — 아이콘을 누르면 사진을 넣을 수 있어요"/>
          <p:cNvSpPr>
            <a:spLocks noGrp="1"/>
          </p:cNvSpPr>
          <p:nvPr>
            <p:ph type="pic" idx="18" sz="quarter"/>
          </p:nvPr>
        </p:nvSpPr>
        <p:spPr>
          <a:xfrm>
            <a:off x="3463975" y="4101084"/>
            <a:ext cx="2531287" cy="2071116"/>
          </a:xfrm>
          <a:prstGeom prst="rect">
            <a:avLst/>
          </a:prstGeom>
        </p:spPr>
      </p:sp>
      <p:sp>
        <p:nvSpPr>
          <p:cNvPr id="19" name="사진 바탕 7"/>
          <p:cNvSpPr/>
          <p:nvPr/>
        </p:nvSpPr>
        <p:spPr>
          <a:xfrm>
            <a:off x="6196431" y="4101084"/>
            <a:ext cx="2531287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사진 7</a:t>
            </a:r>
          </a:p>
        </p:txBody>
      </p:sp>
      <p:sp>
        <p:nvSpPr>
          <p:cNvPr id="10" name="Picture Placeholder 9" descr="사진 자리 — 아이콘을 누르면 사진을 넣을 수 있어요"/>
          <p:cNvSpPr>
            <a:spLocks noGrp="1"/>
          </p:cNvSpPr>
          <p:nvPr>
            <p:ph type="pic" idx="19" sz="quarter"/>
          </p:nvPr>
        </p:nvSpPr>
        <p:spPr>
          <a:xfrm>
            <a:off x="6196431" y="4101084"/>
            <a:ext cx="2531287" cy="2071116"/>
          </a:xfrm>
          <a:prstGeom prst="rect">
            <a:avLst/>
          </a:prstGeom>
        </p:spPr>
      </p:sp>
      <p:sp>
        <p:nvSpPr>
          <p:cNvPr id="20" name="사진 바탕 8"/>
          <p:cNvSpPr/>
          <p:nvPr/>
        </p:nvSpPr>
        <p:spPr>
          <a:xfrm>
            <a:off x="8928887" y="4101084"/>
            <a:ext cx="2531287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사진 8</a:t>
            </a:r>
          </a:p>
        </p:txBody>
      </p:sp>
      <p:sp>
        <p:nvSpPr>
          <p:cNvPr id="11" name="Picture Placeholder 10" descr="사진 자리 — 아이콘을 누르면 사진을 넣을 수 있어요"/>
          <p:cNvSpPr>
            <a:spLocks noGrp="1"/>
          </p:cNvSpPr>
          <p:nvPr>
            <p:ph type="pic" idx="20" sz="quarter"/>
          </p:nvPr>
        </p:nvSpPr>
        <p:spPr>
          <a:xfrm>
            <a:off x="8928887" y="4101084"/>
            <a:ext cx="2531287" cy="2071116"/>
          </a:xfrm>
          <a:prstGeom prst="rect">
            <a:avLst/>
          </a:prstGeom>
        </p:spPr>
      </p:sp>
      <p:sp>
        <p:nvSpPr>
          <p:cNvPr id="12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6A8374-8161-4606-B742-2D0D9A9398F2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p:transition spd="med">
    <p:pull dir="r"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rPr lang="ko-KR"/>
              <a:t>PLUM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PLUM  ·  FIRST BIRTHDAY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와 주셔서 고맙습니다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아이가 한 살이 되었습니다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아기 이름 · 부모 이름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돌잔치 슬라이드(성장 기록 중심)">
  <a:themeElements>
    <a:clrScheme name="돌잔치 슬라이드(성장 기록 중심)">
      <a:dk1>
        <a:srgbClr val="F9F4E8"/>
      </a:dk1>
      <a:lt1>
        <a:srgbClr val="2A1E2E"/>
      </a:lt1>
      <a:dk2>
        <a:srgbClr val="EAD6AE"/>
      </a:dk2>
      <a:lt2>
        <a:srgbClr val="1D1520"/>
      </a:lt2>
      <a:accent1>
        <a:srgbClr val="D2B27E"/>
      </a:accent1>
      <a:accent2>
        <a:srgbClr val="B67C9A"/>
      </a:accent2>
      <a:accent3>
        <a:srgbClr val="120D14"/>
      </a:accent3>
      <a:accent4>
        <a:srgbClr val="39293F"/>
      </a:accent4>
      <a:accent5>
        <a:srgbClr val="DDC08C"/>
      </a:accent5>
      <a:accent6>
        <a:srgbClr val="885D75"/>
      </a:accent6>
      <a:hlink>
        <a:srgbClr val="EAD6AE"/>
      </a:hlink>
      <a:folHlink>
        <a:srgbClr val="120D14"/>
      </a:folHlink>
    </a:clrScheme>
    <a:fontScheme name="돌잔치 슬라이드(성장 기록 중심)">
      <a:majorFont>
        <a:latin typeface="Palatino Linotype"/>
        <a:ea typeface="바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돌잔치 슬라이드(성장 기록 중심)</dc:title>
  <dc:subject>돌잔치 슬라이드 · 성장 기록 중심</dc:subject>
  <dc:creator>반딧불이의 곳간</dc:creator>
  <cp:keywords>돌잔치,첫돌,PPT</cp:keywords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템플릿</cp:category>
  <dc:language>ko-KR</dc:language>
</cp:coreProperties>
</file>