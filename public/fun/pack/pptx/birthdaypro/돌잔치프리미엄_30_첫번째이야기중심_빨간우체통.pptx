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76F6C2A-B443-4F32-A666-6C857C3AF2B3}">
          <p14:sldIdLst>
            <p14:sldId id="256"/>
          </p14:sldIdLst>
        </p14:section>
        <p14:section name="본문" id="{5D39845F-96D7-4C8E-BBB0-1D40640E4385}">
          <p14:sldIdLst>
            <p14:sldId id="257"/>
            <p14:sldId id="258"/>
            <p14:sldId id="259"/>
            <p14:sldId id="260"/>
          </p14:sldIdLst>
        </p14:section>
        <p14:section name="마무리" id="{CB9CDFCB-4183-4085-B3B0-70F48F77063F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604772"/>
            <a:ext cx="1005840" cy="905256"/>
            <a:chOff x="9738103" y="1604772"/>
            <a:chExt cx="1005840" cy="905256"/>
          </a:xfrm>
        </p:grpSpPr>
        <p:sp>
          <p:nvSpPr>
            <p:cNvPr id="7" name="Heart 6"/>
            <p:cNvSpPr/>
            <p:nvPr/>
          </p:nvSpPr>
          <p:spPr>
            <a:xfrm>
              <a:off x="9738103" y="1604772"/>
              <a:ext cx="1005840" cy="90525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DA2663D-66DD-4D5B-88B0-4265705906C9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90488"/>
            <a:ext cx="365760" cy="329184"/>
            <a:chOff x="11277295" y="6190488"/>
            <a:chExt cx="365760" cy="329184"/>
          </a:xfrm>
        </p:grpSpPr>
        <p:sp>
          <p:nvSpPr>
            <p:cNvPr id="5" name="Heart 4"/>
            <p:cNvSpPr/>
            <p:nvPr/>
          </p:nvSpPr>
          <p:spPr>
            <a:xfrm>
              <a:off x="11277295" y="6190488"/>
              <a:ext cx="365760" cy="329184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604772"/>
            <a:ext cx="1005840" cy="905256"/>
            <a:chOff x="9738103" y="1604772"/>
            <a:chExt cx="1005840" cy="905256"/>
          </a:xfrm>
        </p:grpSpPr>
        <p:sp>
          <p:nvSpPr>
            <p:cNvPr id="7" name="Heart 6"/>
            <p:cNvSpPr/>
            <p:nvPr/>
          </p:nvSpPr>
          <p:spPr>
            <a:xfrm>
              <a:off x="9738103" y="1604772"/>
              <a:ext cx="1005840" cy="90525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EC33AB65-E49D-46FC-8462-621F8D7C921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90488"/>
            <a:ext cx="365760" cy="329184"/>
            <a:chOff x="11277295" y="6190488"/>
            <a:chExt cx="365760" cy="329184"/>
          </a:xfrm>
        </p:grpSpPr>
        <p:sp>
          <p:nvSpPr>
            <p:cNvPr id="5" name="Heart 4"/>
            <p:cNvSpPr/>
            <p:nvPr/>
          </p:nvSpPr>
          <p:spPr>
            <a:xfrm>
              <a:off x="11277295" y="6190488"/>
              <a:ext cx="365760" cy="329184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1C3809E-4964-4D01-8BFF-B80220C0D217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6" name="Heart 5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산후조리원에서 집으로 오던 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4F22-14BF-4794-B2ED-FEEA082D6261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D7EC3-BC5B-4B17-AA8E-9EB9C870FC75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임신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출산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만남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집으로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CFE-A5F0-4EDF-8CD6-495869BCCA1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1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3619423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6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6370167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0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1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 txBox="1"/>
            <p:nvPr/>
          </p:nvSpPr>
          <p:spPr>
            <a:xfrm>
              <a:off x="9120911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sp>
          <p:nvSpPr>
            <p:cNvPr id="24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C762-50F1-4DD2-BAD6-FD71B60576E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2B2724"/>
      </a:dk1>
      <a:lt1>
        <a:srgbClr val="FFFFFF"/>
      </a:lt1>
      <a:dk2>
        <a:srgbClr val="643A3B"/>
      </a:dk2>
      <a:lt2>
        <a:srgbClr val="F5E6E2"/>
      </a:lt2>
      <a:accent1>
        <a:srgbClr val="CF8D7C"/>
      </a:accent1>
      <a:accent2>
        <a:srgbClr val="BE839F"/>
      </a:accent2>
      <a:accent3>
        <a:srgbClr val="4E332C"/>
      </a:accent3>
      <a:accent4>
        <a:srgbClr val="F0D3CB"/>
      </a:accent4>
      <a:accent5>
        <a:srgbClr val="D2E0A3"/>
      </a:accent5>
      <a:accent6>
        <a:srgbClr val="E6BCD8"/>
      </a:accent6>
      <a:hlink>
        <a:srgbClr val="643A3B"/>
      </a:hlink>
      <a:folHlink>
        <a:srgbClr val="4E332C"/>
      </a:folHlink>
    </a:clrScheme>
    <a:fontScheme name="돌잔치 슬라이드(첫 번째 이야기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