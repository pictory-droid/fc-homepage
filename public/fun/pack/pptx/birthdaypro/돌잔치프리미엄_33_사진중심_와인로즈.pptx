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A1F17BC-8BD9-47F5-AFC7-278313DB1E5F}">
          <p14:sldIdLst>
            <p14:sldId id="256"/>
          </p14:sldIdLst>
        </p14:section>
        <p14:section name="본문" id="{BE67E15A-DE9E-46B2-9120-63093EB88435}">
          <p14:sldIdLst>
            <p14:sldId id="257"/>
            <p14:sldId id="258"/>
            <p14:sldId id="259"/>
            <p14:sldId id="260"/>
          </p14:sldIdLst>
        </p14:section>
        <p14:section name="마무리" id="{ACE3EEEE-D03E-4E37-A5FC-ECD057C1F7C8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83B4954-891C-4215-95D4-F0A4021D3F16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E6FCDEC-CE92-48CD-A6A0-03575A44403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77EBAA7-21DB-4F10-9D51-7ACF2F3210F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가장 많이 찍은 얼굴만 모았습니다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DDEC8-9D08-4A77-9531-DE762D7C2A57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77642-62B8-4E86-8845-9E3FF82E171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899F-C6B7-4915-A99E-B8C611BFE0DC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F3F75-141C-4643-A442-7369523E2BA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돌잔치 슬라이드(사진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