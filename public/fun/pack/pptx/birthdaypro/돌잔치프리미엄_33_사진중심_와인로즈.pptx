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575F9B6-F2BC-4871-9B49-E49BBD83BEC5}">
          <p14:sldIdLst>
            <p14:sldId id="256"/>
          </p14:sldIdLst>
        </p14:section>
        <p14:section name="본문" id="{0BAC2D77-64CD-4431-9793-A86D017ED71E}">
          <p14:sldIdLst>
            <p14:sldId id="257"/>
            <p14:sldId id="258"/>
            <p14:sldId id="259"/>
            <p14:sldId id="260"/>
          </p14:sldIdLst>
        </p14:section>
        <p14:section name="마무리" id="{E9AD972A-5474-4037-979C-E59D7DEAB0E2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8D108EF-0021-4092-8692-640CE227612F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804C15F-4618-42A8-956D-B6AE20C9299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707D05D-0FE8-4411-B300-FF89A4B7277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가장 많이 찍은 얼굴만 모았습니다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A4DB-9DBB-425C-8C67-E83F9A936AC2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A9BFA-9B9F-4D5D-A3B7-23797E435F4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9DA29-B928-4C74-B116-A306865A582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62BD0-6F91-42B8-8DA5-8C6085D6C8F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48373D"/>
      </a:dk1>
      <a:lt1>
        <a:srgbClr val="FDFBFB"/>
      </a:lt1>
      <a:dk2>
        <a:srgbClr val="451524"/>
      </a:dk2>
      <a:lt2>
        <a:srgbClr val="F9F1F0"/>
      </a:lt2>
      <a:accent1>
        <a:srgbClr val="8A2D45"/>
      </a:accent1>
      <a:accent2>
        <a:srgbClr val="D69AA3"/>
      </a:accent2>
      <a:accent3>
        <a:srgbClr val="8D727A"/>
      </a:accent3>
      <a:accent4>
        <a:srgbClr val="E3CACE"/>
      </a:accent4>
      <a:accent5>
        <a:srgbClr val="C79A82"/>
      </a:accent5>
      <a:accent6>
        <a:srgbClr val="E6C1C6"/>
      </a:accent6>
      <a:hlink>
        <a:srgbClr val="451524"/>
      </a:hlink>
      <a:folHlink>
        <a:srgbClr val="8D727A"/>
      </a:folHlink>
    </a:clrScheme>
    <a:fontScheme name="돌잔치 슬라이드(사진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