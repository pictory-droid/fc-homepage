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E9E2090-0D7D-469A-8F8D-099B25FBBE55}">
          <p14:sldIdLst>
            <p14:sldId id="256"/>
          </p14:sldIdLst>
        </p14:section>
        <p14:section name="본문" id="{70C54D86-0F9E-4C2B-AEF0-1E708C8D46FE}">
          <p14:sldIdLst>
            <p14:sldId id="257"/>
            <p14:sldId id="258"/>
            <p14:sldId id="259"/>
            <p14:sldId id="260"/>
          </p14:sldIdLst>
        </p14:section>
        <p14:section name="마무리" id="{F0BE6E98-02F9-4303-AC63-2618E0C9C42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0EC876D6-971E-46CF-A70E-67E6F306B0F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E5602484-121E-4A81-92A5-CD52B6B182C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4207150D-46DB-4760-9DE1-11DE9E6B513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카메라만 보면 웃는 아기입니다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A2AB-E896-46F0-913C-3835C851BFE4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48404-75F3-4CE6-A050-68A3A9F98E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8974-B60C-4847-8DED-CA0B380DFBB1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6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3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D2135-FB4B-483E-B39B-C958DA7B4E7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돌잔치 슬라이드(사진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