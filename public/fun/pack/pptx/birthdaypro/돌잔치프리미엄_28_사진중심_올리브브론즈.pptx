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E181DB6-E3AD-4B95-B31E-0DC5F1DB616A}">
          <p14:sldIdLst>
            <p14:sldId id="256"/>
          </p14:sldIdLst>
        </p14:section>
        <p14:section name="본문" id="{73755BDE-17F9-436F-9915-4180D88BCEE4}">
          <p14:sldIdLst>
            <p14:sldId id="257"/>
            <p14:sldId id="258"/>
            <p14:sldId id="259"/>
            <p14:sldId id="260"/>
          </p14:sldIdLst>
        </p14:section>
        <p14:section name="마무리" id="{15FACE0F-D638-438A-97FF-0B2201EFA832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54CB5DF9-C3BF-476D-8EB4-F0F580AC42C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0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3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DBADAB3D-71B8-4B5C-89CD-3390D9AC0D8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1642BED8-C1F1-4AF1-BFE6-08DCC4C0F4E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BRONZE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카메라만 보면 웃는 아기입니다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BRONZE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26FE2-5FD8-4BA6-BB16-170628047495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5623559" y="1828800"/>
          <a:ext cx="592805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09925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BRONZE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6621627" y="1828800"/>
            <a:ext cx="492998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621627" y="1828800"/>
            <a:ext cx="492998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65630-95BD-45E3-A49E-4AAFE64AEA9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BRONZE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C04DF-02B2-4D32-9FC2-8ECDAF03AD31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566160"/>
            <a:chOff x="1417319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1600199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645919" y="2468880"/>
              <a:ext cx="457201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3566160"/>
            <a:chOff x="488685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506973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6" name="번호 밑줄"/>
            <p:cNvCxnSpPr/>
            <p:nvPr/>
          </p:nvCxnSpPr>
          <p:spPr>
            <a:xfrm>
              <a:off x="511545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3566160"/>
            <a:chOff x="835639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53927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3" name="번호 밑줄"/>
            <p:cNvCxnSpPr/>
            <p:nvPr/>
          </p:nvCxnSpPr>
          <p:spPr>
            <a:xfrm>
              <a:off x="858499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BRONZE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417319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417319" y="1828800"/>
            <a:ext cx="2382697" cy="2071116"/>
          </a:xfrm>
          <a:prstGeom prst="rect">
            <a:avLst/>
          </a:prstGeom>
        </p:spPr>
      </p:sp>
      <p:sp>
        <p:nvSpPr>
          <p:cNvPr id="15" name="사진 바탕 2"/>
          <p:cNvSpPr/>
          <p:nvPr/>
        </p:nvSpPr>
        <p:spPr>
          <a:xfrm>
            <a:off x="4001185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01185" y="1828800"/>
            <a:ext cx="2382697" cy="2071116"/>
          </a:xfrm>
          <a:prstGeom prst="rect">
            <a:avLst/>
          </a:prstGeom>
        </p:spPr>
      </p:sp>
      <p:sp>
        <p:nvSpPr>
          <p:cNvPr id="16" name="사진 바탕 3"/>
          <p:cNvSpPr/>
          <p:nvPr/>
        </p:nvSpPr>
        <p:spPr>
          <a:xfrm>
            <a:off x="6585051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585051" y="1828800"/>
            <a:ext cx="2382697" cy="2071116"/>
          </a:xfrm>
          <a:prstGeom prst="rect">
            <a:avLst/>
          </a:prstGeom>
        </p:spPr>
      </p:sp>
      <p:sp>
        <p:nvSpPr>
          <p:cNvPr id="17" name="사진 바탕 4"/>
          <p:cNvSpPr/>
          <p:nvPr/>
        </p:nvSpPr>
        <p:spPr>
          <a:xfrm>
            <a:off x="9168917" y="1828800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168917" y="1828800"/>
            <a:ext cx="2382697" cy="2071116"/>
          </a:xfrm>
          <a:prstGeom prst="rect">
            <a:avLst/>
          </a:prstGeom>
        </p:spPr>
      </p:sp>
      <p:sp>
        <p:nvSpPr>
          <p:cNvPr id="18" name="사진 바탕 5"/>
          <p:cNvSpPr/>
          <p:nvPr/>
        </p:nvSpPr>
        <p:spPr>
          <a:xfrm>
            <a:off x="1417319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1417319" y="4101084"/>
            <a:ext cx="2382697" cy="2071116"/>
          </a:xfrm>
          <a:prstGeom prst="rect">
            <a:avLst/>
          </a:prstGeom>
        </p:spPr>
      </p:sp>
      <p:sp>
        <p:nvSpPr>
          <p:cNvPr id="19" name="사진 바탕 6"/>
          <p:cNvSpPr/>
          <p:nvPr/>
        </p:nvSpPr>
        <p:spPr>
          <a:xfrm>
            <a:off x="4001185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4001185" y="4101084"/>
            <a:ext cx="2382697" cy="2071116"/>
          </a:xfrm>
          <a:prstGeom prst="rect">
            <a:avLst/>
          </a:prstGeom>
        </p:spPr>
      </p:sp>
      <p:sp>
        <p:nvSpPr>
          <p:cNvPr id="20" name="사진 바탕 7"/>
          <p:cNvSpPr/>
          <p:nvPr/>
        </p:nvSpPr>
        <p:spPr>
          <a:xfrm>
            <a:off x="6585051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585051" y="4101084"/>
            <a:ext cx="2382697" cy="2071116"/>
          </a:xfrm>
          <a:prstGeom prst="rect">
            <a:avLst/>
          </a:prstGeom>
        </p:spPr>
      </p:sp>
      <p:sp>
        <p:nvSpPr>
          <p:cNvPr id="21" name="사진 바탕 8"/>
          <p:cNvSpPr/>
          <p:nvPr/>
        </p:nvSpPr>
        <p:spPr>
          <a:xfrm>
            <a:off x="9168917" y="4101084"/>
            <a:ext cx="238269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2" name="Picture Placeholder 11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9168917" y="4101084"/>
            <a:ext cx="2382697" cy="2071116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35CA52-1572-4D4C-85B8-138F72F7777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BRONZE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BRONZE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484737"/>
      </a:dk1>
      <a:lt1>
        <a:srgbClr val="FCFBF9"/>
      </a:lt1>
      <a:dk2>
        <a:srgbClr val="302F14"/>
      </a:dk2>
      <a:lt2>
        <a:srgbClr val="F5F2E8"/>
      </a:lt2>
      <a:accent1>
        <a:srgbClr val="6D6A2E"/>
      </a:accent1>
      <a:accent2>
        <a:srgbClr val="B38B4D"/>
      </a:accent2>
      <a:accent3>
        <a:srgbClr val="727160"/>
      </a:accent3>
      <a:accent4>
        <a:srgbClr val="DAD7C3"/>
      </a:accent4>
      <a:accent5>
        <a:srgbClr val="B68F52"/>
      </a:accent5>
      <a:accent6>
        <a:srgbClr val="D1B993"/>
      </a:accent6>
      <a:hlink>
        <a:srgbClr val="302F14"/>
      </a:hlink>
      <a:folHlink>
        <a:srgbClr val="727160"/>
      </a:folHlink>
    </a:clrScheme>
    <a:fontScheme name="돌잔치 슬라이드(사진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