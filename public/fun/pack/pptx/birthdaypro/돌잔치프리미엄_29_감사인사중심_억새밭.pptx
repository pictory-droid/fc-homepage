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CDAAB4-9945-4FDC-81CE-B26133072171}">
          <p14:sldIdLst>
            <p14:sldId id="256"/>
          </p14:sldIdLst>
        </p14:section>
        <p14:section name="본문" id="{4FD03D5E-9CA9-40EB-9D33-7A843D932FAE}">
          <p14:sldIdLst>
            <p14:sldId id="257"/>
            <p14:sldId id="258"/>
            <p14:sldId id="259"/>
            <p14:sldId id="260"/>
          </p14:sldIdLst>
        </p14:section>
        <p14:section name="마무리" id="{5CFA1B04-ABA2-4CDE-8B89-A1E3C3D8EBE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Pie 5"/>
            <p:cNvSpPr/>
            <p:nvPr/>
          </p:nvSpPr>
          <p:spPr>
            <a:xfrm>
              <a:off x="4023250" y="3063240"/>
              <a:ext cx="731520" cy="7315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BFF3B6E-D862-4D23-B31B-0CD101F50D86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ie 3"/>
            <p:cNvSpPr/>
            <p:nvPr/>
          </p:nvSpPr>
          <p:spPr>
            <a:xfrm>
              <a:off x="5958687" y="1344168"/>
              <a:ext cx="274320" cy="2743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Pie 5"/>
            <p:cNvSpPr/>
            <p:nvPr/>
          </p:nvSpPr>
          <p:spPr>
            <a:xfrm>
              <a:off x="4023250" y="3063240"/>
              <a:ext cx="731520" cy="7315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4F8FBD4-3467-4DEE-B3DB-A3FB31C4D82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ie 3"/>
            <p:cNvSpPr/>
            <p:nvPr/>
          </p:nvSpPr>
          <p:spPr>
            <a:xfrm>
              <a:off x="5958687" y="1344168"/>
              <a:ext cx="274320" cy="2743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4DBE7A7-88E0-48A6-AC58-4A4CE6BCBC2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억새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멀리서 오신 분들께 먼저 인사드립니다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8333C-37E2-4B15-953C-B9DB1B4F0FF1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79C5-D89F-44F8-831D-9A0128F2C2F2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1DF3E-741B-469A-9869-ED4432F21D6E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90F6B-FC51-4379-BDC4-B58EE07346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억새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644C3A"/>
      </a:dk2>
      <a:lt2>
        <a:srgbClr val="F5EEE2"/>
      </a:lt2>
      <a:accent1>
        <a:srgbClr val="CFAE7C"/>
      </a:accent1>
      <a:accent2>
        <a:srgbClr val="BE8983"/>
      </a:accent2>
      <a:accent3>
        <a:srgbClr val="4E412C"/>
      </a:accent3>
      <a:accent4>
        <a:srgbClr val="F0E2CB"/>
      </a:accent4>
      <a:accent5>
        <a:srgbClr val="BAE0A3"/>
      </a:accent5>
      <a:accent6>
        <a:srgbClr val="E6BCC7"/>
      </a:accent6>
      <a:hlink>
        <a:srgbClr val="644C3A"/>
      </a:hlink>
      <a:folHlink>
        <a:srgbClr val="4E412C"/>
      </a:folHlink>
    </a:clrScheme>
    <a:fontScheme name="돌잔치 슬라이드(감사 인사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