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537219C-ED94-4690-A9A4-E0DCAD065504}">
          <p14:sldIdLst>
            <p14:sldId id="256"/>
          </p14:sldIdLst>
        </p14:section>
        <p14:section name="본문" id="{1FF27E03-6143-4E10-BD5E-B9A5D98749E7}">
          <p14:sldIdLst>
            <p14:sldId id="257"/>
            <p14:sldId id="258"/>
            <p14:sldId id="259"/>
            <p14:sldId id="260"/>
          </p14:sldIdLst>
        </p14:section>
        <p14:section name="마무리" id="{F031131B-68D3-4390-A83E-F5F95A50AA69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436924" y="3063240"/>
            <a:ext cx="731520" cy="731520"/>
            <a:chOff x="7436924" y="3063240"/>
            <a:chExt cx="731520" cy="731520"/>
          </a:xfrm>
        </p:grpSpPr>
        <p:sp>
          <p:nvSpPr>
            <p:cNvPr id="6" name="Pie 5"/>
            <p:cNvSpPr/>
            <p:nvPr/>
          </p:nvSpPr>
          <p:spPr>
            <a:xfrm>
              <a:off x="7436924" y="3063240"/>
              <a:ext cx="731520" cy="73152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8F16D341-E0F2-4239-97FE-6F56778D5602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436924" y="3063240"/>
            <a:ext cx="731520" cy="731520"/>
            <a:chOff x="7436924" y="3063240"/>
            <a:chExt cx="731520" cy="731520"/>
          </a:xfrm>
        </p:grpSpPr>
        <p:sp>
          <p:nvSpPr>
            <p:cNvPr id="6" name="Pie 5"/>
            <p:cNvSpPr/>
            <p:nvPr/>
          </p:nvSpPr>
          <p:spPr>
            <a:xfrm>
              <a:off x="7436924" y="3063240"/>
              <a:ext cx="731520" cy="73152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FFC219A6-0C34-4B7B-AFC2-8FAF9F359E9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FB703EE-0CF3-47B6-A1D4-67CF05AB690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ie 5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청보리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태어난 날 병원에서 처음 안았습니다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2902-06C8-4EF4-89F2-324A982CE93E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78C9B-B613-4923-85B7-262D5DF70862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임신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출산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만남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집으로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21F8B-72F9-44C0-809A-0506E67D337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1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3619423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6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6370167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0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1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 txBox="1"/>
            <p:nvPr/>
          </p:nvSpPr>
          <p:spPr>
            <a:xfrm>
              <a:off x="9120911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sp>
          <p:nvSpPr>
            <p:cNvPr id="24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9C2FD-2779-403E-82BA-47298CA5514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청보리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2B2724"/>
      </a:dk1>
      <a:lt1>
        <a:srgbClr val="FFFFFF"/>
      </a:lt1>
      <a:dk2>
        <a:srgbClr val="55643A"/>
      </a:dk2>
      <a:lt2>
        <a:srgbClr val="EDF9E4"/>
      </a:lt2>
      <a:accent1>
        <a:srgbClr val="9DD873"/>
      </a:accent1>
      <a:accent2>
        <a:srgbClr val="C5BF7C"/>
      </a:accent2>
      <a:accent3>
        <a:srgbClr val="3A4E2C"/>
      </a:accent3>
      <a:accent4>
        <a:srgbClr val="DAF4C7"/>
      </a:accent4>
      <a:accent5>
        <a:srgbClr val="A3E0C9"/>
      </a:accent5>
      <a:accent6>
        <a:srgbClr val="E6DABC"/>
      </a:accent6>
      <a:hlink>
        <a:srgbClr val="55643A"/>
      </a:hlink>
      <a:folHlink>
        <a:srgbClr val="3A4E2C"/>
      </a:folHlink>
    </a:clrScheme>
    <a:fontScheme name="돌잔치 슬라이드(첫 번째 이야기 중심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