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</p:sldIdLst>
  <p:sldSz cx="12191695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시작" id="{D1CD1B91-2F51-4248-865D-89257D53CEEB}">
          <p14:sldIdLst>
            <p14:sldId id="256"/>
          </p14:sldIdLst>
        </p14:section>
        <p14:section name="본문" id="{2C86C66F-0133-42E3-8E89-2FFA30BEE9C2}">
          <p14:sldIdLst>
            <p14:sldId id="257"/>
            <p14:sldId id="258"/>
            <p14:sldId id="259"/>
            <p14:sldId id="260"/>
          </p14:sldIdLst>
        </p14:section>
        <p14:section name="마무리" id="{6DD9E5D4-542D-4AC7-9622-3E773C65C9A1}">
          <p14:sldIdLst>
            <p14:sldId id="261"/>
          </p14:sldIdLst>
        </p14:section>
      </p14:section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표지입니다. 제목·글은 눌러서 바로 고치세요. 사진 자리는 가운데 아이콘을 누르면 사진을 넣을 수 있고, 모양에 맞춰 자동으로 잘려요. 색·글꼴은 [디자인 &gt; 변형]에서 한 번에 바꿀 수 있어요.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아기 사진을 넣고, 오른쪽 표의 칸을 눌러 내용을 적으세요.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내용을 입력하세요.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내용을 입력하세요.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사진 자리를 눌러 사진을 넣으세요.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글은 눌러서 바로 고치세요. 사진 자리는 가운데 아이콘을 누르면 사진을 넣을 수 있어요. 색·글꼴은 [디자인 &gt; 변형]에서 한 번에 바꿀 수 있어요.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표지">
    <p:bg>
      <p:bgPr>
        <a:pattFill prst="dotGrid">
          <a:fgClr>
            <a:schemeClr val="bg1"/>
          </a:fgClr>
          <a:bgClr>
            <a:schemeClr val="accent3"/>
          </a:bgClr>
        </a:patt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영문 라벨"/>
          <p:cNvSpPr>
            <a:spLocks noGrp="1"/>
          </p:cNvSpPr>
          <p:nvPr>
            <p:ph type="body" sz="quarter" idx="10"/>
          </p:nvPr>
        </p:nvSpPr>
        <p:spPr>
          <a:xfrm>
            <a:off x="6095847" y="1645920"/>
            <a:ext cx="5120511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accent5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2" name="제목"/>
          <p:cNvSpPr>
            <a:spLocks noGrp="1"/>
          </p:cNvSpPr>
          <p:nvPr>
            <p:ph type="ctrTitle"/>
          </p:nvPr>
        </p:nvSpPr>
        <p:spPr>
          <a:xfrm>
            <a:off x="6095847" y="2029968"/>
            <a:ext cx="5120511" cy="160020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02000"/>
              </a:lnSpc>
              <a:spcBef>
                <a:spcPts val="0"/>
              </a:spcBef>
              <a:buNone/>
              <a:defRPr sz="4400" b="1" spc="0">
                <a:solidFill>
                  <a:srgbClr val="F8F6FF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제목을 입력하세요</a:t>
            </a:r>
          </a:p>
        </p:txBody>
      </p:sp>
      <p:sp>
        <p:nvSpPr>
          <p:cNvPr id="103" name="한 줄 문구"/>
          <p:cNvSpPr>
            <a:spLocks noGrp="1"/>
          </p:cNvSpPr>
          <p:nvPr>
            <p:ph type="subTitle" idx="1"/>
          </p:nvPr>
        </p:nvSpPr>
        <p:spPr>
          <a:xfrm>
            <a:off x="6095847" y="3703320"/>
            <a:ext cx="5120511" cy="731520"/>
          </a:xfrm>
          <a:noFill/>
        </p:spPr>
        <p:txBody>
          <a:bodyPr lIns="45720" rIns="45720" tIns="27432" bIns="27432" anchor="t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600" b="0" spc="0">
                <a:solidFill>
                  <a:srgbClr val="B6B4C0"/>
                </a:solidFill>
              </a:defRPr>
            </a:lvl1pPr>
          </a:lstStyle>
          <a:p>
            <a:r>
              <a:rPr lang="ko-KR"/>
              <a:t>한 줄 문구</a:t>
            </a:r>
          </a:p>
        </p:txBody>
      </p:sp>
      <p:sp>
        <p:nvSpPr>
          <p:cNvPr id="104" name="안내 문구"/>
          <p:cNvSpPr>
            <a:spLocks noGrp="1"/>
          </p:cNvSpPr>
          <p:nvPr>
            <p:ph type="body" sz="quarter" idx="11"/>
          </p:nvPr>
        </p:nvSpPr>
        <p:spPr>
          <a:xfrm>
            <a:off x="6095847" y="4480559"/>
            <a:ext cx="5120511" cy="822960"/>
          </a:xfrm>
          <a:noFill/>
        </p:spPr>
        <p:txBody>
          <a:bodyPr lIns="45720" rIns="45720" tIns="27432" bIns="27432" anchor="t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200" b="0" spc="0">
                <a:solidFill>
                  <a:srgbClr val="83808E"/>
                </a:solidFill>
              </a:defRPr>
            </a:lvl1pPr>
          </a:lstStyle>
          <a:p>
            <a:r>
              <a:rPr lang="ko-KR"/>
              <a:t>안내 문구</a:t>
            </a:r>
          </a:p>
        </p:txBody>
      </p:sp>
      <p:grpSp>
        <p:nvGrpSpPr>
          <p:cNvPr id="2" name="헥스 격자"/>
          <p:cNvGrpSpPr/>
          <p:nvPr/>
        </p:nvGrpSpPr>
        <p:grpSpPr>
          <a:xfrm>
            <a:off x="217627" y="350131"/>
            <a:ext cx="4708245" cy="5958032"/>
            <a:chOff x="217627" y="350131"/>
            <a:chExt cx="4708245" cy="5958032"/>
          </a:xfrm>
        </p:grpSpPr>
        <p:sp>
          <p:nvSpPr>
            <p:cNvPr id="3" name="Hexagon 2"/>
            <p:cNvSpPr/>
            <p:nvPr/>
          </p:nvSpPr>
          <p:spPr>
            <a:xfrm>
              <a:off x="217627" y="350131"/>
              <a:ext cx="799185" cy="692094"/>
            </a:xfrm>
            <a:prstGeom prst="hexagon">
              <a:avLst/>
            </a:prstGeom>
            <a:solidFill>
              <a:schemeClr val="accent1">
                <a:alpha val="80000"/>
              </a:schemeClr>
            </a:solidFill>
            <a:ln w="6350">
              <a:solidFill>
                <a:schemeClr val="accent5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" name="Hexagon 3"/>
            <p:cNvSpPr/>
            <p:nvPr/>
          </p:nvSpPr>
          <p:spPr>
            <a:xfrm>
              <a:off x="217627" y="1102407"/>
              <a:ext cx="799185" cy="692094"/>
            </a:xfrm>
            <a:prstGeom prst="hexagon">
              <a:avLst/>
            </a:prstGeom>
            <a:noFill/>
            <a:ln w="9525">
              <a:solidFill>
                <a:schemeClr val="accent5">
                  <a:alpha val="100000"/>
                </a:schemeClr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" name="Hexagon 4"/>
            <p:cNvSpPr/>
            <p:nvPr/>
          </p:nvSpPr>
          <p:spPr>
            <a:xfrm>
              <a:off x="217627" y="1854684"/>
              <a:ext cx="799185" cy="692094"/>
            </a:xfrm>
            <a:prstGeom prst="hexagon">
              <a:avLst/>
            </a:prstGeom>
            <a:noFill/>
            <a:ln w="9525">
              <a:solidFill>
                <a:schemeClr val="accent5">
                  <a:alpha val="100000"/>
                </a:schemeClr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" name="Hexagon 5"/>
            <p:cNvSpPr/>
            <p:nvPr/>
          </p:nvSpPr>
          <p:spPr>
            <a:xfrm>
              <a:off x="217627" y="2606961"/>
              <a:ext cx="799185" cy="692094"/>
            </a:xfrm>
            <a:prstGeom prst="hexagon">
              <a:avLst/>
            </a:prstGeom>
            <a:noFill/>
            <a:ln w="9525">
              <a:solidFill>
                <a:schemeClr val="accent5">
                  <a:alpha val="100000"/>
                </a:schemeClr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" name="Hexagon 6"/>
            <p:cNvSpPr/>
            <p:nvPr/>
          </p:nvSpPr>
          <p:spPr>
            <a:xfrm>
              <a:off x="217627" y="3359238"/>
              <a:ext cx="799185" cy="692094"/>
            </a:xfrm>
            <a:prstGeom prst="hexagon">
              <a:avLst/>
            </a:prstGeom>
            <a:noFill/>
            <a:ln w="9525">
              <a:solidFill>
                <a:schemeClr val="accent5">
                  <a:alpha val="100000"/>
                </a:schemeClr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" name="Hexagon 7"/>
            <p:cNvSpPr/>
            <p:nvPr/>
          </p:nvSpPr>
          <p:spPr>
            <a:xfrm>
              <a:off x="217627" y="4111515"/>
              <a:ext cx="799185" cy="692094"/>
            </a:xfrm>
            <a:prstGeom prst="hexagon">
              <a:avLst/>
            </a:prstGeom>
            <a:solidFill>
              <a:schemeClr val="accent2">
                <a:alpha val="50000"/>
              </a:schemeClr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9" name="Hexagon 8"/>
            <p:cNvSpPr/>
            <p:nvPr/>
          </p:nvSpPr>
          <p:spPr>
            <a:xfrm>
              <a:off x="217627" y="4863792"/>
              <a:ext cx="799185" cy="692094"/>
            </a:xfrm>
            <a:prstGeom prst="hexagon">
              <a:avLst/>
            </a:prstGeom>
            <a:noFill/>
            <a:ln w="9525">
              <a:solidFill>
                <a:schemeClr val="accent5">
                  <a:alpha val="100000"/>
                </a:schemeClr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0" name="Hexagon 9"/>
            <p:cNvSpPr/>
            <p:nvPr/>
          </p:nvSpPr>
          <p:spPr>
            <a:xfrm>
              <a:off x="217627" y="5616069"/>
              <a:ext cx="799185" cy="692094"/>
            </a:xfrm>
            <a:prstGeom prst="hexagon">
              <a:avLst/>
            </a:prstGeom>
            <a:noFill/>
            <a:ln w="9525">
              <a:solidFill>
                <a:schemeClr val="accent5">
                  <a:alpha val="100000"/>
                </a:schemeClr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1" name="Hexagon 10"/>
            <p:cNvSpPr/>
            <p:nvPr/>
          </p:nvSpPr>
          <p:spPr>
            <a:xfrm>
              <a:off x="869137" y="726269"/>
              <a:ext cx="799185" cy="692094"/>
            </a:xfrm>
            <a:prstGeom prst="hexagon">
              <a:avLst/>
            </a:prstGeom>
            <a:noFill/>
            <a:ln w="9525">
              <a:solidFill>
                <a:schemeClr val="accent5">
                  <a:alpha val="88000"/>
                </a:schemeClr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2" name="Hexagon 11"/>
            <p:cNvSpPr/>
            <p:nvPr/>
          </p:nvSpPr>
          <p:spPr>
            <a:xfrm>
              <a:off x="869137" y="1478546"/>
              <a:ext cx="799185" cy="692094"/>
            </a:xfrm>
            <a:prstGeom prst="hexagon">
              <a:avLst/>
            </a:prstGeom>
            <a:noFill/>
            <a:ln w="9525">
              <a:solidFill>
                <a:schemeClr val="accent5">
                  <a:alpha val="88000"/>
                </a:schemeClr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3" name="Hexagon 12"/>
            <p:cNvSpPr/>
            <p:nvPr/>
          </p:nvSpPr>
          <p:spPr>
            <a:xfrm>
              <a:off x="869137" y="2230823"/>
              <a:ext cx="799185" cy="692094"/>
            </a:xfrm>
            <a:prstGeom prst="hexagon">
              <a:avLst/>
            </a:prstGeom>
            <a:noFill/>
            <a:ln w="9525">
              <a:solidFill>
                <a:schemeClr val="accent5">
                  <a:alpha val="88000"/>
                </a:schemeClr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4" name="Hexagon 13"/>
            <p:cNvSpPr/>
            <p:nvPr/>
          </p:nvSpPr>
          <p:spPr>
            <a:xfrm>
              <a:off x="869137" y="2983100"/>
              <a:ext cx="799185" cy="692094"/>
            </a:xfrm>
            <a:prstGeom prst="hexagon">
              <a:avLst/>
            </a:prstGeom>
            <a:noFill/>
            <a:ln w="9525">
              <a:solidFill>
                <a:schemeClr val="accent5">
                  <a:alpha val="88000"/>
                </a:schemeClr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5" name="Hexagon 14"/>
            <p:cNvSpPr/>
            <p:nvPr/>
          </p:nvSpPr>
          <p:spPr>
            <a:xfrm>
              <a:off x="869137" y="3735377"/>
              <a:ext cx="799185" cy="692094"/>
            </a:xfrm>
            <a:prstGeom prst="hexagon">
              <a:avLst/>
            </a:prstGeom>
            <a:solidFill>
              <a:schemeClr val="accent2">
                <a:alpha val="38000"/>
              </a:schemeClr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6" name="Hexagon 15"/>
            <p:cNvSpPr/>
            <p:nvPr/>
          </p:nvSpPr>
          <p:spPr>
            <a:xfrm>
              <a:off x="869137" y="4487653"/>
              <a:ext cx="799185" cy="692094"/>
            </a:xfrm>
            <a:prstGeom prst="hexagon">
              <a:avLst/>
            </a:prstGeom>
            <a:noFill/>
            <a:ln w="9525">
              <a:solidFill>
                <a:schemeClr val="accent5">
                  <a:alpha val="88000"/>
                </a:schemeClr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7" name="Hexagon 16"/>
            <p:cNvSpPr/>
            <p:nvPr/>
          </p:nvSpPr>
          <p:spPr>
            <a:xfrm>
              <a:off x="869137" y="5239930"/>
              <a:ext cx="799185" cy="692094"/>
            </a:xfrm>
            <a:prstGeom prst="hexagon">
              <a:avLst/>
            </a:prstGeom>
            <a:solidFill>
              <a:schemeClr val="accent1">
                <a:alpha val="68000"/>
              </a:schemeClr>
            </a:solidFill>
            <a:ln w="6350">
              <a:solidFill>
                <a:schemeClr val="accent5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8" name="Hexagon 17"/>
            <p:cNvSpPr/>
            <p:nvPr/>
          </p:nvSpPr>
          <p:spPr>
            <a:xfrm>
              <a:off x="1520647" y="350131"/>
              <a:ext cx="799185" cy="692094"/>
            </a:xfrm>
            <a:prstGeom prst="hexagon">
              <a:avLst/>
            </a:prstGeom>
            <a:noFill/>
            <a:ln w="9525">
              <a:solidFill>
                <a:schemeClr val="accent5">
                  <a:alpha val="76000"/>
                </a:schemeClr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9" name="Hexagon 18"/>
            <p:cNvSpPr/>
            <p:nvPr/>
          </p:nvSpPr>
          <p:spPr>
            <a:xfrm>
              <a:off x="1520647" y="1102407"/>
              <a:ext cx="799185" cy="692094"/>
            </a:xfrm>
            <a:prstGeom prst="hexagon">
              <a:avLst/>
            </a:prstGeom>
            <a:solidFill>
              <a:schemeClr val="accent1">
                <a:alpha val="56000"/>
              </a:schemeClr>
            </a:solidFill>
            <a:ln w="6350">
              <a:solidFill>
                <a:schemeClr val="accent5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0" name="Hexagon 19"/>
            <p:cNvSpPr/>
            <p:nvPr/>
          </p:nvSpPr>
          <p:spPr>
            <a:xfrm>
              <a:off x="1520647" y="1854684"/>
              <a:ext cx="799185" cy="692094"/>
            </a:xfrm>
            <a:prstGeom prst="hexagon">
              <a:avLst/>
            </a:prstGeom>
            <a:noFill/>
            <a:ln w="9525">
              <a:solidFill>
                <a:schemeClr val="accent5">
                  <a:alpha val="76000"/>
                </a:schemeClr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1" name="Hexagon 20"/>
            <p:cNvSpPr/>
            <p:nvPr/>
          </p:nvSpPr>
          <p:spPr>
            <a:xfrm>
              <a:off x="1520647" y="2606961"/>
              <a:ext cx="799185" cy="692094"/>
            </a:xfrm>
            <a:prstGeom prst="hexagon">
              <a:avLst/>
            </a:prstGeom>
            <a:solidFill>
              <a:schemeClr val="accent2">
                <a:alpha val="26000"/>
              </a:schemeClr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2" name="Hexagon 21"/>
            <p:cNvSpPr/>
            <p:nvPr/>
          </p:nvSpPr>
          <p:spPr>
            <a:xfrm>
              <a:off x="1520647" y="3359238"/>
              <a:ext cx="799185" cy="692094"/>
            </a:xfrm>
            <a:prstGeom prst="hexagon">
              <a:avLst/>
            </a:prstGeom>
            <a:noFill/>
            <a:ln w="9525">
              <a:solidFill>
                <a:schemeClr val="accent5">
                  <a:alpha val="76000"/>
                </a:schemeClr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3" name="Hexagon 22"/>
            <p:cNvSpPr/>
            <p:nvPr/>
          </p:nvSpPr>
          <p:spPr>
            <a:xfrm>
              <a:off x="1520647" y="4111515"/>
              <a:ext cx="799185" cy="692094"/>
            </a:xfrm>
            <a:prstGeom prst="hexagon">
              <a:avLst/>
            </a:prstGeom>
            <a:noFill/>
            <a:ln w="9525">
              <a:solidFill>
                <a:schemeClr val="accent5">
                  <a:alpha val="76000"/>
                </a:schemeClr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4" name="Hexagon 23"/>
            <p:cNvSpPr/>
            <p:nvPr/>
          </p:nvSpPr>
          <p:spPr>
            <a:xfrm>
              <a:off x="1520647" y="4863792"/>
              <a:ext cx="799185" cy="692094"/>
            </a:xfrm>
            <a:prstGeom prst="hexagon">
              <a:avLst/>
            </a:prstGeom>
            <a:noFill/>
            <a:ln w="9525">
              <a:solidFill>
                <a:schemeClr val="accent5">
                  <a:alpha val="76000"/>
                </a:schemeClr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5" name="Hexagon 24"/>
            <p:cNvSpPr/>
            <p:nvPr/>
          </p:nvSpPr>
          <p:spPr>
            <a:xfrm>
              <a:off x="1520647" y="5616069"/>
              <a:ext cx="799185" cy="692094"/>
            </a:xfrm>
            <a:prstGeom prst="hexagon">
              <a:avLst/>
            </a:prstGeom>
            <a:noFill/>
            <a:ln w="9525">
              <a:solidFill>
                <a:schemeClr val="accent5">
                  <a:alpha val="76000"/>
                </a:schemeClr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6" name="Hexagon 25"/>
            <p:cNvSpPr/>
            <p:nvPr/>
          </p:nvSpPr>
          <p:spPr>
            <a:xfrm>
              <a:off x="2172157" y="726269"/>
              <a:ext cx="799185" cy="692094"/>
            </a:xfrm>
            <a:prstGeom prst="hexagon">
              <a:avLst/>
            </a:prstGeom>
            <a:noFill/>
            <a:ln w="9525">
              <a:solidFill>
                <a:schemeClr val="accent5">
                  <a:alpha val="65000"/>
                </a:schemeClr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7" name="Hexagon 26"/>
            <p:cNvSpPr/>
            <p:nvPr/>
          </p:nvSpPr>
          <p:spPr>
            <a:xfrm>
              <a:off x="2172157" y="1478546"/>
              <a:ext cx="799185" cy="692094"/>
            </a:xfrm>
            <a:prstGeom prst="hexagon">
              <a:avLst/>
            </a:prstGeom>
            <a:noFill/>
            <a:ln w="9525">
              <a:solidFill>
                <a:schemeClr val="accent5">
                  <a:alpha val="65000"/>
                </a:schemeClr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8" name="Hexagon 27"/>
            <p:cNvSpPr/>
            <p:nvPr/>
          </p:nvSpPr>
          <p:spPr>
            <a:xfrm>
              <a:off x="2172157" y="2230823"/>
              <a:ext cx="799185" cy="692094"/>
            </a:xfrm>
            <a:prstGeom prst="hexagon">
              <a:avLst/>
            </a:prstGeom>
            <a:solidFill>
              <a:schemeClr val="accent2">
                <a:alpha val="20000"/>
              </a:schemeClr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9" name="Hexagon 28"/>
            <p:cNvSpPr/>
            <p:nvPr/>
          </p:nvSpPr>
          <p:spPr>
            <a:xfrm>
              <a:off x="2172157" y="2983100"/>
              <a:ext cx="799185" cy="692094"/>
            </a:xfrm>
            <a:prstGeom prst="hexagon">
              <a:avLst/>
            </a:prstGeom>
            <a:noFill/>
            <a:ln w="9525">
              <a:solidFill>
                <a:schemeClr val="accent5">
                  <a:alpha val="65000"/>
                </a:schemeClr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0" name="Hexagon 29"/>
            <p:cNvSpPr/>
            <p:nvPr/>
          </p:nvSpPr>
          <p:spPr>
            <a:xfrm>
              <a:off x="2172157" y="3735377"/>
              <a:ext cx="799185" cy="692094"/>
            </a:xfrm>
            <a:prstGeom prst="hexagon">
              <a:avLst/>
            </a:prstGeom>
            <a:noFill/>
            <a:ln w="9525">
              <a:solidFill>
                <a:schemeClr val="accent5">
                  <a:alpha val="65000"/>
                </a:schemeClr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1" name="Hexagon 30"/>
            <p:cNvSpPr/>
            <p:nvPr/>
          </p:nvSpPr>
          <p:spPr>
            <a:xfrm>
              <a:off x="2172157" y="4487653"/>
              <a:ext cx="799185" cy="692094"/>
            </a:xfrm>
            <a:prstGeom prst="hexagon">
              <a:avLst/>
            </a:prstGeom>
            <a:noFill/>
            <a:ln w="9525">
              <a:solidFill>
                <a:schemeClr val="accent5">
                  <a:alpha val="65000"/>
                </a:schemeClr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2" name="Hexagon 31"/>
            <p:cNvSpPr/>
            <p:nvPr/>
          </p:nvSpPr>
          <p:spPr>
            <a:xfrm>
              <a:off x="2172157" y="5239930"/>
              <a:ext cx="799185" cy="692094"/>
            </a:xfrm>
            <a:prstGeom prst="hexagon">
              <a:avLst/>
            </a:prstGeom>
            <a:noFill/>
            <a:ln w="9525">
              <a:solidFill>
                <a:schemeClr val="accent5">
                  <a:alpha val="65000"/>
                </a:schemeClr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3" name="Hexagon 32"/>
            <p:cNvSpPr/>
            <p:nvPr/>
          </p:nvSpPr>
          <p:spPr>
            <a:xfrm>
              <a:off x="2823667" y="350131"/>
              <a:ext cx="799185" cy="692094"/>
            </a:xfrm>
            <a:prstGeom prst="hexagon">
              <a:avLst/>
            </a:prstGeom>
            <a:noFill/>
            <a:ln w="9525">
              <a:solidFill>
                <a:schemeClr val="accent5">
                  <a:alpha val="53000"/>
                </a:schemeClr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4" name="Hexagon 33"/>
            <p:cNvSpPr/>
            <p:nvPr/>
          </p:nvSpPr>
          <p:spPr>
            <a:xfrm>
              <a:off x="2823667" y="1102407"/>
              <a:ext cx="799185" cy="692094"/>
            </a:xfrm>
            <a:prstGeom prst="hexagon">
              <a:avLst/>
            </a:prstGeom>
            <a:solidFill>
              <a:schemeClr val="accent2">
                <a:alpha val="20000"/>
              </a:schemeClr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5" name="Hexagon 34"/>
            <p:cNvSpPr/>
            <p:nvPr/>
          </p:nvSpPr>
          <p:spPr>
            <a:xfrm>
              <a:off x="2823667" y="1854684"/>
              <a:ext cx="799185" cy="692094"/>
            </a:xfrm>
            <a:prstGeom prst="hexagon">
              <a:avLst/>
            </a:prstGeom>
            <a:solidFill>
              <a:schemeClr val="accent1">
                <a:alpha val="33000"/>
              </a:schemeClr>
            </a:solidFill>
            <a:ln w="6350">
              <a:solidFill>
                <a:schemeClr val="accent5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6" name="Hexagon 35"/>
            <p:cNvSpPr/>
            <p:nvPr/>
          </p:nvSpPr>
          <p:spPr>
            <a:xfrm>
              <a:off x="2823667" y="2606961"/>
              <a:ext cx="799185" cy="692094"/>
            </a:xfrm>
            <a:prstGeom prst="hexagon">
              <a:avLst/>
            </a:prstGeom>
            <a:noFill/>
            <a:ln w="9525">
              <a:solidFill>
                <a:schemeClr val="accent5">
                  <a:alpha val="53000"/>
                </a:schemeClr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7" name="Hexagon 36"/>
            <p:cNvSpPr/>
            <p:nvPr/>
          </p:nvSpPr>
          <p:spPr>
            <a:xfrm>
              <a:off x="2823667" y="3359238"/>
              <a:ext cx="799185" cy="692094"/>
            </a:xfrm>
            <a:prstGeom prst="hexagon">
              <a:avLst/>
            </a:prstGeom>
            <a:noFill/>
            <a:ln w="9525">
              <a:solidFill>
                <a:schemeClr val="accent5">
                  <a:alpha val="53000"/>
                </a:schemeClr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8" name="Hexagon 37"/>
            <p:cNvSpPr/>
            <p:nvPr/>
          </p:nvSpPr>
          <p:spPr>
            <a:xfrm>
              <a:off x="2823667" y="4111515"/>
              <a:ext cx="799185" cy="692094"/>
            </a:xfrm>
            <a:prstGeom prst="hexagon">
              <a:avLst/>
            </a:prstGeom>
            <a:noFill/>
            <a:ln w="9525">
              <a:solidFill>
                <a:schemeClr val="accent5">
                  <a:alpha val="53000"/>
                </a:schemeClr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9" name="Hexagon 38"/>
            <p:cNvSpPr/>
            <p:nvPr/>
          </p:nvSpPr>
          <p:spPr>
            <a:xfrm>
              <a:off x="2823667" y="4863792"/>
              <a:ext cx="799185" cy="692094"/>
            </a:xfrm>
            <a:prstGeom prst="hexagon">
              <a:avLst/>
            </a:prstGeom>
            <a:solidFill>
              <a:schemeClr val="accent2">
                <a:alpha val="20000"/>
              </a:schemeClr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0" name="Hexagon 39"/>
            <p:cNvSpPr/>
            <p:nvPr/>
          </p:nvSpPr>
          <p:spPr>
            <a:xfrm>
              <a:off x="2823667" y="5616069"/>
              <a:ext cx="799185" cy="692094"/>
            </a:xfrm>
            <a:prstGeom prst="hexagon">
              <a:avLst/>
            </a:prstGeom>
            <a:noFill/>
            <a:ln w="9525">
              <a:solidFill>
                <a:schemeClr val="accent5">
                  <a:alpha val="53000"/>
                </a:schemeClr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1" name="Hexagon 40"/>
            <p:cNvSpPr/>
            <p:nvPr/>
          </p:nvSpPr>
          <p:spPr>
            <a:xfrm>
              <a:off x="3475177" y="726269"/>
              <a:ext cx="799185" cy="692094"/>
            </a:xfrm>
            <a:prstGeom prst="hexagon">
              <a:avLst/>
            </a:prstGeom>
            <a:solidFill>
              <a:schemeClr val="accent2">
                <a:alpha val="20000"/>
              </a:schemeClr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2" name="Hexagon 41"/>
            <p:cNvSpPr/>
            <p:nvPr/>
          </p:nvSpPr>
          <p:spPr>
            <a:xfrm>
              <a:off x="3475177" y="1478546"/>
              <a:ext cx="799185" cy="692094"/>
            </a:xfrm>
            <a:prstGeom prst="hexagon">
              <a:avLst/>
            </a:prstGeom>
            <a:noFill/>
            <a:ln w="9525">
              <a:solidFill>
                <a:schemeClr val="accent5">
                  <a:alpha val="41000"/>
                </a:schemeClr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3" name="Hexagon 42"/>
            <p:cNvSpPr/>
            <p:nvPr/>
          </p:nvSpPr>
          <p:spPr>
            <a:xfrm>
              <a:off x="3475177" y="2230823"/>
              <a:ext cx="799185" cy="692094"/>
            </a:xfrm>
            <a:prstGeom prst="hexagon">
              <a:avLst/>
            </a:prstGeom>
            <a:noFill/>
            <a:ln w="9525">
              <a:solidFill>
                <a:schemeClr val="accent5">
                  <a:alpha val="41000"/>
                </a:schemeClr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4" name="Hexagon 43"/>
            <p:cNvSpPr/>
            <p:nvPr/>
          </p:nvSpPr>
          <p:spPr>
            <a:xfrm>
              <a:off x="3475177" y="2983100"/>
              <a:ext cx="799185" cy="692094"/>
            </a:xfrm>
            <a:prstGeom prst="hexagon">
              <a:avLst/>
            </a:prstGeom>
            <a:noFill/>
            <a:ln w="9525">
              <a:solidFill>
                <a:schemeClr val="accent5">
                  <a:alpha val="41000"/>
                </a:schemeClr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5" name="Hexagon 44"/>
            <p:cNvSpPr/>
            <p:nvPr/>
          </p:nvSpPr>
          <p:spPr>
            <a:xfrm>
              <a:off x="3475177" y="3735377"/>
              <a:ext cx="799185" cy="692094"/>
            </a:xfrm>
            <a:prstGeom prst="hexagon">
              <a:avLst/>
            </a:prstGeom>
            <a:noFill/>
            <a:ln w="9525">
              <a:solidFill>
                <a:schemeClr val="accent5">
                  <a:alpha val="41000"/>
                </a:schemeClr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6" name="Hexagon 45"/>
            <p:cNvSpPr/>
            <p:nvPr/>
          </p:nvSpPr>
          <p:spPr>
            <a:xfrm>
              <a:off x="3475177" y="4487653"/>
              <a:ext cx="799185" cy="692094"/>
            </a:xfrm>
            <a:prstGeom prst="hexagon">
              <a:avLst/>
            </a:prstGeom>
            <a:solidFill>
              <a:schemeClr val="accent2">
                <a:alpha val="20000"/>
              </a:schemeClr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7" name="Hexagon 46"/>
            <p:cNvSpPr/>
            <p:nvPr/>
          </p:nvSpPr>
          <p:spPr>
            <a:xfrm>
              <a:off x="3475177" y="5239930"/>
              <a:ext cx="799185" cy="692094"/>
            </a:xfrm>
            <a:prstGeom prst="hexagon">
              <a:avLst/>
            </a:prstGeom>
            <a:noFill/>
            <a:ln w="9525">
              <a:solidFill>
                <a:schemeClr val="accent5">
                  <a:alpha val="41000"/>
                </a:schemeClr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8" name="Hexagon 47"/>
            <p:cNvSpPr/>
            <p:nvPr/>
          </p:nvSpPr>
          <p:spPr>
            <a:xfrm>
              <a:off x="4126687" y="350131"/>
              <a:ext cx="799185" cy="692094"/>
            </a:xfrm>
            <a:prstGeom prst="hexagon">
              <a:avLst/>
            </a:prstGeom>
            <a:noFill/>
            <a:ln w="9525">
              <a:solidFill>
                <a:schemeClr val="accent5">
                  <a:alpha val="30000"/>
                </a:schemeClr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9" name="Hexagon 48"/>
            <p:cNvSpPr/>
            <p:nvPr/>
          </p:nvSpPr>
          <p:spPr>
            <a:xfrm>
              <a:off x="4126687" y="1102407"/>
              <a:ext cx="799185" cy="692094"/>
            </a:xfrm>
            <a:prstGeom prst="hexagon">
              <a:avLst/>
            </a:prstGeom>
            <a:noFill/>
            <a:ln w="9525">
              <a:solidFill>
                <a:schemeClr val="accent5">
                  <a:alpha val="30000"/>
                </a:schemeClr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0" name="Hexagon 49"/>
            <p:cNvSpPr/>
            <p:nvPr/>
          </p:nvSpPr>
          <p:spPr>
            <a:xfrm>
              <a:off x="4126687" y="1854684"/>
              <a:ext cx="799185" cy="692094"/>
            </a:xfrm>
            <a:prstGeom prst="hexagon">
              <a:avLst/>
            </a:prstGeom>
            <a:noFill/>
            <a:ln w="9525">
              <a:solidFill>
                <a:schemeClr val="accent5">
                  <a:alpha val="30000"/>
                </a:schemeClr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1" name="Hexagon 50"/>
            <p:cNvSpPr/>
            <p:nvPr/>
          </p:nvSpPr>
          <p:spPr>
            <a:xfrm>
              <a:off x="4126687" y="2606961"/>
              <a:ext cx="799185" cy="692094"/>
            </a:xfrm>
            <a:prstGeom prst="hexagon">
              <a:avLst/>
            </a:prstGeom>
            <a:solidFill>
              <a:schemeClr val="accent1">
                <a:alpha val="25000"/>
              </a:schemeClr>
            </a:solidFill>
            <a:ln w="6350">
              <a:solidFill>
                <a:schemeClr val="accent5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2" name="Hexagon 51"/>
            <p:cNvSpPr/>
            <p:nvPr/>
          </p:nvSpPr>
          <p:spPr>
            <a:xfrm>
              <a:off x="4126687" y="3359238"/>
              <a:ext cx="799185" cy="692094"/>
            </a:xfrm>
            <a:prstGeom prst="hexagon">
              <a:avLst/>
            </a:prstGeom>
            <a:solidFill>
              <a:schemeClr val="accent2">
                <a:alpha val="20000"/>
              </a:schemeClr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3" name="Hexagon 52"/>
            <p:cNvSpPr/>
            <p:nvPr/>
          </p:nvSpPr>
          <p:spPr>
            <a:xfrm>
              <a:off x="4126687" y="4111515"/>
              <a:ext cx="799185" cy="692094"/>
            </a:xfrm>
            <a:prstGeom prst="hexagon">
              <a:avLst/>
            </a:prstGeom>
            <a:noFill/>
            <a:ln w="9525">
              <a:solidFill>
                <a:schemeClr val="accent5">
                  <a:alpha val="30000"/>
                </a:schemeClr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4" name="Hexagon 53"/>
            <p:cNvSpPr/>
            <p:nvPr/>
          </p:nvSpPr>
          <p:spPr>
            <a:xfrm>
              <a:off x="4126687" y="4863792"/>
              <a:ext cx="799185" cy="692094"/>
            </a:xfrm>
            <a:prstGeom prst="hexagon">
              <a:avLst/>
            </a:prstGeom>
            <a:noFill/>
            <a:ln w="9525">
              <a:solidFill>
                <a:schemeClr val="accent5">
                  <a:alpha val="30000"/>
                </a:schemeClr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5" name="Hexagon 54"/>
            <p:cNvSpPr/>
            <p:nvPr/>
          </p:nvSpPr>
          <p:spPr>
            <a:xfrm>
              <a:off x="4126687" y="5616069"/>
              <a:ext cx="799185" cy="692094"/>
            </a:xfrm>
            <a:prstGeom prst="hexagon">
              <a:avLst/>
            </a:prstGeom>
            <a:noFill/>
            <a:ln w="9525">
              <a:solidFill>
                <a:schemeClr val="accent5">
                  <a:alpha val="30000"/>
                </a:schemeClr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</p:grp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본문">
    <p:bg>
      <p:bgPr>
        <a:pattFill prst="dotGrid">
          <a:fgClr>
            <a:schemeClr val="bg1"/>
          </a:fgClr>
          <a:bgClr>
            <a:schemeClr val="bg2"/>
          </a:bgClr>
        </a:patt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세로 글씨"/>
          <p:cNvSpPr>
            <a:spLocks noGrp="1"/>
          </p:cNvSpPr>
          <p:nvPr>
            <p:ph type="body" sz="quarter" idx="30"/>
          </p:nvPr>
        </p:nvSpPr>
        <p:spPr>
          <a:xfrm>
            <a:off x="11505895" y="914400"/>
            <a:ext cx="594359" cy="4663440"/>
          </a:xfrm>
          <a:noFill/>
        </p:spPr>
        <p:txBody>
          <a:bodyPr lIns="45720" rIns="45720" tIns="27432" bIns="27432" anchor="ctr" vert="vert270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2000" b="0" spc="900">
                <a:solidFill>
                  <a:srgbClr val="1A1613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세로 글씨</a:t>
            </a:r>
          </a:p>
        </p:txBody>
      </p:sp>
      <p:sp>
        <p:nvSpPr>
          <p:cNvPr id="102" name="쪽 번호"/>
          <p:cNvSpPr>
            <a:spLocks noGrp="1"/>
          </p:cNvSpPr>
          <p:nvPr>
            <p:ph type="sldNum" sz="quarter" idx="12"/>
          </p:nvPr>
        </p:nvSpPr>
        <p:spPr>
          <a:xfrm>
            <a:off x="11414455" y="6172200"/>
            <a:ext cx="777240" cy="45720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200" b="1" spc="0">
                <a:solidFill>
                  <a:srgbClr val="1A1613"/>
                </a:solidFill>
              </a:defRPr>
            </a:lvl1pPr>
          </a:lstStyle>
          <a:p>
            <a:fld id="{7BE4E151-0AD0-4C4F-BC84-9CE45851A9B9}" type="slidenum">
              <a:rPr lang="en-US"/>
              <a:t>‹#›</a:t>
            </a:fld>
          </a:p>
        </p:txBody>
      </p:sp>
      <p:sp>
        <p:nvSpPr>
          <p:cNvPr id="103" name="영문 라벨"/>
          <p:cNvSpPr>
            <a:spLocks noGrp="1"/>
          </p:cNvSpPr>
          <p:nvPr>
            <p:ph type="body" sz="quarter" idx="10"/>
          </p:nvPr>
        </p:nvSpPr>
        <p:spPr>
          <a:xfrm>
            <a:off x="640080" y="365760"/>
            <a:ext cx="10134295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tx2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4" name="제목"/>
          <p:cNvSpPr>
            <a:spLocks noGrp="1"/>
          </p:cNvSpPr>
          <p:nvPr>
            <p:ph type="title"/>
          </p:nvPr>
        </p:nvSpPr>
        <p:spPr>
          <a:xfrm>
            <a:off x="640080" y="658368"/>
            <a:ext cx="10134295" cy="77724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2800" b="1" spc="0">
                <a:solidFill>
                  <a:schemeClr val="tx2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제목</a:t>
            </a:r>
          </a:p>
        </p:txBody>
      </p:sp>
      <p:sp>
        <p:nvSpPr>
          <p:cNvPr id="2" name="옆 띠"/>
          <p:cNvSpPr/>
          <p:nvPr/>
        </p:nvSpPr>
        <p:spPr>
          <a:xfrm>
            <a:off x="11414455" y="0"/>
            <a:ext cx="777240" cy="6858000"/>
          </a:xfrm>
          <a:prstGeom prst="rect">
            <a:avLst/>
          </a:prstGeom>
          <a:gradFill rotWithShape="1">
            <a:gsLst>
              <a:gs pos="0">
                <a:schemeClr val="accent1"/>
              </a:gs>
              <a:gs pos="100000">
                <a:schemeClr val="accent2"/>
              </a:gs>
            </a:gsLst>
            <a:lin ang="5400000" scaled="0"/>
          </a:gra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>
            <a:off x="640080" y="1572768"/>
            <a:ext cx="1280159" cy="0"/>
          </a:xfrm>
          <a:prstGeom prst="line">
            <a:avLst/>
          </a:prstGeom>
          <a:ln w="31750" cap="rnd">
            <a:solidFill>
              <a:schemeClr val="accent2"/>
            </a:solidFill>
          </a:ln>
        </p:spPr>
      </p:cxnSp>
      <p:cxnSp>
        <p:nvCxnSpPr>
          <p:cNvPr id="4" name="Connector 3"/>
          <p:cNvCxnSpPr/>
          <p:nvPr/>
        </p:nvCxnSpPr>
        <p:spPr>
          <a:xfrm>
            <a:off x="1920239" y="1572768"/>
            <a:ext cx="8854136" cy="0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마무리">
    <p:bg>
      <p:bgPr>
        <a:solidFill>
          <a:schemeClr val="accent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영문 라벨"/>
          <p:cNvSpPr>
            <a:spLocks noGrp="1"/>
          </p:cNvSpPr>
          <p:nvPr>
            <p:ph type="body" sz="quarter" idx="10"/>
          </p:nvPr>
        </p:nvSpPr>
        <p:spPr>
          <a:xfrm>
            <a:off x="6095847" y="1645920"/>
            <a:ext cx="5120511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accent5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2" name="제목"/>
          <p:cNvSpPr>
            <a:spLocks noGrp="1"/>
          </p:cNvSpPr>
          <p:nvPr>
            <p:ph type="title"/>
          </p:nvPr>
        </p:nvSpPr>
        <p:spPr>
          <a:xfrm>
            <a:off x="6095847" y="2029968"/>
            <a:ext cx="5120511" cy="160020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02000"/>
              </a:lnSpc>
              <a:spcBef>
                <a:spcPts val="0"/>
              </a:spcBef>
              <a:buNone/>
              <a:defRPr sz="4400" b="1" spc="0">
                <a:solidFill>
                  <a:srgbClr val="F8F6FF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제목을 입력하세요</a:t>
            </a:r>
          </a:p>
        </p:txBody>
      </p:sp>
      <p:sp>
        <p:nvSpPr>
          <p:cNvPr id="103" name="한 줄 문구"/>
          <p:cNvSpPr>
            <a:spLocks noGrp="1"/>
          </p:cNvSpPr>
          <p:nvPr>
            <p:ph type="subTitle" idx="1"/>
          </p:nvPr>
        </p:nvSpPr>
        <p:spPr>
          <a:xfrm>
            <a:off x="6095847" y="3703320"/>
            <a:ext cx="5120511" cy="731520"/>
          </a:xfrm>
          <a:noFill/>
        </p:spPr>
        <p:txBody>
          <a:bodyPr lIns="45720" rIns="45720" tIns="27432" bIns="27432" anchor="t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600" b="0" spc="0">
                <a:solidFill>
                  <a:srgbClr val="B6B4C0"/>
                </a:solidFill>
              </a:defRPr>
            </a:lvl1pPr>
          </a:lstStyle>
          <a:p>
            <a:r>
              <a:rPr lang="ko-KR"/>
              <a:t>한 줄 문구</a:t>
            </a:r>
          </a:p>
        </p:txBody>
      </p:sp>
      <p:sp>
        <p:nvSpPr>
          <p:cNvPr id="104" name="안내 문구"/>
          <p:cNvSpPr>
            <a:spLocks noGrp="1"/>
          </p:cNvSpPr>
          <p:nvPr>
            <p:ph type="body" sz="quarter" idx="11"/>
          </p:nvPr>
        </p:nvSpPr>
        <p:spPr>
          <a:xfrm>
            <a:off x="6095847" y="4480559"/>
            <a:ext cx="5120511" cy="822960"/>
          </a:xfrm>
          <a:noFill/>
        </p:spPr>
        <p:txBody>
          <a:bodyPr lIns="45720" rIns="45720" tIns="27432" bIns="27432" anchor="t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200" b="0" spc="0">
                <a:solidFill>
                  <a:srgbClr val="83808E"/>
                </a:solidFill>
              </a:defRPr>
            </a:lvl1pPr>
          </a:lstStyle>
          <a:p>
            <a:r>
              <a:rPr lang="ko-KR"/>
              <a:t>안내 문구</a:t>
            </a:r>
          </a:p>
        </p:txBody>
      </p:sp>
      <p:grpSp>
        <p:nvGrpSpPr>
          <p:cNvPr id="2" name="헥스 격자"/>
          <p:cNvGrpSpPr/>
          <p:nvPr/>
        </p:nvGrpSpPr>
        <p:grpSpPr>
          <a:xfrm>
            <a:off x="217627" y="350131"/>
            <a:ext cx="4708245" cy="5958032"/>
            <a:chOff x="217627" y="350131"/>
            <a:chExt cx="4708245" cy="5958032"/>
          </a:xfrm>
        </p:grpSpPr>
        <p:sp>
          <p:nvSpPr>
            <p:cNvPr id="3" name="Hexagon 2"/>
            <p:cNvSpPr/>
            <p:nvPr/>
          </p:nvSpPr>
          <p:spPr>
            <a:xfrm>
              <a:off x="217627" y="350131"/>
              <a:ext cx="799185" cy="692094"/>
            </a:xfrm>
            <a:prstGeom prst="hexagon">
              <a:avLst/>
            </a:prstGeom>
            <a:solidFill>
              <a:schemeClr val="accent1">
                <a:alpha val="80000"/>
              </a:schemeClr>
            </a:solidFill>
            <a:ln w="6350">
              <a:solidFill>
                <a:schemeClr val="accent5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" name="Hexagon 3"/>
            <p:cNvSpPr/>
            <p:nvPr/>
          </p:nvSpPr>
          <p:spPr>
            <a:xfrm>
              <a:off x="217627" y="1102407"/>
              <a:ext cx="799185" cy="692094"/>
            </a:xfrm>
            <a:prstGeom prst="hexagon">
              <a:avLst/>
            </a:prstGeom>
            <a:noFill/>
            <a:ln w="9525">
              <a:solidFill>
                <a:schemeClr val="accent5">
                  <a:alpha val="100000"/>
                </a:schemeClr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" name="Hexagon 4"/>
            <p:cNvSpPr/>
            <p:nvPr/>
          </p:nvSpPr>
          <p:spPr>
            <a:xfrm>
              <a:off x="217627" y="1854684"/>
              <a:ext cx="799185" cy="692094"/>
            </a:xfrm>
            <a:prstGeom prst="hexagon">
              <a:avLst/>
            </a:prstGeom>
            <a:noFill/>
            <a:ln w="9525">
              <a:solidFill>
                <a:schemeClr val="accent5">
                  <a:alpha val="100000"/>
                </a:schemeClr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" name="Hexagon 5"/>
            <p:cNvSpPr/>
            <p:nvPr/>
          </p:nvSpPr>
          <p:spPr>
            <a:xfrm>
              <a:off x="217627" y="2606961"/>
              <a:ext cx="799185" cy="692094"/>
            </a:xfrm>
            <a:prstGeom prst="hexagon">
              <a:avLst/>
            </a:prstGeom>
            <a:noFill/>
            <a:ln w="9525">
              <a:solidFill>
                <a:schemeClr val="accent5">
                  <a:alpha val="100000"/>
                </a:schemeClr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" name="Hexagon 6"/>
            <p:cNvSpPr/>
            <p:nvPr/>
          </p:nvSpPr>
          <p:spPr>
            <a:xfrm>
              <a:off x="217627" y="3359238"/>
              <a:ext cx="799185" cy="692094"/>
            </a:xfrm>
            <a:prstGeom prst="hexagon">
              <a:avLst/>
            </a:prstGeom>
            <a:noFill/>
            <a:ln w="9525">
              <a:solidFill>
                <a:schemeClr val="accent5">
                  <a:alpha val="100000"/>
                </a:schemeClr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" name="Hexagon 7"/>
            <p:cNvSpPr/>
            <p:nvPr/>
          </p:nvSpPr>
          <p:spPr>
            <a:xfrm>
              <a:off x="217627" y="4111515"/>
              <a:ext cx="799185" cy="692094"/>
            </a:xfrm>
            <a:prstGeom prst="hexagon">
              <a:avLst/>
            </a:prstGeom>
            <a:solidFill>
              <a:schemeClr val="accent2">
                <a:alpha val="50000"/>
              </a:schemeClr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9" name="Hexagon 8"/>
            <p:cNvSpPr/>
            <p:nvPr/>
          </p:nvSpPr>
          <p:spPr>
            <a:xfrm>
              <a:off x="217627" y="4863792"/>
              <a:ext cx="799185" cy="692094"/>
            </a:xfrm>
            <a:prstGeom prst="hexagon">
              <a:avLst/>
            </a:prstGeom>
            <a:noFill/>
            <a:ln w="9525">
              <a:solidFill>
                <a:schemeClr val="accent5">
                  <a:alpha val="100000"/>
                </a:schemeClr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0" name="Hexagon 9"/>
            <p:cNvSpPr/>
            <p:nvPr/>
          </p:nvSpPr>
          <p:spPr>
            <a:xfrm>
              <a:off x="217627" y="5616069"/>
              <a:ext cx="799185" cy="692094"/>
            </a:xfrm>
            <a:prstGeom prst="hexagon">
              <a:avLst/>
            </a:prstGeom>
            <a:noFill/>
            <a:ln w="9525">
              <a:solidFill>
                <a:schemeClr val="accent5">
                  <a:alpha val="100000"/>
                </a:schemeClr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1" name="Hexagon 10"/>
            <p:cNvSpPr/>
            <p:nvPr/>
          </p:nvSpPr>
          <p:spPr>
            <a:xfrm>
              <a:off x="869137" y="726269"/>
              <a:ext cx="799185" cy="692094"/>
            </a:xfrm>
            <a:prstGeom prst="hexagon">
              <a:avLst/>
            </a:prstGeom>
            <a:noFill/>
            <a:ln w="9525">
              <a:solidFill>
                <a:schemeClr val="accent5">
                  <a:alpha val="88000"/>
                </a:schemeClr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2" name="Hexagon 11"/>
            <p:cNvSpPr/>
            <p:nvPr/>
          </p:nvSpPr>
          <p:spPr>
            <a:xfrm>
              <a:off x="869137" y="1478546"/>
              <a:ext cx="799185" cy="692094"/>
            </a:xfrm>
            <a:prstGeom prst="hexagon">
              <a:avLst/>
            </a:prstGeom>
            <a:noFill/>
            <a:ln w="9525">
              <a:solidFill>
                <a:schemeClr val="accent5">
                  <a:alpha val="88000"/>
                </a:schemeClr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3" name="Hexagon 12"/>
            <p:cNvSpPr/>
            <p:nvPr/>
          </p:nvSpPr>
          <p:spPr>
            <a:xfrm>
              <a:off x="869137" y="2230823"/>
              <a:ext cx="799185" cy="692094"/>
            </a:xfrm>
            <a:prstGeom prst="hexagon">
              <a:avLst/>
            </a:prstGeom>
            <a:noFill/>
            <a:ln w="9525">
              <a:solidFill>
                <a:schemeClr val="accent5">
                  <a:alpha val="88000"/>
                </a:schemeClr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4" name="Hexagon 13"/>
            <p:cNvSpPr/>
            <p:nvPr/>
          </p:nvSpPr>
          <p:spPr>
            <a:xfrm>
              <a:off x="869137" y="2983100"/>
              <a:ext cx="799185" cy="692094"/>
            </a:xfrm>
            <a:prstGeom prst="hexagon">
              <a:avLst/>
            </a:prstGeom>
            <a:noFill/>
            <a:ln w="9525">
              <a:solidFill>
                <a:schemeClr val="accent5">
                  <a:alpha val="88000"/>
                </a:schemeClr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5" name="Hexagon 14"/>
            <p:cNvSpPr/>
            <p:nvPr/>
          </p:nvSpPr>
          <p:spPr>
            <a:xfrm>
              <a:off x="869137" y="3735377"/>
              <a:ext cx="799185" cy="692094"/>
            </a:xfrm>
            <a:prstGeom prst="hexagon">
              <a:avLst/>
            </a:prstGeom>
            <a:solidFill>
              <a:schemeClr val="accent2">
                <a:alpha val="38000"/>
              </a:schemeClr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6" name="Hexagon 15"/>
            <p:cNvSpPr/>
            <p:nvPr/>
          </p:nvSpPr>
          <p:spPr>
            <a:xfrm>
              <a:off x="869137" y="4487653"/>
              <a:ext cx="799185" cy="692094"/>
            </a:xfrm>
            <a:prstGeom prst="hexagon">
              <a:avLst/>
            </a:prstGeom>
            <a:noFill/>
            <a:ln w="9525">
              <a:solidFill>
                <a:schemeClr val="accent5">
                  <a:alpha val="88000"/>
                </a:schemeClr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7" name="Hexagon 16"/>
            <p:cNvSpPr/>
            <p:nvPr/>
          </p:nvSpPr>
          <p:spPr>
            <a:xfrm>
              <a:off x="869137" y="5239930"/>
              <a:ext cx="799185" cy="692094"/>
            </a:xfrm>
            <a:prstGeom prst="hexagon">
              <a:avLst/>
            </a:prstGeom>
            <a:solidFill>
              <a:schemeClr val="accent1">
                <a:alpha val="68000"/>
              </a:schemeClr>
            </a:solidFill>
            <a:ln w="6350">
              <a:solidFill>
                <a:schemeClr val="accent5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8" name="Hexagon 17"/>
            <p:cNvSpPr/>
            <p:nvPr/>
          </p:nvSpPr>
          <p:spPr>
            <a:xfrm>
              <a:off x="1520647" y="350131"/>
              <a:ext cx="799185" cy="692094"/>
            </a:xfrm>
            <a:prstGeom prst="hexagon">
              <a:avLst/>
            </a:prstGeom>
            <a:noFill/>
            <a:ln w="9525">
              <a:solidFill>
                <a:schemeClr val="accent5">
                  <a:alpha val="76000"/>
                </a:schemeClr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9" name="Hexagon 18"/>
            <p:cNvSpPr/>
            <p:nvPr/>
          </p:nvSpPr>
          <p:spPr>
            <a:xfrm>
              <a:off x="1520647" y="1102407"/>
              <a:ext cx="799185" cy="692094"/>
            </a:xfrm>
            <a:prstGeom prst="hexagon">
              <a:avLst/>
            </a:prstGeom>
            <a:solidFill>
              <a:schemeClr val="accent1">
                <a:alpha val="56000"/>
              </a:schemeClr>
            </a:solidFill>
            <a:ln w="6350">
              <a:solidFill>
                <a:schemeClr val="accent5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0" name="Hexagon 19"/>
            <p:cNvSpPr/>
            <p:nvPr/>
          </p:nvSpPr>
          <p:spPr>
            <a:xfrm>
              <a:off x="1520647" y="1854684"/>
              <a:ext cx="799185" cy="692094"/>
            </a:xfrm>
            <a:prstGeom prst="hexagon">
              <a:avLst/>
            </a:prstGeom>
            <a:noFill/>
            <a:ln w="9525">
              <a:solidFill>
                <a:schemeClr val="accent5">
                  <a:alpha val="76000"/>
                </a:schemeClr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1" name="Hexagon 20"/>
            <p:cNvSpPr/>
            <p:nvPr/>
          </p:nvSpPr>
          <p:spPr>
            <a:xfrm>
              <a:off x="1520647" y="2606961"/>
              <a:ext cx="799185" cy="692094"/>
            </a:xfrm>
            <a:prstGeom prst="hexagon">
              <a:avLst/>
            </a:prstGeom>
            <a:solidFill>
              <a:schemeClr val="accent2">
                <a:alpha val="26000"/>
              </a:schemeClr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2" name="Hexagon 21"/>
            <p:cNvSpPr/>
            <p:nvPr/>
          </p:nvSpPr>
          <p:spPr>
            <a:xfrm>
              <a:off x="1520647" y="3359238"/>
              <a:ext cx="799185" cy="692094"/>
            </a:xfrm>
            <a:prstGeom prst="hexagon">
              <a:avLst/>
            </a:prstGeom>
            <a:noFill/>
            <a:ln w="9525">
              <a:solidFill>
                <a:schemeClr val="accent5">
                  <a:alpha val="76000"/>
                </a:schemeClr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3" name="Hexagon 22"/>
            <p:cNvSpPr/>
            <p:nvPr/>
          </p:nvSpPr>
          <p:spPr>
            <a:xfrm>
              <a:off x="1520647" y="4111515"/>
              <a:ext cx="799185" cy="692094"/>
            </a:xfrm>
            <a:prstGeom prst="hexagon">
              <a:avLst/>
            </a:prstGeom>
            <a:noFill/>
            <a:ln w="9525">
              <a:solidFill>
                <a:schemeClr val="accent5">
                  <a:alpha val="76000"/>
                </a:schemeClr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4" name="Hexagon 23"/>
            <p:cNvSpPr/>
            <p:nvPr/>
          </p:nvSpPr>
          <p:spPr>
            <a:xfrm>
              <a:off x="1520647" y="4863792"/>
              <a:ext cx="799185" cy="692094"/>
            </a:xfrm>
            <a:prstGeom prst="hexagon">
              <a:avLst/>
            </a:prstGeom>
            <a:noFill/>
            <a:ln w="9525">
              <a:solidFill>
                <a:schemeClr val="accent5">
                  <a:alpha val="76000"/>
                </a:schemeClr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5" name="Hexagon 24"/>
            <p:cNvSpPr/>
            <p:nvPr/>
          </p:nvSpPr>
          <p:spPr>
            <a:xfrm>
              <a:off x="1520647" y="5616069"/>
              <a:ext cx="799185" cy="692094"/>
            </a:xfrm>
            <a:prstGeom prst="hexagon">
              <a:avLst/>
            </a:prstGeom>
            <a:noFill/>
            <a:ln w="9525">
              <a:solidFill>
                <a:schemeClr val="accent5">
                  <a:alpha val="76000"/>
                </a:schemeClr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6" name="Hexagon 25"/>
            <p:cNvSpPr/>
            <p:nvPr/>
          </p:nvSpPr>
          <p:spPr>
            <a:xfrm>
              <a:off x="2172157" y="726269"/>
              <a:ext cx="799185" cy="692094"/>
            </a:xfrm>
            <a:prstGeom prst="hexagon">
              <a:avLst/>
            </a:prstGeom>
            <a:noFill/>
            <a:ln w="9525">
              <a:solidFill>
                <a:schemeClr val="accent5">
                  <a:alpha val="65000"/>
                </a:schemeClr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7" name="Hexagon 26"/>
            <p:cNvSpPr/>
            <p:nvPr/>
          </p:nvSpPr>
          <p:spPr>
            <a:xfrm>
              <a:off x="2172157" y="1478546"/>
              <a:ext cx="799185" cy="692094"/>
            </a:xfrm>
            <a:prstGeom prst="hexagon">
              <a:avLst/>
            </a:prstGeom>
            <a:noFill/>
            <a:ln w="9525">
              <a:solidFill>
                <a:schemeClr val="accent5">
                  <a:alpha val="65000"/>
                </a:schemeClr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8" name="Hexagon 27"/>
            <p:cNvSpPr/>
            <p:nvPr/>
          </p:nvSpPr>
          <p:spPr>
            <a:xfrm>
              <a:off x="2172157" y="2230823"/>
              <a:ext cx="799185" cy="692094"/>
            </a:xfrm>
            <a:prstGeom prst="hexagon">
              <a:avLst/>
            </a:prstGeom>
            <a:solidFill>
              <a:schemeClr val="accent2">
                <a:alpha val="20000"/>
              </a:schemeClr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9" name="Hexagon 28"/>
            <p:cNvSpPr/>
            <p:nvPr/>
          </p:nvSpPr>
          <p:spPr>
            <a:xfrm>
              <a:off x="2172157" y="2983100"/>
              <a:ext cx="799185" cy="692094"/>
            </a:xfrm>
            <a:prstGeom prst="hexagon">
              <a:avLst/>
            </a:prstGeom>
            <a:noFill/>
            <a:ln w="9525">
              <a:solidFill>
                <a:schemeClr val="accent5">
                  <a:alpha val="65000"/>
                </a:schemeClr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0" name="Hexagon 29"/>
            <p:cNvSpPr/>
            <p:nvPr/>
          </p:nvSpPr>
          <p:spPr>
            <a:xfrm>
              <a:off x="2172157" y="3735377"/>
              <a:ext cx="799185" cy="692094"/>
            </a:xfrm>
            <a:prstGeom prst="hexagon">
              <a:avLst/>
            </a:prstGeom>
            <a:noFill/>
            <a:ln w="9525">
              <a:solidFill>
                <a:schemeClr val="accent5">
                  <a:alpha val="65000"/>
                </a:schemeClr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1" name="Hexagon 30"/>
            <p:cNvSpPr/>
            <p:nvPr/>
          </p:nvSpPr>
          <p:spPr>
            <a:xfrm>
              <a:off x="2172157" y="4487653"/>
              <a:ext cx="799185" cy="692094"/>
            </a:xfrm>
            <a:prstGeom prst="hexagon">
              <a:avLst/>
            </a:prstGeom>
            <a:noFill/>
            <a:ln w="9525">
              <a:solidFill>
                <a:schemeClr val="accent5">
                  <a:alpha val="65000"/>
                </a:schemeClr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2" name="Hexagon 31"/>
            <p:cNvSpPr/>
            <p:nvPr/>
          </p:nvSpPr>
          <p:spPr>
            <a:xfrm>
              <a:off x="2172157" y="5239930"/>
              <a:ext cx="799185" cy="692094"/>
            </a:xfrm>
            <a:prstGeom prst="hexagon">
              <a:avLst/>
            </a:prstGeom>
            <a:noFill/>
            <a:ln w="9525">
              <a:solidFill>
                <a:schemeClr val="accent5">
                  <a:alpha val="65000"/>
                </a:schemeClr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3" name="Hexagon 32"/>
            <p:cNvSpPr/>
            <p:nvPr/>
          </p:nvSpPr>
          <p:spPr>
            <a:xfrm>
              <a:off x="2823667" y="350131"/>
              <a:ext cx="799185" cy="692094"/>
            </a:xfrm>
            <a:prstGeom prst="hexagon">
              <a:avLst/>
            </a:prstGeom>
            <a:noFill/>
            <a:ln w="9525">
              <a:solidFill>
                <a:schemeClr val="accent5">
                  <a:alpha val="53000"/>
                </a:schemeClr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4" name="Hexagon 33"/>
            <p:cNvSpPr/>
            <p:nvPr/>
          </p:nvSpPr>
          <p:spPr>
            <a:xfrm>
              <a:off x="2823667" y="1102407"/>
              <a:ext cx="799185" cy="692094"/>
            </a:xfrm>
            <a:prstGeom prst="hexagon">
              <a:avLst/>
            </a:prstGeom>
            <a:solidFill>
              <a:schemeClr val="accent2">
                <a:alpha val="20000"/>
              </a:schemeClr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5" name="Hexagon 34"/>
            <p:cNvSpPr/>
            <p:nvPr/>
          </p:nvSpPr>
          <p:spPr>
            <a:xfrm>
              <a:off x="2823667" y="1854684"/>
              <a:ext cx="799185" cy="692094"/>
            </a:xfrm>
            <a:prstGeom prst="hexagon">
              <a:avLst/>
            </a:prstGeom>
            <a:solidFill>
              <a:schemeClr val="accent1">
                <a:alpha val="33000"/>
              </a:schemeClr>
            </a:solidFill>
            <a:ln w="6350">
              <a:solidFill>
                <a:schemeClr val="accent5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6" name="Hexagon 35"/>
            <p:cNvSpPr/>
            <p:nvPr/>
          </p:nvSpPr>
          <p:spPr>
            <a:xfrm>
              <a:off x="2823667" y="2606961"/>
              <a:ext cx="799185" cy="692094"/>
            </a:xfrm>
            <a:prstGeom prst="hexagon">
              <a:avLst/>
            </a:prstGeom>
            <a:noFill/>
            <a:ln w="9525">
              <a:solidFill>
                <a:schemeClr val="accent5">
                  <a:alpha val="53000"/>
                </a:schemeClr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7" name="Hexagon 36"/>
            <p:cNvSpPr/>
            <p:nvPr/>
          </p:nvSpPr>
          <p:spPr>
            <a:xfrm>
              <a:off x="2823667" y="3359238"/>
              <a:ext cx="799185" cy="692094"/>
            </a:xfrm>
            <a:prstGeom prst="hexagon">
              <a:avLst/>
            </a:prstGeom>
            <a:noFill/>
            <a:ln w="9525">
              <a:solidFill>
                <a:schemeClr val="accent5">
                  <a:alpha val="53000"/>
                </a:schemeClr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8" name="Hexagon 37"/>
            <p:cNvSpPr/>
            <p:nvPr/>
          </p:nvSpPr>
          <p:spPr>
            <a:xfrm>
              <a:off x="2823667" y="4111515"/>
              <a:ext cx="799185" cy="692094"/>
            </a:xfrm>
            <a:prstGeom prst="hexagon">
              <a:avLst/>
            </a:prstGeom>
            <a:noFill/>
            <a:ln w="9525">
              <a:solidFill>
                <a:schemeClr val="accent5">
                  <a:alpha val="53000"/>
                </a:schemeClr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9" name="Hexagon 38"/>
            <p:cNvSpPr/>
            <p:nvPr/>
          </p:nvSpPr>
          <p:spPr>
            <a:xfrm>
              <a:off x="2823667" y="4863792"/>
              <a:ext cx="799185" cy="692094"/>
            </a:xfrm>
            <a:prstGeom prst="hexagon">
              <a:avLst/>
            </a:prstGeom>
            <a:solidFill>
              <a:schemeClr val="accent2">
                <a:alpha val="20000"/>
              </a:schemeClr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0" name="Hexagon 39"/>
            <p:cNvSpPr/>
            <p:nvPr/>
          </p:nvSpPr>
          <p:spPr>
            <a:xfrm>
              <a:off x="2823667" y="5616069"/>
              <a:ext cx="799185" cy="692094"/>
            </a:xfrm>
            <a:prstGeom prst="hexagon">
              <a:avLst/>
            </a:prstGeom>
            <a:noFill/>
            <a:ln w="9525">
              <a:solidFill>
                <a:schemeClr val="accent5">
                  <a:alpha val="53000"/>
                </a:schemeClr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1" name="Hexagon 40"/>
            <p:cNvSpPr/>
            <p:nvPr/>
          </p:nvSpPr>
          <p:spPr>
            <a:xfrm>
              <a:off x="3475177" y="726269"/>
              <a:ext cx="799185" cy="692094"/>
            </a:xfrm>
            <a:prstGeom prst="hexagon">
              <a:avLst/>
            </a:prstGeom>
            <a:solidFill>
              <a:schemeClr val="accent2">
                <a:alpha val="20000"/>
              </a:schemeClr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2" name="Hexagon 41"/>
            <p:cNvSpPr/>
            <p:nvPr/>
          </p:nvSpPr>
          <p:spPr>
            <a:xfrm>
              <a:off x="3475177" y="1478546"/>
              <a:ext cx="799185" cy="692094"/>
            </a:xfrm>
            <a:prstGeom prst="hexagon">
              <a:avLst/>
            </a:prstGeom>
            <a:noFill/>
            <a:ln w="9525">
              <a:solidFill>
                <a:schemeClr val="accent5">
                  <a:alpha val="41000"/>
                </a:schemeClr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3" name="Hexagon 42"/>
            <p:cNvSpPr/>
            <p:nvPr/>
          </p:nvSpPr>
          <p:spPr>
            <a:xfrm>
              <a:off x="3475177" y="2230823"/>
              <a:ext cx="799185" cy="692094"/>
            </a:xfrm>
            <a:prstGeom prst="hexagon">
              <a:avLst/>
            </a:prstGeom>
            <a:noFill/>
            <a:ln w="9525">
              <a:solidFill>
                <a:schemeClr val="accent5">
                  <a:alpha val="41000"/>
                </a:schemeClr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4" name="Hexagon 43"/>
            <p:cNvSpPr/>
            <p:nvPr/>
          </p:nvSpPr>
          <p:spPr>
            <a:xfrm>
              <a:off x="3475177" y="2983100"/>
              <a:ext cx="799185" cy="692094"/>
            </a:xfrm>
            <a:prstGeom prst="hexagon">
              <a:avLst/>
            </a:prstGeom>
            <a:noFill/>
            <a:ln w="9525">
              <a:solidFill>
                <a:schemeClr val="accent5">
                  <a:alpha val="41000"/>
                </a:schemeClr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5" name="Hexagon 44"/>
            <p:cNvSpPr/>
            <p:nvPr/>
          </p:nvSpPr>
          <p:spPr>
            <a:xfrm>
              <a:off x="3475177" y="3735377"/>
              <a:ext cx="799185" cy="692094"/>
            </a:xfrm>
            <a:prstGeom prst="hexagon">
              <a:avLst/>
            </a:prstGeom>
            <a:noFill/>
            <a:ln w="9525">
              <a:solidFill>
                <a:schemeClr val="accent5">
                  <a:alpha val="41000"/>
                </a:schemeClr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6" name="Hexagon 45"/>
            <p:cNvSpPr/>
            <p:nvPr/>
          </p:nvSpPr>
          <p:spPr>
            <a:xfrm>
              <a:off x="3475177" y="4487653"/>
              <a:ext cx="799185" cy="692094"/>
            </a:xfrm>
            <a:prstGeom prst="hexagon">
              <a:avLst/>
            </a:prstGeom>
            <a:solidFill>
              <a:schemeClr val="accent2">
                <a:alpha val="20000"/>
              </a:schemeClr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7" name="Hexagon 46"/>
            <p:cNvSpPr/>
            <p:nvPr/>
          </p:nvSpPr>
          <p:spPr>
            <a:xfrm>
              <a:off x="3475177" y="5239930"/>
              <a:ext cx="799185" cy="692094"/>
            </a:xfrm>
            <a:prstGeom prst="hexagon">
              <a:avLst/>
            </a:prstGeom>
            <a:noFill/>
            <a:ln w="9525">
              <a:solidFill>
                <a:schemeClr val="accent5">
                  <a:alpha val="41000"/>
                </a:schemeClr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8" name="Hexagon 47"/>
            <p:cNvSpPr/>
            <p:nvPr/>
          </p:nvSpPr>
          <p:spPr>
            <a:xfrm>
              <a:off x="4126687" y="350131"/>
              <a:ext cx="799185" cy="692094"/>
            </a:xfrm>
            <a:prstGeom prst="hexagon">
              <a:avLst/>
            </a:prstGeom>
            <a:noFill/>
            <a:ln w="9525">
              <a:solidFill>
                <a:schemeClr val="accent5">
                  <a:alpha val="30000"/>
                </a:schemeClr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9" name="Hexagon 48"/>
            <p:cNvSpPr/>
            <p:nvPr/>
          </p:nvSpPr>
          <p:spPr>
            <a:xfrm>
              <a:off x="4126687" y="1102407"/>
              <a:ext cx="799185" cy="692094"/>
            </a:xfrm>
            <a:prstGeom prst="hexagon">
              <a:avLst/>
            </a:prstGeom>
            <a:noFill/>
            <a:ln w="9525">
              <a:solidFill>
                <a:schemeClr val="accent5">
                  <a:alpha val="30000"/>
                </a:schemeClr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0" name="Hexagon 49"/>
            <p:cNvSpPr/>
            <p:nvPr/>
          </p:nvSpPr>
          <p:spPr>
            <a:xfrm>
              <a:off x="4126687" y="1854684"/>
              <a:ext cx="799185" cy="692094"/>
            </a:xfrm>
            <a:prstGeom prst="hexagon">
              <a:avLst/>
            </a:prstGeom>
            <a:noFill/>
            <a:ln w="9525">
              <a:solidFill>
                <a:schemeClr val="accent5">
                  <a:alpha val="30000"/>
                </a:schemeClr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1" name="Hexagon 50"/>
            <p:cNvSpPr/>
            <p:nvPr/>
          </p:nvSpPr>
          <p:spPr>
            <a:xfrm>
              <a:off x="4126687" y="2606961"/>
              <a:ext cx="799185" cy="692094"/>
            </a:xfrm>
            <a:prstGeom prst="hexagon">
              <a:avLst/>
            </a:prstGeom>
            <a:solidFill>
              <a:schemeClr val="accent1">
                <a:alpha val="25000"/>
              </a:schemeClr>
            </a:solidFill>
            <a:ln w="6350">
              <a:solidFill>
                <a:schemeClr val="accent5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2" name="Hexagon 51"/>
            <p:cNvSpPr/>
            <p:nvPr/>
          </p:nvSpPr>
          <p:spPr>
            <a:xfrm>
              <a:off x="4126687" y="3359238"/>
              <a:ext cx="799185" cy="692094"/>
            </a:xfrm>
            <a:prstGeom prst="hexagon">
              <a:avLst/>
            </a:prstGeom>
            <a:solidFill>
              <a:schemeClr val="accent2">
                <a:alpha val="20000"/>
              </a:schemeClr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3" name="Hexagon 52"/>
            <p:cNvSpPr/>
            <p:nvPr/>
          </p:nvSpPr>
          <p:spPr>
            <a:xfrm>
              <a:off x="4126687" y="4111515"/>
              <a:ext cx="799185" cy="692094"/>
            </a:xfrm>
            <a:prstGeom prst="hexagon">
              <a:avLst/>
            </a:prstGeom>
            <a:noFill/>
            <a:ln w="9525">
              <a:solidFill>
                <a:schemeClr val="accent5">
                  <a:alpha val="30000"/>
                </a:schemeClr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4" name="Hexagon 53"/>
            <p:cNvSpPr/>
            <p:nvPr/>
          </p:nvSpPr>
          <p:spPr>
            <a:xfrm>
              <a:off x="4126687" y="4863792"/>
              <a:ext cx="799185" cy="692094"/>
            </a:xfrm>
            <a:prstGeom prst="hexagon">
              <a:avLst/>
            </a:prstGeom>
            <a:noFill/>
            <a:ln w="9525">
              <a:solidFill>
                <a:schemeClr val="accent5">
                  <a:alpha val="30000"/>
                </a:schemeClr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5" name="Hexagon 54"/>
            <p:cNvSpPr/>
            <p:nvPr/>
          </p:nvSpPr>
          <p:spPr>
            <a:xfrm>
              <a:off x="4126687" y="5616069"/>
              <a:ext cx="799185" cy="692094"/>
            </a:xfrm>
            <a:prstGeom prst="hexagon">
              <a:avLst/>
            </a:prstGeom>
            <a:noFill/>
            <a:ln w="9525">
              <a:solidFill>
                <a:schemeClr val="accent5">
                  <a:alpha val="30000"/>
                </a:schemeClr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</p:grp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본문 + 사진">
    <p:bg>
      <p:bgPr>
        <a:pattFill prst="dotGrid">
          <a:fgClr>
            <a:schemeClr val="bg1"/>
          </a:fgClr>
          <a:bgClr>
            <a:schemeClr val="bg2"/>
          </a:bgClr>
        </a:patt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세로 글씨"/>
          <p:cNvSpPr>
            <a:spLocks noGrp="1"/>
          </p:cNvSpPr>
          <p:nvPr>
            <p:ph type="body" sz="quarter" idx="30"/>
          </p:nvPr>
        </p:nvSpPr>
        <p:spPr>
          <a:xfrm>
            <a:off x="11505895" y="914400"/>
            <a:ext cx="594359" cy="4663440"/>
          </a:xfrm>
          <a:noFill/>
        </p:spPr>
        <p:txBody>
          <a:bodyPr lIns="45720" rIns="45720" tIns="27432" bIns="27432" anchor="ctr" vert="vert270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2000" b="0" spc="900">
                <a:solidFill>
                  <a:srgbClr val="1A1613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세로 글씨</a:t>
            </a:r>
          </a:p>
        </p:txBody>
      </p:sp>
      <p:sp>
        <p:nvSpPr>
          <p:cNvPr id="102" name="쪽 번호"/>
          <p:cNvSpPr>
            <a:spLocks noGrp="1"/>
          </p:cNvSpPr>
          <p:nvPr>
            <p:ph type="sldNum" sz="quarter" idx="12"/>
          </p:nvPr>
        </p:nvSpPr>
        <p:spPr>
          <a:xfrm>
            <a:off x="11414455" y="6172200"/>
            <a:ext cx="777240" cy="45720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200" b="1" spc="0">
                <a:solidFill>
                  <a:srgbClr val="1A1613"/>
                </a:solidFill>
              </a:defRPr>
            </a:lvl1pPr>
          </a:lstStyle>
          <a:p>
            <a:fld id="{41528AC7-F8A0-41B4-9EB7-32939C59D84E}" type="slidenum">
              <a:rPr lang="en-US"/>
              <a:t>‹#›</a:t>
            </a:fld>
          </a:p>
        </p:txBody>
      </p:sp>
      <p:sp>
        <p:nvSpPr>
          <p:cNvPr id="103" name="영문 라벨"/>
          <p:cNvSpPr>
            <a:spLocks noGrp="1"/>
          </p:cNvSpPr>
          <p:nvPr>
            <p:ph type="body" sz="quarter" idx="10"/>
          </p:nvPr>
        </p:nvSpPr>
        <p:spPr>
          <a:xfrm>
            <a:off x="640080" y="365760"/>
            <a:ext cx="10134295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tx2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4" name="제목"/>
          <p:cNvSpPr>
            <a:spLocks noGrp="1"/>
          </p:cNvSpPr>
          <p:nvPr>
            <p:ph type="title"/>
          </p:nvPr>
        </p:nvSpPr>
        <p:spPr>
          <a:xfrm>
            <a:off x="640080" y="658368"/>
            <a:ext cx="10134295" cy="77724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2800" b="1" spc="0">
                <a:solidFill>
                  <a:schemeClr val="tx2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제목</a:t>
            </a:r>
          </a:p>
        </p:txBody>
      </p:sp>
      <p:sp>
        <p:nvSpPr>
          <p:cNvPr id="105" name="사진 1"/>
          <p:cNvSpPr>
            <a:spLocks noGrp="1"/>
          </p:cNvSpPr>
          <p:nvPr>
            <p:ph type="pic" sz="quarter" idx="13"/>
          </p:nvPr>
        </p:nvSpPr>
        <p:spPr>
          <a:xfrm>
            <a:off x="640080" y="34290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62000"/>
                    <a:lumOff val="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6" name="사진 2"/>
          <p:cNvSpPr>
            <a:spLocks noGrp="1"/>
          </p:cNvSpPr>
          <p:nvPr>
            <p:ph type="pic" sz="quarter" idx="14"/>
          </p:nvPr>
        </p:nvSpPr>
        <p:spPr>
          <a:xfrm>
            <a:off x="2011680" y="34290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62000"/>
                    <a:lumOff val="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7" name="사진 3"/>
          <p:cNvSpPr>
            <a:spLocks noGrp="1"/>
          </p:cNvSpPr>
          <p:nvPr>
            <p:ph type="pic" sz="quarter" idx="15"/>
          </p:nvPr>
        </p:nvSpPr>
        <p:spPr>
          <a:xfrm>
            <a:off x="3383280" y="34290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62000"/>
                    <a:lumOff val="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8" name="사진 4"/>
          <p:cNvSpPr>
            <a:spLocks noGrp="1"/>
          </p:cNvSpPr>
          <p:nvPr>
            <p:ph type="pic" sz="quarter" idx="16"/>
          </p:nvPr>
        </p:nvSpPr>
        <p:spPr>
          <a:xfrm>
            <a:off x="4754880" y="34290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62000"/>
                    <a:lumOff val="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9" name="사진 5"/>
          <p:cNvSpPr>
            <a:spLocks noGrp="1"/>
          </p:cNvSpPr>
          <p:nvPr>
            <p:ph type="pic" sz="quarter" idx="17"/>
          </p:nvPr>
        </p:nvSpPr>
        <p:spPr>
          <a:xfrm>
            <a:off x="640080" y="48006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62000"/>
                    <a:lumOff val="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10" name="사진 6"/>
          <p:cNvSpPr>
            <a:spLocks noGrp="1"/>
          </p:cNvSpPr>
          <p:nvPr>
            <p:ph type="pic" sz="quarter" idx="18"/>
          </p:nvPr>
        </p:nvSpPr>
        <p:spPr>
          <a:xfrm>
            <a:off x="2011680" y="48006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62000"/>
                    <a:lumOff val="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11" name="사진 7"/>
          <p:cNvSpPr>
            <a:spLocks noGrp="1"/>
          </p:cNvSpPr>
          <p:nvPr>
            <p:ph type="pic" sz="quarter" idx="19"/>
          </p:nvPr>
        </p:nvSpPr>
        <p:spPr>
          <a:xfrm>
            <a:off x="3383280" y="48006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62000"/>
                    <a:lumOff val="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12" name="사진 8"/>
          <p:cNvSpPr>
            <a:spLocks noGrp="1"/>
          </p:cNvSpPr>
          <p:nvPr>
            <p:ph type="pic" sz="quarter" idx="20"/>
          </p:nvPr>
        </p:nvSpPr>
        <p:spPr>
          <a:xfrm>
            <a:off x="4754880" y="48006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62000"/>
                    <a:lumOff val="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2" name="옆 띠"/>
          <p:cNvSpPr/>
          <p:nvPr/>
        </p:nvSpPr>
        <p:spPr>
          <a:xfrm>
            <a:off x="11414455" y="0"/>
            <a:ext cx="777240" cy="6858000"/>
          </a:xfrm>
          <a:prstGeom prst="rect">
            <a:avLst/>
          </a:prstGeom>
          <a:gradFill rotWithShape="1">
            <a:gsLst>
              <a:gs pos="0">
                <a:schemeClr val="accent1"/>
              </a:gs>
              <a:gs pos="100000">
                <a:schemeClr val="accent2"/>
              </a:gs>
            </a:gsLst>
            <a:lin ang="5400000" scaled="0"/>
          </a:gra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>
            <a:off x="640080" y="1572768"/>
            <a:ext cx="1280159" cy="0"/>
          </a:xfrm>
          <a:prstGeom prst="line">
            <a:avLst/>
          </a:prstGeom>
          <a:ln w="31750" cap="rnd">
            <a:solidFill>
              <a:schemeClr val="accent2"/>
            </a:solidFill>
          </a:ln>
        </p:spPr>
      </p:cxnSp>
      <p:cxnSp>
        <p:nvCxnSpPr>
          <p:cNvPr id="4" name="Connector 3"/>
          <p:cNvCxnSpPr/>
          <p:nvPr/>
        </p:nvCxnSpPr>
        <p:spPr>
          <a:xfrm>
            <a:off x="1920239" y="1572768"/>
            <a:ext cx="8854136" cy="0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한 문장">
    <p:bg>
      <p:bgPr>
        <a:pattFill prst="dotGrid">
          <a:fgClr>
            <a:schemeClr val="bg1"/>
          </a:fgClr>
          <a:bgClr>
            <a:schemeClr val="bg2"/>
          </a:bgClr>
        </a:patt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세로 글씨"/>
          <p:cNvSpPr>
            <a:spLocks noGrp="1"/>
          </p:cNvSpPr>
          <p:nvPr>
            <p:ph type="body" sz="quarter" idx="30"/>
          </p:nvPr>
        </p:nvSpPr>
        <p:spPr>
          <a:xfrm>
            <a:off x="11505895" y="914400"/>
            <a:ext cx="594359" cy="4663440"/>
          </a:xfrm>
          <a:noFill/>
        </p:spPr>
        <p:txBody>
          <a:bodyPr lIns="45720" rIns="45720" tIns="27432" bIns="27432" anchor="ctr" vert="vert270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2000" b="0" spc="900">
                <a:solidFill>
                  <a:srgbClr val="1A1613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세로 글씨</a:t>
            </a:r>
          </a:p>
        </p:txBody>
      </p:sp>
      <p:sp>
        <p:nvSpPr>
          <p:cNvPr id="102" name="쪽 번호"/>
          <p:cNvSpPr>
            <a:spLocks noGrp="1"/>
          </p:cNvSpPr>
          <p:nvPr>
            <p:ph type="sldNum" sz="quarter" idx="12"/>
          </p:nvPr>
        </p:nvSpPr>
        <p:spPr>
          <a:xfrm>
            <a:off x="11414455" y="6172200"/>
            <a:ext cx="777240" cy="45720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200" b="1" spc="0">
                <a:solidFill>
                  <a:srgbClr val="1A1613"/>
                </a:solidFill>
              </a:defRPr>
            </a:lvl1pPr>
          </a:lstStyle>
          <a:p>
            <a:fld id="{F3A83BC2-DCC1-4A90-AB11-5FAD4F197A66}" type="slidenum">
              <a:rPr lang="en-US"/>
              <a:t>‹#›</a:t>
            </a:fld>
          </a:p>
        </p:txBody>
      </p:sp>
      <p:sp>
        <p:nvSpPr>
          <p:cNvPr id="103" name="영문 라벨"/>
          <p:cNvSpPr>
            <a:spLocks noGrp="1"/>
          </p:cNvSpPr>
          <p:nvPr>
            <p:ph type="body" sz="quarter" idx="10"/>
          </p:nvPr>
        </p:nvSpPr>
        <p:spPr>
          <a:xfrm>
            <a:off x="640080" y="365760"/>
            <a:ext cx="10134295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tx2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4" name="한 문장"/>
          <p:cNvSpPr>
            <a:spLocks noGrp="1"/>
          </p:cNvSpPr>
          <p:nvPr>
            <p:ph type="title"/>
          </p:nvPr>
        </p:nvSpPr>
        <p:spPr>
          <a:xfrm>
            <a:off x="1463003" y="2331720"/>
            <a:ext cx="9265688" cy="233172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30000"/>
              </a:lnSpc>
              <a:spcBef>
                <a:spcPts val="0"/>
              </a:spcBef>
              <a:buNone/>
              <a:defRPr sz="3400" b="1" spc="0">
                <a:solidFill>
                  <a:schemeClr val="tx2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한 문장으로 말하면</a:t>
            </a:r>
          </a:p>
        </p:txBody>
      </p:sp>
      <p:sp>
        <p:nvSpPr>
          <p:cNvPr id="2" name="옆 띠"/>
          <p:cNvSpPr/>
          <p:nvPr/>
        </p:nvSpPr>
        <p:spPr>
          <a:xfrm>
            <a:off x="11414455" y="0"/>
            <a:ext cx="777240" cy="6858000"/>
          </a:xfrm>
          <a:prstGeom prst="rect">
            <a:avLst/>
          </a:prstGeom>
          <a:gradFill rotWithShape="1">
            <a:gsLst>
              <a:gs pos="0">
                <a:schemeClr val="accent1"/>
              </a:gs>
              <a:gs pos="100000">
                <a:schemeClr val="accent2"/>
              </a:gs>
            </a:gsLst>
            <a:lin ang="5400000" scaled="0"/>
          </a:gra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grpSp>
        <p:nvGrpSpPr>
          <p:cNvPr id="3" name="따옴표 장식"/>
          <p:cNvGrpSpPr/>
          <p:nvPr/>
        </p:nvGrpSpPr>
        <p:grpSpPr>
          <a:xfrm>
            <a:off x="5592927" y="1520189"/>
            <a:ext cx="1005840" cy="251460"/>
            <a:chOff x="5592927" y="1520189"/>
            <a:chExt cx="1005840" cy="251460"/>
          </a:xfrm>
        </p:grpSpPr>
        <p:sp>
          <p:nvSpPr>
            <p:cNvPr id="4" name="Diamond 3"/>
            <p:cNvSpPr/>
            <p:nvPr/>
          </p:nvSpPr>
          <p:spPr>
            <a:xfrm>
              <a:off x="5970117" y="1520189"/>
              <a:ext cx="251460" cy="251460"/>
            </a:xfrm>
            <a:prstGeom prst="diamond">
              <a:avLst/>
            </a:prstGeom>
            <a:solidFill>
              <a:schemeClr val="accent5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cxnSp>
          <p:nvCxnSpPr>
            <p:cNvPr id="5" name="Connector 4"/>
            <p:cNvCxnSpPr/>
            <p:nvPr/>
          </p:nvCxnSpPr>
          <p:spPr>
            <a:xfrm>
              <a:off x="5592927" y="1645919"/>
              <a:ext cx="297180" cy="0"/>
            </a:xfrm>
            <a:prstGeom prst="line">
              <a:avLst/>
            </a:prstGeom>
            <a:ln w="9525" cap="rnd">
              <a:solidFill>
                <a:schemeClr val="accent5"/>
              </a:solidFill>
            </a:ln>
          </p:spPr>
        </p:cxnSp>
        <p:cxnSp>
          <p:nvCxnSpPr>
            <p:cNvPr id="6" name="Connector 5"/>
            <p:cNvCxnSpPr/>
            <p:nvPr/>
          </p:nvCxnSpPr>
          <p:spPr>
            <a:xfrm>
              <a:off x="6301587" y="1645919"/>
              <a:ext cx="297180" cy="0"/>
            </a:xfrm>
            <a:prstGeom prst="line">
              <a:avLst/>
            </a:prstGeom>
            <a:ln w="9525" cap="rnd">
              <a:solidFill>
                <a:schemeClr val="accent5"/>
              </a:solidFill>
            </a:ln>
          </p:spPr>
        </p:cxnSp>
      </p:grpSp>
      <p:cxnSp>
        <p:nvCxnSpPr>
          <p:cNvPr id="7" name="Connector 6"/>
          <p:cNvCxnSpPr/>
          <p:nvPr/>
        </p:nvCxnSpPr>
        <p:spPr>
          <a:xfrm>
            <a:off x="5547207" y="5349240"/>
            <a:ext cx="1097280" cy="0"/>
          </a:xfrm>
          <a:prstGeom prst="line">
            <a:avLst/>
          </a:prstGeom>
          <a:ln w="9525" cap="rnd">
            <a:solidFill>
              <a:schemeClr val="accent5"/>
            </a:solidFill>
          </a:ln>
        </p:spPr>
      </p:cxnSp>
      <p:sp>
        <p:nvSpPr>
          <p:cNvPr id="8" name="Diamond 7"/>
          <p:cNvSpPr/>
          <p:nvPr/>
        </p:nvSpPr>
        <p:spPr>
          <a:xfrm>
            <a:off x="6036411" y="5289804"/>
            <a:ext cx="118872" cy="118872"/>
          </a:xfrm>
          <a:prstGeom prst="diamond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09584" y="274638"/>
            <a:ext cx="10972525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84" y="1600200"/>
            <a:ext cx="10972525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584" y="6356350"/>
            <a:ext cx="2844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495" y="6356350"/>
            <a:ext cx="386070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381" y="6356350"/>
            <a:ext cx="2844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4" r:id="rId6"/>
    <p:sldLayoutId id="2147483655" r:id="rId7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VIOLET  ·  FIRST BIRTHDAY</a:t>
            </a:r>
          </a:p>
        </p:txBody>
      </p:sp>
      <p:sp>
        <p:nvSpPr>
          <p:cNvPr id="3" name="Title 2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ko-KR"/>
              <a:t>첫 번째 생일</a:t>
            </a:r>
          </a:p>
        </p:txBody>
      </p:sp>
      <p:sp>
        <p:nvSpPr>
          <p:cNvPr id="4" name="Subtitle 3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ko-KR"/>
              <a:t>올해 찍은 사진 중 열두 장입니다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1" sz="quarter"/>
          </p:nvPr>
        </p:nvSpPr>
        <p:spPr/>
        <p:txBody>
          <a:bodyPr/>
          <a:lstStyle/>
          <a:p>
            <a:r>
              <a:rPr lang="ko-KR"/>
              <a:t>아기 이름 · 0000. 00. 00</a:t>
            </a:r>
          </a:p>
          <a:p>
            <a:r>
              <a:rPr lang="ko-KR"/>
              <a:t>장소를 입력하세요</a:t>
            </a:r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30" sz="quarter"/>
          </p:nvPr>
        </p:nvSpPr>
        <p:spPr/>
        <p:txBody>
          <a:bodyPr/>
          <a:lstStyle/>
          <a:p>
            <a:r>
              <a:rPr lang="ko-KR"/>
              <a:t>VIOLET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BABY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우리 아기를 소개합니다</a:t>
            </a:r>
          </a:p>
        </p:txBody>
      </p:sp>
      <p:sp>
        <p:nvSpPr>
          <p:cNvPr id="14" name="사진 바탕 1"/>
          <p:cNvSpPr/>
          <p:nvPr/>
        </p:nvSpPr>
        <p:spPr>
          <a:xfrm>
            <a:off x="640080" y="1828800"/>
            <a:ext cx="3840480" cy="41605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62000"/>
                  </a:schemeClr>
                </a:solidFill>
              </a:rPr>
              <a:t>아기 사진</a:t>
            </a:r>
          </a:p>
        </p:txBody>
      </p:sp>
      <p:sp>
        <p:nvSpPr>
          <p:cNvPr id="5" name="Picture Placeholder 4" descr="사진 자리 — 아이콘을 누르면 사진을 넣을 수 있어요"/>
          <p:cNvSpPr>
            <a:spLocks noGrp="1"/>
          </p:cNvSpPr>
          <p:nvPr>
            <p:ph type="pic" idx="13" sz="quarter"/>
          </p:nvPr>
        </p:nvSpPr>
        <p:spPr>
          <a:xfrm>
            <a:off x="640080" y="1828800"/>
            <a:ext cx="3840480" cy="4160520"/>
          </a:xfrm>
          <a:prstGeom prst="roundRect">
            <a:avLst>
              <a:gd name="adj" fmla="val 6000"/>
            </a:avLst>
          </a:prstGeom>
        </p:spPr>
      </p:sp>
      <p:sp>
        <p:nvSpPr>
          <p:cNvPr id="13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401346-E8AF-4489-87C6-FB7DFB614A3C}" type="slidenum">
              <a:rPr lang="en-US"/>
              <a:t>‹#›</a:t>
            </a:fld>
            <a:endParaRPr lang="en-US"/>
          </a:p>
        </p:txBody>
      </p:sp>
      <p:graphicFrame>
        <p:nvGraphicFramePr>
          <p:cNvPr id="15" name="표"/>
          <p:cNvGraphicFramePr>
            <a:graphicFrameLocks noGrp="1"/>
          </p:cNvGraphicFramePr>
          <p:nvPr/>
        </p:nvGraphicFramePr>
        <p:xfrm>
          <a:off x="4846320" y="1828800"/>
          <a:ext cx="5928055" cy="3950208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1828800"/>
                <a:gridCol w="4099255"/>
              </a:tblGrid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500" b="1" lang="ko-KR">
                          <a:solidFill>
                            <a:schemeClr val="tx2"/>
                          </a:solidFill>
                        </a:rPr>
                        <a:t>이름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lang="ko-KR">
                          <a:solidFill>
                            <a:schemeClr val="tx1"/>
                          </a:solidFill>
                        </a:rPr>
                        <a:t>입력하세요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500" b="1" lang="ko-KR">
                          <a:solidFill>
                            <a:schemeClr val="tx2"/>
                          </a:solidFill>
                        </a:rPr>
                        <a:t>생일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4000"/>
                        <a:lumOff val="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lang="ko-KR">
                          <a:solidFill>
                            <a:schemeClr val="tx1"/>
                          </a:solidFill>
                        </a:rPr>
                        <a:t>입력하세요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4000"/>
                        <a:lumOff val="0"/>
                      </a:schemeClr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500" b="1" lang="ko-KR">
                          <a:solidFill>
                            <a:schemeClr val="tx2"/>
                          </a:solidFill>
                        </a:rPr>
                        <a:t>키 · 몸무게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lang="ko-KR">
                          <a:solidFill>
                            <a:schemeClr val="tx1"/>
                          </a:solidFill>
                        </a:rPr>
                        <a:t>입력하세요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500" b="1" lang="ko-KR">
                          <a:solidFill>
                            <a:schemeClr val="tx2"/>
                          </a:solidFill>
                        </a:rPr>
                        <a:t>좋아하는 것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4000"/>
                        <a:lumOff val="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lang="ko-KR">
                          <a:solidFill>
                            <a:schemeClr val="tx1"/>
                          </a:solidFill>
                        </a:rPr>
                        <a:t>입력하세요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4000"/>
                        <a:lumOff val="0"/>
                      </a:schemeClr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500" b="1" lang="ko-KR">
                          <a:solidFill>
                            <a:schemeClr val="tx2"/>
                          </a:solidFill>
                        </a:rPr>
                        <a:t>별명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lang="ko-KR">
                          <a:solidFill>
                            <a:schemeClr val="tx1"/>
                          </a:solidFill>
                        </a:rPr>
                        <a:t>입력하세요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500" b="1" lang="ko-KR">
                          <a:solidFill>
                            <a:schemeClr val="tx2"/>
                          </a:solidFill>
                        </a:rPr>
                        <a:t>부모의 마음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4000"/>
                        <a:lumOff val="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lang="ko-KR">
                          <a:solidFill>
                            <a:schemeClr val="tx1"/>
                          </a:solidFill>
                        </a:rPr>
                        <a:t>입력하세요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4000"/>
                        <a:lumOff val="0"/>
                      </a:schemeClr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  <p:transition spd="med">
    <p:push dir="l"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30" sz="quarter"/>
          </p:nvPr>
        </p:nvSpPr>
        <p:spPr/>
        <p:txBody>
          <a:bodyPr/>
          <a:lstStyle/>
          <a:p>
            <a:r>
              <a:rPr lang="ko-KR"/>
              <a:t>VIOLET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STORY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첫 번째 생일 사진</a:t>
            </a:r>
          </a:p>
        </p:txBody>
      </p:sp>
      <p:sp>
        <p:nvSpPr>
          <p:cNvPr id="14" name="사진 바탕 1"/>
          <p:cNvSpPr/>
          <p:nvPr/>
        </p:nvSpPr>
        <p:spPr>
          <a:xfrm>
            <a:off x="640080" y="1828800"/>
            <a:ext cx="4929987" cy="434340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62000"/>
                  </a:schemeClr>
                </a:solidFill>
              </a:rPr>
              <a:t>대표 사진 1</a:t>
            </a:r>
          </a:p>
        </p:txBody>
      </p:sp>
      <p:sp>
        <p:nvSpPr>
          <p:cNvPr id="5" name="Picture Placeholder 4" descr="사진 자리 — 아이콘을 누르면 사진을 넣을 수 있어요"/>
          <p:cNvSpPr>
            <a:spLocks noGrp="1"/>
          </p:cNvSpPr>
          <p:nvPr>
            <p:ph type="pic" idx="13" sz="quarter"/>
          </p:nvPr>
        </p:nvSpPr>
        <p:spPr>
          <a:xfrm>
            <a:off x="640080" y="1828800"/>
            <a:ext cx="4929987" cy="4343400"/>
          </a:xfrm>
          <a:prstGeom prst="roundRect">
            <a:avLst>
              <a:gd name="adj" fmla="val 6000"/>
            </a:avLst>
          </a:prstGeom>
        </p:spPr>
      </p:sp>
      <p:sp>
        <p:nvSpPr>
          <p:cNvPr id="15" name="사진 바탕 2"/>
          <p:cNvSpPr/>
          <p:nvPr/>
        </p:nvSpPr>
        <p:spPr>
          <a:xfrm>
            <a:off x="5844387" y="1828800"/>
            <a:ext cx="4929987" cy="434340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62000"/>
                  </a:schemeClr>
                </a:solidFill>
              </a:rPr>
              <a:t>대표 사진 2</a:t>
            </a:r>
          </a:p>
        </p:txBody>
      </p:sp>
      <p:sp>
        <p:nvSpPr>
          <p:cNvPr id="6" name="Picture Placeholder 5" descr="사진 자리 — 아이콘을 누르면 사진을 넣을 수 있어요"/>
          <p:cNvSpPr>
            <a:spLocks noGrp="1"/>
          </p:cNvSpPr>
          <p:nvPr>
            <p:ph type="pic" idx="14" sz="quarter"/>
          </p:nvPr>
        </p:nvSpPr>
        <p:spPr>
          <a:xfrm>
            <a:off x="5844387" y="1828800"/>
            <a:ext cx="4929987" cy="4343400"/>
          </a:xfrm>
          <a:prstGeom prst="roundRect">
            <a:avLst>
              <a:gd name="adj" fmla="val 6000"/>
            </a:avLst>
          </a:prstGeom>
        </p:spPr>
      </p:sp>
      <p:sp>
        <p:nvSpPr>
          <p:cNvPr id="13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5C0EB7-F1A1-47CB-9AE5-481D27F3C1CE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  <p:transition spd="med">
    <p:push dir="l"/>
  </p:transition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30" sz="quarter"/>
          </p:nvPr>
        </p:nvSpPr>
        <p:spPr/>
        <p:txBody>
          <a:bodyPr/>
          <a:lstStyle/>
          <a:p>
            <a:r>
              <a:rPr lang="ko-KR"/>
              <a:t>VIOLET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MEMORY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한 해의 순간들</a:t>
            </a:r>
          </a:p>
        </p:txBody>
      </p:sp>
      <p:sp>
        <p:nvSpPr>
          <p:cNvPr id="5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CB0973D-6D7B-44D2-A026-5A88AE92660F}" type="slidenum">
              <a:rPr lang="en-US"/>
              <a:t>‹#›</a:t>
            </a:fld>
            <a:endParaRPr lang="en-US"/>
          </a:p>
        </p:txBody>
      </p:sp>
      <p:grpSp>
        <p:nvGrpSpPr>
          <p:cNvPr id="6" name="카드 1"/>
          <p:cNvGrpSpPr/>
          <p:nvPr/>
        </p:nvGrpSpPr>
        <p:grpSpPr>
          <a:xfrm>
            <a:off x="640080" y="1828800"/>
            <a:ext cx="3195218" cy="3566160"/>
            <a:chOff x="640080" y="1828800"/>
            <a:chExt cx="3195218" cy="3566160"/>
          </a:xfrm>
        </p:grpSpPr>
        <p:sp>
          <p:nvSpPr>
            <p:cNvPr id="7" name="카드 바탕"/>
            <p:cNvSpPr/>
            <p:nvPr/>
          </p:nvSpPr>
          <p:spPr>
            <a:xfrm>
              <a:off x="640080" y="1828800"/>
              <a:ext cx="3195218" cy="3566160"/>
            </a:xfrm>
            <a:prstGeom prst="rect">
              <a:avLst/>
            </a:prstGeom>
            <a:solidFill>
              <a:schemeClr val="bg1">
                <a:alpha val="70000"/>
              </a:schemeClr>
            </a:solidFill>
            <a:ln w="9525">
              <a:solidFill>
                <a:schemeClr val="accent5">
                  <a:alpha val="80000"/>
                </a:schemeClr>
              </a:solidFill>
            </a:ln>
            <a:effectLst>
              <a:outerShdw blurRad="177800" dist="38100" dir="5400000" algn="t" rotWithShape="0">
                <a:srgbClr val="000000">
                  <a:alpha val="27000"/>
                </a:srgbClr>
              </a:outerShdw>
            </a:effectLst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" name="번호 1"/>
            <p:cNvSpPr/>
            <p:nvPr/>
          </p:nvSpPr>
          <p:spPr>
            <a:xfrm>
              <a:off x="868680" y="2084832"/>
              <a:ext cx="457200" cy="4572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 rtlCol="0" anchor="ctr" wrap="square" lIns="45720" rIns="45720" tIns="27432" bIns="27432">
              <a:noAutofit/>
            </a:bodyPr>
            <a:lstStyle/>
            <a:p>
              <a:pPr algn="ctr">
                <a:lnSpc>
                  <a:spcPct val="110000"/>
                </a:lnSpc>
              </a:pPr>
              <a:r>
                <a:rPr sz="1500" b="1" i="0" lang="ko-KR">
                  <a:solidFill>
                    <a:srgbClr val="1A1613"/>
                  </a:solidFill>
                </a:rPr>
                <a:t>1</a:t>
              </a:r>
            </a:p>
          </p:txBody>
        </p:sp>
        <p:sp>
          <p:nvSpPr>
            <p:cNvPr id="9" name="카드 제목"/>
            <p:cNvSpPr txBox="1"/>
            <p:nvPr/>
          </p:nvSpPr>
          <p:spPr>
            <a:xfrm>
              <a:off x="822959" y="2697480"/>
              <a:ext cx="2829458" cy="64008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800" b="1" i="0" lang="ko-KR">
                  <a:solidFill>
                    <a:schemeClr val="tx2"/>
                  </a:solidFill>
                  <a:latin typeface="+mj-lt"/>
                  <a:ea typeface="+mj-ea"/>
                </a:rPr>
                <a:t>첫 번째</a:t>
              </a:r>
            </a:p>
          </p:txBody>
        </p:sp>
        <p:cxnSp>
          <p:nvCxnSpPr>
            <p:cNvPr id="10" name="구분선"/>
            <p:cNvCxnSpPr/>
            <p:nvPr/>
          </p:nvCxnSpPr>
          <p:spPr>
            <a:xfrm>
              <a:off x="868680" y="3364991"/>
              <a:ext cx="2738018" cy="0"/>
            </a:xfrm>
            <a:prstGeom prst="line">
              <a:avLst/>
            </a:prstGeom>
            <a:ln w="6350" cap="rnd">
              <a:solidFill>
                <a:schemeClr val="accent5"/>
              </a:solidFill>
            </a:ln>
          </p:spPr>
        </p:cxnSp>
        <p:sp>
          <p:nvSpPr>
            <p:cNvPr id="11" name="카드 내용"/>
            <p:cNvSpPr txBox="1"/>
            <p:nvPr/>
          </p:nvSpPr>
          <p:spPr>
            <a:xfrm>
              <a:off x="822959" y="3456432"/>
              <a:ext cx="2829458" cy="182880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l">
                <a:lnSpc>
                  <a:spcPct val="130000"/>
                </a:lnSpc>
              </a:pPr>
              <a:r>
                <a:rPr sz="1600" b="0" i="0" lang="ko-KR">
                  <a:solidFill>
                    <a:schemeClr val="tx1"/>
                  </a:solidFill>
                </a:rPr>
                <a:t>가장 좋아하는 순간</a:t>
              </a:r>
            </a:p>
          </p:txBody>
        </p:sp>
      </p:grpSp>
      <p:grpSp>
        <p:nvGrpSpPr>
          <p:cNvPr id="12" name="카드 2"/>
          <p:cNvGrpSpPr/>
          <p:nvPr/>
        </p:nvGrpSpPr>
        <p:grpSpPr>
          <a:xfrm>
            <a:off x="4109618" y="1828800"/>
            <a:ext cx="3195218" cy="3566160"/>
            <a:chOff x="4109618" y="1828800"/>
            <a:chExt cx="3195218" cy="3566160"/>
          </a:xfrm>
        </p:grpSpPr>
        <p:sp>
          <p:nvSpPr>
            <p:cNvPr id="13" name="카드 바탕"/>
            <p:cNvSpPr/>
            <p:nvPr/>
          </p:nvSpPr>
          <p:spPr>
            <a:xfrm>
              <a:off x="4109618" y="1828800"/>
              <a:ext cx="3195218" cy="3566160"/>
            </a:xfrm>
            <a:prstGeom prst="rect">
              <a:avLst/>
            </a:prstGeom>
            <a:solidFill>
              <a:schemeClr val="bg1">
                <a:alpha val="70000"/>
              </a:schemeClr>
            </a:solidFill>
            <a:ln w="9525">
              <a:solidFill>
                <a:schemeClr val="accent5">
                  <a:alpha val="80000"/>
                </a:schemeClr>
              </a:solidFill>
            </a:ln>
            <a:effectLst>
              <a:outerShdw blurRad="177800" dist="38100" dir="5400000" algn="t" rotWithShape="0">
                <a:srgbClr val="000000">
                  <a:alpha val="27000"/>
                </a:srgbClr>
              </a:outerShdw>
            </a:effectLst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4" name="번호 2"/>
            <p:cNvSpPr/>
            <p:nvPr/>
          </p:nvSpPr>
          <p:spPr>
            <a:xfrm>
              <a:off x="4338218" y="2084832"/>
              <a:ext cx="457200" cy="4572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 rtlCol="0" anchor="ctr" wrap="square" lIns="45720" rIns="45720" tIns="27432" bIns="27432">
              <a:noAutofit/>
            </a:bodyPr>
            <a:lstStyle/>
            <a:p>
              <a:pPr algn="ctr">
                <a:lnSpc>
                  <a:spcPct val="110000"/>
                </a:lnSpc>
              </a:pPr>
              <a:r>
                <a:rPr sz="1500" b="1" i="0" lang="ko-KR">
                  <a:solidFill>
                    <a:srgbClr val="1A1613"/>
                  </a:solidFill>
                </a:rPr>
                <a:t>2</a:t>
              </a:r>
            </a:p>
          </p:txBody>
        </p:sp>
        <p:sp>
          <p:nvSpPr>
            <p:cNvPr id="15" name="카드 제목"/>
            <p:cNvSpPr txBox="1"/>
            <p:nvPr/>
          </p:nvSpPr>
          <p:spPr>
            <a:xfrm>
              <a:off x="4292498" y="2697480"/>
              <a:ext cx="2829458" cy="64008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800" b="1" i="0" lang="ko-KR">
                  <a:solidFill>
                    <a:schemeClr val="tx2"/>
                  </a:solidFill>
                  <a:latin typeface="+mj-lt"/>
                  <a:ea typeface="+mj-ea"/>
                </a:rPr>
                <a:t>두 번째</a:t>
              </a:r>
            </a:p>
          </p:txBody>
        </p:sp>
        <p:cxnSp>
          <p:nvCxnSpPr>
            <p:cNvPr id="16" name="구분선"/>
            <p:cNvCxnSpPr/>
            <p:nvPr/>
          </p:nvCxnSpPr>
          <p:spPr>
            <a:xfrm>
              <a:off x="4338218" y="3364991"/>
              <a:ext cx="2738018" cy="0"/>
            </a:xfrm>
            <a:prstGeom prst="line">
              <a:avLst/>
            </a:prstGeom>
            <a:ln w="6350" cap="rnd">
              <a:solidFill>
                <a:schemeClr val="accent5"/>
              </a:solidFill>
            </a:ln>
          </p:spPr>
        </p:cxnSp>
        <p:sp>
          <p:nvSpPr>
            <p:cNvPr id="17" name="카드 내용"/>
            <p:cNvSpPr txBox="1"/>
            <p:nvPr/>
          </p:nvSpPr>
          <p:spPr>
            <a:xfrm>
              <a:off x="4292498" y="3456432"/>
              <a:ext cx="2829458" cy="182880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l">
                <a:lnSpc>
                  <a:spcPct val="130000"/>
                </a:lnSpc>
              </a:pPr>
              <a:r>
                <a:rPr sz="1600" b="0" i="0" lang="ko-KR">
                  <a:solidFill>
                    <a:schemeClr val="tx1"/>
                  </a:solidFill>
                </a:rPr>
                <a:t>가장 웃은 순간</a:t>
              </a:r>
            </a:p>
          </p:txBody>
        </p:sp>
      </p:grpSp>
      <p:grpSp>
        <p:nvGrpSpPr>
          <p:cNvPr id="18" name="카드 3"/>
          <p:cNvGrpSpPr/>
          <p:nvPr/>
        </p:nvGrpSpPr>
        <p:grpSpPr>
          <a:xfrm>
            <a:off x="7579156" y="1828800"/>
            <a:ext cx="3195218" cy="3566160"/>
            <a:chOff x="7579156" y="1828800"/>
            <a:chExt cx="3195218" cy="3566160"/>
          </a:xfrm>
        </p:grpSpPr>
        <p:sp>
          <p:nvSpPr>
            <p:cNvPr id="19" name="카드 바탕"/>
            <p:cNvSpPr/>
            <p:nvPr/>
          </p:nvSpPr>
          <p:spPr>
            <a:xfrm>
              <a:off x="7579156" y="1828800"/>
              <a:ext cx="3195218" cy="3566160"/>
            </a:xfrm>
            <a:prstGeom prst="rect">
              <a:avLst/>
            </a:prstGeom>
            <a:solidFill>
              <a:schemeClr val="bg1">
                <a:alpha val="70000"/>
              </a:schemeClr>
            </a:solidFill>
            <a:ln w="9525">
              <a:solidFill>
                <a:schemeClr val="accent5">
                  <a:alpha val="80000"/>
                </a:schemeClr>
              </a:solidFill>
            </a:ln>
            <a:effectLst>
              <a:outerShdw blurRad="177800" dist="38100" dir="5400000" algn="t" rotWithShape="0">
                <a:srgbClr val="000000">
                  <a:alpha val="27000"/>
                </a:srgbClr>
              </a:outerShdw>
            </a:effectLst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0" name="번호 3"/>
            <p:cNvSpPr/>
            <p:nvPr/>
          </p:nvSpPr>
          <p:spPr>
            <a:xfrm>
              <a:off x="7807756" y="2084832"/>
              <a:ext cx="457200" cy="4572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 rtlCol="0" anchor="ctr" wrap="square" lIns="45720" rIns="45720" tIns="27432" bIns="27432">
              <a:noAutofit/>
            </a:bodyPr>
            <a:lstStyle/>
            <a:p>
              <a:pPr algn="ctr">
                <a:lnSpc>
                  <a:spcPct val="110000"/>
                </a:lnSpc>
              </a:pPr>
              <a:r>
                <a:rPr sz="1500" b="1" i="0" lang="ko-KR">
                  <a:solidFill>
                    <a:srgbClr val="1A1613"/>
                  </a:solidFill>
                </a:rPr>
                <a:t>3</a:t>
              </a:r>
            </a:p>
          </p:txBody>
        </p:sp>
        <p:sp>
          <p:nvSpPr>
            <p:cNvPr id="21" name="카드 제목"/>
            <p:cNvSpPr txBox="1"/>
            <p:nvPr/>
          </p:nvSpPr>
          <p:spPr>
            <a:xfrm>
              <a:off x="7762036" y="2697480"/>
              <a:ext cx="2829458" cy="64008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800" b="1" i="0" lang="ko-KR">
                  <a:solidFill>
                    <a:schemeClr val="tx2"/>
                  </a:solidFill>
                  <a:latin typeface="+mj-lt"/>
                  <a:ea typeface="+mj-ea"/>
                </a:rPr>
                <a:t>세 번째</a:t>
              </a:r>
            </a:p>
          </p:txBody>
        </p:sp>
        <p:cxnSp>
          <p:nvCxnSpPr>
            <p:cNvPr id="22" name="구분선"/>
            <p:cNvCxnSpPr/>
            <p:nvPr/>
          </p:nvCxnSpPr>
          <p:spPr>
            <a:xfrm>
              <a:off x="7807756" y="3364991"/>
              <a:ext cx="2738019" cy="0"/>
            </a:xfrm>
            <a:prstGeom prst="line">
              <a:avLst/>
            </a:prstGeom>
            <a:ln w="6350" cap="rnd">
              <a:solidFill>
                <a:schemeClr val="accent5"/>
              </a:solidFill>
            </a:ln>
          </p:spPr>
        </p:cxnSp>
        <p:sp>
          <p:nvSpPr>
            <p:cNvPr id="23" name="카드 내용"/>
            <p:cNvSpPr txBox="1"/>
            <p:nvPr/>
          </p:nvSpPr>
          <p:spPr>
            <a:xfrm>
              <a:off x="7762036" y="3456432"/>
              <a:ext cx="2829458" cy="182880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l">
                <a:lnSpc>
                  <a:spcPct val="130000"/>
                </a:lnSpc>
              </a:pPr>
              <a:r>
                <a:rPr sz="1600" b="0" i="0" lang="ko-KR">
                  <a:solidFill>
                    <a:schemeClr val="tx1"/>
                  </a:solidFill>
                </a:rPr>
                <a:t>가장 크게 자란 순간</a:t>
              </a:r>
            </a:p>
          </p:txBody>
        </p:sp>
      </p:grp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5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3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4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450"/>
                            </p:stCondLst>
                            <p:childTnLst>
                              <p:par>
                                <p:cTn id="8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" fill="hold">
                            <p:stCondLst>
                              <p:cond delay="900"/>
                            </p:stCondLst>
                            <p:childTnLst>
                              <p:par>
                                <p:cTn id="12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4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30" sz="quarter"/>
          </p:nvPr>
        </p:nvSpPr>
        <p:spPr/>
        <p:txBody>
          <a:bodyPr/>
          <a:lstStyle/>
          <a:p>
            <a:r>
              <a:rPr lang="ko-KR"/>
              <a:t>VIOLET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PHOTOS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사진 모음</a:t>
            </a:r>
          </a:p>
        </p:txBody>
      </p:sp>
      <p:sp>
        <p:nvSpPr>
          <p:cNvPr id="14" name="사진 바탕 1"/>
          <p:cNvSpPr/>
          <p:nvPr/>
        </p:nvSpPr>
        <p:spPr>
          <a:xfrm>
            <a:off x="640080" y="1828800"/>
            <a:ext cx="2382697" cy="2071116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62000"/>
                  </a:schemeClr>
                </a:solidFill>
              </a:rPr>
              <a:t>사진 1</a:t>
            </a:r>
          </a:p>
        </p:txBody>
      </p:sp>
      <p:sp>
        <p:nvSpPr>
          <p:cNvPr id="5" name="Picture Placeholder 4" descr="사진 자리 — 아이콘을 누르면 사진을 넣을 수 있어요"/>
          <p:cNvSpPr>
            <a:spLocks noGrp="1"/>
          </p:cNvSpPr>
          <p:nvPr>
            <p:ph type="pic" idx="13" sz="quarter"/>
          </p:nvPr>
        </p:nvSpPr>
        <p:spPr>
          <a:xfrm>
            <a:off x="640080" y="1828800"/>
            <a:ext cx="2382697" cy="2071116"/>
          </a:xfrm>
          <a:prstGeom prst="rect">
            <a:avLst/>
          </a:prstGeom>
        </p:spPr>
      </p:sp>
      <p:sp>
        <p:nvSpPr>
          <p:cNvPr id="15" name="사진 바탕 2"/>
          <p:cNvSpPr/>
          <p:nvPr/>
        </p:nvSpPr>
        <p:spPr>
          <a:xfrm>
            <a:off x="3223945" y="1828800"/>
            <a:ext cx="2382697" cy="2071116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62000"/>
                  </a:schemeClr>
                </a:solidFill>
              </a:rPr>
              <a:t>사진 2</a:t>
            </a:r>
          </a:p>
        </p:txBody>
      </p:sp>
      <p:sp>
        <p:nvSpPr>
          <p:cNvPr id="6" name="Picture Placeholder 5" descr="사진 자리 — 아이콘을 누르면 사진을 넣을 수 있어요"/>
          <p:cNvSpPr>
            <a:spLocks noGrp="1"/>
          </p:cNvSpPr>
          <p:nvPr>
            <p:ph type="pic" idx="14" sz="quarter"/>
          </p:nvPr>
        </p:nvSpPr>
        <p:spPr>
          <a:xfrm>
            <a:off x="3223945" y="1828800"/>
            <a:ext cx="2382697" cy="2071116"/>
          </a:xfrm>
          <a:prstGeom prst="rect">
            <a:avLst/>
          </a:prstGeom>
        </p:spPr>
      </p:sp>
      <p:sp>
        <p:nvSpPr>
          <p:cNvPr id="16" name="사진 바탕 3"/>
          <p:cNvSpPr/>
          <p:nvPr/>
        </p:nvSpPr>
        <p:spPr>
          <a:xfrm>
            <a:off x="5807811" y="1828800"/>
            <a:ext cx="2382697" cy="2071116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62000"/>
                  </a:schemeClr>
                </a:solidFill>
              </a:rPr>
              <a:t>사진 3</a:t>
            </a:r>
          </a:p>
        </p:txBody>
      </p:sp>
      <p:sp>
        <p:nvSpPr>
          <p:cNvPr id="7" name="Picture Placeholder 6" descr="사진 자리 — 아이콘을 누르면 사진을 넣을 수 있어요"/>
          <p:cNvSpPr>
            <a:spLocks noGrp="1"/>
          </p:cNvSpPr>
          <p:nvPr>
            <p:ph type="pic" idx="15" sz="quarter"/>
          </p:nvPr>
        </p:nvSpPr>
        <p:spPr>
          <a:xfrm>
            <a:off x="5807811" y="1828800"/>
            <a:ext cx="2382697" cy="2071116"/>
          </a:xfrm>
          <a:prstGeom prst="rect">
            <a:avLst/>
          </a:prstGeom>
        </p:spPr>
      </p:sp>
      <p:sp>
        <p:nvSpPr>
          <p:cNvPr id="17" name="사진 바탕 4"/>
          <p:cNvSpPr/>
          <p:nvPr/>
        </p:nvSpPr>
        <p:spPr>
          <a:xfrm>
            <a:off x="8391677" y="1828800"/>
            <a:ext cx="2382697" cy="2071116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62000"/>
                  </a:schemeClr>
                </a:solidFill>
              </a:rPr>
              <a:t>사진 4</a:t>
            </a:r>
          </a:p>
        </p:txBody>
      </p:sp>
      <p:sp>
        <p:nvSpPr>
          <p:cNvPr id="8" name="Picture Placeholder 7" descr="사진 자리 — 아이콘을 누르면 사진을 넣을 수 있어요"/>
          <p:cNvSpPr>
            <a:spLocks noGrp="1"/>
          </p:cNvSpPr>
          <p:nvPr>
            <p:ph type="pic" idx="16" sz="quarter"/>
          </p:nvPr>
        </p:nvSpPr>
        <p:spPr>
          <a:xfrm>
            <a:off x="8391677" y="1828800"/>
            <a:ext cx="2382697" cy="2071116"/>
          </a:xfrm>
          <a:prstGeom prst="rect">
            <a:avLst/>
          </a:prstGeom>
        </p:spPr>
      </p:sp>
      <p:sp>
        <p:nvSpPr>
          <p:cNvPr id="18" name="사진 바탕 5"/>
          <p:cNvSpPr/>
          <p:nvPr/>
        </p:nvSpPr>
        <p:spPr>
          <a:xfrm>
            <a:off x="640080" y="4101084"/>
            <a:ext cx="2382697" cy="2071116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62000"/>
                  </a:schemeClr>
                </a:solidFill>
              </a:rPr>
              <a:t>사진 5</a:t>
            </a:r>
          </a:p>
        </p:txBody>
      </p:sp>
      <p:sp>
        <p:nvSpPr>
          <p:cNvPr id="9" name="Picture Placeholder 8" descr="사진 자리 — 아이콘을 누르면 사진을 넣을 수 있어요"/>
          <p:cNvSpPr>
            <a:spLocks noGrp="1"/>
          </p:cNvSpPr>
          <p:nvPr>
            <p:ph type="pic" idx="17" sz="quarter"/>
          </p:nvPr>
        </p:nvSpPr>
        <p:spPr>
          <a:xfrm>
            <a:off x="640080" y="4101084"/>
            <a:ext cx="2382697" cy="2071116"/>
          </a:xfrm>
          <a:prstGeom prst="rect">
            <a:avLst/>
          </a:prstGeom>
        </p:spPr>
      </p:sp>
      <p:sp>
        <p:nvSpPr>
          <p:cNvPr id="19" name="사진 바탕 6"/>
          <p:cNvSpPr/>
          <p:nvPr/>
        </p:nvSpPr>
        <p:spPr>
          <a:xfrm>
            <a:off x="3223945" y="4101084"/>
            <a:ext cx="2382697" cy="2071116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62000"/>
                  </a:schemeClr>
                </a:solidFill>
              </a:rPr>
              <a:t>사진 6</a:t>
            </a:r>
          </a:p>
        </p:txBody>
      </p:sp>
      <p:sp>
        <p:nvSpPr>
          <p:cNvPr id="10" name="Picture Placeholder 9" descr="사진 자리 — 아이콘을 누르면 사진을 넣을 수 있어요"/>
          <p:cNvSpPr>
            <a:spLocks noGrp="1"/>
          </p:cNvSpPr>
          <p:nvPr>
            <p:ph type="pic" idx="18" sz="quarter"/>
          </p:nvPr>
        </p:nvSpPr>
        <p:spPr>
          <a:xfrm>
            <a:off x="3223945" y="4101084"/>
            <a:ext cx="2382697" cy="2071116"/>
          </a:xfrm>
          <a:prstGeom prst="rect">
            <a:avLst/>
          </a:prstGeom>
        </p:spPr>
      </p:sp>
      <p:sp>
        <p:nvSpPr>
          <p:cNvPr id="20" name="사진 바탕 7"/>
          <p:cNvSpPr/>
          <p:nvPr/>
        </p:nvSpPr>
        <p:spPr>
          <a:xfrm>
            <a:off x="5807811" y="4101084"/>
            <a:ext cx="2382697" cy="2071116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62000"/>
                  </a:schemeClr>
                </a:solidFill>
              </a:rPr>
              <a:t>사진 7</a:t>
            </a:r>
          </a:p>
        </p:txBody>
      </p:sp>
      <p:sp>
        <p:nvSpPr>
          <p:cNvPr id="11" name="Picture Placeholder 10" descr="사진 자리 — 아이콘을 누르면 사진을 넣을 수 있어요"/>
          <p:cNvSpPr>
            <a:spLocks noGrp="1"/>
          </p:cNvSpPr>
          <p:nvPr>
            <p:ph type="pic" idx="19" sz="quarter"/>
          </p:nvPr>
        </p:nvSpPr>
        <p:spPr>
          <a:xfrm>
            <a:off x="5807811" y="4101084"/>
            <a:ext cx="2382697" cy="2071116"/>
          </a:xfrm>
          <a:prstGeom prst="rect">
            <a:avLst/>
          </a:prstGeom>
        </p:spPr>
      </p:sp>
      <p:sp>
        <p:nvSpPr>
          <p:cNvPr id="21" name="사진 바탕 8"/>
          <p:cNvSpPr/>
          <p:nvPr/>
        </p:nvSpPr>
        <p:spPr>
          <a:xfrm>
            <a:off x="8391677" y="4101084"/>
            <a:ext cx="2382697" cy="2071116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62000"/>
                  </a:schemeClr>
                </a:solidFill>
              </a:rPr>
              <a:t>사진 8</a:t>
            </a:r>
          </a:p>
        </p:txBody>
      </p:sp>
      <p:sp>
        <p:nvSpPr>
          <p:cNvPr id="12" name="Picture Placeholder 11" descr="사진 자리 — 아이콘을 누르면 사진을 넣을 수 있어요"/>
          <p:cNvSpPr>
            <a:spLocks noGrp="1"/>
          </p:cNvSpPr>
          <p:nvPr>
            <p:ph type="pic" idx="20" sz="quarter"/>
          </p:nvPr>
        </p:nvSpPr>
        <p:spPr>
          <a:xfrm>
            <a:off x="8391677" y="4101084"/>
            <a:ext cx="2382697" cy="2071116"/>
          </a:xfrm>
          <a:prstGeom prst="rect">
            <a:avLst/>
          </a:prstGeom>
        </p:spPr>
      </p:sp>
      <p:sp>
        <p:nvSpPr>
          <p:cNvPr id="13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D7830F0-AB84-46DA-9403-1164B1D58A30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  <p:transition spd="med">
    <p:push dir="l"/>
  </p:transition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VIOLET  ·  FIRST BIRTHDAY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와 주셔서 고맙습니다</a:t>
            </a:r>
          </a:p>
        </p:txBody>
      </p:sp>
      <p:sp>
        <p:nvSpPr>
          <p:cNvPr id="4" name="Subtitle 3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ko-KR"/>
              <a:t>아이가 한 살이 되었습니다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1" sz="quarter"/>
          </p:nvPr>
        </p:nvSpPr>
        <p:spPr/>
        <p:txBody>
          <a:bodyPr/>
          <a:lstStyle/>
          <a:p>
            <a:r>
              <a:rPr lang="ko-KR"/>
              <a:t>아기 이름 · 부모 이름</a:t>
            </a:r>
          </a:p>
        </p:txBody>
      </p:sp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돌잔치 슬라이드(사진 중심)">
  <a:themeElements>
    <a:clrScheme name="돌잔치 슬라이드(사진 중심)">
      <a:dk1>
        <a:srgbClr val="F8F6FF"/>
      </a:dk1>
      <a:lt1>
        <a:srgbClr val="16102F"/>
      </a:lt1>
      <a:dk2>
        <a:srgbClr val="E6DEFF"/>
      </a:dk2>
      <a:lt2>
        <a:srgbClr val="0E0A1E"/>
      </a:lt2>
      <a:accent1>
        <a:srgbClr val="8F6BFF"/>
      </a:accent1>
      <a:accent2>
        <a:srgbClr val="2EE6C9"/>
      </a:accent2>
      <a:accent3>
        <a:srgbClr val="090613"/>
      </a:accent3>
      <a:accent4>
        <a:srgbClr val="201744"/>
      </a:accent4>
      <a:accent5>
        <a:srgbClr val="B7A3FF"/>
      </a:accent5>
      <a:accent6>
        <a:srgbClr val="24A496"/>
      </a:accent6>
      <a:hlink>
        <a:srgbClr val="E6DEFF"/>
      </a:hlink>
      <a:folHlink>
        <a:srgbClr val="090613"/>
      </a:folHlink>
    </a:clrScheme>
    <a:fontScheme name="돌잔치 슬라이드(사진 중심)">
      <a:majorFont>
        <a:latin typeface="Tw Cen MT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돌잔치 슬라이드(사진 중심)</dc:title>
  <dc:subject>돌잔치 슬라이드 · 사진 중심</dc:subject>
  <dc:creator>우체국보험 상담 안내</dc:creator>
  <cp:keywords>돌잔치,첫돌,PPT</cp:keywords>
  <dc:description>자유롭게 편집해서 사용하세요.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>템플릿</cp:category>
  <dc:language>ko-KR</dc:language>
</cp:coreProperties>
</file>