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105A025-F15A-4648-945D-AD072F44F581}">
          <p14:sldIdLst>
            <p14:sldId id="256"/>
          </p14:sldIdLst>
        </p14:section>
        <p14:section name="본문" id="{51A6DE80-9A59-4E9C-8B3D-785C76676EFA}">
          <p14:sldIdLst>
            <p14:sldId id="257"/>
            <p14:sldId id="258"/>
            <p14:sldId id="259"/>
            <p14:sldId id="260"/>
          </p14:sldIdLst>
        </p14:section>
        <p14:section name="마무리" id="{40F215DC-5A94-4918-AE44-8F5DF69884A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accent1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18305F5-B8EE-487B-AC36-492870D2522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accent1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99829EC-682E-43DE-8B1D-D3E5E35B927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FD3F7919-4FEB-4BD4-8C79-2119CE58152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그동안 찍은 사진 중 열두 장입니다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5F1C-1080-4ED8-B599-08BFF65877BF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846320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5844387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844387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4700-886A-4624-8491-550CED40C1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D5FF-BFB8-40C9-8F66-B6AD93FABE26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86868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33821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780775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322394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22394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580781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580781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839167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39167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640080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640080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322394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22394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580781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580781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839167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39167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8DF33-BF58-4A81-B3BE-09EF59E395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돌잔치 슬라이드(사진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