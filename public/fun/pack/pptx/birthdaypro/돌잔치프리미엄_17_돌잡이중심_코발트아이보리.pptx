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FD8E6C3-B776-42D9-9005-AC80A8C21B6F}">
          <p14:sldIdLst>
            <p14:sldId id="256"/>
          </p14:sldIdLst>
        </p14:section>
        <p14:section name="본문" id="{5098E216-2AEC-438E-9F4A-BFB888711B1E}">
          <p14:sldIdLst>
            <p14:sldId id="257"/>
            <p14:sldId id="258"/>
            <p14:sldId id="259"/>
            <p14:sldId id="260"/>
          </p14:sldIdLst>
        </p14:section>
        <p14:section name="마무리" id="{06B6DBD6-76A9-4EE4-8392-7C15DF4E47D9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2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7D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A52F79BA-A870-4F04-914E-D7CBBAFCC2F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B8F992DC-3AB7-4C1F-B106-CE37E5E8CF5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CBA39F62-F667-44B4-A227-6298388F76C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무엇을 집어도 박수 쳐 주기로 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28BC-02A9-4C87-9AFF-F71E30B8A43A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623559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F44D-F937-4393-AD9F-A49F2776DE12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2327833" cy="3566160"/>
            <a:chOff x="1417319" y="1828800"/>
            <a:chExt cx="2327833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1600199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019473" y="1828800"/>
            <a:ext cx="2327833" cy="3566160"/>
            <a:chOff x="4019473" y="1828800"/>
            <a:chExt cx="232783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019473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202353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202353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248073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4202353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6621627" y="1828800"/>
            <a:ext cx="2327833" cy="3566160"/>
            <a:chOff x="6621627" y="1828800"/>
            <a:chExt cx="2327833" cy="3566160"/>
          </a:xfrm>
        </p:grpSpPr>
        <p:sp>
          <p:nvSpPr>
            <p:cNvPr id="19" name="카드 바탕"/>
            <p:cNvSpPr/>
            <p:nvPr/>
          </p:nvSpPr>
          <p:spPr>
            <a:xfrm>
              <a:off x="6621627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6804507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804507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6850227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6804507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4" name="카드 4"/>
          <p:cNvGrpSpPr/>
          <p:nvPr/>
        </p:nvGrpSpPr>
        <p:grpSpPr>
          <a:xfrm>
            <a:off x="9223781" y="1828800"/>
            <a:ext cx="2327833" cy="3566160"/>
            <a:chOff x="9223781" y="1828800"/>
            <a:chExt cx="2327833" cy="3566160"/>
          </a:xfrm>
        </p:grpSpPr>
        <p:sp>
          <p:nvSpPr>
            <p:cNvPr id="25" name="카드 바탕"/>
            <p:cNvSpPr/>
            <p:nvPr/>
          </p:nvSpPr>
          <p:spPr>
            <a:xfrm>
              <a:off x="9223781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406661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406661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9452381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9406661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283F-377C-479A-8229-8C05A7B66EE5}" type="slidenum">
              <a:rPr lang="en-US"/>
              <a:t>‹#›</a:t>
            </a:fld>
            <a:endParaRPr lang="en-US"/>
          </a:p>
        </p:txBody>
      </p:sp>
      <p:sp>
        <p:nvSpPr>
          <p:cNvPr id="15" name="선택 칸"/>
          <p:cNvSpPr/>
          <p:nvPr/>
        </p:nvSpPr>
        <p:spPr>
          <a:xfrm>
            <a:off x="6355080" y="1828800"/>
            <a:ext cx="5196535" cy="434340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720840" y="2194560"/>
            <a:ext cx="446501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0118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0118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658505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58505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916891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16891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1417319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1417319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400118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400118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658505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58505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916891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916891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9A91-5061-49F0-9D86-607A2CEAE0E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373D48"/>
      </a:dk1>
      <a:lt1>
        <a:srgbClr val="FDFDFB"/>
      </a:lt1>
      <a:dk2>
        <a:srgbClr val="14264F"/>
      </a:dk2>
      <a:lt2>
        <a:srgbClr val="F9F7F0"/>
      </a:lt2>
      <a:accent1>
        <a:srgbClr val="2848A8"/>
      </a:accent1>
      <a:accent2>
        <a:srgbClr val="D9A441"/>
      </a:accent2>
      <a:accent3>
        <a:srgbClr val="707A8F"/>
      </a:accent3>
      <a:accent4>
        <a:srgbClr val="CFD4E2"/>
      </a:accent4>
      <a:accent5>
        <a:srgbClr val="CDAA5D"/>
      </a:accent5>
      <a:accent6>
        <a:srgbClr val="E7C990"/>
      </a:accent6>
      <a:hlink>
        <a:srgbClr val="14264F"/>
      </a:hlink>
      <a:folHlink>
        <a:srgbClr val="707A8F"/>
      </a:folHlink>
    </a:clrScheme>
    <a:fontScheme name="돌잔치 슬라이드(돌잡이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