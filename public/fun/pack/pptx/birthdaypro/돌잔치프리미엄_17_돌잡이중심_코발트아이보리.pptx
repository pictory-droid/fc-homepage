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A57A2866-43D2-4A79-9B38-83DB436D2808}">
          <p14:sldIdLst>
            <p14:sldId id="256"/>
          </p14:sldIdLst>
        </p14:section>
        <p14:section name="본문" id="{74469EBA-AA83-4209-9F16-A0FF1D32798F}">
          <p14:sldIdLst>
            <p14:sldId id="257"/>
            <p14:sldId id="258"/>
            <p14:sldId id="259"/>
            <p14:sldId id="260"/>
          </p14:sldIdLst>
        </p14:section>
        <p14:section name="마무리" id="{21E3BD11-C50C-45CC-B8D8-A6DF4715375E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0E2E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3C7D0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08FBCA49-F717-431B-A387-CE8CDE94E9D6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713AEB38-55CD-4C81-A43F-A49D46F72280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1417319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7889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4160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5532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1417319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7889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4160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5532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69EDD616-D914-46DC-B12B-B6EB4E72B170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COBALT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무엇을 집어도 박수 쳐 주기로 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0000. 00. 00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COBALT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417319" y="1828800"/>
            <a:ext cx="3840480" cy="416052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417319" y="1828800"/>
            <a:ext cx="3840480" cy="416052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A628B6-CE6D-4604-86C0-D31D8EEE9A83}" type="slidenum">
              <a:rPr lang="en-US"/>
              <a:t>‹#›</a:t>
            </a:fld>
            <a:endParaRPr lang="en-US"/>
          </a:p>
        </p:txBody>
      </p:sp>
      <p:graphicFrame>
        <p:nvGraphicFramePr>
          <p:cNvPr id="15" name="표"/>
          <p:cNvGraphicFramePr>
            <a:graphicFrameLocks noGrp="1"/>
          </p:cNvGraphicFramePr>
          <p:nvPr/>
        </p:nvGraphicFramePr>
        <p:xfrm>
          <a:off x="5623559" y="1828800"/>
          <a:ext cx="592805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09925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COBALT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돌잡이 이야기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C80EF1-6238-498D-88A2-E8E8DB260DD9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1417319" y="1828800"/>
            <a:ext cx="2327833" cy="3566160"/>
            <a:chOff x="1417319" y="1828800"/>
            <a:chExt cx="2327833" cy="3566160"/>
          </a:xfrm>
        </p:grpSpPr>
        <p:sp>
          <p:nvSpPr>
            <p:cNvPr id="7" name="카드 바탕"/>
            <p:cNvSpPr/>
            <p:nvPr/>
          </p:nvSpPr>
          <p:spPr>
            <a:xfrm>
              <a:off x="1417319" y="1828800"/>
              <a:ext cx="2327833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1600199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1600199" y="2697480"/>
              <a:ext cx="196207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연필 · 공부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1645919" y="3364991"/>
              <a:ext cx="187063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1600199" y="3456432"/>
              <a:ext cx="196207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학문과 총명을 바라는 마음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019473" y="1828800"/>
            <a:ext cx="2327833" cy="3566160"/>
            <a:chOff x="4019473" y="1828800"/>
            <a:chExt cx="2327833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019473" y="1828800"/>
              <a:ext cx="2327833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 txBox="1"/>
            <p:nvPr/>
          </p:nvSpPr>
          <p:spPr>
            <a:xfrm>
              <a:off x="4202353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5" name="카드 제목"/>
            <p:cNvSpPr txBox="1"/>
            <p:nvPr/>
          </p:nvSpPr>
          <p:spPr>
            <a:xfrm>
              <a:off x="4202353" y="2697480"/>
              <a:ext cx="196207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실 · 장수</a:t>
              </a:r>
            </a:p>
          </p:txBody>
        </p:sp>
        <p:cxnSp>
          <p:nvCxnSpPr>
            <p:cNvPr id="16" name="구분선"/>
            <p:cNvCxnSpPr/>
            <p:nvPr/>
          </p:nvCxnSpPr>
          <p:spPr>
            <a:xfrm>
              <a:off x="4248073" y="3364991"/>
              <a:ext cx="187063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7" name="카드 내용"/>
            <p:cNvSpPr txBox="1"/>
            <p:nvPr/>
          </p:nvSpPr>
          <p:spPr>
            <a:xfrm>
              <a:off x="4202353" y="3456432"/>
              <a:ext cx="196207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건강하고 오래 살기를</a:t>
              </a:r>
            </a:p>
          </p:txBody>
        </p:sp>
      </p:grpSp>
      <p:grpSp>
        <p:nvGrpSpPr>
          <p:cNvPr id="18" name="카드 3"/>
          <p:cNvGrpSpPr/>
          <p:nvPr/>
        </p:nvGrpSpPr>
        <p:grpSpPr>
          <a:xfrm>
            <a:off x="6621627" y="1828800"/>
            <a:ext cx="2327833" cy="3566160"/>
            <a:chOff x="6621627" y="1828800"/>
            <a:chExt cx="2327833" cy="3566160"/>
          </a:xfrm>
        </p:grpSpPr>
        <p:sp>
          <p:nvSpPr>
            <p:cNvPr id="19" name="카드 바탕"/>
            <p:cNvSpPr/>
            <p:nvPr/>
          </p:nvSpPr>
          <p:spPr>
            <a:xfrm>
              <a:off x="6621627" y="1828800"/>
              <a:ext cx="2327833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번호 3"/>
            <p:cNvSpPr txBox="1"/>
            <p:nvPr/>
          </p:nvSpPr>
          <p:spPr>
            <a:xfrm>
              <a:off x="6804507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1" name="카드 제목"/>
            <p:cNvSpPr txBox="1"/>
            <p:nvPr/>
          </p:nvSpPr>
          <p:spPr>
            <a:xfrm>
              <a:off x="6804507" y="2697480"/>
              <a:ext cx="196207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돈 · 부</a:t>
              </a:r>
            </a:p>
          </p:txBody>
        </p:sp>
        <p:cxnSp>
          <p:nvCxnSpPr>
            <p:cNvPr id="22" name="구분선"/>
            <p:cNvCxnSpPr/>
            <p:nvPr/>
          </p:nvCxnSpPr>
          <p:spPr>
            <a:xfrm>
              <a:off x="6850227" y="3364991"/>
              <a:ext cx="187063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3" name="카드 내용"/>
            <p:cNvSpPr txBox="1"/>
            <p:nvPr/>
          </p:nvSpPr>
          <p:spPr>
            <a:xfrm>
              <a:off x="6804507" y="3456432"/>
              <a:ext cx="196207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넉넉한 삶을 바라는 마음</a:t>
              </a:r>
            </a:p>
          </p:txBody>
        </p:sp>
      </p:grpSp>
      <p:grpSp>
        <p:nvGrpSpPr>
          <p:cNvPr id="24" name="카드 4"/>
          <p:cNvGrpSpPr/>
          <p:nvPr/>
        </p:nvGrpSpPr>
        <p:grpSpPr>
          <a:xfrm>
            <a:off x="9223781" y="1828800"/>
            <a:ext cx="2327833" cy="3566160"/>
            <a:chOff x="9223781" y="1828800"/>
            <a:chExt cx="2327833" cy="3566160"/>
          </a:xfrm>
        </p:grpSpPr>
        <p:sp>
          <p:nvSpPr>
            <p:cNvPr id="25" name="카드 바탕"/>
            <p:cNvSpPr/>
            <p:nvPr/>
          </p:nvSpPr>
          <p:spPr>
            <a:xfrm>
              <a:off x="9223781" y="1828800"/>
              <a:ext cx="2327833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번호 4"/>
            <p:cNvSpPr txBox="1"/>
            <p:nvPr/>
          </p:nvSpPr>
          <p:spPr>
            <a:xfrm>
              <a:off x="9406661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04</a:t>
              </a:r>
            </a:p>
          </p:txBody>
        </p:sp>
        <p:sp>
          <p:nvSpPr>
            <p:cNvPr id="27" name="카드 제목"/>
            <p:cNvSpPr txBox="1"/>
            <p:nvPr/>
          </p:nvSpPr>
          <p:spPr>
            <a:xfrm>
              <a:off x="9406661" y="2697480"/>
              <a:ext cx="196207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마이크 · 인기</a:t>
              </a:r>
            </a:p>
          </p:txBody>
        </p:sp>
        <p:cxnSp>
          <p:nvCxnSpPr>
            <p:cNvPr id="28" name="구분선"/>
            <p:cNvCxnSpPr/>
            <p:nvPr/>
          </p:nvCxnSpPr>
          <p:spPr>
            <a:xfrm>
              <a:off x="9452381" y="3364991"/>
              <a:ext cx="187063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9" name="카드 내용"/>
            <p:cNvSpPr txBox="1"/>
            <p:nvPr/>
          </p:nvSpPr>
          <p:spPr>
            <a:xfrm>
              <a:off x="9406661" y="3456432"/>
              <a:ext cx="196207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사람들에게 사랑받기를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COBALT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아기의 선택은?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417319" y="1828800"/>
            <a:ext cx="4572000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돌잡이 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417319" y="1828800"/>
            <a:ext cx="4572000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F1F2A6-A72F-4C47-92C3-A0537CE88236}" type="slidenum">
              <a:rPr lang="en-US"/>
              <a:t>‹#›</a:t>
            </a:fld>
            <a:endParaRPr lang="en-US"/>
          </a:p>
        </p:txBody>
      </p:sp>
      <p:sp>
        <p:nvSpPr>
          <p:cNvPr id="15" name="선택 칸"/>
          <p:cNvSpPr/>
          <p:nvPr/>
        </p:nvSpPr>
        <p:spPr>
          <a:xfrm>
            <a:off x="6355080" y="1828800"/>
            <a:ext cx="5196535" cy="434340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6" name="선택 글"/>
          <p:cNvSpPr txBox="1"/>
          <p:nvPr/>
        </p:nvSpPr>
        <p:spPr>
          <a:xfrm>
            <a:off x="6720840" y="2194560"/>
            <a:ext cx="4465015" cy="3611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>우리 아기의 선택</a:t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>무엇을 집었나요?</a:t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>그때 가족의 반응은?</a:t>
            </a:r>
          </a:p>
        </p:txBody>
      </p:sp>
    </p:spTree>
  </p:cSld>
  <p:clrMapOvr>
    <a:masterClrMapping/>
  </p:clrMapOvr>
  <p:transition spd="med">
    <p:wipe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COBALT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417319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417319" y="1828800"/>
            <a:ext cx="2382697" cy="2071116"/>
          </a:xfrm>
          <a:prstGeom prst="rect">
            <a:avLst/>
          </a:prstGeom>
        </p:spPr>
      </p:sp>
      <p:sp>
        <p:nvSpPr>
          <p:cNvPr id="15" name="사진 바탕 2"/>
          <p:cNvSpPr/>
          <p:nvPr/>
        </p:nvSpPr>
        <p:spPr>
          <a:xfrm>
            <a:off x="4001185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001185" y="1828800"/>
            <a:ext cx="2382697" cy="2071116"/>
          </a:xfrm>
          <a:prstGeom prst="rect">
            <a:avLst/>
          </a:prstGeom>
        </p:spPr>
      </p:sp>
      <p:sp>
        <p:nvSpPr>
          <p:cNvPr id="16" name="사진 바탕 3"/>
          <p:cNvSpPr/>
          <p:nvPr/>
        </p:nvSpPr>
        <p:spPr>
          <a:xfrm>
            <a:off x="6585051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585051" y="1828800"/>
            <a:ext cx="2382697" cy="2071116"/>
          </a:xfrm>
          <a:prstGeom prst="rect">
            <a:avLst/>
          </a:prstGeom>
        </p:spPr>
      </p:sp>
      <p:sp>
        <p:nvSpPr>
          <p:cNvPr id="17" name="사진 바탕 4"/>
          <p:cNvSpPr/>
          <p:nvPr/>
        </p:nvSpPr>
        <p:spPr>
          <a:xfrm>
            <a:off x="9168917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9168917" y="1828800"/>
            <a:ext cx="2382697" cy="2071116"/>
          </a:xfrm>
          <a:prstGeom prst="rect">
            <a:avLst/>
          </a:prstGeom>
        </p:spPr>
      </p:sp>
      <p:sp>
        <p:nvSpPr>
          <p:cNvPr id="18" name="사진 바탕 5"/>
          <p:cNvSpPr/>
          <p:nvPr/>
        </p:nvSpPr>
        <p:spPr>
          <a:xfrm>
            <a:off x="1417319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1417319" y="4101084"/>
            <a:ext cx="2382697" cy="2071116"/>
          </a:xfrm>
          <a:prstGeom prst="rect">
            <a:avLst/>
          </a:prstGeom>
        </p:spPr>
      </p:sp>
      <p:sp>
        <p:nvSpPr>
          <p:cNvPr id="19" name="사진 바탕 6"/>
          <p:cNvSpPr/>
          <p:nvPr/>
        </p:nvSpPr>
        <p:spPr>
          <a:xfrm>
            <a:off x="4001185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4001185" y="4101084"/>
            <a:ext cx="2382697" cy="2071116"/>
          </a:xfrm>
          <a:prstGeom prst="rect">
            <a:avLst/>
          </a:prstGeom>
        </p:spPr>
      </p:sp>
      <p:sp>
        <p:nvSpPr>
          <p:cNvPr id="20" name="사진 바탕 7"/>
          <p:cNvSpPr/>
          <p:nvPr/>
        </p:nvSpPr>
        <p:spPr>
          <a:xfrm>
            <a:off x="6585051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585051" y="4101084"/>
            <a:ext cx="2382697" cy="2071116"/>
          </a:xfrm>
          <a:prstGeom prst="rect">
            <a:avLst/>
          </a:prstGeom>
        </p:spPr>
      </p:sp>
      <p:sp>
        <p:nvSpPr>
          <p:cNvPr id="21" name="사진 바탕 8"/>
          <p:cNvSpPr/>
          <p:nvPr/>
        </p:nvSpPr>
        <p:spPr>
          <a:xfrm>
            <a:off x="9168917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2" name="Picture Placeholder 11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9168917" y="4101084"/>
            <a:ext cx="2382697" cy="2071116"/>
          </a:xfrm>
          <a:prstGeom prst="rect">
            <a:avLst/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067F1-4DEA-4734-9A76-92D44C59A65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COBALT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돌잡이 중심)">
  <a:themeElements>
    <a:clrScheme name="돌잔치 슬라이드(돌잡이 중심)">
      <a:dk1>
        <a:srgbClr val="373D48"/>
      </a:dk1>
      <a:lt1>
        <a:srgbClr val="FDFDFB"/>
      </a:lt1>
      <a:dk2>
        <a:srgbClr val="14264F"/>
      </a:dk2>
      <a:lt2>
        <a:srgbClr val="F9F7F0"/>
      </a:lt2>
      <a:accent1>
        <a:srgbClr val="2848A8"/>
      </a:accent1>
      <a:accent2>
        <a:srgbClr val="D9A441"/>
      </a:accent2>
      <a:accent3>
        <a:srgbClr val="707A8F"/>
      </a:accent3>
      <a:accent4>
        <a:srgbClr val="CFD4E2"/>
      </a:accent4>
      <a:accent5>
        <a:srgbClr val="CDAA5D"/>
      </a:accent5>
      <a:accent6>
        <a:srgbClr val="E7C990"/>
      </a:accent6>
      <a:hlink>
        <a:srgbClr val="14264F"/>
      </a:hlink>
      <a:folHlink>
        <a:srgbClr val="707A8F"/>
      </a:folHlink>
    </a:clrScheme>
    <a:fontScheme name="돌잔치 슬라이드(돌잡이 중심)">
      <a:majorFont>
        <a:latin typeface="Georg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슬라이드(돌잡이 중심)</dc:title>
  <dc:subject>돌잔치 슬라이드 · 돌잡이 중심</dc:subject>
  <dc:creator>우체국보험 상담 안내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