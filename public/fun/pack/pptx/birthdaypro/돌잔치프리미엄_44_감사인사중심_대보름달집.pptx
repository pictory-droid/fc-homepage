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6405981-2026-4510-A4A4-0392C3CF95DD}">
          <p14:sldIdLst>
            <p14:sldId id="256"/>
          </p14:sldIdLst>
        </p14:section>
        <p14:section name="본문" id="{0D2A50A3-76B2-48C4-B07D-69B3B0A8EC08}">
          <p14:sldIdLst>
            <p14:sldId id="257"/>
            <p14:sldId id="258"/>
            <p14:sldId id="259"/>
            <p14:sldId id="260"/>
          </p14:sldIdLst>
        </p14:section>
        <p14:section name="마무리" id="{6C4A1DDA-56F6-4D47-9D64-37E6A0876CCC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A84DAFCF-04AB-409A-BA4D-B7282ABAE6A9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54779616-D8AC-439B-B9D8-6A261016A7B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90FF8B0-850B-4CAD-8494-243A987398C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6" name="Isosceles Triangle 5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Isosceles Triangle 6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정월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추운 날 와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8837-6E69-4371-9F63-1106E08A466D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D60C7-8426-4730-97C6-C7C46CEEB07A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C44BF-1DAA-49DF-8AFE-5472A511029F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AED0-14EF-4D2A-B4A0-3B34E0BB9F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정월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2B2724"/>
      </a:dk1>
      <a:lt1>
        <a:srgbClr val="FFFFFF"/>
      </a:lt1>
      <a:dk2>
        <a:srgbClr val="64503A"/>
      </a:dk2>
      <a:lt2>
        <a:srgbClr val="F7F4EB"/>
      </a:lt2>
      <a:accent1>
        <a:srgbClr val="CCBA89"/>
      </a:accent1>
      <a:accent2>
        <a:srgbClr val="BD928F"/>
      </a:accent2>
      <a:accent3>
        <a:srgbClr val="4E452C"/>
      </a:accent3>
      <a:accent4>
        <a:srgbClr val="EEE5CE"/>
      </a:accent4>
      <a:accent5>
        <a:srgbClr val="B1E0A3"/>
      </a:accent5>
      <a:accent6>
        <a:srgbClr val="E6BCC2"/>
      </a:accent6>
      <a:hlink>
        <a:srgbClr val="64503A"/>
      </a:hlink>
      <a:folHlink>
        <a:srgbClr val="4E452C"/>
      </a:folHlink>
    </a:clrScheme>
    <a:fontScheme name="돌잔치 슬라이드(감사 인사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