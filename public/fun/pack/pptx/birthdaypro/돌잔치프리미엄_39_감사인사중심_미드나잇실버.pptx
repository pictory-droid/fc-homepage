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3B948FF-83F6-41F6-BCC1-8133DCD21B4A}">
          <p14:sldIdLst>
            <p14:sldId id="256"/>
          </p14:sldIdLst>
        </p14:section>
        <p14:section name="본문" id="{6DC74291-A315-4C43-8E97-B98D194D02E9}">
          <p14:sldIdLst>
            <p14:sldId id="257"/>
            <p14:sldId id="258"/>
            <p14:sldId id="259"/>
            <p14:sldId id="260"/>
          </p14:sldIdLst>
        </p14:section>
        <p14:section name="마무리" id="{BDDA212C-C424-4907-AC54-5A4F55ECE56F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112495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112495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112495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112495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768072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8305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9512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932664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148462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1220012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049707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950952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843053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764065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735153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764065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843053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950952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1049707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11220012" y="2350007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975335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1D99CF9F-5484-4891-A5E0-1A7EC9B60759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112495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112495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112495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112495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768072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8305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9512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932664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148462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1220012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049707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950952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843053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764065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735153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764065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843053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950952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1049707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11220012" y="2350007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975335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BD561A96-6293-4364-BBF0-9CACED62475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E5A43DCD-4347-4C99-961F-D8777C818E4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와 주신 만큼 건강하게 키우겠습니다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5979-C7C6-418F-9243-2CCA94EBCF6B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97A5-D7C0-4087-B2D0-6D9E798444CD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E228-A805-40C9-888C-48A27BCB2D44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845-306B-4166-8906-613A5E34A25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F7F9FC"/>
      </a:dk1>
      <a:lt1>
        <a:srgbClr val="111833"/>
      </a:lt1>
      <a:dk2>
        <a:srgbClr val="E3E9F6"/>
      </a:dk2>
      <a:lt2>
        <a:srgbClr val="0B1022"/>
      </a:lt2>
      <a:accent1>
        <a:srgbClr val="A9B8D9"/>
      </a:accent1>
      <a:accent2>
        <a:srgbClr val="6C7BFF"/>
      </a:accent2>
      <a:accent3>
        <a:srgbClr val="070A15"/>
      </a:accent3>
      <a:accent4>
        <a:srgbClr val="172249"/>
      </a:accent4>
      <a:accent5>
        <a:srgbClr val="C4CEE6"/>
      </a:accent5>
      <a:accent6>
        <a:srgbClr val="4F5BBD"/>
      </a:accent6>
      <a:hlink>
        <a:srgbClr val="E3E9F6"/>
      </a:hlink>
      <a:folHlink>
        <a:srgbClr val="070A15"/>
      </a:folHlink>
    </a:clrScheme>
    <a:fontScheme name="돌잔치 슬라이드(감사 인사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