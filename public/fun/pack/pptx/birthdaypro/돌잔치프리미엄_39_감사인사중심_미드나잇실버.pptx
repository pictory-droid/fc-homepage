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75B75F7D-8C91-47FD-A10D-2FAB0F85250F}">
          <p14:sldIdLst>
            <p14:sldId id="256"/>
          </p14:sldIdLst>
        </p14:section>
        <p14:section name="본문" id="{BC7FE8F8-9D70-4643-9AC0-92FAE5B0A395}">
          <p14:sldIdLst>
            <p14:sldId id="257"/>
            <p14:sldId id="258"/>
            <p14:sldId id="259"/>
            <p14:sldId id="260"/>
          </p14:sldIdLst>
        </p14:section>
        <p14:section name="마무리" id="{FDB0CA7F-44E3-4533-BF53-AF56D095605C}">
          <p14:sldIdLst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아기 사진을 넣고, 오른쪽 표의 칸을 눌러 내용을 적으세요.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112495" y="1645920"/>
            <a:ext cx="4876678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112495" y="2029968"/>
            <a:ext cx="4876678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7F9FC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112495" y="3703320"/>
            <a:ext cx="4876678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5B8BF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112495" y="4480559"/>
            <a:ext cx="4876678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1848F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격자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cxnSp>
          <p:nvCxnSpPr>
            <p:cNvPr id="3" name="Connector 2"/>
            <p:cNvCxnSpPr/>
            <p:nvPr/>
          </p:nvCxnSpPr>
          <p:spPr>
            <a:xfrm>
              <a:off x="54864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4" name="Connector 3"/>
            <p:cNvCxnSpPr/>
            <p:nvPr/>
          </p:nvCxnSpPr>
          <p:spPr>
            <a:xfrm>
              <a:off x="109728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5" name="Connector 4"/>
            <p:cNvCxnSpPr/>
            <p:nvPr/>
          </p:nvCxnSpPr>
          <p:spPr>
            <a:xfrm>
              <a:off x="164591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6" name="Connector 5"/>
            <p:cNvCxnSpPr/>
            <p:nvPr/>
          </p:nvCxnSpPr>
          <p:spPr>
            <a:xfrm>
              <a:off x="219456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274320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8" name="Connector 7"/>
            <p:cNvCxnSpPr/>
            <p:nvPr/>
          </p:nvCxnSpPr>
          <p:spPr>
            <a:xfrm>
              <a:off x="329184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9" name="Connector 8"/>
            <p:cNvCxnSpPr/>
            <p:nvPr/>
          </p:nvCxnSpPr>
          <p:spPr>
            <a:xfrm>
              <a:off x="384048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0" name="Connector 9"/>
            <p:cNvCxnSpPr/>
            <p:nvPr/>
          </p:nvCxnSpPr>
          <p:spPr>
            <a:xfrm>
              <a:off x="438912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1" name="Connector 10"/>
            <p:cNvCxnSpPr/>
            <p:nvPr/>
          </p:nvCxnSpPr>
          <p:spPr>
            <a:xfrm>
              <a:off x="493775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2" name="Connector 11"/>
            <p:cNvCxnSpPr/>
            <p:nvPr/>
          </p:nvCxnSpPr>
          <p:spPr>
            <a:xfrm>
              <a:off x="548639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3" name="Connector 12"/>
            <p:cNvCxnSpPr/>
            <p:nvPr/>
          </p:nvCxnSpPr>
          <p:spPr>
            <a:xfrm>
              <a:off x="603503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4" name="Connector 13"/>
            <p:cNvCxnSpPr/>
            <p:nvPr/>
          </p:nvCxnSpPr>
          <p:spPr>
            <a:xfrm>
              <a:off x="658367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5" name="Connector 14"/>
            <p:cNvCxnSpPr/>
            <p:nvPr/>
          </p:nvCxnSpPr>
          <p:spPr>
            <a:xfrm>
              <a:off x="713231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6" name="Connector 15"/>
            <p:cNvCxnSpPr/>
            <p:nvPr/>
          </p:nvCxnSpPr>
          <p:spPr>
            <a:xfrm>
              <a:off x="768095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7" name="Connector 16"/>
            <p:cNvCxnSpPr/>
            <p:nvPr/>
          </p:nvCxnSpPr>
          <p:spPr>
            <a:xfrm>
              <a:off x="822959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8" name="Connector 17"/>
            <p:cNvCxnSpPr/>
            <p:nvPr/>
          </p:nvCxnSpPr>
          <p:spPr>
            <a:xfrm>
              <a:off x="877823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9" name="Connector 18"/>
            <p:cNvCxnSpPr/>
            <p:nvPr/>
          </p:nvCxnSpPr>
          <p:spPr>
            <a:xfrm>
              <a:off x="932687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0" name="Connector 19"/>
            <p:cNvCxnSpPr/>
            <p:nvPr/>
          </p:nvCxnSpPr>
          <p:spPr>
            <a:xfrm>
              <a:off x="987551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1" name="Connector 20"/>
            <p:cNvCxnSpPr/>
            <p:nvPr/>
          </p:nvCxnSpPr>
          <p:spPr>
            <a:xfrm>
              <a:off x="1042415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2" name="Connector 21"/>
            <p:cNvCxnSpPr/>
            <p:nvPr/>
          </p:nvCxnSpPr>
          <p:spPr>
            <a:xfrm>
              <a:off x="1097279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3" name="Connector 22"/>
            <p:cNvCxnSpPr/>
            <p:nvPr/>
          </p:nvCxnSpPr>
          <p:spPr>
            <a:xfrm>
              <a:off x="1152143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4" name="Connector 23"/>
            <p:cNvCxnSpPr/>
            <p:nvPr/>
          </p:nvCxnSpPr>
          <p:spPr>
            <a:xfrm>
              <a:off x="1207007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5" name="Connector 24"/>
            <p:cNvCxnSpPr/>
            <p:nvPr/>
          </p:nvCxnSpPr>
          <p:spPr>
            <a:xfrm>
              <a:off x="0" y="54864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6" name="Connector 25"/>
            <p:cNvCxnSpPr/>
            <p:nvPr/>
          </p:nvCxnSpPr>
          <p:spPr>
            <a:xfrm>
              <a:off x="0" y="109728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7" name="Connector 26"/>
            <p:cNvCxnSpPr/>
            <p:nvPr/>
          </p:nvCxnSpPr>
          <p:spPr>
            <a:xfrm>
              <a:off x="0" y="1645919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8" name="Connector 27"/>
            <p:cNvCxnSpPr/>
            <p:nvPr/>
          </p:nvCxnSpPr>
          <p:spPr>
            <a:xfrm>
              <a:off x="0" y="219456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9" name="Connector 28"/>
            <p:cNvCxnSpPr/>
            <p:nvPr/>
          </p:nvCxnSpPr>
          <p:spPr>
            <a:xfrm>
              <a:off x="0" y="274320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0" name="Connector 29"/>
            <p:cNvCxnSpPr/>
            <p:nvPr/>
          </p:nvCxnSpPr>
          <p:spPr>
            <a:xfrm>
              <a:off x="0" y="329184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1" name="Connector 30"/>
            <p:cNvCxnSpPr/>
            <p:nvPr/>
          </p:nvCxnSpPr>
          <p:spPr>
            <a:xfrm>
              <a:off x="0" y="384048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2" name="Connector 31"/>
            <p:cNvCxnSpPr/>
            <p:nvPr/>
          </p:nvCxnSpPr>
          <p:spPr>
            <a:xfrm>
              <a:off x="0" y="438912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3" name="Connector 32"/>
            <p:cNvCxnSpPr/>
            <p:nvPr/>
          </p:nvCxnSpPr>
          <p:spPr>
            <a:xfrm>
              <a:off x="0" y="4937759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4" name="Connector 33"/>
            <p:cNvCxnSpPr/>
            <p:nvPr/>
          </p:nvCxnSpPr>
          <p:spPr>
            <a:xfrm>
              <a:off x="0" y="5486399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5" name="Connector 34"/>
            <p:cNvCxnSpPr/>
            <p:nvPr/>
          </p:nvCxnSpPr>
          <p:spPr>
            <a:xfrm>
              <a:off x="0" y="6035039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6" name="Connector 35"/>
            <p:cNvCxnSpPr/>
            <p:nvPr/>
          </p:nvCxnSpPr>
          <p:spPr>
            <a:xfrm>
              <a:off x="0" y="6583679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</p:grpSp>
      <p:cxnSp>
        <p:nvCxnSpPr>
          <p:cNvPr id="37" name="Connector 36"/>
          <p:cNvCxnSpPr/>
          <p:nvPr/>
        </p:nvCxnSpPr>
        <p:spPr>
          <a:xfrm>
            <a:off x="320040" y="320040"/>
            <a:ext cx="457200" cy="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38" name="Connector 37"/>
          <p:cNvCxnSpPr/>
          <p:nvPr/>
        </p:nvCxnSpPr>
        <p:spPr>
          <a:xfrm>
            <a:off x="320040" y="320040"/>
            <a:ext cx="0" cy="45720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39" name="Connector 38"/>
          <p:cNvCxnSpPr/>
          <p:nvPr/>
        </p:nvCxnSpPr>
        <p:spPr>
          <a:xfrm flipH="1">
            <a:off x="11414455" y="320040"/>
            <a:ext cx="457200" cy="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11871655" y="320040"/>
            <a:ext cx="0" cy="45720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320040" y="6537960"/>
            <a:ext cx="457200" cy="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42" name="Connector 41"/>
          <p:cNvCxnSpPr/>
          <p:nvPr/>
        </p:nvCxnSpPr>
        <p:spPr>
          <a:xfrm flipV="1">
            <a:off x="320040" y="6080760"/>
            <a:ext cx="0" cy="45720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43" name="Connector 42"/>
          <p:cNvCxnSpPr/>
          <p:nvPr/>
        </p:nvCxnSpPr>
        <p:spPr>
          <a:xfrm flipH="1">
            <a:off x="11414455" y="6537960"/>
            <a:ext cx="457200" cy="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44" name="Connector 43"/>
          <p:cNvCxnSpPr/>
          <p:nvPr/>
        </p:nvCxnSpPr>
        <p:spPr>
          <a:xfrm flipV="1">
            <a:off x="11871655" y="6080760"/>
            <a:ext cx="0" cy="45720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sp>
        <p:nvSpPr>
          <p:cNvPr id="45" name="Oval 44"/>
          <p:cNvSpPr/>
          <p:nvPr/>
        </p:nvSpPr>
        <p:spPr>
          <a:xfrm>
            <a:off x="7680722" y="1600200"/>
            <a:ext cx="3657600" cy="3657600"/>
          </a:xfrm>
          <a:prstGeom prst="ellipse">
            <a:avLst/>
          </a:prstGeom>
          <a:noFill/>
          <a:ln w="28575">
            <a:solidFill>
              <a:schemeClr val="accent1"/>
            </a:solidFill>
          </a:ln>
          <a:effectLst>
            <a:outerShdw blurRad="279400" dist="0" dir="5400000" algn="t" rotWithShape="0">
              <a:srgbClr val="000000">
                <a:alpha val="5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083058" y="2002536"/>
            <a:ext cx="2852928" cy="2852928"/>
          </a:xfrm>
          <a:prstGeom prst="ellipse">
            <a:avLst/>
          </a:prstGeom>
          <a:noFill/>
          <a:ln w="12700">
            <a:solidFill>
              <a:schemeClr val="accent2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8595122" y="2514600"/>
            <a:ext cx="1828800" cy="1828800"/>
          </a:xfrm>
          <a:prstGeom prst="ellipse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중심점"/>
          <p:cNvSpPr/>
          <p:nvPr/>
        </p:nvSpPr>
        <p:spPr>
          <a:xfrm>
            <a:off x="9326642" y="3246120"/>
            <a:ext cx="365760" cy="3657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11484626" y="3429000"/>
            <a:ext cx="1828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0" name="Connector 49"/>
          <p:cNvCxnSpPr/>
          <p:nvPr/>
        </p:nvCxnSpPr>
        <p:spPr>
          <a:xfrm>
            <a:off x="11220012" y="4416552"/>
            <a:ext cx="158379" cy="9144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1" name="Connector 50"/>
          <p:cNvCxnSpPr/>
          <p:nvPr/>
        </p:nvCxnSpPr>
        <p:spPr>
          <a:xfrm>
            <a:off x="10497074" y="5139490"/>
            <a:ext cx="91440" cy="158378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2" name="Connector 51"/>
          <p:cNvCxnSpPr/>
          <p:nvPr/>
        </p:nvCxnSpPr>
        <p:spPr>
          <a:xfrm>
            <a:off x="9509522" y="5404104"/>
            <a:ext cx="0" cy="182879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3" name="Connector 52"/>
          <p:cNvCxnSpPr/>
          <p:nvPr/>
        </p:nvCxnSpPr>
        <p:spPr>
          <a:xfrm flipH="1">
            <a:off x="8430530" y="5139490"/>
            <a:ext cx="91440" cy="158378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4" name="Connector 53"/>
          <p:cNvCxnSpPr/>
          <p:nvPr/>
        </p:nvCxnSpPr>
        <p:spPr>
          <a:xfrm flipH="1">
            <a:off x="7640653" y="4416552"/>
            <a:ext cx="158379" cy="9144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5" name="Connector 54"/>
          <p:cNvCxnSpPr/>
          <p:nvPr/>
        </p:nvCxnSpPr>
        <p:spPr>
          <a:xfrm flipH="1">
            <a:off x="7351538" y="3429000"/>
            <a:ext cx="1828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6" name="Connector 55"/>
          <p:cNvCxnSpPr/>
          <p:nvPr/>
        </p:nvCxnSpPr>
        <p:spPr>
          <a:xfrm flipH="1" flipV="1">
            <a:off x="7640653" y="2350008"/>
            <a:ext cx="158379" cy="9144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7" name="Connector 56"/>
          <p:cNvCxnSpPr/>
          <p:nvPr/>
        </p:nvCxnSpPr>
        <p:spPr>
          <a:xfrm flipH="1" flipV="1">
            <a:off x="8430530" y="1560131"/>
            <a:ext cx="91440" cy="158378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8" name="Connector 57"/>
          <p:cNvCxnSpPr/>
          <p:nvPr/>
        </p:nvCxnSpPr>
        <p:spPr>
          <a:xfrm flipV="1">
            <a:off x="9509522" y="1271016"/>
            <a:ext cx="0" cy="182879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9" name="Connector 58"/>
          <p:cNvCxnSpPr/>
          <p:nvPr/>
        </p:nvCxnSpPr>
        <p:spPr>
          <a:xfrm flipV="1">
            <a:off x="10497074" y="1560131"/>
            <a:ext cx="91440" cy="158378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60" name="Connector 59"/>
          <p:cNvCxnSpPr/>
          <p:nvPr/>
        </p:nvCxnSpPr>
        <p:spPr>
          <a:xfrm flipV="1">
            <a:off x="11220012" y="2350007"/>
            <a:ext cx="158379" cy="9144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61" name="라벨 표시"/>
          <p:cNvSpPr/>
          <p:nvPr/>
        </p:nvSpPr>
        <p:spPr>
          <a:xfrm>
            <a:off x="975335" y="1719072"/>
            <a:ext cx="73152" cy="1828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868680" y="365760"/>
            <a:ext cx="94484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1072865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291072"/>
            <a:ext cx="91440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EE17D30F-0E71-49A1-92D5-A3BF793732FD}" type="slidenum">
              <a:rPr lang="en-US"/>
              <a:t>‹#›</a:t>
            </a:fld>
          </a:p>
        </p:txBody>
      </p:sp>
      <p:cxnSp>
        <p:nvCxnSpPr>
          <p:cNvPr id="2" name="Connector 1"/>
          <p:cNvCxnSpPr/>
          <p:nvPr/>
        </p:nvCxnSpPr>
        <p:spPr>
          <a:xfrm>
            <a:off x="292608" y="292608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292608" y="292608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1487607" y="292608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11899087" y="292608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292608" y="6565392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92608" y="6153912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11487607" y="6565392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11899087" y="6153912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sp>
        <p:nvSpPr>
          <p:cNvPr id="10" name="라벨 표시"/>
          <p:cNvSpPr/>
          <p:nvPr/>
        </p:nvSpPr>
        <p:spPr>
          <a:xfrm>
            <a:off x="731520" y="429768"/>
            <a:ext cx="73152" cy="1828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731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1188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1645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2103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25603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3017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3474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931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0" name="Connector 19"/>
          <p:cNvCxnSpPr/>
          <p:nvPr/>
        </p:nvCxnSpPr>
        <p:spPr>
          <a:xfrm>
            <a:off x="4389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48463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2" name="Connector 21"/>
          <p:cNvCxnSpPr/>
          <p:nvPr/>
        </p:nvCxnSpPr>
        <p:spPr>
          <a:xfrm>
            <a:off x="5303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5760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4" name="Connector 23"/>
          <p:cNvCxnSpPr/>
          <p:nvPr/>
        </p:nvCxnSpPr>
        <p:spPr>
          <a:xfrm>
            <a:off x="6217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5" name="Connector 24"/>
          <p:cNvCxnSpPr/>
          <p:nvPr/>
        </p:nvCxnSpPr>
        <p:spPr>
          <a:xfrm>
            <a:off x="6675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71323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7" name="Connector 26"/>
          <p:cNvCxnSpPr/>
          <p:nvPr/>
        </p:nvCxnSpPr>
        <p:spPr>
          <a:xfrm>
            <a:off x="7589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8" name="Connector 27"/>
          <p:cNvCxnSpPr/>
          <p:nvPr/>
        </p:nvCxnSpPr>
        <p:spPr>
          <a:xfrm>
            <a:off x="8046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8503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8961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94183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2" name="Connector 31"/>
          <p:cNvCxnSpPr/>
          <p:nvPr/>
        </p:nvCxnSpPr>
        <p:spPr>
          <a:xfrm>
            <a:off x="9875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10332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10789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11247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bg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112495" y="1645920"/>
            <a:ext cx="4876678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112495" y="2029968"/>
            <a:ext cx="4876678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7F9FC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112495" y="3703320"/>
            <a:ext cx="4876678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5B8BF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112495" y="4480559"/>
            <a:ext cx="4876678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1848F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격자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cxnSp>
          <p:nvCxnSpPr>
            <p:cNvPr id="3" name="Connector 2"/>
            <p:cNvCxnSpPr/>
            <p:nvPr/>
          </p:nvCxnSpPr>
          <p:spPr>
            <a:xfrm>
              <a:off x="54864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4" name="Connector 3"/>
            <p:cNvCxnSpPr/>
            <p:nvPr/>
          </p:nvCxnSpPr>
          <p:spPr>
            <a:xfrm>
              <a:off x="109728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5" name="Connector 4"/>
            <p:cNvCxnSpPr/>
            <p:nvPr/>
          </p:nvCxnSpPr>
          <p:spPr>
            <a:xfrm>
              <a:off x="164591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6" name="Connector 5"/>
            <p:cNvCxnSpPr/>
            <p:nvPr/>
          </p:nvCxnSpPr>
          <p:spPr>
            <a:xfrm>
              <a:off x="219456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274320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8" name="Connector 7"/>
            <p:cNvCxnSpPr/>
            <p:nvPr/>
          </p:nvCxnSpPr>
          <p:spPr>
            <a:xfrm>
              <a:off x="329184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9" name="Connector 8"/>
            <p:cNvCxnSpPr/>
            <p:nvPr/>
          </p:nvCxnSpPr>
          <p:spPr>
            <a:xfrm>
              <a:off x="384048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0" name="Connector 9"/>
            <p:cNvCxnSpPr/>
            <p:nvPr/>
          </p:nvCxnSpPr>
          <p:spPr>
            <a:xfrm>
              <a:off x="438912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1" name="Connector 10"/>
            <p:cNvCxnSpPr/>
            <p:nvPr/>
          </p:nvCxnSpPr>
          <p:spPr>
            <a:xfrm>
              <a:off x="493775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2" name="Connector 11"/>
            <p:cNvCxnSpPr/>
            <p:nvPr/>
          </p:nvCxnSpPr>
          <p:spPr>
            <a:xfrm>
              <a:off x="548639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3" name="Connector 12"/>
            <p:cNvCxnSpPr/>
            <p:nvPr/>
          </p:nvCxnSpPr>
          <p:spPr>
            <a:xfrm>
              <a:off x="603503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4" name="Connector 13"/>
            <p:cNvCxnSpPr/>
            <p:nvPr/>
          </p:nvCxnSpPr>
          <p:spPr>
            <a:xfrm>
              <a:off x="658367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5" name="Connector 14"/>
            <p:cNvCxnSpPr/>
            <p:nvPr/>
          </p:nvCxnSpPr>
          <p:spPr>
            <a:xfrm>
              <a:off x="713231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6" name="Connector 15"/>
            <p:cNvCxnSpPr/>
            <p:nvPr/>
          </p:nvCxnSpPr>
          <p:spPr>
            <a:xfrm>
              <a:off x="768095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7" name="Connector 16"/>
            <p:cNvCxnSpPr/>
            <p:nvPr/>
          </p:nvCxnSpPr>
          <p:spPr>
            <a:xfrm>
              <a:off x="822959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8" name="Connector 17"/>
            <p:cNvCxnSpPr/>
            <p:nvPr/>
          </p:nvCxnSpPr>
          <p:spPr>
            <a:xfrm>
              <a:off x="877823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9" name="Connector 18"/>
            <p:cNvCxnSpPr/>
            <p:nvPr/>
          </p:nvCxnSpPr>
          <p:spPr>
            <a:xfrm>
              <a:off x="932687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0" name="Connector 19"/>
            <p:cNvCxnSpPr/>
            <p:nvPr/>
          </p:nvCxnSpPr>
          <p:spPr>
            <a:xfrm>
              <a:off x="987551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1" name="Connector 20"/>
            <p:cNvCxnSpPr/>
            <p:nvPr/>
          </p:nvCxnSpPr>
          <p:spPr>
            <a:xfrm>
              <a:off x="1042415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2" name="Connector 21"/>
            <p:cNvCxnSpPr/>
            <p:nvPr/>
          </p:nvCxnSpPr>
          <p:spPr>
            <a:xfrm>
              <a:off x="1097279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3" name="Connector 22"/>
            <p:cNvCxnSpPr/>
            <p:nvPr/>
          </p:nvCxnSpPr>
          <p:spPr>
            <a:xfrm>
              <a:off x="1152143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4" name="Connector 23"/>
            <p:cNvCxnSpPr/>
            <p:nvPr/>
          </p:nvCxnSpPr>
          <p:spPr>
            <a:xfrm>
              <a:off x="1207007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5" name="Connector 24"/>
            <p:cNvCxnSpPr/>
            <p:nvPr/>
          </p:nvCxnSpPr>
          <p:spPr>
            <a:xfrm>
              <a:off x="0" y="54864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6" name="Connector 25"/>
            <p:cNvCxnSpPr/>
            <p:nvPr/>
          </p:nvCxnSpPr>
          <p:spPr>
            <a:xfrm>
              <a:off x="0" y="109728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7" name="Connector 26"/>
            <p:cNvCxnSpPr/>
            <p:nvPr/>
          </p:nvCxnSpPr>
          <p:spPr>
            <a:xfrm>
              <a:off x="0" y="1645919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8" name="Connector 27"/>
            <p:cNvCxnSpPr/>
            <p:nvPr/>
          </p:nvCxnSpPr>
          <p:spPr>
            <a:xfrm>
              <a:off x="0" y="219456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9" name="Connector 28"/>
            <p:cNvCxnSpPr/>
            <p:nvPr/>
          </p:nvCxnSpPr>
          <p:spPr>
            <a:xfrm>
              <a:off x="0" y="274320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0" name="Connector 29"/>
            <p:cNvCxnSpPr/>
            <p:nvPr/>
          </p:nvCxnSpPr>
          <p:spPr>
            <a:xfrm>
              <a:off x="0" y="329184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1" name="Connector 30"/>
            <p:cNvCxnSpPr/>
            <p:nvPr/>
          </p:nvCxnSpPr>
          <p:spPr>
            <a:xfrm>
              <a:off x="0" y="384048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2" name="Connector 31"/>
            <p:cNvCxnSpPr/>
            <p:nvPr/>
          </p:nvCxnSpPr>
          <p:spPr>
            <a:xfrm>
              <a:off x="0" y="438912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3" name="Connector 32"/>
            <p:cNvCxnSpPr/>
            <p:nvPr/>
          </p:nvCxnSpPr>
          <p:spPr>
            <a:xfrm>
              <a:off x="0" y="4937759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4" name="Connector 33"/>
            <p:cNvCxnSpPr/>
            <p:nvPr/>
          </p:nvCxnSpPr>
          <p:spPr>
            <a:xfrm>
              <a:off x="0" y="5486399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5" name="Connector 34"/>
            <p:cNvCxnSpPr/>
            <p:nvPr/>
          </p:nvCxnSpPr>
          <p:spPr>
            <a:xfrm>
              <a:off x="0" y="6035039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6" name="Connector 35"/>
            <p:cNvCxnSpPr/>
            <p:nvPr/>
          </p:nvCxnSpPr>
          <p:spPr>
            <a:xfrm>
              <a:off x="0" y="6583679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</p:grpSp>
      <p:cxnSp>
        <p:nvCxnSpPr>
          <p:cNvPr id="37" name="Connector 36"/>
          <p:cNvCxnSpPr/>
          <p:nvPr/>
        </p:nvCxnSpPr>
        <p:spPr>
          <a:xfrm>
            <a:off x="320040" y="320040"/>
            <a:ext cx="457200" cy="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38" name="Connector 37"/>
          <p:cNvCxnSpPr/>
          <p:nvPr/>
        </p:nvCxnSpPr>
        <p:spPr>
          <a:xfrm>
            <a:off x="320040" y="320040"/>
            <a:ext cx="0" cy="45720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39" name="Connector 38"/>
          <p:cNvCxnSpPr/>
          <p:nvPr/>
        </p:nvCxnSpPr>
        <p:spPr>
          <a:xfrm flipH="1">
            <a:off x="11414455" y="320040"/>
            <a:ext cx="457200" cy="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11871655" y="320040"/>
            <a:ext cx="0" cy="45720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320040" y="6537960"/>
            <a:ext cx="457200" cy="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42" name="Connector 41"/>
          <p:cNvCxnSpPr/>
          <p:nvPr/>
        </p:nvCxnSpPr>
        <p:spPr>
          <a:xfrm flipV="1">
            <a:off x="320040" y="6080760"/>
            <a:ext cx="0" cy="45720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43" name="Connector 42"/>
          <p:cNvCxnSpPr/>
          <p:nvPr/>
        </p:nvCxnSpPr>
        <p:spPr>
          <a:xfrm flipH="1">
            <a:off x="11414455" y="6537960"/>
            <a:ext cx="457200" cy="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44" name="Connector 43"/>
          <p:cNvCxnSpPr/>
          <p:nvPr/>
        </p:nvCxnSpPr>
        <p:spPr>
          <a:xfrm flipV="1">
            <a:off x="11871655" y="6080760"/>
            <a:ext cx="0" cy="45720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sp>
        <p:nvSpPr>
          <p:cNvPr id="45" name="Oval 44"/>
          <p:cNvSpPr/>
          <p:nvPr/>
        </p:nvSpPr>
        <p:spPr>
          <a:xfrm>
            <a:off x="7680722" y="1600200"/>
            <a:ext cx="3657600" cy="3657600"/>
          </a:xfrm>
          <a:prstGeom prst="ellipse">
            <a:avLst/>
          </a:prstGeom>
          <a:noFill/>
          <a:ln w="28575">
            <a:solidFill>
              <a:schemeClr val="accent1"/>
            </a:solidFill>
          </a:ln>
          <a:effectLst>
            <a:outerShdw blurRad="279400" dist="0" dir="5400000" algn="t" rotWithShape="0">
              <a:srgbClr val="000000">
                <a:alpha val="5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083058" y="2002536"/>
            <a:ext cx="2852928" cy="2852928"/>
          </a:xfrm>
          <a:prstGeom prst="ellipse">
            <a:avLst/>
          </a:prstGeom>
          <a:noFill/>
          <a:ln w="12700">
            <a:solidFill>
              <a:schemeClr val="accent2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8595122" y="2514600"/>
            <a:ext cx="1828800" cy="1828800"/>
          </a:xfrm>
          <a:prstGeom prst="ellipse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중심점"/>
          <p:cNvSpPr/>
          <p:nvPr/>
        </p:nvSpPr>
        <p:spPr>
          <a:xfrm>
            <a:off x="9326642" y="3246120"/>
            <a:ext cx="365760" cy="3657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11484626" y="3429000"/>
            <a:ext cx="1828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0" name="Connector 49"/>
          <p:cNvCxnSpPr/>
          <p:nvPr/>
        </p:nvCxnSpPr>
        <p:spPr>
          <a:xfrm>
            <a:off x="11220012" y="4416552"/>
            <a:ext cx="158379" cy="9144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1" name="Connector 50"/>
          <p:cNvCxnSpPr/>
          <p:nvPr/>
        </p:nvCxnSpPr>
        <p:spPr>
          <a:xfrm>
            <a:off x="10497074" y="5139490"/>
            <a:ext cx="91440" cy="158378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2" name="Connector 51"/>
          <p:cNvCxnSpPr/>
          <p:nvPr/>
        </p:nvCxnSpPr>
        <p:spPr>
          <a:xfrm>
            <a:off x="9509522" y="5404104"/>
            <a:ext cx="0" cy="182879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3" name="Connector 52"/>
          <p:cNvCxnSpPr/>
          <p:nvPr/>
        </p:nvCxnSpPr>
        <p:spPr>
          <a:xfrm flipH="1">
            <a:off x="8430530" y="5139490"/>
            <a:ext cx="91440" cy="158378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4" name="Connector 53"/>
          <p:cNvCxnSpPr/>
          <p:nvPr/>
        </p:nvCxnSpPr>
        <p:spPr>
          <a:xfrm flipH="1">
            <a:off x="7640653" y="4416552"/>
            <a:ext cx="158379" cy="9144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5" name="Connector 54"/>
          <p:cNvCxnSpPr/>
          <p:nvPr/>
        </p:nvCxnSpPr>
        <p:spPr>
          <a:xfrm flipH="1">
            <a:off x="7351538" y="3429000"/>
            <a:ext cx="1828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6" name="Connector 55"/>
          <p:cNvCxnSpPr/>
          <p:nvPr/>
        </p:nvCxnSpPr>
        <p:spPr>
          <a:xfrm flipH="1" flipV="1">
            <a:off x="7640653" y="2350008"/>
            <a:ext cx="158379" cy="9144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7" name="Connector 56"/>
          <p:cNvCxnSpPr/>
          <p:nvPr/>
        </p:nvCxnSpPr>
        <p:spPr>
          <a:xfrm flipH="1" flipV="1">
            <a:off x="8430530" y="1560131"/>
            <a:ext cx="91440" cy="158378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8" name="Connector 57"/>
          <p:cNvCxnSpPr/>
          <p:nvPr/>
        </p:nvCxnSpPr>
        <p:spPr>
          <a:xfrm flipV="1">
            <a:off x="9509522" y="1271016"/>
            <a:ext cx="0" cy="182879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9" name="Connector 58"/>
          <p:cNvCxnSpPr/>
          <p:nvPr/>
        </p:nvCxnSpPr>
        <p:spPr>
          <a:xfrm flipV="1">
            <a:off x="10497074" y="1560131"/>
            <a:ext cx="91440" cy="158378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60" name="Connector 59"/>
          <p:cNvCxnSpPr/>
          <p:nvPr/>
        </p:nvCxnSpPr>
        <p:spPr>
          <a:xfrm flipV="1">
            <a:off x="11220012" y="2350007"/>
            <a:ext cx="158379" cy="9144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61" name="라벨 표시"/>
          <p:cNvSpPr/>
          <p:nvPr/>
        </p:nvSpPr>
        <p:spPr>
          <a:xfrm>
            <a:off x="975335" y="1719072"/>
            <a:ext cx="73152" cy="1828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868680" y="365760"/>
            <a:ext cx="94484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1072865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291072"/>
            <a:ext cx="91440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E083334A-946E-4487-BDF0-A96515502426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92608" y="292608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292608" y="292608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1487607" y="292608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11899087" y="292608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292608" y="6565392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92608" y="6153912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11487607" y="6565392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11899087" y="6153912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sp>
        <p:nvSpPr>
          <p:cNvPr id="10" name="라벨 표시"/>
          <p:cNvSpPr/>
          <p:nvPr/>
        </p:nvSpPr>
        <p:spPr>
          <a:xfrm>
            <a:off x="731520" y="429768"/>
            <a:ext cx="73152" cy="1828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731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1188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1645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2103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25603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3017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3474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931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0" name="Connector 19"/>
          <p:cNvCxnSpPr/>
          <p:nvPr/>
        </p:nvCxnSpPr>
        <p:spPr>
          <a:xfrm>
            <a:off x="4389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48463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2" name="Connector 21"/>
          <p:cNvCxnSpPr/>
          <p:nvPr/>
        </p:nvCxnSpPr>
        <p:spPr>
          <a:xfrm>
            <a:off x="5303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5760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4" name="Connector 23"/>
          <p:cNvCxnSpPr/>
          <p:nvPr/>
        </p:nvCxnSpPr>
        <p:spPr>
          <a:xfrm>
            <a:off x="6217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5" name="Connector 24"/>
          <p:cNvCxnSpPr/>
          <p:nvPr/>
        </p:nvCxnSpPr>
        <p:spPr>
          <a:xfrm>
            <a:off x="6675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71323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7" name="Connector 26"/>
          <p:cNvCxnSpPr/>
          <p:nvPr/>
        </p:nvCxnSpPr>
        <p:spPr>
          <a:xfrm>
            <a:off x="7589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8" name="Connector 27"/>
          <p:cNvCxnSpPr/>
          <p:nvPr/>
        </p:nvCxnSpPr>
        <p:spPr>
          <a:xfrm>
            <a:off x="8046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8503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8961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94183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2" name="Connector 31"/>
          <p:cNvCxnSpPr/>
          <p:nvPr/>
        </p:nvCxnSpPr>
        <p:spPr>
          <a:xfrm>
            <a:off x="9875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10332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10789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11247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868680" y="365760"/>
            <a:ext cx="94484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291072"/>
            <a:ext cx="91440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6F9D238F-2541-4FD8-9826-22500594B639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92608" y="292608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292608" y="292608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1487607" y="292608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11899087" y="292608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292608" y="6565392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92608" y="6153912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11487607" y="6565392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11899087" y="6153912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sp>
        <p:nvSpPr>
          <p:cNvPr id="10" name="라벨 표시"/>
          <p:cNvSpPr/>
          <p:nvPr/>
        </p:nvSpPr>
        <p:spPr>
          <a:xfrm>
            <a:off x="731520" y="429768"/>
            <a:ext cx="73152" cy="1828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731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1188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1645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2103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25603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3017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3474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931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0" name="Connector 19"/>
          <p:cNvCxnSpPr/>
          <p:nvPr/>
        </p:nvCxnSpPr>
        <p:spPr>
          <a:xfrm>
            <a:off x="4389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48463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2" name="Connector 21"/>
          <p:cNvCxnSpPr/>
          <p:nvPr/>
        </p:nvCxnSpPr>
        <p:spPr>
          <a:xfrm>
            <a:off x="5303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5760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4" name="Connector 23"/>
          <p:cNvCxnSpPr/>
          <p:nvPr/>
        </p:nvCxnSpPr>
        <p:spPr>
          <a:xfrm>
            <a:off x="6217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5" name="Connector 24"/>
          <p:cNvCxnSpPr/>
          <p:nvPr/>
        </p:nvCxnSpPr>
        <p:spPr>
          <a:xfrm>
            <a:off x="6675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71323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7" name="Connector 26"/>
          <p:cNvCxnSpPr/>
          <p:nvPr/>
        </p:nvCxnSpPr>
        <p:spPr>
          <a:xfrm>
            <a:off x="7589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8" name="Connector 27"/>
          <p:cNvCxnSpPr/>
          <p:nvPr/>
        </p:nvCxnSpPr>
        <p:spPr>
          <a:xfrm>
            <a:off x="8046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8503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8961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94183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2" name="Connector 31"/>
          <p:cNvCxnSpPr/>
          <p:nvPr/>
        </p:nvCxnSpPr>
        <p:spPr>
          <a:xfrm>
            <a:off x="9875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10332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10789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11247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36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37" name="Diamond 36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8" name="Connector 37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39" name="Connector 38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40" name="Connector 39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41" name="Diamond 40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MIDNIGHT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첫 번째 생일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와 주신 만큼 건강하게 키우겠습니다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날짜 입력</a:t>
            </a:r>
          </a:p>
          <a:p>
            <a:r>
              <a:rPr lang="ko-KR"/>
              <a:t>장소를 입력하세요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BABY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아기를 소개합니다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840480" cy="416052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아기 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840480" cy="416052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8761-0914-41BB-8B65-84B10B49516E}" type="slidenum">
              <a:rPr lang="en-US"/>
              <a:t>‹#›</a:t>
            </a:fld>
            <a:endParaRPr lang="en-US"/>
          </a:p>
        </p:txBody>
      </p:sp>
      <p:graphicFrame>
        <p:nvGraphicFramePr>
          <p:cNvPr id="14" name="표"/>
          <p:cNvGraphicFramePr>
            <a:graphicFrameLocks noGrp="1"/>
          </p:cNvGraphicFramePr>
          <p:nvPr/>
        </p:nvGraphicFramePr>
        <p:xfrm>
          <a:off x="4937759" y="1828800"/>
          <a:ext cx="6522415" cy="395020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28800"/>
                <a:gridCol w="469361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생일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키 · 몸무게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좋아하는 것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별명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부모의 마음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초대합니다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0BBA77-56FD-4496-9894-87FE61D71850}" type="slidenum">
              <a:rPr lang="en-US"/>
              <a:t>‹#›</a:t>
            </a:fld>
            <a:endParaRPr lang="en-US"/>
          </a:p>
        </p:txBody>
      </p:sp>
      <p:grpSp>
        <p:nvGrpSpPr>
          <p:cNvPr id="5" name="초대 글 칸"/>
          <p:cNvGrpSpPr/>
          <p:nvPr/>
        </p:nvGrpSpPr>
        <p:grpSpPr>
          <a:xfrm>
            <a:off x="731520" y="1828800"/>
            <a:ext cx="10728655" cy="4343400"/>
            <a:chOff x="731520" y="1828800"/>
            <a:chExt cx="10728655" cy="4343400"/>
          </a:xfrm>
        </p:grpSpPr>
        <p:sp>
          <p:nvSpPr>
            <p:cNvPr id="6" name="초대 글 칸"/>
            <p:cNvSpPr/>
            <p:nvPr/>
          </p:nvSpPr>
          <p:spPr>
            <a:xfrm>
              <a:off x="731520" y="1828800"/>
              <a:ext cx="10728655" cy="434340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초대 글"/>
            <p:cNvSpPr txBox="1"/>
            <p:nvPr/>
          </p:nvSpPr>
          <p:spPr>
            <a:xfrm>
              <a:off x="1280160" y="2194560"/>
              <a:ext cx="9631375" cy="36118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저희 아이의 첫 생일에 모십니다.</a:t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/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오셔서 같이 밥 한 끼 해 주세요.</a:t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/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일시 · 장소를 입력하세요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부모의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32F9E6-E115-4C2F-B622-690E277A84FF}" type="slidenum">
              <a:rPr lang="en-US"/>
              <a:t>‹#›</a:t>
            </a:fld>
            <a:endParaRPr lang="en-US"/>
          </a:p>
        </p:txBody>
      </p:sp>
      <p:grpSp>
        <p:nvGrpSpPr>
          <p:cNvPr id="5" name="편지 칸"/>
          <p:cNvGrpSpPr/>
          <p:nvPr/>
        </p:nvGrpSpPr>
        <p:grpSpPr>
          <a:xfrm>
            <a:off x="731520" y="1828800"/>
            <a:ext cx="10728655" cy="4343400"/>
            <a:chOff x="731520" y="1828800"/>
            <a:chExt cx="10728655" cy="4343400"/>
          </a:xfrm>
        </p:grpSpPr>
        <p:sp>
          <p:nvSpPr>
            <p:cNvPr id="6" name="편지 칸"/>
            <p:cNvSpPr/>
            <p:nvPr/>
          </p:nvSpPr>
          <p:spPr>
            <a:xfrm>
              <a:off x="731520" y="1828800"/>
              <a:ext cx="10728655" cy="434340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편지 글"/>
            <p:cNvSpPr txBox="1"/>
            <p:nvPr/>
          </p:nvSpPr>
          <p:spPr>
            <a:xfrm>
              <a:off x="1280160" y="2194560"/>
              <a:ext cx="9631375" cy="36118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사랑하는 우리 아기에게</a:t>
              </a:r>
            </a:p>
            <a:p>
              <a:pPr algn="l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/>
              </a:r>
            </a:p>
            <a:p>
              <a:pPr algn="l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엄마 아빠의 마음을 적어 주세요.</a:t>
              </a:r>
            </a:p>
            <a:p>
              <a:pPr algn="l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/>
              </a:r>
            </a:p>
            <a:p>
              <a:pPr algn="l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― 엄마 아빠가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PHOTOS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사진 모음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2531287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3463975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3463975" y="1828800"/>
            <a:ext cx="2531287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6196431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6196431" y="1828800"/>
            <a:ext cx="2531287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8928887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8928887" y="1828800"/>
            <a:ext cx="2531287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731520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731520" y="4101084"/>
            <a:ext cx="2531287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3463975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3463975" y="4101084"/>
            <a:ext cx="2531287" cy="2071116"/>
          </a:xfrm>
          <a:prstGeom prst="rect">
            <a:avLst/>
          </a:prstGeom>
        </p:spPr>
      </p:sp>
      <p:sp>
        <p:nvSpPr>
          <p:cNvPr id="19" name="사진 바탕 7"/>
          <p:cNvSpPr/>
          <p:nvPr/>
        </p:nvSpPr>
        <p:spPr>
          <a:xfrm>
            <a:off x="6196431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7</a:t>
            </a:r>
          </a:p>
        </p:txBody>
      </p:sp>
      <p:sp>
        <p:nvSpPr>
          <p:cNvPr id="10" name="Picture Placeholder 9" descr="사진 자리 — 아이콘을 누르면 사진을 넣을 수 있어요"/>
          <p:cNvSpPr>
            <a:spLocks noGrp="1"/>
          </p:cNvSpPr>
          <p:nvPr>
            <p:ph type="pic" idx="19" sz="quarter"/>
          </p:nvPr>
        </p:nvSpPr>
        <p:spPr>
          <a:xfrm>
            <a:off x="6196431" y="4101084"/>
            <a:ext cx="2531287" cy="2071116"/>
          </a:xfrm>
          <a:prstGeom prst="rect">
            <a:avLst/>
          </a:prstGeom>
        </p:spPr>
      </p:sp>
      <p:sp>
        <p:nvSpPr>
          <p:cNvPr id="20" name="사진 바탕 8"/>
          <p:cNvSpPr/>
          <p:nvPr/>
        </p:nvSpPr>
        <p:spPr>
          <a:xfrm>
            <a:off x="8928887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8</a:t>
            </a:r>
          </a:p>
        </p:txBody>
      </p:sp>
      <p:sp>
        <p:nvSpPr>
          <p:cNvPr id="11" name="Picture Placeholder 10" descr="사진 자리 — 아이콘을 누르면 사진을 넣을 수 있어요"/>
          <p:cNvSpPr>
            <a:spLocks noGrp="1"/>
          </p:cNvSpPr>
          <p:nvPr>
            <p:ph type="pic" idx="20" sz="quarter"/>
          </p:nvPr>
        </p:nvSpPr>
        <p:spPr>
          <a:xfrm>
            <a:off x="8928887" y="4101084"/>
            <a:ext cx="2531287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84D434-B0C1-4088-8F58-571AAA543E2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MIDNIGHT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아이가 한 살이 되었습니다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부모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돌잔치 슬라이드(감사 인사 중심)">
  <a:themeElements>
    <a:clrScheme name="돌잔치 슬라이드(감사 인사 중심)">
      <a:dk1>
        <a:srgbClr val="F7F9FC"/>
      </a:dk1>
      <a:lt1>
        <a:srgbClr val="111833"/>
      </a:lt1>
      <a:dk2>
        <a:srgbClr val="E3E9F6"/>
      </a:dk2>
      <a:lt2>
        <a:srgbClr val="0B1022"/>
      </a:lt2>
      <a:accent1>
        <a:srgbClr val="A9B8D9"/>
      </a:accent1>
      <a:accent2>
        <a:srgbClr val="6C7BFF"/>
      </a:accent2>
      <a:accent3>
        <a:srgbClr val="070A15"/>
      </a:accent3>
      <a:accent4>
        <a:srgbClr val="172249"/>
      </a:accent4>
      <a:accent5>
        <a:srgbClr val="C4CEE6"/>
      </a:accent5>
      <a:accent6>
        <a:srgbClr val="4F5BBD"/>
      </a:accent6>
      <a:hlink>
        <a:srgbClr val="E3E9F6"/>
      </a:hlink>
      <a:folHlink>
        <a:srgbClr val="070A15"/>
      </a:folHlink>
    </a:clrScheme>
    <a:fontScheme name="돌잔치 슬라이드(감사 인사 중심)">
      <a:majorFont>
        <a:latin typeface="Century Gothic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슬라이드(감사 인사 중심)</dc:title>
  <dc:subject>돌잔치 슬라이드 · 감사 인사 중심</dc:subject>
  <dc:creator>반딧불이의 곳간</dc:creator>
  <cp:keywords>돌잔치,첫돌,PPT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