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4298E5F-1407-46C5-A7A1-04C668B0AB07}">
          <p14:sldIdLst>
            <p14:sldId id="256"/>
          </p14:sldIdLst>
        </p14:section>
        <p14:section name="본문" id="{9B0FD5D8-C049-4A50-8A77-9BD33CA21091}">
          <p14:sldIdLst>
            <p14:sldId id="257"/>
            <p14:sldId id="258"/>
            <p14:sldId id="259"/>
            <p14:sldId id="260"/>
          </p14:sldIdLst>
        </p14:section>
        <p14:section name="마무리" id="{E40600EC-4196-46B6-8415-423A76D57868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키(cm)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3개월</c:v>
                </c:pt>
                <c:pt idx="1">
                  <c:v>6개월</c:v>
                </c:pt>
                <c:pt idx="2">
                  <c:v>9개월</c:v>
                </c:pt>
                <c:pt idx="3">
                  <c:v>12개월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68</c:v>
                </c:pt>
                <c:pt idx="2">
                  <c:v>73</c:v>
                </c:pt>
                <c:pt idx="3">
                  <c:v>76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7113858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8698778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18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853418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853418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853418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6949266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7113858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21240000">
            <a:off x="8137986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300000">
            <a:off x="8534186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300000">
            <a:off x="8698778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300000">
            <a:off x="9585746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A1E471D-FD79-47E3-9CDD-6D0BD107D2A8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Pie 4"/>
            <p:cNvSpPr/>
            <p:nvPr/>
          </p:nvSpPr>
          <p:spPr>
            <a:xfrm>
              <a:off x="11208715" y="754380"/>
              <a:ext cx="320040" cy="320040"/>
            </a:xfrm>
            <a:prstGeom prst="pi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7113858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8698778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18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853418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853418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853418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6949266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7113858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21240000">
            <a:off x="8137986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300000">
            <a:off x="8534186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300000">
            <a:off x="8698778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300000">
            <a:off x="9585746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C3A9154-ED09-46F5-AE98-7E812B1BE7F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Pie 4"/>
            <p:cNvSpPr/>
            <p:nvPr/>
          </p:nvSpPr>
          <p:spPr>
            <a:xfrm>
              <a:off x="11208715" y="754380"/>
              <a:ext cx="320040" cy="320040"/>
            </a:xfrm>
            <a:prstGeom prst="pi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88BBD87-2414-47B5-AC94-EC74A1B821E1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Pie 6"/>
            <p:cNvSpPr/>
            <p:nvPr/>
          </p:nvSpPr>
          <p:spPr>
            <a:xfrm>
              <a:off x="5821527" y="5212080"/>
              <a:ext cx="548640" cy="548640"/>
            </a:xfrm>
            <a:prstGeom prst="pi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FIRST BIRTHDAY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땀 흘리며 보낸 첫 여름을 지났습니다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6B111-65E5-4E3F-B62D-A8C221B7B83F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 성장 기록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BF2D8-511B-4DDE-B142-CA1740AE05C6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054291" cy="3383280"/>
            <a:chOff x="777240" y="2651760"/>
            <a:chExt cx="2054291" cy="3383280"/>
          </a:xfrm>
        </p:grpSpPr>
        <p:sp>
          <p:nvSpPr>
            <p:cNvPr id="7" name="점"/>
            <p:cNvSpPr/>
            <p:nvPr/>
          </p:nvSpPr>
          <p:spPr>
            <a:xfrm>
              <a:off x="160321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1개월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눈을 맞춘 날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2922971" y="2651760"/>
            <a:ext cx="2054291" cy="3383280"/>
            <a:chOff x="2922971" y="2651760"/>
            <a:chExt cx="2054291" cy="3383280"/>
          </a:xfrm>
        </p:grpSpPr>
        <p:sp>
          <p:nvSpPr>
            <p:cNvPr id="12" name="점"/>
            <p:cNvSpPr/>
            <p:nvPr/>
          </p:nvSpPr>
          <p:spPr>
            <a:xfrm>
              <a:off x="3748948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2922971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3개월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2968691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웃은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2968691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5068702" y="2651760"/>
            <a:ext cx="2054291" cy="3383280"/>
            <a:chOff x="5068702" y="2651760"/>
            <a:chExt cx="2054291" cy="3383280"/>
          </a:xfrm>
        </p:grpSpPr>
        <p:sp>
          <p:nvSpPr>
            <p:cNvPr id="17" name="점"/>
            <p:cNvSpPr/>
            <p:nvPr/>
          </p:nvSpPr>
          <p:spPr>
            <a:xfrm>
              <a:off x="5894679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5068702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6개월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5114422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뒤집기 성공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5114422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7214433" y="2651760"/>
            <a:ext cx="2054291" cy="3383280"/>
            <a:chOff x="7214433" y="2651760"/>
            <a:chExt cx="2054291" cy="3383280"/>
          </a:xfrm>
        </p:grpSpPr>
        <p:sp>
          <p:nvSpPr>
            <p:cNvPr id="22" name="점"/>
            <p:cNvSpPr/>
            <p:nvPr/>
          </p:nvSpPr>
          <p:spPr>
            <a:xfrm>
              <a:off x="8040410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7214433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9개월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7260153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이유식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7260153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6" name="때 5"/>
          <p:cNvGrpSpPr/>
          <p:nvPr/>
        </p:nvGrpSpPr>
        <p:grpSpPr>
          <a:xfrm>
            <a:off x="9360164" y="2651760"/>
            <a:ext cx="2054291" cy="3383280"/>
            <a:chOff x="9360164" y="2651760"/>
            <a:chExt cx="2054291" cy="3383280"/>
          </a:xfrm>
        </p:grpSpPr>
        <p:sp>
          <p:nvSpPr>
            <p:cNvPr id="27" name="점"/>
            <p:cNvSpPr/>
            <p:nvPr/>
          </p:nvSpPr>
          <p:spPr>
            <a:xfrm>
              <a:off x="1018614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때"/>
            <p:cNvSpPr txBox="1"/>
            <p:nvPr/>
          </p:nvSpPr>
          <p:spPr>
            <a:xfrm>
              <a:off x="9360164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12개월</a:t>
              </a:r>
            </a:p>
          </p:txBody>
        </p:sp>
        <p:sp>
          <p:nvSpPr>
            <p:cNvPr id="29" name="제목"/>
            <p:cNvSpPr txBox="1"/>
            <p:nvPr/>
          </p:nvSpPr>
          <p:spPr>
            <a:xfrm>
              <a:off x="9405884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걸음</a:t>
              </a:r>
            </a:p>
          </p:txBody>
        </p:sp>
        <p:sp>
          <p:nvSpPr>
            <p:cNvPr id="30" name="내용"/>
            <p:cNvSpPr txBox="1"/>
            <p:nvPr/>
          </p:nvSpPr>
          <p:spPr>
            <a:xfrm>
              <a:off x="9405884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키와 몸무게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DECD6-8E6C-4BB1-AF60-C82E62AB6EAA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10728655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351215" y="1828800"/>
            <a:ext cx="3108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 — 차트를 우클릭해 고치세요</a:t>
            </a:r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8BBCC-EEDB-4BBE-9A5D-EFCE0FEA0B1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FIRST BIRTHDAY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성장 기록 중심)">
  <a:themeElements>
    <a:clrScheme name="돌잔치 슬라이드(성장 기록 중심)">
      <a:dk1>
        <a:srgbClr val="2B2724"/>
      </a:dk1>
      <a:lt1>
        <a:srgbClr val="FFFFFF"/>
      </a:lt1>
      <a:dk2>
        <a:srgbClr val="3A4A64"/>
      </a:dk2>
      <a:lt2>
        <a:srgbClr val="DEF9EC"/>
      </a:lt2>
      <a:accent1>
        <a:srgbClr val="7EE2B0"/>
      </a:accent1>
      <a:accent2>
        <a:srgbClr val="CF8693"/>
      </a:accent2>
      <a:accent3>
        <a:srgbClr val="2C4E3D"/>
      </a:accent3>
      <a:accent4>
        <a:srgbClr val="C5F7DE"/>
      </a:accent4>
      <a:accent5>
        <a:srgbClr val="A3C0E0"/>
      </a:accent5>
      <a:accent6>
        <a:srgbClr val="CCE6BC"/>
      </a:accent6>
      <a:hlink>
        <a:srgbClr val="3A4A64"/>
      </a:hlink>
      <a:folHlink>
        <a:srgbClr val="2C4E3D"/>
      </a:folHlink>
    </a:clrScheme>
    <a:fontScheme name="돌잔치 슬라이드(성장 기록 중심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>돌잔치 슬라이드 · 성장 기록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