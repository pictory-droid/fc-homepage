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E866820-0CCA-4B8D-BB1C-A2D511D723A4}">
          <p14:sldIdLst>
            <p14:sldId id="256"/>
          </p14:sldIdLst>
        </p14:section>
        <p14:section name="본문" id="{0649CCBD-E7BE-4534-87A6-4B2D981EEC23}">
          <p14:sldIdLst>
            <p14:sldId id="257"/>
            <p14:sldId id="258"/>
            <p14:sldId id="259"/>
            <p14:sldId id="260"/>
          </p14:sldIdLst>
        </p14:section>
        <p14:section name="마무리" id="{42C32BC6-55CC-4A09-8330-4B3374C509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759016B-2338-4D7C-87CB-D441FBDFFD3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11208715" y="7543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1AD5DD0-F56A-4F80-8BC0-43BB99EFC03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Sun 4"/>
            <p:cNvSpPr/>
            <p:nvPr/>
          </p:nvSpPr>
          <p:spPr>
            <a:xfrm>
              <a:off x="11208715" y="754380"/>
              <a:ext cx="320040" cy="320040"/>
            </a:xfrm>
            <a:prstGeom prst="sun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8DAABAB-0C1B-49CF-969A-6EAC5A91F46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Sun 6"/>
            <p:cNvSpPr/>
            <p:nvPr/>
          </p:nvSpPr>
          <p:spPr>
            <a:xfrm>
              <a:off x="5821527" y="5212080"/>
              <a:ext cx="548640" cy="548640"/>
            </a:xfrm>
            <a:prstGeom prst="sun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집에 처음 데려온 날 온 가족이 모였습니다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4A13A-1373-4D99-87CA-A6C3640F276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6AC5E-AFDC-467D-B98D-DB5D97F0AA34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C7DBD-B9F1-4532-A59A-9E311CD4C48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9796E-8CF9-4DCB-9691-3BE3E75E117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돌잔치 슬라이드(첫 번째 이야기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