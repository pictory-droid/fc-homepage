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2DC7590-FCF9-43D7-B936-7906E5D7AAD6}">
          <p14:sldIdLst>
            <p14:sldId id="256"/>
          </p14:sldIdLst>
        </p14:section>
        <p14:section name="본문" id="{C2591EA1-D1F0-465F-A2C9-85CD989C6F0E}">
          <p14:sldIdLst>
            <p14:sldId id="257"/>
            <p14:sldId id="258"/>
            <p14:sldId id="259"/>
            <p14:sldId id="260"/>
          </p14:sldIdLst>
        </p14:section>
        <p14:section name="마무리" id="{93FD058C-44EF-43A8-9F5B-63076427E77A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8C9E50C-C19B-4624-A78C-FFA3A9F4C4F9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9FDCB71-695C-4D61-9184-878C2FDBDC8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E2A23F4-C25F-4074-BF1C-AC412382057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옹알이가 말이 되는 날을 기다립니다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BB3F9-0A93-494B-91C6-B9FCE97B8FBE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C53DC-29E4-476B-AC71-C36D7F6C71C3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054291" cy="2788920"/>
            <a:chOff x="777240" y="3246120"/>
            <a:chExt cx="2054291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1개월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2922971" y="3246120"/>
            <a:ext cx="2054291" cy="2788920"/>
            <a:chOff x="2922971" y="3246120"/>
            <a:chExt cx="2054291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2922971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3개월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5068702" y="3246120"/>
            <a:ext cx="2054291" cy="2788920"/>
            <a:chOff x="5068702" y="3246120"/>
            <a:chExt cx="2054291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5068702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6개월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7214433" y="3246120"/>
            <a:ext cx="2054291" cy="2788920"/>
            <a:chOff x="7214433" y="3246120"/>
            <a:chExt cx="2054291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7214433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9개월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5"/>
          <p:cNvGrpSpPr/>
          <p:nvPr/>
        </p:nvGrpSpPr>
        <p:grpSpPr>
          <a:xfrm>
            <a:off x="9360164" y="3246120"/>
            <a:ext cx="2054291" cy="2788920"/>
            <a:chOff x="9360164" y="3246120"/>
            <a:chExt cx="2054291" cy="2788920"/>
          </a:xfrm>
        </p:grpSpPr>
        <p:sp>
          <p:nvSpPr>
            <p:cNvPr id="22" name="단계 화살표"/>
            <p:cNvSpPr/>
            <p:nvPr/>
          </p:nvSpPr>
          <p:spPr>
            <a:xfrm>
              <a:off x="9360164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12개월</a:t>
              </a:r>
            </a:p>
          </p:txBody>
        </p:sp>
        <p:sp>
          <p:nvSpPr>
            <p:cNvPr id="23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24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83283-7434-4F94-9E43-F20C8342803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C33542-F7BC-4B33-8C5D-3597E309472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FBF6EE"/>
      </a:dk1>
      <a:lt1>
        <a:srgbClr val="281F19"/>
      </a:lt1>
      <a:dk2>
        <a:srgbClr val="F2DFC3"/>
      </a:dk2>
      <a:lt2>
        <a:srgbClr val="1A1410"/>
      </a:lt2>
      <a:accent1>
        <a:srgbClr val="E0963A"/>
      </a:accent1>
      <a:accent2>
        <a:srgbClr val="A8715A"/>
      </a:accent2>
      <a:accent3>
        <a:srgbClr val="100C0A"/>
      </a:accent3>
      <a:accent4>
        <a:srgbClr val="3A2C23"/>
      </a:accent4>
      <a:accent5>
        <a:srgbClr val="E8A94E"/>
      </a:accent5>
      <a:accent6>
        <a:srgbClr val="7D5544"/>
      </a:accent6>
      <a:hlink>
        <a:srgbClr val="F2DFC3"/>
      </a:hlink>
      <a:folHlink>
        <a:srgbClr val="100C0A"/>
      </a:folHlink>
    </a:clrScheme>
    <a:fontScheme name="돌잔치 슬라이드(성장 기록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