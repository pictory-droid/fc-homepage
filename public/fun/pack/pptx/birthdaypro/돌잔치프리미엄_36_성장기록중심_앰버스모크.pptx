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7FFB590-52BE-4783-AEBF-05D1778388BA}">
          <p14:sldIdLst>
            <p14:sldId id="256"/>
          </p14:sldIdLst>
        </p14:section>
        <p14:section name="본문" id="{67366DC0-7C11-49FB-9AAE-F66F2C66DA33}">
          <p14:sldIdLst>
            <p14:sldId id="257"/>
            <p14:sldId id="258"/>
            <p14:sldId id="259"/>
            <p14:sldId id="260"/>
          </p14:sldIdLst>
        </p14:section>
        <p14:section name="마무리" id="{02F13D37-A7BA-416F-A07A-40CB73CA3539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CEF4181-8220-46A9-9901-D381D69D3601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F5A37C3-A1AF-43C3-AB33-AADA97B4C21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89824A5-7DD9-4149-8035-D4A5446DC54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옹알이가 말이 되는 날을 기다립니다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B6D9-EC55-449F-B04B-04CA46B5C59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046A0-7F3C-4432-9A34-51233ED291EE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40C39-7C57-49B8-B329-957907CD1DA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A762E-A13B-46F3-B39C-8540CA4226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FBF6EE"/>
      </a:dk1>
      <a:lt1>
        <a:srgbClr val="281F19"/>
      </a:lt1>
      <a:dk2>
        <a:srgbClr val="F2DFC3"/>
      </a:dk2>
      <a:lt2>
        <a:srgbClr val="1A1410"/>
      </a:lt2>
      <a:accent1>
        <a:srgbClr val="E0963A"/>
      </a:accent1>
      <a:accent2>
        <a:srgbClr val="A8715A"/>
      </a:accent2>
      <a:accent3>
        <a:srgbClr val="100C0A"/>
      </a:accent3>
      <a:accent4>
        <a:srgbClr val="3A2C23"/>
      </a:accent4>
      <a:accent5>
        <a:srgbClr val="E8A94E"/>
      </a:accent5>
      <a:accent6>
        <a:srgbClr val="7D5544"/>
      </a:accent6>
      <a:hlink>
        <a:srgbClr val="F2DFC3"/>
      </a:hlink>
      <a:folHlink>
        <a:srgbClr val="100C0A"/>
      </a:folHlink>
    </a:clrScheme>
    <a:fontScheme name="돌잔치 슬라이드(성장 기록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