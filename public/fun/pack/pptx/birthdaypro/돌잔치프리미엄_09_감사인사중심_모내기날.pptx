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B207A5A1-C596-43D7-B748-ECA187C5E472}">
          <p14:sldIdLst>
            <p14:sldId id="256"/>
          </p14:sldIdLst>
        </p14:section>
        <p14:section name="본문" id="{23FEF197-A2A7-471A-89ED-1B03C96928DF}">
          <p14:sldIdLst>
            <p14:sldId id="257"/>
            <p14:sldId id="258"/>
            <p14:sldId id="259"/>
            <p14:sldId id="260"/>
          </p14:sldIdLst>
        </p14:section>
        <p14:section name="마무리" id="{849F3270-9A99-4233-8A58-2D5F308CF51C}">
          <p14:sldIdLst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아기 사진을 넣고, 오른쪽 표의 칸을 눌러 내용을 적으세요.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 rot="300000">
            <a:off x="1383761" y="850392"/>
            <a:ext cx="3054096" cy="3401568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2" name="사진"/>
          <p:cNvSpPr>
            <a:spLocks noGrp="1"/>
          </p:cNvSpPr>
          <p:nvPr>
            <p:ph type="pic" sz="quarter" idx="14"/>
          </p:nvPr>
        </p:nvSpPr>
        <p:spPr>
          <a:xfrm rot="-240000">
            <a:off x="2968681" y="2770632"/>
            <a:ext cx="2779776" cy="3035807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ctr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5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6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폴라로이드"/>
          <p:cNvSpPr/>
          <p:nvPr/>
        </p:nvSpPr>
        <p:spPr>
          <a:xfrm rot="300000">
            <a:off x="1219169" y="685800"/>
            <a:ext cx="3383280" cy="41148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사진 바탕"/>
          <p:cNvSpPr/>
          <p:nvPr/>
        </p:nvSpPr>
        <p:spPr>
          <a:xfrm rot="300000">
            <a:off x="1383761" y="850392"/>
            <a:ext cx="3054096" cy="34015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0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마스킹 테이프"/>
          <p:cNvSpPr/>
          <p:nvPr/>
        </p:nvSpPr>
        <p:spPr>
          <a:xfrm rot="300000">
            <a:off x="2407889" y="576072"/>
            <a:ext cx="1005840" cy="274320"/>
          </a:xfrm>
          <a:prstGeom prst="rect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폴라로이드"/>
          <p:cNvSpPr/>
          <p:nvPr/>
        </p:nvSpPr>
        <p:spPr>
          <a:xfrm rot="21360000">
            <a:off x="2804089" y="2606040"/>
            <a:ext cx="3108960" cy="374903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6" name="사진 바탕"/>
          <p:cNvSpPr/>
          <p:nvPr/>
        </p:nvSpPr>
        <p:spPr>
          <a:xfrm rot="21360000">
            <a:off x="2968681" y="2770632"/>
            <a:ext cx="2779776" cy="30358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0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7" name="마스킹 테이프"/>
          <p:cNvSpPr/>
          <p:nvPr/>
        </p:nvSpPr>
        <p:spPr>
          <a:xfrm rot="21360000">
            <a:off x="3855649" y="2496312"/>
            <a:ext cx="1005840" cy="274320"/>
          </a:xfrm>
          <a:prstGeom prst="rect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11505895" y="914400"/>
            <a:ext cx="5943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1414455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2FE51BDA-C27B-4182-8D21-FB496ED294B4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40080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640080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2" name="옆 띠"/>
          <p:cNvSpPr/>
          <p:nvPr/>
        </p:nvSpPr>
        <p:spPr>
          <a:xfrm>
            <a:off x="11414455" y="0"/>
            <a:ext cx="7772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0080" y="1572768"/>
            <a:ext cx="1280159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 rot="300000">
            <a:off x="1383761" y="850392"/>
            <a:ext cx="3054096" cy="3401568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2" name="사진"/>
          <p:cNvSpPr>
            <a:spLocks noGrp="1"/>
          </p:cNvSpPr>
          <p:nvPr>
            <p:ph type="pic" sz="quarter" idx="14"/>
          </p:nvPr>
        </p:nvSpPr>
        <p:spPr>
          <a:xfrm rot="-240000">
            <a:off x="2968681" y="2770632"/>
            <a:ext cx="2779776" cy="3035807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5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6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폴라로이드"/>
          <p:cNvSpPr/>
          <p:nvPr/>
        </p:nvSpPr>
        <p:spPr>
          <a:xfrm rot="300000">
            <a:off x="1219169" y="685800"/>
            <a:ext cx="3383280" cy="41148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사진 바탕"/>
          <p:cNvSpPr/>
          <p:nvPr/>
        </p:nvSpPr>
        <p:spPr>
          <a:xfrm rot="300000">
            <a:off x="1383761" y="850392"/>
            <a:ext cx="3054096" cy="34015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0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마스킹 테이프"/>
          <p:cNvSpPr/>
          <p:nvPr/>
        </p:nvSpPr>
        <p:spPr>
          <a:xfrm rot="300000">
            <a:off x="2407889" y="576072"/>
            <a:ext cx="1005840" cy="274320"/>
          </a:xfrm>
          <a:prstGeom prst="rect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폴라로이드"/>
          <p:cNvSpPr/>
          <p:nvPr/>
        </p:nvSpPr>
        <p:spPr>
          <a:xfrm rot="21360000">
            <a:off x="2804089" y="2606040"/>
            <a:ext cx="3108960" cy="374903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6" name="사진 바탕"/>
          <p:cNvSpPr/>
          <p:nvPr/>
        </p:nvSpPr>
        <p:spPr>
          <a:xfrm rot="21360000">
            <a:off x="2968681" y="2770632"/>
            <a:ext cx="2779776" cy="30358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0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7" name="마스킹 테이프"/>
          <p:cNvSpPr/>
          <p:nvPr/>
        </p:nvSpPr>
        <p:spPr>
          <a:xfrm rot="21360000">
            <a:off x="3855649" y="2496312"/>
            <a:ext cx="1005840" cy="274320"/>
          </a:xfrm>
          <a:prstGeom prst="rect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11505895" y="914400"/>
            <a:ext cx="5943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1414455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66E2578E-3645-47E6-9F29-75DE4C473FEA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40080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640080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5" name="사진 1"/>
          <p:cNvSpPr>
            <a:spLocks noGrp="1"/>
          </p:cNvSpPr>
          <p:nvPr>
            <p:ph type="pic" sz="quarter" idx="13"/>
          </p:nvPr>
        </p:nvSpPr>
        <p:spPr>
          <a:xfrm>
            <a:off x="6400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2"/>
          <p:cNvSpPr>
            <a:spLocks noGrp="1"/>
          </p:cNvSpPr>
          <p:nvPr>
            <p:ph type="pic" sz="quarter" idx="14"/>
          </p:nvPr>
        </p:nvSpPr>
        <p:spPr>
          <a:xfrm>
            <a:off x="20116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3"/>
          <p:cNvSpPr>
            <a:spLocks noGrp="1"/>
          </p:cNvSpPr>
          <p:nvPr>
            <p:ph type="pic" sz="quarter" idx="15"/>
          </p:nvPr>
        </p:nvSpPr>
        <p:spPr>
          <a:xfrm>
            <a:off x="33832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4"/>
          <p:cNvSpPr>
            <a:spLocks noGrp="1"/>
          </p:cNvSpPr>
          <p:nvPr>
            <p:ph type="pic" sz="quarter" idx="16"/>
          </p:nvPr>
        </p:nvSpPr>
        <p:spPr>
          <a:xfrm>
            <a:off x="47548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5"/>
          <p:cNvSpPr>
            <a:spLocks noGrp="1"/>
          </p:cNvSpPr>
          <p:nvPr>
            <p:ph type="pic" sz="quarter" idx="17"/>
          </p:nvPr>
        </p:nvSpPr>
        <p:spPr>
          <a:xfrm>
            <a:off x="6400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6"/>
          <p:cNvSpPr>
            <a:spLocks noGrp="1"/>
          </p:cNvSpPr>
          <p:nvPr>
            <p:ph type="pic" sz="quarter" idx="18"/>
          </p:nvPr>
        </p:nvSpPr>
        <p:spPr>
          <a:xfrm>
            <a:off x="20116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7"/>
          <p:cNvSpPr>
            <a:spLocks noGrp="1"/>
          </p:cNvSpPr>
          <p:nvPr>
            <p:ph type="pic" sz="quarter" idx="19"/>
          </p:nvPr>
        </p:nvSpPr>
        <p:spPr>
          <a:xfrm>
            <a:off x="33832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2" name="사진 8"/>
          <p:cNvSpPr>
            <a:spLocks noGrp="1"/>
          </p:cNvSpPr>
          <p:nvPr>
            <p:ph type="pic" sz="quarter" idx="20"/>
          </p:nvPr>
        </p:nvSpPr>
        <p:spPr>
          <a:xfrm>
            <a:off x="47548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옆 띠"/>
          <p:cNvSpPr/>
          <p:nvPr/>
        </p:nvSpPr>
        <p:spPr>
          <a:xfrm>
            <a:off x="11414455" y="0"/>
            <a:ext cx="7772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0080" y="1572768"/>
            <a:ext cx="1280159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11505895" y="914400"/>
            <a:ext cx="5943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1414455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DA274BC5-162D-4564-8059-392D100D3FB0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옆 띠"/>
          <p:cNvSpPr/>
          <p:nvPr/>
        </p:nvSpPr>
        <p:spPr>
          <a:xfrm>
            <a:off x="11414455" y="0"/>
            <a:ext cx="7772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4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" name="테마 장식"/>
          <p:cNvGrpSpPr/>
          <p:nvPr/>
        </p:nvGrpSpPr>
        <p:grpSpPr>
          <a:xfrm>
            <a:off x="5821527" y="5212080"/>
            <a:ext cx="548640" cy="548640"/>
            <a:chOff x="5821527" y="5212080"/>
            <a:chExt cx="548640" cy="548640"/>
          </a:xfrm>
        </p:grpSpPr>
        <p:sp>
          <p:nvSpPr>
            <p:cNvPr id="7" name="5-Point Star 6"/>
            <p:cNvSpPr/>
            <p:nvPr/>
          </p:nvSpPr>
          <p:spPr>
            <a:xfrm>
              <a:off x="5821527" y="5212080"/>
              <a:ext cx="548640" cy="548640"/>
            </a:xfrm>
            <a:prstGeom prst="star5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FIRST BIRTHDAY</a:t>
            </a:r>
          </a:p>
        </p:txBody>
      </p:sp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첫 번째 생일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저희 아이의 첫 생일에 모십니다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0000. 00. 00</a:t>
            </a:r>
          </a:p>
          <a:p>
            <a:r>
              <a:rPr lang="ko-KR"/>
              <a:t>장소를 입력하세요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모내기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BABY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아기를 소개합니다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731520" y="1828800"/>
            <a:ext cx="3840480" cy="416052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아기 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840480" cy="4160520"/>
          </a:xfrm>
          <a:prstGeom prst="roundRect">
            <a:avLst>
              <a:gd name="adj" fmla="val 6000"/>
            </a:avLst>
          </a:prstGeom>
        </p:spPr>
      </p:sp>
      <p:sp>
        <p:nvSpPr>
          <p:cNvPr id="13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AB3B1-777E-44CC-9A60-6ED373FF9DD5}" type="slidenum">
              <a:rPr lang="en-US"/>
              <a:t>‹#›</a:t>
            </a:fld>
            <a:endParaRPr lang="en-US"/>
          </a:p>
        </p:txBody>
      </p:sp>
      <p:graphicFrame>
        <p:nvGraphicFramePr>
          <p:cNvPr id="15" name="표"/>
          <p:cNvGraphicFramePr>
            <a:graphicFrameLocks noGrp="1"/>
          </p:cNvGraphicFramePr>
          <p:nvPr/>
        </p:nvGraphicFramePr>
        <p:xfrm>
          <a:off x="4937759" y="1828800"/>
          <a:ext cx="6522415" cy="395020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28800"/>
                <a:gridCol w="469361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생일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키 · 몸무게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좋아하는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별명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부모의 마음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모내기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STORY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초대합니다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CF426-7AA3-41E2-A90A-6F2BA88803A7}" type="slidenum">
              <a:rPr lang="en-US"/>
              <a:t>‹#›</a:t>
            </a:fld>
            <a:endParaRPr lang="en-US"/>
          </a:p>
        </p:txBody>
      </p:sp>
      <p:grpSp>
        <p:nvGrpSpPr>
          <p:cNvPr id="6" name="초대 글 칸"/>
          <p:cNvGrpSpPr/>
          <p:nvPr/>
        </p:nvGrpSpPr>
        <p:grpSpPr>
          <a:xfrm>
            <a:off x="731520" y="1828800"/>
            <a:ext cx="10728655" cy="4343400"/>
            <a:chOff x="731520" y="1828800"/>
            <a:chExt cx="10728655" cy="4343400"/>
          </a:xfrm>
        </p:grpSpPr>
        <p:sp>
          <p:nvSpPr>
            <p:cNvPr id="7" name="초대 글 칸"/>
            <p:cNvSpPr/>
            <p:nvPr/>
          </p:nvSpPr>
          <p:spPr>
            <a:xfrm>
              <a:off x="731520" y="1828800"/>
              <a:ext cx="10728655" cy="434340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초대 글"/>
            <p:cNvSpPr txBox="1"/>
            <p:nvPr/>
          </p:nvSpPr>
          <p:spPr>
            <a:xfrm>
              <a:off x="1280160" y="2194560"/>
              <a:ext cx="9631375" cy="36118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저희 아이의 첫 생일에 모십니다.</a:t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/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오셔서 같이 밥 한 끼 해 주세요.</a:t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/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일시 · 장소를 입력하세요</a:t>
              </a: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모내기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MEMORY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부모의 한마디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AADC-6B23-4063-9E2E-FA9DEB881233}" type="slidenum">
              <a:rPr lang="en-US"/>
              <a:t>‹#›</a:t>
            </a:fld>
            <a:endParaRPr lang="en-US"/>
          </a:p>
        </p:txBody>
      </p:sp>
      <p:grpSp>
        <p:nvGrpSpPr>
          <p:cNvPr id="6" name="편지 칸"/>
          <p:cNvGrpSpPr/>
          <p:nvPr/>
        </p:nvGrpSpPr>
        <p:grpSpPr>
          <a:xfrm>
            <a:off x="731520" y="1828800"/>
            <a:ext cx="10728655" cy="4343400"/>
            <a:chOff x="731520" y="1828800"/>
            <a:chExt cx="10728655" cy="4343400"/>
          </a:xfrm>
        </p:grpSpPr>
        <p:sp>
          <p:nvSpPr>
            <p:cNvPr id="7" name="편지 칸"/>
            <p:cNvSpPr/>
            <p:nvPr/>
          </p:nvSpPr>
          <p:spPr>
            <a:xfrm>
              <a:off x="731520" y="1828800"/>
              <a:ext cx="10728655" cy="434340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편지 글"/>
            <p:cNvSpPr txBox="1"/>
            <p:nvPr/>
          </p:nvSpPr>
          <p:spPr>
            <a:xfrm>
              <a:off x="1280160" y="2194560"/>
              <a:ext cx="9631375" cy="36118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사랑하는 우리 아기에게</a:t>
              </a:r>
            </a:p>
            <a:p>
              <a:pPr algn="l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/>
              </a:r>
            </a:p>
            <a:p>
              <a:pPr algn="l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엄마 아빠의 마음을 적어 주세요.</a:t>
              </a:r>
            </a:p>
            <a:p>
              <a:pPr algn="l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/>
              </a:r>
            </a:p>
            <a:p>
              <a:pPr algn="l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― 엄마 아빠가</a:t>
              </a: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모내기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PHOTOS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사진 모음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731520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2"/>
          <p:cNvSpPr/>
          <p:nvPr/>
        </p:nvSpPr>
        <p:spPr>
          <a:xfrm>
            <a:off x="3463975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3463975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3"/>
          <p:cNvSpPr/>
          <p:nvPr/>
        </p:nvSpPr>
        <p:spPr>
          <a:xfrm>
            <a:off x="6196431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6196431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4"/>
          <p:cNvSpPr/>
          <p:nvPr/>
        </p:nvSpPr>
        <p:spPr>
          <a:xfrm>
            <a:off x="8928887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8928887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5"/>
          <p:cNvSpPr/>
          <p:nvPr/>
        </p:nvSpPr>
        <p:spPr>
          <a:xfrm>
            <a:off x="731520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731520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9" name="사진 바탕 6"/>
          <p:cNvSpPr/>
          <p:nvPr/>
        </p:nvSpPr>
        <p:spPr>
          <a:xfrm>
            <a:off x="3463975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3463975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20" name="사진 바탕 7"/>
          <p:cNvSpPr/>
          <p:nvPr/>
        </p:nvSpPr>
        <p:spPr>
          <a:xfrm>
            <a:off x="6196431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7</a:t>
            </a:r>
          </a:p>
        </p:txBody>
      </p:sp>
      <p:sp>
        <p:nvSpPr>
          <p:cNvPr id="11" name="Picture Placeholder 10" descr="사진 자리 — 아이콘을 누르면 사진을 넣을 수 있어요"/>
          <p:cNvSpPr>
            <a:spLocks noGrp="1"/>
          </p:cNvSpPr>
          <p:nvPr>
            <p:ph type="pic" idx="19" sz="quarter"/>
          </p:nvPr>
        </p:nvSpPr>
        <p:spPr>
          <a:xfrm>
            <a:off x="6196431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21" name="사진 바탕 8"/>
          <p:cNvSpPr/>
          <p:nvPr/>
        </p:nvSpPr>
        <p:spPr>
          <a:xfrm>
            <a:off x="8928887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8</a:t>
            </a:r>
          </a:p>
        </p:txBody>
      </p:sp>
      <p:sp>
        <p:nvSpPr>
          <p:cNvPr id="12" name="Picture Placeholder 11" descr="사진 자리 — 아이콘을 누르면 사진을 넣을 수 있어요"/>
          <p:cNvSpPr>
            <a:spLocks noGrp="1"/>
          </p:cNvSpPr>
          <p:nvPr>
            <p:ph type="pic" idx="20" sz="quarter"/>
          </p:nvPr>
        </p:nvSpPr>
        <p:spPr>
          <a:xfrm>
            <a:off x="8928887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3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76701-BCB8-4439-BCB1-5CEC7279585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FIRST BIRTHDAY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아이가 한 살이 되었습니다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부모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돌잔치 슬라이드(감사 인사 중심)">
  <a:themeElements>
    <a:clrScheme name="돌잔치 슬라이드(감사 인사 중심)">
      <a:dk1>
        <a:srgbClr val="2B2724"/>
      </a:dk1>
      <a:lt1>
        <a:srgbClr val="FFFFFF"/>
      </a:lt1>
      <a:dk2>
        <a:srgbClr val="3A645D"/>
      </a:dk2>
      <a:lt2>
        <a:srgbClr val="E4F9E4"/>
      </a:lt2>
      <a:accent1>
        <a:srgbClr val="73D873"/>
      </a:accent1>
      <a:accent2>
        <a:srgbClr val="A17CC5"/>
      </a:accent2>
      <a:accent3>
        <a:srgbClr val="2C4E2C"/>
      </a:accent3>
      <a:accent4>
        <a:srgbClr val="C7F4C7"/>
      </a:accent4>
      <a:accent5>
        <a:srgbClr val="A3DEE0"/>
      </a:accent5>
      <a:accent6>
        <a:srgbClr val="E0E6BC"/>
      </a:accent6>
      <a:hlink>
        <a:srgbClr val="3A645D"/>
      </a:hlink>
      <a:folHlink>
        <a:srgbClr val="2C4E2C"/>
      </a:folHlink>
    </a:clrScheme>
    <a:fontScheme name="돌잔치 슬라이드(감사 인사 중심)">
      <a:majorFont>
        <a:latin typeface="Segoe UI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슬라이드(감사 인사 중심)</dc:title>
  <dc:subject>돌잔치 슬라이드 · 감사 인사 중심</dc:subject>
  <dc:creator>우체국보험 상담 안내</dc:creator>
  <cp:keywords>돌잔치,첫돌,PPT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