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1A56C29A-C704-4CFD-A059-5DCA992B5C18}">
          <p14:sldIdLst>
            <p14:sldId id="256"/>
          </p14:sldIdLst>
        </p14:section>
        <p14:section name="본문" id="{DE9A1132-1197-4DF1-B700-76E5469C0CF8}">
          <p14:sldIdLst>
            <p14:sldId id="257"/>
            <p14:sldId id="258"/>
            <p14:sldId id="259"/>
            <p14:sldId id="260"/>
          </p14:sldIdLst>
        </p14:section>
        <p14:section name="마무리" id="{8FBC3CCB-E4AB-4A34-9DC0-4C56C185E339}">
          <p14:sldIdLst>
            <p14:sldId id="261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아기 사진을 넣고, 오른쪽 표의 칸을 눌러 내용을 적으세요.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pattFill prst="dotGrid">
          <a:fgClr>
            <a:schemeClr val="bg1"/>
          </a:fgClr>
          <a:bgClr>
            <a:schemeClr val="accent3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463003" y="1874519"/>
            <a:ext cx="9265688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1463003" y="2258568"/>
            <a:ext cx="9265688" cy="13716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2000"/>
              </a:lnSpc>
              <a:spcBef>
                <a:spcPts val="0"/>
              </a:spcBef>
              <a:buNone/>
              <a:defRPr sz="4400" b="0" spc="0">
                <a:solidFill>
                  <a:srgbClr val="1A1613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1463003" y="3703320"/>
            <a:ext cx="9265688" cy="64008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B7B9B0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1463003" y="4389120"/>
            <a:ext cx="9265688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848A82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리본 띠"/>
          <p:cNvSpPr/>
          <p:nvPr/>
        </p:nvSpPr>
        <p:spPr>
          <a:xfrm>
            <a:off x="0" y="2148839"/>
            <a:ext cx="12191695" cy="1527048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2212847"/>
            <a:ext cx="12191695" cy="0"/>
          </a:xfrm>
          <a:prstGeom prst="line">
            <a:avLst/>
          </a:prstGeom>
          <a:ln w="9525" cap="rnd">
            <a:solidFill>
              <a:srgbClr val="1A1613">
                <a:alpha val="45000"/>
              </a:srgbClr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0" y="3611879"/>
            <a:ext cx="12191695" cy="0"/>
          </a:xfrm>
          <a:prstGeom prst="line">
            <a:avLst/>
          </a:prstGeom>
          <a:ln w="9525" cap="rnd">
            <a:solidFill>
              <a:srgbClr val="1A1613">
                <a:alpha val="45000"/>
              </a:srgbClr>
            </a:solidFill>
          </a:ln>
        </p:spPr>
      </p:cxnSp>
      <p:sp>
        <p:nvSpPr>
          <p:cNvPr id="5" name="Diamond 4"/>
          <p:cNvSpPr/>
          <p:nvPr/>
        </p:nvSpPr>
        <p:spPr>
          <a:xfrm>
            <a:off x="457200" y="2820923"/>
            <a:ext cx="182880" cy="182880"/>
          </a:xfrm>
          <a:prstGeom prst="diamond">
            <a:avLst/>
          </a:prstGeom>
          <a:solidFill>
            <a:srgbClr val="1A161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Diamond 5"/>
          <p:cNvSpPr/>
          <p:nvPr/>
        </p:nvSpPr>
        <p:spPr>
          <a:xfrm>
            <a:off x="11551615" y="2820923"/>
            <a:ext cx="182880" cy="182880"/>
          </a:xfrm>
          <a:prstGeom prst="diamond">
            <a:avLst/>
          </a:prstGeom>
          <a:solidFill>
            <a:srgbClr val="1A161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pattFill prst="dotGrid">
          <a:fgClr>
            <a:schemeClr val="bg1"/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463040" y="365760"/>
            <a:ext cx="926561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1463040" y="658368"/>
            <a:ext cx="926561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8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730087" y="6309360"/>
            <a:ext cx="731520" cy="329184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fld id="{3D40FE8E-CA8C-4109-A33B-8027DD0D2A21}" type="slidenum">
              <a:rPr lang="en-US"/>
              <a:t>‹#›</a:t>
            </a:fld>
          </a:p>
        </p:txBody>
      </p:sp>
      <p:sp>
        <p:nvSpPr>
          <p:cNvPr id="2" name="Arc 1"/>
          <p:cNvSpPr/>
          <p:nvPr/>
        </p:nvSpPr>
        <p:spPr>
          <a:xfrm>
            <a:off x="-182880" y="-182880"/>
            <a:ext cx="914400" cy="91440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Arc 2"/>
          <p:cNvSpPr/>
          <p:nvPr/>
        </p:nvSpPr>
        <p:spPr>
          <a:xfrm>
            <a:off x="-548640" y="-548640"/>
            <a:ext cx="1645920" cy="164592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Arc 3"/>
          <p:cNvSpPr/>
          <p:nvPr/>
        </p:nvSpPr>
        <p:spPr>
          <a:xfrm>
            <a:off x="-914400" y="-914400"/>
            <a:ext cx="2377440" cy="237744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454421" y="306076"/>
            <a:ext cx="990559" cy="174663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432698" y="365759"/>
            <a:ext cx="871083" cy="50292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391872" y="414414"/>
            <a:ext cx="646542" cy="770518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36868" y="446170"/>
            <a:ext cx="344018" cy="94518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9" name="Arc 8"/>
          <p:cNvSpPr/>
          <p:nvPr/>
        </p:nvSpPr>
        <p:spPr>
          <a:xfrm>
            <a:off x="11460175" y="-182880"/>
            <a:ext cx="914400" cy="91440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Arc 9"/>
          <p:cNvSpPr/>
          <p:nvPr/>
        </p:nvSpPr>
        <p:spPr>
          <a:xfrm>
            <a:off x="11094415" y="-548640"/>
            <a:ext cx="1645920" cy="164592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Arc 10"/>
          <p:cNvSpPr/>
          <p:nvPr/>
        </p:nvSpPr>
        <p:spPr>
          <a:xfrm>
            <a:off x="10728655" y="-914400"/>
            <a:ext cx="2377440" cy="237744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 flipH="1">
            <a:off x="10746714" y="306076"/>
            <a:ext cx="990559" cy="174663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3" name="Connector 12"/>
          <p:cNvCxnSpPr/>
          <p:nvPr/>
        </p:nvCxnSpPr>
        <p:spPr>
          <a:xfrm flipH="1">
            <a:off x="10887913" y="365759"/>
            <a:ext cx="871083" cy="50292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4" name="Connector 13"/>
          <p:cNvCxnSpPr/>
          <p:nvPr/>
        </p:nvCxnSpPr>
        <p:spPr>
          <a:xfrm flipH="1">
            <a:off x="11153280" y="414414"/>
            <a:ext cx="646542" cy="770518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5" name="Connector 14"/>
          <p:cNvCxnSpPr/>
          <p:nvPr/>
        </p:nvCxnSpPr>
        <p:spPr>
          <a:xfrm flipH="1">
            <a:off x="11510809" y="446170"/>
            <a:ext cx="344017" cy="94518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6" name="Connector 15"/>
          <p:cNvCxnSpPr/>
          <p:nvPr/>
        </p:nvCxnSpPr>
        <p:spPr>
          <a:xfrm>
            <a:off x="4632807" y="1517904"/>
            <a:ext cx="128016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17" name="Connector 16"/>
          <p:cNvCxnSpPr/>
          <p:nvPr/>
        </p:nvCxnSpPr>
        <p:spPr>
          <a:xfrm>
            <a:off x="6278727" y="1517904"/>
            <a:ext cx="128016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18" name="Diamond 17"/>
          <p:cNvSpPr/>
          <p:nvPr/>
        </p:nvSpPr>
        <p:spPr>
          <a:xfrm>
            <a:off x="6036411" y="1458468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463003" y="1874519"/>
            <a:ext cx="9265688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1463003" y="2258568"/>
            <a:ext cx="9265688" cy="13716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2000"/>
              </a:lnSpc>
              <a:spcBef>
                <a:spcPts val="0"/>
              </a:spcBef>
              <a:buNone/>
              <a:defRPr sz="4400" b="0" spc="0">
                <a:solidFill>
                  <a:srgbClr val="1A1613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1463003" y="3703320"/>
            <a:ext cx="9265688" cy="64008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B7B9B0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1463003" y="4389120"/>
            <a:ext cx="9265688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848A82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리본 띠"/>
          <p:cNvSpPr/>
          <p:nvPr/>
        </p:nvSpPr>
        <p:spPr>
          <a:xfrm>
            <a:off x="0" y="2148839"/>
            <a:ext cx="12191695" cy="1527048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2212847"/>
            <a:ext cx="12191695" cy="0"/>
          </a:xfrm>
          <a:prstGeom prst="line">
            <a:avLst/>
          </a:prstGeom>
          <a:ln w="9525" cap="rnd">
            <a:solidFill>
              <a:srgbClr val="1A1613">
                <a:alpha val="45000"/>
              </a:srgbClr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0" y="3611879"/>
            <a:ext cx="12191695" cy="0"/>
          </a:xfrm>
          <a:prstGeom prst="line">
            <a:avLst/>
          </a:prstGeom>
          <a:ln w="9525" cap="rnd">
            <a:solidFill>
              <a:srgbClr val="1A1613">
                <a:alpha val="45000"/>
              </a:srgbClr>
            </a:solidFill>
          </a:ln>
        </p:spPr>
      </p:cxnSp>
      <p:sp>
        <p:nvSpPr>
          <p:cNvPr id="5" name="Diamond 4"/>
          <p:cNvSpPr/>
          <p:nvPr/>
        </p:nvSpPr>
        <p:spPr>
          <a:xfrm>
            <a:off x="457200" y="2820923"/>
            <a:ext cx="182880" cy="182880"/>
          </a:xfrm>
          <a:prstGeom prst="diamond">
            <a:avLst/>
          </a:prstGeom>
          <a:solidFill>
            <a:srgbClr val="1A161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Diamond 5"/>
          <p:cNvSpPr/>
          <p:nvPr/>
        </p:nvSpPr>
        <p:spPr>
          <a:xfrm>
            <a:off x="11551615" y="2820923"/>
            <a:ext cx="182880" cy="182880"/>
          </a:xfrm>
          <a:prstGeom prst="diamond">
            <a:avLst/>
          </a:prstGeom>
          <a:solidFill>
            <a:srgbClr val="1A161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pattFill prst="dotGrid">
          <a:fgClr>
            <a:schemeClr val="bg1"/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463040" y="365760"/>
            <a:ext cx="926561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1463040" y="658368"/>
            <a:ext cx="926561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8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730087" y="6309360"/>
            <a:ext cx="731520" cy="329184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fld id="{1F68F36B-B622-4D5B-96CC-CE849F6E5803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Arc 1"/>
          <p:cNvSpPr/>
          <p:nvPr/>
        </p:nvSpPr>
        <p:spPr>
          <a:xfrm>
            <a:off x="-182880" y="-182880"/>
            <a:ext cx="914400" cy="91440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Arc 2"/>
          <p:cNvSpPr/>
          <p:nvPr/>
        </p:nvSpPr>
        <p:spPr>
          <a:xfrm>
            <a:off x="-548640" y="-548640"/>
            <a:ext cx="1645920" cy="164592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Arc 3"/>
          <p:cNvSpPr/>
          <p:nvPr/>
        </p:nvSpPr>
        <p:spPr>
          <a:xfrm>
            <a:off x="-914400" y="-914400"/>
            <a:ext cx="2377440" cy="237744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454421" y="306076"/>
            <a:ext cx="990559" cy="174663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432698" y="365759"/>
            <a:ext cx="871083" cy="50292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391872" y="414414"/>
            <a:ext cx="646542" cy="770518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36868" y="446170"/>
            <a:ext cx="344018" cy="94518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9" name="Arc 8"/>
          <p:cNvSpPr/>
          <p:nvPr/>
        </p:nvSpPr>
        <p:spPr>
          <a:xfrm>
            <a:off x="11460175" y="-182880"/>
            <a:ext cx="914400" cy="91440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Arc 9"/>
          <p:cNvSpPr/>
          <p:nvPr/>
        </p:nvSpPr>
        <p:spPr>
          <a:xfrm>
            <a:off x="11094415" y="-548640"/>
            <a:ext cx="1645920" cy="164592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Arc 10"/>
          <p:cNvSpPr/>
          <p:nvPr/>
        </p:nvSpPr>
        <p:spPr>
          <a:xfrm>
            <a:off x="10728655" y="-914400"/>
            <a:ext cx="2377440" cy="237744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 flipH="1">
            <a:off x="10746714" y="306076"/>
            <a:ext cx="990559" cy="174663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3" name="Connector 12"/>
          <p:cNvCxnSpPr/>
          <p:nvPr/>
        </p:nvCxnSpPr>
        <p:spPr>
          <a:xfrm flipH="1">
            <a:off x="10887913" y="365759"/>
            <a:ext cx="871083" cy="50292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4" name="Connector 13"/>
          <p:cNvCxnSpPr/>
          <p:nvPr/>
        </p:nvCxnSpPr>
        <p:spPr>
          <a:xfrm flipH="1">
            <a:off x="11153280" y="414414"/>
            <a:ext cx="646542" cy="770518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5" name="Connector 14"/>
          <p:cNvCxnSpPr/>
          <p:nvPr/>
        </p:nvCxnSpPr>
        <p:spPr>
          <a:xfrm flipH="1">
            <a:off x="11510809" y="446170"/>
            <a:ext cx="344017" cy="94518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6" name="Connector 15"/>
          <p:cNvCxnSpPr/>
          <p:nvPr/>
        </p:nvCxnSpPr>
        <p:spPr>
          <a:xfrm>
            <a:off x="4632807" y="1517904"/>
            <a:ext cx="128016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17" name="Connector 16"/>
          <p:cNvCxnSpPr/>
          <p:nvPr/>
        </p:nvCxnSpPr>
        <p:spPr>
          <a:xfrm>
            <a:off x="6278727" y="1517904"/>
            <a:ext cx="128016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18" name="Diamond 17"/>
          <p:cNvSpPr/>
          <p:nvPr/>
        </p:nvSpPr>
        <p:spPr>
          <a:xfrm>
            <a:off x="6036411" y="1458468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pattFill prst="dotGrid">
          <a:fgClr>
            <a:schemeClr val="bg1"/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463040" y="365760"/>
            <a:ext cx="926561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5730087" y="6309360"/>
            <a:ext cx="731520" cy="329184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fld id="{7296E86E-230C-489A-8D5E-119EC532DAE2}" type="slidenum">
              <a:rPr lang="en-US"/>
              <a:t>‹#›</a:t>
            </a:fld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Arc 1"/>
          <p:cNvSpPr/>
          <p:nvPr/>
        </p:nvSpPr>
        <p:spPr>
          <a:xfrm>
            <a:off x="-182880" y="-182880"/>
            <a:ext cx="914400" cy="91440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Arc 2"/>
          <p:cNvSpPr/>
          <p:nvPr/>
        </p:nvSpPr>
        <p:spPr>
          <a:xfrm>
            <a:off x="-548640" y="-548640"/>
            <a:ext cx="1645920" cy="164592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Arc 3"/>
          <p:cNvSpPr/>
          <p:nvPr/>
        </p:nvSpPr>
        <p:spPr>
          <a:xfrm>
            <a:off x="-914400" y="-914400"/>
            <a:ext cx="2377440" cy="237744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454421" y="306076"/>
            <a:ext cx="990559" cy="174663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432698" y="365759"/>
            <a:ext cx="871083" cy="50292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391872" y="414414"/>
            <a:ext cx="646542" cy="770518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36868" y="446170"/>
            <a:ext cx="344018" cy="94518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9" name="Arc 8"/>
          <p:cNvSpPr/>
          <p:nvPr/>
        </p:nvSpPr>
        <p:spPr>
          <a:xfrm>
            <a:off x="11460175" y="-182880"/>
            <a:ext cx="914400" cy="91440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Arc 9"/>
          <p:cNvSpPr/>
          <p:nvPr/>
        </p:nvSpPr>
        <p:spPr>
          <a:xfrm>
            <a:off x="11094415" y="-548640"/>
            <a:ext cx="1645920" cy="164592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Arc 10"/>
          <p:cNvSpPr/>
          <p:nvPr/>
        </p:nvSpPr>
        <p:spPr>
          <a:xfrm>
            <a:off x="10728655" y="-914400"/>
            <a:ext cx="2377440" cy="237744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 flipH="1">
            <a:off x="10746714" y="306076"/>
            <a:ext cx="990559" cy="174663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3" name="Connector 12"/>
          <p:cNvCxnSpPr/>
          <p:nvPr/>
        </p:nvCxnSpPr>
        <p:spPr>
          <a:xfrm flipH="1">
            <a:off x="10887913" y="365759"/>
            <a:ext cx="871083" cy="50292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4" name="Connector 13"/>
          <p:cNvCxnSpPr/>
          <p:nvPr/>
        </p:nvCxnSpPr>
        <p:spPr>
          <a:xfrm flipH="1">
            <a:off x="11153280" y="414414"/>
            <a:ext cx="646542" cy="770518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5" name="Connector 14"/>
          <p:cNvCxnSpPr/>
          <p:nvPr/>
        </p:nvCxnSpPr>
        <p:spPr>
          <a:xfrm flipH="1">
            <a:off x="11510809" y="446170"/>
            <a:ext cx="344017" cy="94518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grpSp>
        <p:nvGrpSpPr>
          <p:cNvPr id="16" name="따옴표 장식"/>
          <p:cNvGrpSpPr/>
          <p:nvPr/>
        </p:nvGrpSpPr>
        <p:grpSpPr>
          <a:xfrm>
            <a:off x="5592927" y="1520189"/>
            <a:ext cx="1005840" cy="251460"/>
            <a:chOff x="5592927" y="1520189"/>
            <a:chExt cx="1005840" cy="251460"/>
          </a:xfrm>
        </p:grpSpPr>
        <p:sp>
          <p:nvSpPr>
            <p:cNvPr id="17" name="Diamond 16"/>
            <p:cNvSpPr/>
            <p:nvPr/>
          </p:nvSpPr>
          <p:spPr>
            <a:xfrm>
              <a:off x="5970117" y="1520189"/>
              <a:ext cx="251460" cy="251460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18" name="Connector 17"/>
            <p:cNvCxnSpPr/>
            <p:nvPr/>
          </p:nvCxnSpPr>
          <p:spPr>
            <a:xfrm>
              <a:off x="559292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  <p:cxnSp>
          <p:nvCxnSpPr>
            <p:cNvPr id="19" name="Connector 18"/>
            <p:cNvCxnSpPr/>
            <p:nvPr/>
          </p:nvCxnSpPr>
          <p:spPr>
            <a:xfrm>
              <a:off x="630158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</p:grpSp>
      <p:cxnSp>
        <p:nvCxnSpPr>
          <p:cNvPr id="20" name="Connector 19"/>
          <p:cNvCxnSpPr/>
          <p:nvPr/>
        </p:nvCxnSpPr>
        <p:spPr>
          <a:xfrm>
            <a:off x="5547207" y="5349240"/>
            <a:ext cx="109728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21" name="Diamond 20"/>
          <p:cNvSpPr/>
          <p:nvPr/>
        </p:nvSpPr>
        <p:spPr>
          <a:xfrm>
            <a:off x="6036411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FOREST  ·  FIRST BIRTHDAY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첫 번째 생일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작은 자리지만 마음은 크게 준비했습니다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아기 이름 · 날짜 입력</a:t>
            </a:r>
          </a:p>
          <a:p>
            <a:r>
              <a:rPr lang="ko-KR"/>
              <a:t>장소를 입력하세요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BABY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아기를 소개합니다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3840480" cy="41605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아기 사진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840480" cy="4160520"/>
          </a:xfrm>
          <a:prstGeom prst="roundRect">
            <a:avLst>
              <a:gd name="adj" fmla="val 600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D3A45-761E-4AE8-9C63-5A5419186CE6}" type="slidenum">
              <a:rPr lang="en-US"/>
              <a:t>‹#›</a:t>
            </a:fld>
            <a:endParaRPr lang="en-US"/>
          </a:p>
        </p:txBody>
      </p:sp>
      <p:graphicFrame>
        <p:nvGraphicFramePr>
          <p:cNvPr id="14" name="표"/>
          <p:cNvGraphicFramePr>
            <a:graphicFrameLocks noGrp="1"/>
          </p:cNvGraphicFramePr>
          <p:nvPr/>
        </p:nvGraphicFramePr>
        <p:xfrm>
          <a:off x="4937759" y="1828800"/>
          <a:ext cx="6522415" cy="395020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828800"/>
                <a:gridCol w="4693615"/>
              </a:tblGrid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이름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생일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키 · 몸무게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좋아하는 것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별명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부모의 마음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cover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STORY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초대합니다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DC6CF2-DB4F-4A8D-A5EF-E37DE6526949}" type="slidenum">
              <a:rPr lang="en-US"/>
              <a:t>‹#›</a:t>
            </a:fld>
            <a:endParaRPr lang="en-US"/>
          </a:p>
        </p:txBody>
      </p:sp>
      <p:grpSp>
        <p:nvGrpSpPr>
          <p:cNvPr id="5" name="초대 글 칸"/>
          <p:cNvGrpSpPr/>
          <p:nvPr/>
        </p:nvGrpSpPr>
        <p:grpSpPr>
          <a:xfrm>
            <a:off x="731520" y="1828800"/>
            <a:ext cx="10728655" cy="4343400"/>
            <a:chOff x="731520" y="1828800"/>
            <a:chExt cx="10728655" cy="4343400"/>
          </a:xfrm>
        </p:grpSpPr>
        <p:sp>
          <p:nvSpPr>
            <p:cNvPr id="6" name="초대 글 칸"/>
            <p:cNvSpPr/>
            <p:nvPr/>
          </p:nvSpPr>
          <p:spPr>
            <a:xfrm>
              <a:off x="731520" y="1828800"/>
              <a:ext cx="10728655" cy="43434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안쪽 선"/>
            <p:cNvSpPr/>
            <p:nvPr/>
          </p:nvSpPr>
          <p:spPr>
            <a:xfrm>
              <a:off x="813816" y="1911095"/>
              <a:ext cx="10564063" cy="4178808"/>
            </a:xfrm>
            <a:prstGeom prst="rect">
              <a:avLst/>
            </a:prstGeom>
            <a:noFill/>
            <a:ln w="6350">
              <a:solidFill>
                <a:schemeClr val="accent5">
                  <a:alpha val="8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초대 글"/>
            <p:cNvSpPr txBox="1"/>
            <p:nvPr/>
          </p:nvSpPr>
          <p:spPr>
            <a:xfrm>
              <a:off x="1280160" y="2194560"/>
              <a:ext cx="9631375" cy="36118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>저희 아이의 첫 생일에 모십니다.</a:t>
              </a:r>
            </a:p>
            <a:p>
              <a:pPr algn="ctr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/>
              </a:r>
            </a:p>
            <a:p>
              <a:pPr algn="ctr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>오셔서 같이 밥 한 끼 해 주세요.</a:t>
              </a:r>
            </a:p>
            <a:p>
              <a:pPr algn="ctr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/>
              </a:r>
            </a:p>
            <a:p>
              <a:pPr algn="ctr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>일시 · 장소를 입력하세요</a:t>
              </a:r>
            </a:p>
          </p:txBody>
        </p:sp>
      </p:grp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MEMORY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부모의 한마디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1F67-C636-47A2-BC35-E870BDC07A12}" type="slidenum">
              <a:rPr lang="en-US"/>
              <a:t>‹#›</a:t>
            </a:fld>
            <a:endParaRPr lang="en-US"/>
          </a:p>
        </p:txBody>
      </p:sp>
      <p:grpSp>
        <p:nvGrpSpPr>
          <p:cNvPr id="5" name="편지 칸"/>
          <p:cNvGrpSpPr/>
          <p:nvPr/>
        </p:nvGrpSpPr>
        <p:grpSpPr>
          <a:xfrm>
            <a:off x="731520" y="1828800"/>
            <a:ext cx="10728655" cy="4343400"/>
            <a:chOff x="731520" y="1828800"/>
            <a:chExt cx="10728655" cy="4343400"/>
          </a:xfrm>
        </p:grpSpPr>
        <p:sp>
          <p:nvSpPr>
            <p:cNvPr id="6" name="편지 칸"/>
            <p:cNvSpPr/>
            <p:nvPr/>
          </p:nvSpPr>
          <p:spPr>
            <a:xfrm>
              <a:off x="731520" y="1828800"/>
              <a:ext cx="10728655" cy="43434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안쪽 선"/>
            <p:cNvSpPr/>
            <p:nvPr/>
          </p:nvSpPr>
          <p:spPr>
            <a:xfrm>
              <a:off x="813816" y="1911095"/>
              <a:ext cx="10564063" cy="4178808"/>
            </a:xfrm>
            <a:prstGeom prst="rect">
              <a:avLst/>
            </a:prstGeom>
            <a:noFill/>
            <a:ln w="6350">
              <a:solidFill>
                <a:schemeClr val="accent5">
                  <a:alpha val="8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편지 글"/>
            <p:cNvSpPr txBox="1"/>
            <p:nvPr/>
          </p:nvSpPr>
          <p:spPr>
            <a:xfrm>
              <a:off x="1280160" y="2194560"/>
              <a:ext cx="9631375" cy="36118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>사랑하는 우리 아기에게</a:t>
              </a:r>
            </a:p>
            <a:p>
              <a:pPr algn="l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/>
              </a:r>
            </a:p>
            <a:p>
              <a:pPr algn="l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>엄마 아빠의 마음을 적어 주세요.</a:t>
              </a:r>
            </a:p>
            <a:p>
              <a:pPr algn="l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/>
              </a:r>
            </a:p>
            <a:p>
              <a:pPr algn="l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>― 엄마 아빠가</a:t>
              </a:r>
            </a:p>
          </p:txBody>
        </p:sp>
      </p:grp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PHOTOS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사진 모음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1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2531287" cy="2071116"/>
          </a:xfrm>
          <a:prstGeom prst="rect">
            <a:avLst/>
          </a:prstGeom>
        </p:spPr>
      </p:sp>
      <p:sp>
        <p:nvSpPr>
          <p:cNvPr id="14" name="사진 바탕 2"/>
          <p:cNvSpPr/>
          <p:nvPr/>
        </p:nvSpPr>
        <p:spPr>
          <a:xfrm>
            <a:off x="3463975" y="1828800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2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3463975" y="1828800"/>
            <a:ext cx="2531287" cy="2071116"/>
          </a:xfrm>
          <a:prstGeom prst="rect">
            <a:avLst/>
          </a:prstGeom>
        </p:spPr>
      </p:sp>
      <p:sp>
        <p:nvSpPr>
          <p:cNvPr id="15" name="사진 바탕 3"/>
          <p:cNvSpPr/>
          <p:nvPr/>
        </p:nvSpPr>
        <p:spPr>
          <a:xfrm>
            <a:off x="6196431" y="1828800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3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6196431" y="1828800"/>
            <a:ext cx="2531287" cy="2071116"/>
          </a:xfrm>
          <a:prstGeom prst="rect">
            <a:avLst/>
          </a:prstGeom>
        </p:spPr>
      </p:sp>
      <p:sp>
        <p:nvSpPr>
          <p:cNvPr id="16" name="사진 바탕 4"/>
          <p:cNvSpPr/>
          <p:nvPr/>
        </p:nvSpPr>
        <p:spPr>
          <a:xfrm>
            <a:off x="8928887" y="1828800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4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8928887" y="1828800"/>
            <a:ext cx="2531287" cy="2071116"/>
          </a:xfrm>
          <a:prstGeom prst="rect">
            <a:avLst/>
          </a:prstGeom>
        </p:spPr>
      </p:sp>
      <p:sp>
        <p:nvSpPr>
          <p:cNvPr id="17" name="사진 바탕 5"/>
          <p:cNvSpPr/>
          <p:nvPr/>
        </p:nvSpPr>
        <p:spPr>
          <a:xfrm>
            <a:off x="731520" y="4101084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5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731520" y="4101084"/>
            <a:ext cx="2531287" cy="2071116"/>
          </a:xfrm>
          <a:prstGeom prst="rect">
            <a:avLst/>
          </a:prstGeom>
        </p:spPr>
      </p:sp>
      <p:sp>
        <p:nvSpPr>
          <p:cNvPr id="18" name="사진 바탕 6"/>
          <p:cNvSpPr/>
          <p:nvPr/>
        </p:nvSpPr>
        <p:spPr>
          <a:xfrm>
            <a:off x="3463975" y="4101084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6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3463975" y="4101084"/>
            <a:ext cx="2531287" cy="2071116"/>
          </a:xfrm>
          <a:prstGeom prst="rect">
            <a:avLst/>
          </a:prstGeom>
        </p:spPr>
      </p:sp>
      <p:sp>
        <p:nvSpPr>
          <p:cNvPr id="19" name="사진 바탕 7"/>
          <p:cNvSpPr/>
          <p:nvPr/>
        </p:nvSpPr>
        <p:spPr>
          <a:xfrm>
            <a:off x="6196431" y="4101084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7</a:t>
            </a:r>
          </a:p>
        </p:txBody>
      </p:sp>
      <p:sp>
        <p:nvSpPr>
          <p:cNvPr id="10" name="Picture Placeholder 9" descr="사진 자리 — 아이콘을 누르면 사진을 넣을 수 있어요"/>
          <p:cNvSpPr>
            <a:spLocks noGrp="1"/>
          </p:cNvSpPr>
          <p:nvPr>
            <p:ph type="pic" idx="19" sz="quarter"/>
          </p:nvPr>
        </p:nvSpPr>
        <p:spPr>
          <a:xfrm>
            <a:off x="6196431" y="4101084"/>
            <a:ext cx="2531287" cy="2071116"/>
          </a:xfrm>
          <a:prstGeom prst="rect">
            <a:avLst/>
          </a:prstGeom>
        </p:spPr>
      </p:sp>
      <p:sp>
        <p:nvSpPr>
          <p:cNvPr id="20" name="사진 바탕 8"/>
          <p:cNvSpPr/>
          <p:nvPr/>
        </p:nvSpPr>
        <p:spPr>
          <a:xfrm>
            <a:off x="8928887" y="4101084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8</a:t>
            </a:r>
          </a:p>
        </p:txBody>
      </p:sp>
      <p:sp>
        <p:nvSpPr>
          <p:cNvPr id="11" name="Picture Placeholder 10" descr="사진 자리 — 아이콘을 누르면 사진을 넣을 수 있어요"/>
          <p:cNvSpPr>
            <a:spLocks noGrp="1"/>
          </p:cNvSpPr>
          <p:nvPr>
            <p:ph type="pic" idx="20" sz="quarter"/>
          </p:nvPr>
        </p:nvSpPr>
        <p:spPr>
          <a:xfrm>
            <a:off x="8928887" y="4101084"/>
            <a:ext cx="2531287" cy="2071116"/>
          </a:xfrm>
          <a:prstGeom prst="rect">
            <a:avLst/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EE241-00C3-4982-8937-06277CDA232C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cover dir="l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FOREST  ·  FIRST BIRTHDAY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와 주셔서 고맙습니다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아이가 한 살이 되었습니다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아기 이름 · 부모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돌잔치 슬라이드(감사 인사 중심)">
  <a:themeElements>
    <a:clrScheme name="돌잔치 슬라이드(감사 인사 중심)">
      <a:dk1>
        <a:srgbClr val="F8F5EB"/>
      </a:dk1>
      <a:lt1>
        <a:srgbClr val="162E24"/>
      </a:lt1>
      <a:dk2>
        <a:srgbClr val="E7DDB8"/>
      </a:dk2>
      <a:lt2>
        <a:srgbClr val="0F1F18"/>
      </a:lt2>
      <a:accent1>
        <a:srgbClr val="C6A55E"/>
      </a:accent1>
      <a:accent2>
        <a:srgbClr val="5F8F6E"/>
      </a:accent2>
      <a:accent3>
        <a:srgbClr val="09130F"/>
      </a:accent3>
      <a:accent4>
        <a:srgbClr val="204133"/>
      </a:accent4>
      <a:accent5>
        <a:srgbClr val="D3B873"/>
      </a:accent5>
      <a:accent6>
        <a:srgbClr val="476D54"/>
      </a:accent6>
      <a:hlink>
        <a:srgbClr val="E7DDB8"/>
      </a:hlink>
      <a:folHlink>
        <a:srgbClr val="09130F"/>
      </a:folHlink>
    </a:clrScheme>
    <a:fontScheme name="돌잔치 슬라이드(감사 인사 중심)">
      <a:majorFont>
        <a:latin typeface="Garamond"/>
        <a:ea typeface="바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돌잔치 슬라이드(감사 인사 중심)</dc:title>
  <dc:subject>돌잔치 슬라이드 · 감사 인사 중심</dc:subject>
  <dc:creator>반딧불이의 곳간</dc:creator>
  <cp:keywords>돌잔치,첫돌,PPT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