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B1FAF4A-B02E-4A32-A3A9-94E14D07536A}">
          <p14:sldIdLst>
            <p14:sldId id="256"/>
          </p14:sldIdLst>
        </p14:section>
        <p14:section name="본문" id="{38EE691A-946D-41A1-A4DF-F378105D38A0}">
          <p14:sldIdLst>
            <p14:sldId id="257"/>
            <p14:sldId id="258"/>
            <p14:sldId id="259"/>
            <p14:sldId id="260"/>
          </p14:sldIdLst>
        </p14:section>
        <p14:section name="마무리" id="{A23ACE3C-2646-4CF2-9F16-FF1139E11EDE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771BF58-3495-49D5-8666-13D37FACFBB8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5504CFE-A56A-47B6-AD90-D0A8E11326B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57B6F87-CE08-4E06-916F-379D0B24AE0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작은 자리지만 마음은 크게 준비했습니다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E19F1-6E61-42D2-B667-FC69BAF259DE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858D9-E1F1-4CE8-A80C-B9B29E02DBFE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4178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FAB67-747E-4E63-9E3E-349549893C4B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4178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B9D82-032F-45FF-9EDF-0C95AA67C8B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F8F5EB"/>
      </a:dk1>
      <a:lt1>
        <a:srgbClr val="162E24"/>
      </a:lt1>
      <a:dk2>
        <a:srgbClr val="E7DDB8"/>
      </a:dk2>
      <a:lt2>
        <a:srgbClr val="0F1F18"/>
      </a:lt2>
      <a:accent1>
        <a:srgbClr val="C6A55E"/>
      </a:accent1>
      <a:accent2>
        <a:srgbClr val="5F8F6E"/>
      </a:accent2>
      <a:accent3>
        <a:srgbClr val="09130F"/>
      </a:accent3>
      <a:accent4>
        <a:srgbClr val="204133"/>
      </a:accent4>
      <a:accent5>
        <a:srgbClr val="D3B873"/>
      </a:accent5>
      <a:accent6>
        <a:srgbClr val="476D54"/>
      </a:accent6>
      <a:hlink>
        <a:srgbClr val="E7DDB8"/>
      </a:hlink>
      <a:folHlink>
        <a:srgbClr val="09130F"/>
      </a:folHlink>
    </a:clrScheme>
    <a:fontScheme name="돌잔치 슬라이드(감사 인사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