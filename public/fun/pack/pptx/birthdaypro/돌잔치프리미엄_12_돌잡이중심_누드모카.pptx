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2FF6802-168D-46D5-BBDD-55C219C80B93}">
          <p14:sldIdLst>
            <p14:sldId id="256"/>
          </p14:sldIdLst>
        </p14:section>
        <p14:section name="본문" id="{B05FF309-4972-42C7-9B9B-0B3C85252553}">
          <p14:sldIdLst>
            <p14:sldId id="257"/>
            <p14:sldId id="258"/>
            <p14:sldId id="259"/>
            <p14:sldId id="260"/>
          </p14:sldIdLst>
        </p14:section>
        <p14:section name="마무리" id="{86864771-0974-4E55-B974-D865AEB6531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DAA68A7-89AC-4ACB-BA3F-B0461802E26C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4453A1E5-AE9B-4033-8087-005BBC445F8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0883018-7674-4420-8FEA-27A2D3D06F5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마이크를 잡으면 노래부터 시킬 겁니다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98F6-EF94-4B7A-B4C7-FE1012394B3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FF905-80E8-4152-A408-0F267574ED4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231A2-1BAF-497B-AF86-B937AE066290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5669280" y="1828800"/>
            <a:ext cx="579089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175E4-2049-4EF4-B8F9-8E49135090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