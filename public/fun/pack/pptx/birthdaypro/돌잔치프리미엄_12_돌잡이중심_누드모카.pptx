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5B7ACBC-6705-4958-BBC2-81220D4FD63B}">
          <p14:sldIdLst>
            <p14:sldId id="256"/>
          </p14:sldIdLst>
        </p14:section>
        <p14:section name="본문" id="{EA89DFB0-0CD3-407D-8257-59EB96D69767}">
          <p14:sldIdLst>
            <p14:sldId id="257"/>
            <p14:sldId id="258"/>
            <p14:sldId id="259"/>
            <p14:sldId id="260"/>
          </p14:sldIdLst>
        </p14:section>
        <p14:section name="마무리" id="{BBAAF151-BC7B-48C7-9355-A018B5AF3673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6113008-802C-4FF1-A26F-2FE3B30CB51E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749AE30-E0B4-4958-B1BF-12F8D485283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AF8AEEE-CB9E-4D7C-BED4-2E4DF8AABAC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마이크를 잡으면 노래부터 시킬 겁니다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7D3EF0-21CC-48B7-82D5-550052066503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7101CE-B376-4F5D-9413-393C29C5537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5315C-2E18-424F-900C-FC75C597A574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5669280" y="1828800"/>
            <a:ext cx="579089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7A627-F08F-4BB0-86B5-B55F86F3A6D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돌잔치 슬라이드(돌잡이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