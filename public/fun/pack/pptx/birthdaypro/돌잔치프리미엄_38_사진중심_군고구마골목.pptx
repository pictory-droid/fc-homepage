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B7EB0EBC-4444-4152-AC4F-EF2E5C314F82}">
          <p14:sldIdLst>
            <p14:sldId id="256"/>
          </p14:sldIdLst>
        </p14:section>
        <p14:section name="본문" id="{44D712FE-5960-4DB7-88CF-D9643FFD27D8}">
          <p14:sldIdLst>
            <p14:sldId id="257"/>
            <p14:sldId id="258"/>
            <p14:sldId id="259"/>
            <p14:sldId id="260"/>
          </p14:sldIdLst>
        </p14:section>
        <p14:section name="마무리" id="{AB0F2819-5AD9-44B0-BB28-1BB5FD89AB20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아기 사진을 넣고, 오른쪽 표의 칸을 눌러 내용을 적으세요.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전체 사진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695" cy="6858000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전체 화면 사진 — 아이콘을 눌러 넣으세요</a:t>
            </a:r>
          </a:p>
        </p:txBody>
      </p:sp>
      <p:sp>
        <p:nvSpPr>
          <p:cNvPr id="102" name="세로 글씨"/>
          <p:cNvSpPr>
            <a:spLocks noGrp="1"/>
          </p:cNvSpPr>
          <p:nvPr>
            <p:ph type="body" sz="quarter" idx="12"/>
          </p:nvPr>
        </p:nvSpPr>
        <p:spPr>
          <a:xfrm>
            <a:off x="4830939" y="822959"/>
            <a:ext cx="457200" cy="521208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200" b="0" spc="60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1645920"/>
            <a:ext cx="4328019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ctrTitle"/>
          </p:nvPr>
        </p:nvSpPr>
        <p:spPr>
          <a:xfrm>
            <a:off x="457200" y="2029968"/>
            <a:ext cx="4328019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5" name="한 줄 문구"/>
          <p:cNvSpPr>
            <a:spLocks noGrp="1"/>
          </p:cNvSpPr>
          <p:nvPr>
            <p:ph type="subTitle" idx="1"/>
          </p:nvPr>
        </p:nvSpPr>
        <p:spPr>
          <a:xfrm>
            <a:off x="457200" y="3703320"/>
            <a:ext cx="4328019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6" name="안내 문구"/>
          <p:cNvSpPr>
            <a:spLocks noGrp="1"/>
          </p:cNvSpPr>
          <p:nvPr>
            <p:ph type="body" sz="quarter" idx="11"/>
          </p:nvPr>
        </p:nvSpPr>
        <p:spPr>
          <a:xfrm>
            <a:off x="457200" y="4480559"/>
            <a:ext cx="4328019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사진 바탕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사진 안내"/>
          <p:cNvSpPr txBox="1"/>
          <p:nvPr/>
        </p:nvSpPr>
        <p:spPr>
          <a:xfrm>
            <a:off x="5608179" y="3154680"/>
            <a:ext cx="6583515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 (전체 화면)</a:t>
            </a:r>
          </a:p>
        </p:txBody>
      </p:sp>
      <p:sp>
        <p:nvSpPr>
          <p:cNvPr id="4" name="글 면"/>
          <p:cNvSpPr/>
          <p:nvPr/>
        </p:nvSpPr>
        <p:spPr>
          <a:xfrm>
            <a:off x="0" y="0"/>
            <a:ext cx="5608179" cy="6858000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288139" y="685800"/>
            <a:ext cx="0" cy="5486400"/>
          </a:xfrm>
          <a:prstGeom prst="line">
            <a:avLst/>
          </a:prstGeom>
          <a:ln w="9525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1185855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chemeClr val="bg1"/>
                </a:solidFill>
              </a:defRPr>
            </a:lvl1pPr>
          </a:lstStyle>
          <a:p>
            <a:fld id="{16876FC5-15B0-42E0-ADE0-ED7034212B3F}" type="slidenum">
              <a:rPr lang="en-US"/>
              <a:t>‹#›</a:t>
            </a:fld>
          </a:p>
        </p:txBody>
      </p:sp>
      <p:sp>
        <p:nvSpPr>
          <p:cNvPr id="2" name="제목 막대"/>
          <p:cNvSpPr/>
          <p:nvPr/>
        </p:nvSpPr>
        <p:spPr>
          <a:xfrm>
            <a:off x="777240" y="1481328"/>
            <a:ext cx="914400" cy="822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원"/>
          <p:cNvSpPr/>
          <p:nvPr/>
        </p:nvSpPr>
        <p:spPr>
          <a:xfrm>
            <a:off x="11185855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전체 사진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695" cy="6858000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전체 화면 사진 — 아이콘을 눌러 넣으세요</a:t>
            </a:r>
          </a:p>
        </p:txBody>
      </p:sp>
      <p:sp>
        <p:nvSpPr>
          <p:cNvPr id="102" name="세로 글씨"/>
          <p:cNvSpPr>
            <a:spLocks noGrp="1"/>
          </p:cNvSpPr>
          <p:nvPr>
            <p:ph type="body" sz="quarter" idx="12"/>
          </p:nvPr>
        </p:nvSpPr>
        <p:spPr>
          <a:xfrm>
            <a:off x="4830939" y="822959"/>
            <a:ext cx="457200" cy="521208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200" b="0" spc="600">
                <a:solidFill>
                  <a:schemeClr val="accent4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1645920"/>
            <a:ext cx="4328019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457200" y="2029968"/>
            <a:ext cx="4328019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5" name="한 줄 문구"/>
          <p:cNvSpPr>
            <a:spLocks noGrp="1"/>
          </p:cNvSpPr>
          <p:nvPr>
            <p:ph type="subTitle" idx="1"/>
          </p:nvPr>
        </p:nvSpPr>
        <p:spPr>
          <a:xfrm>
            <a:off x="457200" y="3703320"/>
            <a:ext cx="4328019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6" name="안내 문구"/>
          <p:cNvSpPr>
            <a:spLocks noGrp="1"/>
          </p:cNvSpPr>
          <p:nvPr>
            <p:ph type="body" sz="quarter" idx="11"/>
          </p:nvPr>
        </p:nvSpPr>
        <p:spPr>
          <a:xfrm>
            <a:off x="457200" y="4480559"/>
            <a:ext cx="4328019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사진 바탕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사진 안내"/>
          <p:cNvSpPr txBox="1"/>
          <p:nvPr/>
        </p:nvSpPr>
        <p:spPr>
          <a:xfrm>
            <a:off x="5608179" y="3154680"/>
            <a:ext cx="6583515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 (전체 화면)</a:t>
            </a:r>
          </a:p>
        </p:txBody>
      </p:sp>
      <p:sp>
        <p:nvSpPr>
          <p:cNvPr id="4" name="글 면"/>
          <p:cNvSpPr/>
          <p:nvPr/>
        </p:nvSpPr>
        <p:spPr>
          <a:xfrm>
            <a:off x="0" y="0"/>
            <a:ext cx="5608179" cy="6858000"/>
          </a:xfrm>
          <a:prstGeom prst="rect">
            <a:avLst/>
          </a:prstGeom>
          <a:solidFill>
            <a:schemeClr val="accent3">
              <a:alpha val="86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288139" y="685800"/>
            <a:ext cx="0" cy="5486400"/>
          </a:xfrm>
          <a:prstGeom prst="line">
            <a:avLst/>
          </a:prstGeom>
          <a:ln w="9525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1185855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chemeClr val="bg1"/>
                </a:solidFill>
              </a:defRPr>
            </a:lvl1pPr>
          </a:lstStyle>
          <a:p>
            <a:fld id="{4B6AD8DD-34A7-4065-BA14-0A414E1B6033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막대"/>
          <p:cNvSpPr/>
          <p:nvPr/>
        </p:nvSpPr>
        <p:spPr>
          <a:xfrm>
            <a:off x="777240" y="1481328"/>
            <a:ext cx="914400" cy="822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원"/>
          <p:cNvSpPr/>
          <p:nvPr/>
        </p:nvSpPr>
        <p:spPr>
          <a:xfrm>
            <a:off x="11185855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2FA8C219-5E72-4633-A9A2-B9780773D722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39512"/>
            <a:ext cx="548640" cy="493776"/>
            <a:chOff x="5821527" y="5239512"/>
            <a:chExt cx="548640" cy="493776"/>
          </a:xfrm>
        </p:grpSpPr>
        <p:sp>
          <p:nvSpPr>
            <p:cNvPr id="6" name="Heart 5"/>
            <p:cNvSpPr/>
            <p:nvPr/>
          </p:nvSpPr>
          <p:spPr>
            <a:xfrm>
              <a:off x="5821527" y="5239512"/>
              <a:ext cx="548640" cy="493776"/>
            </a:xfrm>
            <a:prstGeom prst="heart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군고구마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FIRST BIRTHDAY</a:t>
            </a:r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첫 번째 생일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가족사진 한 장은 꼭 남기려 합니다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0000. 00. 00</a:t>
            </a:r>
          </a:p>
          <a:p>
            <a:r>
              <a:rPr lang="ko-KR"/>
              <a:t>장소를 입력하세요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아기를 소개합니다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아기 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1C157-F85C-455F-85A9-D805704DC3A4}" type="slidenum">
              <a:rPr lang="en-US"/>
              <a:t>‹#›</a:t>
            </a:fld>
            <a:endParaRPr lang="en-US"/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4937759" y="1828800"/>
          <a:ext cx="6522415" cy="39502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800"/>
                <a:gridCol w="469361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생일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키 · 몸무게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좋아하는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별명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부모의 마음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edg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첫 번째 생일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5227167" cy="434340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대표 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5227167" cy="4343400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6233007" y="1828800"/>
            <a:ext cx="5227167" cy="434340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대표 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6233007" y="1828800"/>
            <a:ext cx="5227167" cy="434340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C4F72-DBF9-4807-A494-7A6391C8F5A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edg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해의 순간들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89976-62C7-4DB2-AEC4-F0F83A4352EB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위쪽 띠"/>
            <p:cNvSpPr/>
            <p:nvPr/>
          </p:nvSpPr>
          <p:spPr>
            <a:xfrm>
              <a:off x="749808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번째</a:t>
              </a:r>
            </a:p>
          </p:txBody>
        </p:sp>
        <p:sp>
          <p:nvSpPr>
            <p:cNvPr id="10" name="카드 내용"/>
            <p:cNvSpPr txBox="1"/>
            <p:nvPr/>
          </p:nvSpPr>
          <p:spPr>
            <a:xfrm>
              <a:off x="914400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가장 좋아하는 순간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위쪽 띠"/>
            <p:cNvSpPr/>
            <p:nvPr/>
          </p:nvSpPr>
          <p:spPr>
            <a:xfrm>
              <a:off x="4417466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5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두 번째</a:t>
              </a:r>
            </a:p>
          </p:txBody>
        </p:sp>
        <p:sp>
          <p:nvSpPr>
            <p:cNvPr id="16" name="카드 내용"/>
            <p:cNvSpPr txBox="1"/>
            <p:nvPr/>
          </p:nvSpPr>
          <p:spPr>
            <a:xfrm>
              <a:off x="4582058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가장 웃은 순간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위쪽 띠"/>
            <p:cNvSpPr/>
            <p:nvPr/>
          </p:nvSpPr>
          <p:spPr>
            <a:xfrm>
              <a:off x="8085124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21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세 번째</a:t>
              </a:r>
            </a:p>
          </p:txBody>
        </p:sp>
        <p:sp>
          <p:nvSpPr>
            <p:cNvPr id="22" name="카드 내용"/>
            <p:cNvSpPr txBox="1"/>
            <p:nvPr/>
          </p:nvSpPr>
          <p:spPr>
            <a:xfrm>
              <a:off x="8249716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가장 크게 자란 순간</a:t>
              </a:r>
            </a:p>
          </p:txBody>
        </p:sp>
      </p:grp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PHOTOS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사진 모음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3463975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463975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6196431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196431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8928887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8928887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731520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731520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3463975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3463975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9" name="사진 바탕 7"/>
          <p:cNvSpPr/>
          <p:nvPr/>
        </p:nvSpPr>
        <p:spPr>
          <a:xfrm>
            <a:off x="6196431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7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9" sz="quarter"/>
          </p:nvPr>
        </p:nvSpPr>
        <p:spPr>
          <a:xfrm>
            <a:off x="6196431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20" name="사진 바탕 8"/>
          <p:cNvSpPr/>
          <p:nvPr/>
        </p:nvSpPr>
        <p:spPr>
          <a:xfrm>
            <a:off x="8928887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8</a:t>
            </a:r>
          </a:p>
        </p:txBody>
      </p:sp>
      <p:sp>
        <p:nvSpPr>
          <p:cNvPr id="11" name="Picture Placeholder 10" descr="사진 자리 — 아이콘을 누르면 사진을 넣을 수 있어요"/>
          <p:cNvSpPr>
            <a:spLocks noGrp="1"/>
          </p:cNvSpPr>
          <p:nvPr>
            <p:ph type="pic" idx="20" sz="quarter"/>
          </p:nvPr>
        </p:nvSpPr>
        <p:spPr>
          <a:xfrm>
            <a:off x="8928887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6E591-B16E-4DBB-A1AA-C3AD9A3A694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edg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군고구마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FIRST BIRTHDAY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아이가 한 살이 되었습니다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부모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돌잔치 슬라이드(사진 중심)">
  <a:themeElements>
    <a:clrScheme name="돌잔치 슬라이드(사진 중심)">
      <a:dk1>
        <a:srgbClr val="2B2724"/>
      </a:dk1>
      <a:lt1>
        <a:srgbClr val="FFFFFF"/>
      </a:lt1>
      <a:dk2>
        <a:srgbClr val="62643A"/>
      </a:dk2>
      <a:lt2>
        <a:srgbClr val="F5E9E2"/>
      </a:lt2>
      <a:accent1>
        <a:srgbClr val="CF9B7C"/>
      </a:accent1>
      <a:accent2>
        <a:srgbClr val="83BE99"/>
      </a:accent2>
      <a:accent3>
        <a:srgbClr val="4E392C"/>
      </a:accent3>
      <a:accent4>
        <a:srgbClr val="F0D9CB"/>
      </a:accent4>
      <a:accent5>
        <a:srgbClr val="C8E0A3"/>
      </a:accent5>
      <a:accent6>
        <a:srgbClr val="E6BCD1"/>
      </a:accent6>
      <a:hlink>
        <a:srgbClr val="62643A"/>
      </a:hlink>
      <a:folHlink>
        <a:srgbClr val="4E392C"/>
      </a:folHlink>
    </a:clrScheme>
    <a:fontScheme name="돌잔치 슬라이드(사진 중심)">
      <a:majorFont>
        <a:latin typeface="Constantia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슬라이드(사진 중심)</dc:title>
  <dc:subject>돌잔치 슬라이드 · 사진 중심</dc:subject>
  <dc:creator>우체국보험 상담 안내</dc:creator>
  <cp:keywords>돌잔치,첫돌,PPT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