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116A971-FA17-4A44-A30C-0BD5E31A051F}">
          <p14:sldIdLst>
            <p14:sldId id="256"/>
          </p14:sldIdLst>
        </p14:section>
        <p14:section name="본문" id="{8C5BE865-1CF5-482B-9814-6154D719F26A}">
          <p14:sldIdLst>
            <p14:sldId id="257"/>
            <p14:sldId id="258"/>
            <p14:sldId id="259"/>
            <p14:sldId id="260"/>
          </p14:sldIdLst>
        </p14:section>
        <p14:section name="마무리" id="{E0F2B28F-2F9A-4D47-84C6-0CD44F51CD0E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5-Point Star 8"/>
            <p:cNvSpPr/>
            <p:nvPr/>
          </p:nvSpPr>
          <p:spPr>
            <a:xfrm>
              <a:off x="5844387" y="205739"/>
              <a:ext cx="502920" cy="5029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CB7364A-E4CA-4EBE-95DE-76D74F894397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5-Point Star 3"/>
            <p:cNvSpPr/>
            <p:nvPr/>
          </p:nvSpPr>
          <p:spPr>
            <a:xfrm>
              <a:off x="5958687" y="1344168"/>
              <a:ext cx="274320" cy="2743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5-Point Star 8"/>
            <p:cNvSpPr/>
            <p:nvPr/>
          </p:nvSpPr>
          <p:spPr>
            <a:xfrm>
              <a:off x="5844387" y="205739"/>
              <a:ext cx="502920" cy="5029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22593A9-AD24-4365-9FDA-6FDCFDA2962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5-Point Star 3"/>
            <p:cNvSpPr/>
            <p:nvPr/>
          </p:nvSpPr>
          <p:spPr>
            <a:xfrm>
              <a:off x="5958687" y="1344168"/>
              <a:ext cx="274320" cy="2743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F8D624A-838C-4579-BDE2-B40E7727341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5821527" y="5212080"/>
              <a:ext cx="548640" cy="548640"/>
            </a:xfrm>
            <a:prstGeom prst="star5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열두 달 동안 이만큼 자랐습니다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A761-A1F4-4492-B7E9-5D40CC4057F3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6A123-9865-41D3-8601-B385103BEF61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7" name="점"/>
            <p:cNvSpPr/>
            <p:nvPr/>
          </p:nvSpPr>
          <p:spPr>
            <a:xfrm>
              <a:off x="160321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2" name="점"/>
            <p:cNvSpPr/>
            <p:nvPr/>
          </p:nvSpPr>
          <p:spPr>
            <a:xfrm>
              <a:off x="3748948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7" name="점"/>
            <p:cNvSpPr/>
            <p:nvPr/>
          </p:nvSpPr>
          <p:spPr>
            <a:xfrm>
              <a:off x="5894679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2" name="점"/>
            <p:cNvSpPr/>
            <p:nvPr/>
          </p:nvSpPr>
          <p:spPr>
            <a:xfrm>
              <a:off x="8040410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6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7" name="점"/>
            <p:cNvSpPr/>
            <p:nvPr/>
          </p:nvSpPr>
          <p:spPr>
            <a:xfrm>
              <a:off x="1018614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29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0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E41C-9D28-43E2-AF80-347E0606716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0756E-72D7-4056-94DF-F36FE5EB4ED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64523A"/>
      </a:dk2>
      <a:lt2>
        <a:srgbClr val="F9E4ED"/>
      </a:lt2>
      <a:accent1>
        <a:srgbClr val="D8739D"/>
      </a:accent1>
      <a:accent2>
        <a:srgbClr val="7CC5A7"/>
      </a:accent2>
      <a:accent3>
        <a:srgbClr val="4E2C3A"/>
      </a:accent3>
      <a:accent4>
        <a:srgbClr val="F4C7DA"/>
      </a:accent4>
      <a:accent5>
        <a:srgbClr val="E0C9A3"/>
      </a:accent5>
      <a:accent6>
        <a:srgbClr val="DABCE6"/>
      </a:accent6>
      <a:hlink>
        <a:srgbClr val="64523A"/>
      </a:hlink>
      <a:folHlink>
        <a:srgbClr val="4E2C3A"/>
      </a:folHlink>
    </a:clrScheme>
    <a:fontScheme name="돌잔치 슬라이드(성장 기록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