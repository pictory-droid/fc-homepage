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E8F4507-50AC-4D86-AFFC-254132DEFFC9}">
          <p14:sldIdLst>
            <p14:sldId id="256"/>
          </p14:sldIdLst>
        </p14:section>
        <p14:section name="본문" id="{F9866A2F-BDF6-497C-8E5E-9E30D70D08F5}">
          <p14:sldIdLst>
            <p14:sldId id="257"/>
            <p14:sldId id="258"/>
            <p14:sldId id="259"/>
            <p14:sldId id="260"/>
          </p14:sldIdLst>
        </p14:section>
        <p14:section name="마무리" id="{6AA53545-7E28-4194-90AF-81D8BE6E8DF1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5F00FED-888D-482F-8809-B73F264E161C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0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4C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3A0E223-089A-4942-9B64-3B6E8945B11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A7EE92B-C1A9-4E08-8D88-1FCEDDC1894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BURGUNDY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잠투정 많던 아기가 이제 걷습니다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998F-23D8-463A-A732-DF9EDC199A85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0ADC-E920-4DA0-A130-9A1D4AC8049C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054291" cy="2788920"/>
            <a:chOff x="777240" y="3246120"/>
            <a:chExt cx="2054291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1개월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2922971" y="3246120"/>
            <a:ext cx="2054291" cy="2788920"/>
            <a:chOff x="2922971" y="3246120"/>
            <a:chExt cx="2054291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2922971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3개월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5068702" y="3246120"/>
            <a:ext cx="2054291" cy="2788920"/>
            <a:chOff x="5068702" y="3246120"/>
            <a:chExt cx="2054291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5068702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6개월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7214433" y="3246120"/>
            <a:ext cx="2054291" cy="2788920"/>
            <a:chOff x="7214433" y="3246120"/>
            <a:chExt cx="2054291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7214433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9개월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5"/>
          <p:cNvGrpSpPr/>
          <p:nvPr/>
        </p:nvGrpSpPr>
        <p:grpSpPr>
          <a:xfrm>
            <a:off x="9360164" y="3246120"/>
            <a:ext cx="2054291" cy="2788920"/>
            <a:chOff x="9360164" y="3246120"/>
            <a:chExt cx="2054291" cy="2788920"/>
          </a:xfrm>
        </p:grpSpPr>
        <p:sp>
          <p:nvSpPr>
            <p:cNvPr id="22" name="단계 화살표"/>
            <p:cNvSpPr/>
            <p:nvPr/>
          </p:nvSpPr>
          <p:spPr>
            <a:xfrm>
              <a:off x="9360164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12개월</a:t>
              </a:r>
            </a:p>
          </p:txBody>
        </p:sp>
        <p:sp>
          <p:nvSpPr>
            <p:cNvPr id="23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24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BF675-2BFF-42BF-8D1A-5F8A8FCDFC1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2D2B1-8F61-4CB3-BDC2-5613D142EFB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BURGUNDY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48373D"/>
      </a:dk1>
      <a:lt1>
        <a:srgbClr val="FDFBFA"/>
      </a:lt1>
      <a:dk2>
        <a:srgbClr val="3E1220"/>
      </a:dk2>
      <a:lt2>
        <a:srgbClr val="F8F2EC"/>
      </a:lt2>
      <a:accent1>
        <a:srgbClr val="6E1F33"/>
      </a:accent1>
      <a:accent2>
        <a:srgbClr val="B08D57"/>
      </a:accent2>
      <a:accent3>
        <a:srgbClr val="8C737B"/>
      </a:accent3>
      <a:accent4>
        <a:srgbClr val="DCC8C7"/>
      </a:accent4>
      <a:accent5>
        <a:srgbClr val="C0A064"/>
      </a:accent5>
      <a:accent6>
        <a:srgbClr val="D0BA9A"/>
      </a:accent6>
      <a:hlink>
        <a:srgbClr val="3E1220"/>
      </a:hlink>
      <a:folHlink>
        <a:srgbClr val="8C737B"/>
      </a:folHlink>
    </a:clrScheme>
    <a:fontScheme name="돌잔치 슬라이드(성장 기록 중심)">
      <a:majorFont>
        <a:latin typeface="Book Antiqu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