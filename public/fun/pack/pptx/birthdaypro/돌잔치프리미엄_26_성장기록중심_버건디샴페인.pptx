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12C281CD-C894-4A3C-84BC-A0A3F0A7F90D}">
          <p14:sldIdLst>
            <p14:sldId id="256"/>
          </p14:sldIdLst>
        </p14:section>
        <p14:section name="본문" id="{D3EFA6CC-54A0-4CB2-B473-CFAB14072928}">
          <p14:sldIdLst>
            <p14:sldId id="257"/>
            <p14:sldId id="258"/>
            <p14:sldId id="259"/>
            <p14:sldId id="260"/>
          </p14:sldIdLst>
        </p14:section>
        <p14:section name="마무리" id="{F3721196-F0B7-4A77-8065-ECB1AD5CC2BF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키(cm)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3개월</c:v>
                </c:pt>
                <c:pt idx="1">
                  <c:v>6개월</c:v>
                </c:pt>
                <c:pt idx="2">
                  <c:v>9개월</c:v>
                </c:pt>
                <c:pt idx="3">
                  <c:v>12개월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68</c:v>
                </c:pt>
                <c:pt idx="2">
                  <c:v>73</c:v>
                </c:pt>
                <c:pt idx="3">
                  <c:v>76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274246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166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80086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83006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2103046" y="2606040"/>
            <a:ext cx="1645920" cy="1645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2560246" y="3063240"/>
            <a:ext cx="731520" cy="731520"/>
            <a:chOff x="2560246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2560246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-91513" y="3429000"/>
            <a:ext cx="6035039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4838500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578C5506-4B74-41CC-9E58-DFC6905A7354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6E0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FC4C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274246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166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80086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83006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2103046" y="2606040"/>
            <a:ext cx="1645920" cy="164592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2560246" y="3063240"/>
            <a:ext cx="731520" cy="731520"/>
            <a:chOff x="2560246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2560246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-91513" y="3429000"/>
            <a:ext cx="6035039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4838500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19278C59-A017-4E20-B8CD-9741738417DD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77EC699E-8917-423E-9975-127ED2C5899F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BURGUNDY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잠투정 많던 아기가 이제 걷습니다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0000. 00. 00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BD92C6-77E1-446A-8FED-B7959D3F9FC0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해 성장 기록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12FA9-CC53-4A89-BCE1-A6DF4543A34C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054291" cy="2788920"/>
            <a:chOff x="777240" y="3246120"/>
            <a:chExt cx="2054291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054291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1개월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처음 눈을 맞춘 날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2922971" y="3246120"/>
            <a:ext cx="2054291" cy="2788920"/>
            <a:chOff x="2922971" y="3246120"/>
            <a:chExt cx="2054291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2922971" y="3246120"/>
              <a:ext cx="2054291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3개월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2968691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처음 웃은 날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2968691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5068702" y="3246120"/>
            <a:ext cx="2054291" cy="2788920"/>
            <a:chOff x="5068702" y="3246120"/>
            <a:chExt cx="2054291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5068702" y="3246120"/>
              <a:ext cx="2054291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6개월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5114422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뒤집기 성공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5114422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7214433" y="3246120"/>
            <a:ext cx="2054291" cy="2788920"/>
            <a:chOff x="7214433" y="3246120"/>
            <a:chExt cx="2054291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7214433" y="3246120"/>
              <a:ext cx="2054291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9개월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7260153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첫 이유식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7260153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21" name="때 5"/>
          <p:cNvGrpSpPr/>
          <p:nvPr/>
        </p:nvGrpSpPr>
        <p:grpSpPr>
          <a:xfrm>
            <a:off x="9360164" y="3246120"/>
            <a:ext cx="2054291" cy="2788920"/>
            <a:chOff x="9360164" y="3246120"/>
            <a:chExt cx="2054291" cy="2788920"/>
          </a:xfrm>
        </p:grpSpPr>
        <p:sp>
          <p:nvSpPr>
            <p:cNvPr id="22" name="단계 화살표"/>
            <p:cNvSpPr/>
            <p:nvPr/>
          </p:nvSpPr>
          <p:spPr>
            <a:xfrm>
              <a:off x="9360164" y="3246120"/>
              <a:ext cx="2054291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12개월</a:t>
              </a:r>
            </a:p>
          </p:txBody>
        </p:sp>
        <p:sp>
          <p:nvSpPr>
            <p:cNvPr id="23" name="제목"/>
            <p:cNvSpPr txBox="1"/>
            <p:nvPr/>
          </p:nvSpPr>
          <p:spPr>
            <a:xfrm>
              <a:off x="9405884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첫 걸음</a:t>
              </a:r>
            </a:p>
          </p:txBody>
        </p:sp>
        <p:sp>
          <p:nvSpPr>
            <p:cNvPr id="24" name="내용"/>
            <p:cNvSpPr txBox="1"/>
            <p:nvPr/>
          </p:nvSpPr>
          <p:spPr>
            <a:xfrm>
              <a:off x="9405884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800"/>
                            </p:stCondLst>
                            <p:childTnLst>
                              <p:par>
                                <p:cTn id="2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키와 몸무게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A18D2D-4E79-4EA2-9E7D-69717A2EB51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10728655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351215" y="1828800"/>
            <a:ext cx="31089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 — 차트를 우클릭해 고치세요</a:t>
            </a:r>
          </a:p>
        </p:txBody>
      </p:sp>
    </p:spTree>
  </p:cSld>
  <p:clrMapOvr>
    <a:masterClrMapping/>
  </p:clrMapOvr>
  <p:transition spd="med">
    <p:cover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CF8AB-2F28-4885-BCA1-DEA098FD46D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BURGUNDY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성장 기록 중심)">
  <a:themeElements>
    <a:clrScheme name="돌잔치 슬라이드(성장 기록 중심)">
      <a:dk1>
        <a:srgbClr val="48373D"/>
      </a:dk1>
      <a:lt1>
        <a:srgbClr val="FDFBFA"/>
      </a:lt1>
      <a:dk2>
        <a:srgbClr val="3E1220"/>
      </a:dk2>
      <a:lt2>
        <a:srgbClr val="F8F2EC"/>
      </a:lt2>
      <a:accent1>
        <a:srgbClr val="6E1F33"/>
      </a:accent1>
      <a:accent2>
        <a:srgbClr val="B08D57"/>
      </a:accent2>
      <a:accent3>
        <a:srgbClr val="8C737B"/>
      </a:accent3>
      <a:accent4>
        <a:srgbClr val="DCC8C7"/>
      </a:accent4>
      <a:accent5>
        <a:srgbClr val="C0A064"/>
      </a:accent5>
      <a:accent6>
        <a:srgbClr val="D0BA9A"/>
      </a:accent6>
      <a:hlink>
        <a:srgbClr val="3E1220"/>
      </a:hlink>
      <a:folHlink>
        <a:srgbClr val="8C737B"/>
      </a:folHlink>
    </a:clrScheme>
    <a:fontScheme name="돌잔치 슬라이드(성장 기록 중심)">
      <a:majorFont>
        <a:latin typeface="Book Antiqu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>돌잔치 슬라이드 · 성장 기록 중심</dc:subject>
  <dc:creator>우체국보험 상담 안내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