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CF606D6-2C6D-4776-8156-8665D2B051B3}">
          <p14:sldIdLst>
            <p14:sldId id="256"/>
          </p14:sldIdLst>
        </p14:section>
        <p14:section name="본문" id="{E517C259-8990-43CD-9F42-FD75CFC2A88E}">
          <p14:sldIdLst>
            <p14:sldId id="257"/>
            <p14:sldId id="258"/>
            <p14:sldId id="259"/>
            <p14:sldId id="260"/>
          </p14:sldIdLst>
        </p14:section>
        <p14:section name="마무리" id="{5BC8920F-27DC-41F0-9E20-A628B2C05CB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6D1B8FF3-88B2-4AE0-B59B-024632EC3A58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0CC7E731-3685-4832-805A-48ED20D98AE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58C6F08-6CC6-491A-BFE1-59F7DD07941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결과는 사진으로 남겨 두겠습니다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93F5-CC5C-4024-BB13-A26229D47C04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954DE-D1AB-48CF-BC30-5BCF16FC05A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3619423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6370167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 txBox="1"/>
            <p:nvPr/>
          </p:nvSpPr>
          <p:spPr>
            <a:xfrm>
              <a:off x="9120911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C61B-6AD0-4BFF-8970-8FF546D5305E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5A510-3C43-47CF-BCC1-523870A3BD3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56643A"/>
      </a:dk2>
      <a:lt2>
        <a:srgbClr val="F5EFE2"/>
      </a:lt2>
      <a:accent1>
        <a:srgbClr val="CFB47C"/>
      </a:accent1>
      <a:accent2>
        <a:srgbClr val="83BEAA"/>
      </a:accent2>
      <a:accent3>
        <a:srgbClr val="4E432C"/>
      </a:accent3>
      <a:accent4>
        <a:srgbClr val="F0E4CB"/>
      </a:accent4>
      <a:accent5>
        <a:srgbClr val="B6E0A3"/>
      </a:accent5>
      <a:accent6>
        <a:srgbClr val="E6BCC5"/>
      </a:accent6>
      <a:hlink>
        <a:srgbClr val="56643A"/>
      </a:hlink>
      <a:folHlink>
        <a:srgbClr val="4E432C"/>
      </a:folHlink>
    </a:clrScheme>
    <a:fontScheme name="돌잔치 슬라이드(돌잡이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