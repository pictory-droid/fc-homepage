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F6CB44A-0E80-4368-8BF9-664992B00EC3}">
          <p14:sldIdLst>
            <p14:sldId id="256"/>
          </p14:sldIdLst>
        </p14:section>
        <p14:section name="본문" id="{64557643-18D5-436F-808F-F6D8086AD9D7}">
          <p14:sldIdLst>
            <p14:sldId id="257"/>
            <p14:sldId id="258"/>
            <p14:sldId id="259"/>
            <p14:sldId id="260"/>
          </p14:sldIdLst>
        </p14:section>
        <p14:section name="마무리" id="{F27B5A47-4A8E-4004-820B-AA81F6588E7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Sun 10"/>
            <p:cNvSpPr/>
            <p:nvPr/>
          </p:nvSpPr>
          <p:spPr>
            <a:xfrm>
              <a:off x="5867247" y="1143000"/>
              <a:ext cx="457200" cy="45720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5A068829-E04B-425C-9FC8-C4D2849812F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Sun 10"/>
            <p:cNvSpPr/>
            <p:nvPr/>
          </p:nvSpPr>
          <p:spPr>
            <a:xfrm>
              <a:off x="5867247" y="1143000"/>
              <a:ext cx="457200" cy="45720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0D83545-F8F2-406E-B71A-EDD9B94D00F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41174196-24E7-4FE0-8F7E-9F7973D13FF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Sun 6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이유식 먹던 날이 엊그제 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B44CF-8952-45E3-8081-FC507646E7D5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04288-ACFA-4DEA-88CC-C5FBA7D005F7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7" name="때 1"/>
          <p:cNvGrpSpPr/>
          <p:nvPr/>
        </p:nvGrpSpPr>
        <p:grpSpPr>
          <a:xfrm>
            <a:off x="777240" y="2651760"/>
            <a:ext cx="2054291" cy="3383280"/>
            <a:chOff x="777240" y="2651760"/>
            <a:chExt cx="2054291" cy="3383280"/>
          </a:xfrm>
        </p:grpSpPr>
        <p:sp>
          <p:nvSpPr>
            <p:cNvPr id="8" name="점"/>
            <p:cNvSpPr/>
            <p:nvPr/>
          </p:nvSpPr>
          <p:spPr>
            <a:xfrm>
              <a:off x="160321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777240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2922971" y="2651760"/>
            <a:ext cx="2054291" cy="3383280"/>
            <a:chOff x="2922971" y="2651760"/>
            <a:chExt cx="2054291" cy="3383280"/>
          </a:xfrm>
        </p:grpSpPr>
        <p:sp>
          <p:nvSpPr>
            <p:cNvPr id="13" name="점"/>
            <p:cNvSpPr/>
            <p:nvPr/>
          </p:nvSpPr>
          <p:spPr>
            <a:xfrm>
              <a:off x="3748948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2922971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5068702" y="2651760"/>
            <a:ext cx="2054291" cy="3383280"/>
            <a:chOff x="5068702" y="2651760"/>
            <a:chExt cx="2054291" cy="3383280"/>
          </a:xfrm>
        </p:grpSpPr>
        <p:sp>
          <p:nvSpPr>
            <p:cNvPr id="18" name="점"/>
            <p:cNvSpPr/>
            <p:nvPr/>
          </p:nvSpPr>
          <p:spPr>
            <a:xfrm>
              <a:off x="5894679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5068702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7214433" y="2651760"/>
            <a:ext cx="2054291" cy="3383280"/>
            <a:chOff x="7214433" y="2651760"/>
            <a:chExt cx="2054291" cy="3383280"/>
          </a:xfrm>
        </p:grpSpPr>
        <p:sp>
          <p:nvSpPr>
            <p:cNvPr id="23" name="점"/>
            <p:cNvSpPr/>
            <p:nvPr/>
          </p:nvSpPr>
          <p:spPr>
            <a:xfrm>
              <a:off x="8040410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7214433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7" name="때 5"/>
          <p:cNvGrpSpPr/>
          <p:nvPr/>
        </p:nvGrpSpPr>
        <p:grpSpPr>
          <a:xfrm>
            <a:off x="9360164" y="2651760"/>
            <a:ext cx="2054291" cy="3383280"/>
            <a:chOff x="9360164" y="2651760"/>
            <a:chExt cx="2054291" cy="3383280"/>
          </a:xfrm>
        </p:grpSpPr>
        <p:sp>
          <p:nvSpPr>
            <p:cNvPr id="28" name="점"/>
            <p:cNvSpPr/>
            <p:nvPr/>
          </p:nvSpPr>
          <p:spPr>
            <a:xfrm>
              <a:off x="1018614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때"/>
            <p:cNvSpPr txBox="1"/>
            <p:nvPr/>
          </p:nvSpPr>
          <p:spPr>
            <a:xfrm>
              <a:off x="9360164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30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1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3751-814C-49DE-8213-D5CB18C752A5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1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9A3-CD28-4CC3-ADD0-1802A95E5A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4A643A"/>
      </a:dk2>
      <a:lt2>
        <a:srgbClr val="F5F2E2"/>
      </a:lt2>
      <a:accent1>
        <a:srgbClr val="CFBF7C"/>
      </a:accent1>
      <a:accent2>
        <a:srgbClr val="83ACBE"/>
      </a:accent2>
      <a:accent3>
        <a:srgbClr val="4E472C"/>
      </a:accent3>
      <a:accent4>
        <a:srgbClr val="F0E9CB"/>
      </a:accent4>
      <a:accent5>
        <a:srgbClr val="ADE0A3"/>
      </a:accent5>
      <a:accent6>
        <a:srgbClr val="E6BCBF"/>
      </a:accent6>
      <a:hlink>
        <a:srgbClr val="4A643A"/>
      </a:hlink>
      <a:folHlink>
        <a:srgbClr val="4E472C"/>
      </a:folHlink>
    </a:clrScheme>
    <a:fontScheme name="돌잔치 슬라이드(성장 기록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