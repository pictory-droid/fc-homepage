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EAF0223-F85F-421E-842F-077B162FD921}">
          <p14:sldIdLst>
            <p14:sldId id="256"/>
          </p14:sldIdLst>
        </p14:section>
        <p14:section name="본문" id="{3E0C859E-47A8-424A-ABDA-651F562DA044}">
          <p14:sldIdLst>
            <p14:sldId id="257"/>
            <p14:sldId id="258"/>
            <p14:sldId id="259"/>
            <p14:sldId id="260"/>
          </p14:sldIdLst>
        </p14:section>
        <p14:section name="마무리" id="{D4EA20F2-42B0-4BFC-BF6A-6CB6B7871CC5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325858FF-B1AA-4D61-AA7E-0B71612FC60F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D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E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4F537E7F-2674-4347-828E-4DF61D0B2E1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2145ACA9-9808-4D0C-8041-2C1CF8068B4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첫 눈을 보여 주러 안고 나갔던 날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A0CE-95E9-4911-8AA0-DF62161199CC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AC738-1B6E-43E1-ADB5-8150BFEC2E18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임신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출산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만남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집으로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9C9C4-E36A-4096-8E04-13DB2007C31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E51A3-18A2-4BAF-96DF-0623088043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373E48"/>
      </a:dk1>
      <a:lt1>
        <a:srgbClr val="FEFDFB"/>
      </a:lt1>
      <a:dk2>
        <a:srgbClr val="2C4468"/>
      </a:dk2>
      <a:lt2>
        <a:srgbClr val="FBF9F2"/>
      </a:lt2>
      <a:accent1>
        <a:srgbClr val="8DB6E0"/>
      </a:accent1>
      <a:accent2>
        <a:srgbClr val="F0C7A9"/>
      </a:accent2>
      <a:accent3>
        <a:srgbClr val="55647A"/>
      </a:accent3>
      <a:accent4>
        <a:srgbClr val="E5ECEE"/>
      </a:accent4>
      <a:accent5>
        <a:srgbClr val="C9BFA6"/>
      </a:accent5>
      <a:accent6>
        <a:srgbClr val="F5DECA"/>
      </a:accent6>
      <a:hlink>
        <a:srgbClr val="2C4468"/>
      </a:hlink>
      <a:folHlink>
        <a:srgbClr val="55647A"/>
      </a:folHlink>
    </a:clrScheme>
    <a:fontScheme name="돌잔치 슬라이드(첫 번째 이야기 중심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