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F26E0746-74F0-414A-9C98-665062FB2EBD}">
          <p14:sldIdLst>
            <p14:sldId id="256"/>
          </p14:sldIdLst>
        </p14:section>
        <p14:section name="본문" id="{C4B55491-10D7-43B0-9A09-92574D883338}">
          <p14:sldIdLst>
            <p14:sldId id="257"/>
            <p14:sldId id="258"/>
            <p14:sldId id="259"/>
            <p14:sldId id="260"/>
          </p14:sldIdLst>
        </p14:section>
        <p14:section name="마무리" id="{0D0D37AB-E3B3-4304-B0C9-0C42C036E25C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926561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1127729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1">
              <a:alpha val="100000"/>
            </a:schemeClr>
          </a:solidFill>
          <a:ln w="63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835121" y="5330952"/>
            <a:ext cx="585216" cy="58521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274320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3444087" y="594360"/>
            <a:ext cx="5303520" cy="8686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821527" y="6172200"/>
            <a:ext cx="548640" cy="5486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0">
                <a:solidFill>
                  <a:srgbClr val="1A1613"/>
                </a:solidFill>
              </a:defRPr>
            </a:lvl1pPr>
          </a:lstStyle>
          <a:p>
            <a:fld id="{2C0CCB4C-0632-4A89-8DB9-03F5EF2E477D}" type="slidenum">
              <a:rPr lang="en-US"/>
              <a:t>‹#›</a:t>
            </a:fld>
          </a:p>
        </p:txBody>
      </p:sp>
      <p:sp>
        <p:nvSpPr>
          <p:cNvPr id="2" name="제목 알약"/>
          <p:cNvSpPr/>
          <p:nvPr/>
        </p:nvSpPr>
        <p:spPr>
          <a:xfrm>
            <a:off x="3169767" y="594360"/>
            <a:ext cx="5852160" cy="86868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1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" name="점"/>
          <p:cNvSpPr/>
          <p:nvPr/>
        </p:nvSpPr>
        <p:spPr>
          <a:xfrm>
            <a:off x="64922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점"/>
          <p:cNvSpPr/>
          <p:nvPr/>
        </p:nvSpPr>
        <p:spPr>
          <a:xfrm>
            <a:off x="1014983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점"/>
          <p:cNvSpPr/>
          <p:nvPr/>
        </p:nvSpPr>
        <p:spPr>
          <a:xfrm>
            <a:off x="11012119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점"/>
          <p:cNvSpPr/>
          <p:nvPr/>
        </p:nvSpPr>
        <p:spPr>
          <a:xfrm>
            <a:off x="11377879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쪽 번호 원"/>
          <p:cNvSpPr/>
          <p:nvPr/>
        </p:nvSpPr>
        <p:spPr>
          <a:xfrm>
            <a:off x="5821527" y="6172200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ADDE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8BEC7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926561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1127729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835121" y="5330952"/>
            <a:ext cx="585216" cy="585216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274320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3444087" y="594360"/>
            <a:ext cx="5303520" cy="8686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821527" y="6172200"/>
            <a:ext cx="548640" cy="5486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0">
                <a:solidFill>
                  <a:srgbClr val="1A1613"/>
                </a:solidFill>
              </a:defRPr>
            </a:lvl1pPr>
          </a:lstStyle>
          <a:p>
            <a:fld id="{B06AED7D-4CE0-4D77-9386-631E20C0CF01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제목 알약"/>
          <p:cNvSpPr/>
          <p:nvPr/>
        </p:nvSpPr>
        <p:spPr>
          <a:xfrm>
            <a:off x="3169767" y="594360"/>
            <a:ext cx="5852160" cy="86868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1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" name="점"/>
          <p:cNvSpPr/>
          <p:nvPr/>
        </p:nvSpPr>
        <p:spPr>
          <a:xfrm>
            <a:off x="64922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점"/>
          <p:cNvSpPr/>
          <p:nvPr/>
        </p:nvSpPr>
        <p:spPr>
          <a:xfrm>
            <a:off x="1014983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점"/>
          <p:cNvSpPr/>
          <p:nvPr/>
        </p:nvSpPr>
        <p:spPr>
          <a:xfrm>
            <a:off x="11012119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점"/>
          <p:cNvSpPr/>
          <p:nvPr/>
        </p:nvSpPr>
        <p:spPr>
          <a:xfrm>
            <a:off x="11377879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쪽 번호 원"/>
          <p:cNvSpPr/>
          <p:nvPr/>
        </p:nvSpPr>
        <p:spPr>
          <a:xfrm>
            <a:off x="5821527" y="6172200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274320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821527" y="6172200"/>
            <a:ext cx="548640" cy="5486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0">
                <a:solidFill>
                  <a:srgbClr val="1A1613"/>
                </a:solidFill>
              </a:defRPr>
            </a:lvl1pPr>
          </a:lstStyle>
          <a:p>
            <a:fld id="{354DCA57-71B8-4AB1-8BC9-2AE43137112D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점"/>
          <p:cNvSpPr/>
          <p:nvPr/>
        </p:nvSpPr>
        <p:spPr>
          <a:xfrm>
            <a:off x="64922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점"/>
          <p:cNvSpPr/>
          <p:nvPr/>
        </p:nvSpPr>
        <p:spPr>
          <a:xfrm>
            <a:off x="1014983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점"/>
          <p:cNvSpPr/>
          <p:nvPr/>
        </p:nvSpPr>
        <p:spPr>
          <a:xfrm>
            <a:off x="11012119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점"/>
          <p:cNvSpPr/>
          <p:nvPr/>
        </p:nvSpPr>
        <p:spPr>
          <a:xfrm>
            <a:off x="11377879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쪽 번호 원"/>
          <p:cNvSpPr/>
          <p:nvPr/>
        </p:nvSpPr>
        <p:spPr>
          <a:xfrm>
            <a:off x="5821527" y="6172200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8" name="Diamond 7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11" name="Connector 10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12" name="Diamond 11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  ·  FIRST BIRTHDAY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첫 눈을 보여 주러 안고 나갔던 날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날짜 입력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D3B94C-740F-49A0-A731-75960F6A8DC2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태어난 날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5D4A86-5CFD-49F6-8C0F-0EFD5913B89F}" type="slidenum">
              <a:rPr lang="en-US"/>
              <a:t>‹#›</a:t>
            </a:fld>
            <a:endParaRPr lang="en-US"/>
          </a:p>
        </p:txBody>
      </p:sp>
      <p:cxnSp>
        <p:nvCxnSpPr>
          <p:cNvPr id="5" name="타임라인 선"/>
          <p:cNvCxnSpPr/>
          <p:nvPr/>
        </p:nvCxnSpPr>
        <p:spPr>
          <a:xfrm>
            <a:off x="731520" y="3493008"/>
            <a:ext cx="10728655" cy="0"/>
          </a:xfrm>
          <a:prstGeom prst="line">
            <a:avLst/>
          </a:prstGeom>
          <a:ln w="12700" cap="rnd">
            <a:solidFill>
              <a:schemeClr val="accent1"/>
            </a:solidFill>
          </a:ln>
        </p:spPr>
      </p:cxnSp>
      <p:grpSp>
        <p:nvGrpSpPr>
          <p:cNvPr id="6" name="때 1"/>
          <p:cNvGrpSpPr/>
          <p:nvPr/>
        </p:nvGrpSpPr>
        <p:grpSpPr>
          <a:xfrm>
            <a:off x="777240" y="2651760"/>
            <a:ext cx="2590723" cy="3383280"/>
            <a:chOff x="777240" y="2651760"/>
            <a:chExt cx="2590723" cy="3383280"/>
          </a:xfrm>
        </p:grpSpPr>
        <p:sp>
          <p:nvSpPr>
            <p:cNvPr id="7" name="점"/>
            <p:cNvSpPr/>
            <p:nvPr/>
          </p:nvSpPr>
          <p:spPr>
            <a:xfrm>
              <a:off x="1871433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때"/>
            <p:cNvSpPr txBox="1"/>
            <p:nvPr/>
          </p:nvSpPr>
          <p:spPr>
            <a:xfrm>
              <a:off x="777240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임신</a:t>
              </a:r>
            </a:p>
          </p:txBody>
        </p:sp>
        <p:sp>
          <p:nvSpPr>
            <p:cNvPr id="9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소식을 들은 날</a:t>
              </a:r>
            </a:p>
          </p:txBody>
        </p:sp>
        <p:sp>
          <p:nvSpPr>
            <p:cNvPr id="10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1" name="때 2"/>
          <p:cNvGrpSpPr/>
          <p:nvPr/>
        </p:nvGrpSpPr>
        <p:grpSpPr>
          <a:xfrm>
            <a:off x="3459403" y="2651760"/>
            <a:ext cx="2590723" cy="3383280"/>
            <a:chOff x="3459403" y="2651760"/>
            <a:chExt cx="2590723" cy="3383280"/>
          </a:xfrm>
        </p:grpSpPr>
        <p:sp>
          <p:nvSpPr>
            <p:cNvPr id="12" name="점"/>
            <p:cNvSpPr/>
            <p:nvPr/>
          </p:nvSpPr>
          <p:spPr>
            <a:xfrm>
              <a:off x="4553597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때"/>
            <p:cNvSpPr txBox="1"/>
            <p:nvPr/>
          </p:nvSpPr>
          <p:spPr>
            <a:xfrm>
              <a:off x="3459403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출산</a:t>
              </a:r>
            </a:p>
          </p:txBody>
        </p:sp>
        <p:sp>
          <p:nvSpPr>
            <p:cNvPr id="14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태어난 날</a:t>
              </a:r>
            </a:p>
          </p:txBody>
        </p:sp>
        <p:sp>
          <p:nvSpPr>
            <p:cNvPr id="15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6" name="때 3"/>
          <p:cNvGrpSpPr/>
          <p:nvPr/>
        </p:nvGrpSpPr>
        <p:grpSpPr>
          <a:xfrm>
            <a:off x="6141567" y="2651760"/>
            <a:ext cx="2590723" cy="3383280"/>
            <a:chOff x="6141567" y="2651760"/>
            <a:chExt cx="2590723" cy="3383280"/>
          </a:xfrm>
        </p:grpSpPr>
        <p:sp>
          <p:nvSpPr>
            <p:cNvPr id="17" name="점"/>
            <p:cNvSpPr/>
            <p:nvPr/>
          </p:nvSpPr>
          <p:spPr>
            <a:xfrm>
              <a:off x="7235761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때"/>
            <p:cNvSpPr txBox="1"/>
            <p:nvPr/>
          </p:nvSpPr>
          <p:spPr>
            <a:xfrm>
              <a:off x="6141567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만남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품에 안은 순간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21" name="때 4"/>
          <p:cNvGrpSpPr/>
          <p:nvPr/>
        </p:nvGrpSpPr>
        <p:grpSpPr>
          <a:xfrm>
            <a:off x="8823731" y="2651760"/>
            <a:ext cx="2590723" cy="3383280"/>
            <a:chOff x="8823731" y="2651760"/>
            <a:chExt cx="2590723" cy="3383280"/>
          </a:xfrm>
        </p:grpSpPr>
        <p:sp>
          <p:nvSpPr>
            <p:cNvPr id="22" name="점"/>
            <p:cNvSpPr/>
            <p:nvPr/>
          </p:nvSpPr>
          <p:spPr>
            <a:xfrm>
              <a:off x="9917925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때"/>
            <p:cNvSpPr txBox="1"/>
            <p:nvPr/>
          </p:nvSpPr>
          <p:spPr>
            <a:xfrm>
              <a:off x="8823731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집으로</a:t>
              </a:r>
            </a:p>
          </p:txBody>
        </p:sp>
        <p:sp>
          <p:nvSpPr>
            <p:cNvPr id="24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함께 돌아온 날</a:t>
              </a:r>
            </a:p>
          </p:txBody>
        </p:sp>
        <p:sp>
          <p:nvSpPr>
            <p:cNvPr id="25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첫 번째 순간들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B2C957-0EB1-40E4-A00A-9806076B847B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2476423" cy="3566160"/>
            <a:chOff x="731520" y="1828800"/>
            <a:chExt cx="2476423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웃음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019223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언제였나요?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3482263" y="1828800"/>
            <a:ext cx="2476423" cy="3566160"/>
            <a:chOff x="3482263" y="1828800"/>
            <a:chExt cx="2476423" cy="3566160"/>
          </a:xfrm>
        </p:grpSpPr>
        <p:sp>
          <p:nvSpPr>
            <p:cNvPr id="12" name="카드 바탕"/>
            <p:cNvSpPr/>
            <p:nvPr/>
          </p:nvSpPr>
          <p:spPr>
            <a:xfrm>
              <a:off x="3482263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3710863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3665143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뒤집기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3710863" y="3364991"/>
              <a:ext cx="2019224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3665143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언제였나요?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6233007" y="1828800"/>
            <a:ext cx="2476423" cy="3566160"/>
            <a:chOff x="6233007" y="1828800"/>
            <a:chExt cx="2476423" cy="3566160"/>
          </a:xfrm>
        </p:grpSpPr>
        <p:sp>
          <p:nvSpPr>
            <p:cNvPr id="18" name="카드 바탕"/>
            <p:cNvSpPr/>
            <p:nvPr/>
          </p:nvSpPr>
          <p:spPr>
            <a:xfrm>
              <a:off x="6233007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6461607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6415887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이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6461607" y="3364991"/>
              <a:ext cx="2019224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6415887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언제였나요?</a:t>
              </a:r>
            </a:p>
          </p:txBody>
        </p:sp>
      </p:grpSp>
      <p:grpSp>
        <p:nvGrpSpPr>
          <p:cNvPr id="23" name="카드 4"/>
          <p:cNvGrpSpPr/>
          <p:nvPr/>
        </p:nvGrpSpPr>
        <p:grpSpPr>
          <a:xfrm>
            <a:off x="8983751" y="1828800"/>
            <a:ext cx="2476423" cy="3566160"/>
            <a:chOff x="8983751" y="1828800"/>
            <a:chExt cx="2476423" cy="3566160"/>
          </a:xfrm>
        </p:grpSpPr>
        <p:sp>
          <p:nvSpPr>
            <p:cNvPr id="24" name="카드 바탕"/>
            <p:cNvSpPr/>
            <p:nvPr/>
          </p:nvSpPr>
          <p:spPr>
            <a:xfrm>
              <a:off x="8983751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번호 4"/>
            <p:cNvSpPr/>
            <p:nvPr/>
          </p:nvSpPr>
          <p:spPr>
            <a:xfrm>
              <a:off x="9212351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4</a:t>
              </a:r>
            </a:p>
          </p:txBody>
        </p:sp>
        <p:sp>
          <p:nvSpPr>
            <p:cNvPr id="26" name="카드 제목"/>
            <p:cNvSpPr txBox="1"/>
            <p:nvPr/>
          </p:nvSpPr>
          <p:spPr>
            <a:xfrm>
              <a:off x="9166631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걸음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9212351" y="3364991"/>
              <a:ext cx="2019224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8" name="카드 내용"/>
            <p:cNvSpPr txBox="1"/>
            <p:nvPr/>
          </p:nvSpPr>
          <p:spPr>
            <a:xfrm>
              <a:off x="9166631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언제였나요?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AC4617-2D44-49E6-9FCD-3A181C5789BE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  ·  FIRST BIRTHDAY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첫 번째 이야기 중심)">
  <a:themeElements>
    <a:clrScheme name="돌잔치 슬라이드(첫 번째 이야기 중심)">
      <a:dk1>
        <a:srgbClr val="373E48"/>
      </a:dk1>
      <a:lt1>
        <a:srgbClr val="FEFDFB"/>
      </a:lt1>
      <a:dk2>
        <a:srgbClr val="2C4468"/>
      </a:dk2>
      <a:lt2>
        <a:srgbClr val="FBF9F2"/>
      </a:lt2>
      <a:accent1>
        <a:srgbClr val="8DB6E0"/>
      </a:accent1>
      <a:accent2>
        <a:srgbClr val="F0C7A9"/>
      </a:accent2>
      <a:accent3>
        <a:srgbClr val="55647A"/>
      </a:accent3>
      <a:accent4>
        <a:srgbClr val="E5ECEE"/>
      </a:accent4>
      <a:accent5>
        <a:srgbClr val="C9BFA6"/>
      </a:accent5>
      <a:accent6>
        <a:srgbClr val="F5DECA"/>
      </a:accent6>
      <a:hlink>
        <a:srgbClr val="2C4468"/>
      </a:hlink>
      <a:folHlink>
        <a:srgbClr val="55647A"/>
      </a:folHlink>
    </a:clrScheme>
    <a:fontScheme name="돌잔치 슬라이드(첫 번째 이야기 중심)">
      <a:majorFont>
        <a:latin typeface="Georgi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슬라이드(첫 번째 이야기 중심)</dc:title>
  <dc:subject>돌잔치 슬라이드 · 첫 번째 이야기 중심</dc:subject>
  <dc:creator>반딧불이의 곳간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