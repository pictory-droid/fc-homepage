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3E38ADA-55FF-44D3-82E6-6619E6F85AF7}">
          <p14:sldIdLst>
            <p14:sldId id="256"/>
          </p14:sldIdLst>
        </p14:section>
        <p14:section name="본문" id="{5F9C2537-D8E4-4B82-B2B3-44FA52470899}">
          <p14:sldIdLst>
            <p14:sldId id="257"/>
            <p14:sldId id="258"/>
            <p14:sldId id="259"/>
            <p14:sldId id="260"/>
          </p14:sldIdLst>
        </p14:section>
        <p14:section name="마무리" id="{8550FA9B-BDD9-4FA2-AE7E-30E3A186B565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0484857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2675" y="1275588"/>
            <a:ext cx="428854" cy="192024"/>
            <a:chOff x="5862675" y="1275588"/>
            <a:chExt cx="428854" cy="192024"/>
          </a:xfrm>
        </p:grpSpPr>
        <p:sp>
          <p:nvSpPr>
            <p:cNvPr id="11" name="Oval 10"/>
            <p:cNvSpPr/>
            <p:nvPr/>
          </p:nvSpPr>
          <p:spPr>
            <a:xfrm>
              <a:off x="5862675" y="1275588"/>
              <a:ext cx="192024" cy="1920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6048298" y="1301191"/>
              <a:ext cx="140817" cy="1408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6201918" y="1326794"/>
              <a:ext cx="89611" cy="8961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4" name="Connector 13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22061690-C943-42F5-A7E9-35CBC0605B06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4982" y="6278270"/>
            <a:ext cx="343082" cy="153619"/>
            <a:chOff x="544982" y="6278270"/>
            <a:chExt cx="343082" cy="153619"/>
          </a:xfrm>
        </p:grpSpPr>
        <p:sp>
          <p:nvSpPr>
            <p:cNvPr id="5" name="Oval 4"/>
            <p:cNvSpPr/>
            <p:nvPr/>
          </p:nvSpPr>
          <p:spPr>
            <a:xfrm>
              <a:off x="544982" y="6278270"/>
              <a:ext cx="153619" cy="153619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693480" y="6298752"/>
              <a:ext cx="112654" cy="11265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816376" y="6319235"/>
              <a:ext cx="71688" cy="7168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0484857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2675" y="1275588"/>
            <a:ext cx="428854" cy="192024"/>
            <a:chOff x="5862675" y="1275588"/>
            <a:chExt cx="428854" cy="192024"/>
          </a:xfrm>
        </p:grpSpPr>
        <p:sp>
          <p:nvSpPr>
            <p:cNvPr id="11" name="Oval 10"/>
            <p:cNvSpPr/>
            <p:nvPr/>
          </p:nvSpPr>
          <p:spPr>
            <a:xfrm>
              <a:off x="5862675" y="1275588"/>
              <a:ext cx="192024" cy="1920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6048298" y="1301191"/>
              <a:ext cx="140817" cy="1408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6201918" y="1326794"/>
              <a:ext cx="89611" cy="8961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4" name="Connector 13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A339E1FD-06B4-4658-9AE9-845C93D3617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4982" y="6278270"/>
            <a:ext cx="343082" cy="153619"/>
            <a:chOff x="544982" y="6278270"/>
            <a:chExt cx="343082" cy="153619"/>
          </a:xfrm>
        </p:grpSpPr>
        <p:sp>
          <p:nvSpPr>
            <p:cNvPr id="5" name="Oval 4"/>
            <p:cNvSpPr/>
            <p:nvPr/>
          </p:nvSpPr>
          <p:spPr>
            <a:xfrm>
              <a:off x="544982" y="6278270"/>
              <a:ext cx="153619" cy="153619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693480" y="6298752"/>
              <a:ext cx="112654" cy="11265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816376" y="6319235"/>
              <a:ext cx="71688" cy="7168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09346BC-8EC7-472F-8357-324C5541EA1C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16041" y="5371185"/>
            <a:ext cx="514624" cy="230428"/>
            <a:chOff x="5816041" y="5371185"/>
            <a:chExt cx="514624" cy="230428"/>
          </a:xfrm>
        </p:grpSpPr>
        <p:sp>
          <p:nvSpPr>
            <p:cNvPr id="6" name="Oval 5"/>
            <p:cNvSpPr/>
            <p:nvPr/>
          </p:nvSpPr>
          <p:spPr>
            <a:xfrm>
              <a:off x="5816041" y="5371185"/>
              <a:ext cx="230428" cy="230428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6038789" y="5401909"/>
              <a:ext cx="168981" cy="168981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6223132" y="5432633"/>
              <a:ext cx="107533" cy="107533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반딧불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바쁘신 중에도 와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8DBE-8214-4758-8C67-39C454D7F3BA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초대합니다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6FD67-0C9D-45B2-A9C7-AAE36FCB8D4D}" type="slidenum">
              <a:rPr lang="en-US"/>
              <a:t>‹#›</a:t>
            </a:fld>
            <a:endParaRPr lang="en-US"/>
          </a:p>
        </p:txBody>
      </p:sp>
      <p:grpSp>
        <p:nvGrpSpPr>
          <p:cNvPr id="5" name="초대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초대 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초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저희 아이의 첫 생일에 모십니다.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오셔서 같이 밥 한 끼 해 주세요.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일시 · 장소를 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부모의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7F516-28F2-4B78-9D70-387DC073BD2A}" type="slidenum">
              <a:rPr lang="en-US"/>
              <a:t>‹#›</a:t>
            </a:fld>
            <a:endParaRPr lang="en-US"/>
          </a:p>
        </p:txBody>
      </p:sp>
      <p:grpSp>
        <p:nvGrpSpPr>
          <p:cNvPr id="5" name="편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편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편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사랑하는 우리 아기에게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엄마 아빠의 마음을 적어 주세요.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― 엄마 아빠가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C596-96F2-44AC-BB73-0FEB7932080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반딧불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감사 인사 중심)">
  <a:themeElements>
    <a:clrScheme name="돌잔치 슬라이드(감사 인사 중심)">
      <a:dk1>
        <a:srgbClr val="2B2724"/>
      </a:dk1>
      <a:lt1>
        <a:srgbClr val="FFFFFF"/>
      </a:lt1>
      <a:dk2>
        <a:srgbClr val="3A644D"/>
      </a:dk2>
      <a:lt2>
        <a:srgbClr val="DEF9F0"/>
      </a:lt2>
      <a:accent1>
        <a:srgbClr val="7EE2C1"/>
      </a:accent1>
      <a:accent2>
        <a:srgbClr val="86CF86"/>
      </a:accent2>
      <a:accent3>
        <a:srgbClr val="2C4E43"/>
      </a:accent3>
      <a:accent4>
        <a:srgbClr val="C5F7E6"/>
      </a:accent4>
      <a:accent5>
        <a:srgbClr val="A3B6E0"/>
      </a:accent5>
      <a:accent6>
        <a:srgbClr val="C5E6BC"/>
      </a:accent6>
      <a:hlink>
        <a:srgbClr val="3A644D"/>
      </a:hlink>
      <a:folHlink>
        <a:srgbClr val="2C4E43"/>
      </a:folHlink>
    </a:clrScheme>
    <a:fontScheme name="돌잔치 슬라이드(감사 인사 중심)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>돌잔치 슬라이드 · 감사 인사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