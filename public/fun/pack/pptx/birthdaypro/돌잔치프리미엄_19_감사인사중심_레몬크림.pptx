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0844043-DDA4-45AC-9885-E94C75A20DFC}">
          <p14:sldIdLst>
            <p14:sldId id="256"/>
          </p14:sldIdLst>
        </p14:section>
        <p14:section name="본문" id="{BACB0602-03EE-4708-A985-797B45D25504}">
          <p14:sldIdLst>
            <p14:sldId id="257"/>
            <p14:sldId id="258"/>
            <p14:sldId id="259"/>
            <p14:sldId id="260"/>
          </p14:sldIdLst>
        </p14:section>
        <p14:section name="마무리" id="{B3D8B402-492B-4748-8DCD-431772A93331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613928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6848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768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22688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8442728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8899928" y="3063240"/>
            <a:ext cx="731520" cy="731520"/>
            <a:chOff x="8899928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8899928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1A161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6248168" y="3429000"/>
            <a:ext cx="60350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1178182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834EC9E4-23A3-4644-B467-C448E015218E}" type="slidenum">
              <a:rPr lang="en-US"/>
              <a:t>‹#›</a:t>
            </a:fld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5E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FCDC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613928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6848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768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22688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8442728" y="2606040"/>
            <a:ext cx="1645920" cy="164592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8899928" y="3063240"/>
            <a:ext cx="731520" cy="731520"/>
            <a:chOff x="8899928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8899928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6248168" y="3429000"/>
            <a:ext cx="6035040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1178182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86B6AB3C-C869-4A9C-BB4F-E3A33886DFC1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C605C89B-075E-4446-9708-91F1B5EF0E2B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8" name="Diamond 7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1" name="Connector 10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2" name="Diamond 11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LEMON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바쁘신 중에도 와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날짜 입력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8383C4-40C9-47ED-B0AE-14C013B3C8CE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초대합니다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6687B1-ED09-4E11-A61E-71832BB8C64E}" type="slidenum">
              <a:rPr lang="en-US"/>
              <a:t>‹#›</a:t>
            </a:fld>
            <a:endParaRPr lang="en-US"/>
          </a:p>
        </p:txBody>
      </p:sp>
      <p:grpSp>
        <p:nvGrpSpPr>
          <p:cNvPr id="5" name="초대 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초대 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초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저희 아이의 첫 생일에 모십니다.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오셔서 같이 밥 한 끼 해 주세요.</a:t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ctr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일시 · 장소를 입력하세요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부모의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0A7CC1-2492-4209-AF05-4AD9BD99CD98}" type="slidenum">
              <a:rPr lang="en-US"/>
              <a:t>‹#›</a:t>
            </a:fld>
            <a:endParaRPr lang="en-US"/>
          </a:p>
        </p:txBody>
      </p:sp>
      <p:grpSp>
        <p:nvGrpSpPr>
          <p:cNvPr id="5" name="편지 칸"/>
          <p:cNvGrpSpPr/>
          <p:nvPr/>
        </p:nvGrpSpPr>
        <p:grpSpPr>
          <a:xfrm>
            <a:off x="731520" y="1828800"/>
            <a:ext cx="10728655" cy="4343400"/>
            <a:chOff x="731520" y="1828800"/>
            <a:chExt cx="10728655" cy="4343400"/>
          </a:xfrm>
        </p:grpSpPr>
        <p:sp>
          <p:nvSpPr>
            <p:cNvPr id="6" name="편지 칸"/>
            <p:cNvSpPr/>
            <p:nvPr/>
          </p:nvSpPr>
          <p:spPr>
            <a:xfrm>
              <a:off x="731520" y="1828800"/>
              <a:ext cx="10728655" cy="434340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5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편지 글"/>
            <p:cNvSpPr txBox="1"/>
            <p:nvPr/>
          </p:nvSpPr>
          <p:spPr>
            <a:xfrm>
              <a:off x="1280160" y="2194560"/>
              <a:ext cx="9631375" cy="36118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사랑하는 우리 아기에게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엄마 아빠의 마음을 적어 주세요.</a:t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/>
              </a:r>
            </a:p>
            <a:p>
              <a:pPr algn="l">
                <a:lnSpc>
                  <a:spcPct val="140000"/>
                </a:lnSpc>
              </a:pPr>
              <a:r>
                <a:rPr sz="2000" b="0" i="0" lang="ko-KR">
                  <a:solidFill>
                    <a:schemeClr val="tx1"/>
                  </a:solidFill>
                </a:rPr>
                <a:t>― 엄마 아빠가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BE007F-027D-40D7-BFD1-AC7B237185C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LEMON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감사 인사 중심)">
  <a:themeElements>
    <a:clrScheme name="돌잔치 슬라이드(감사 인사 중심)">
      <a:dk1>
        <a:srgbClr val="484437"/>
      </a:dk1>
      <a:lt1>
        <a:srgbClr val="FFFEF9"/>
      </a:lt1>
      <a:dk2>
        <a:srgbClr val="4A3C0F"/>
      </a:dk2>
      <a:lt2>
        <a:srgbClr val="FFFBEA"/>
      </a:lt2>
      <a:accent1>
        <a:srgbClr val="E3B21E"/>
      </a:accent1>
      <a:accent2>
        <a:srgbClr val="7C9A6B"/>
      </a:accent2>
      <a:accent3>
        <a:srgbClr val="8D8772"/>
      </a:accent3>
      <a:accent4>
        <a:srgbClr val="F9ECC1"/>
      </a:accent4>
      <a:accent5>
        <a:srgbClr val="D2AE4E"/>
      </a:accent5>
      <a:accent6>
        <a:srgbClr val="B7C6A4"/>
      </a:accent6>
      <a:hlink>
        <a:srgbClr val="4A3C0F"/>
      </a:hlink>
      <a:folHlink>
        <a:srgbClr val="8D8772"/>
      </a:folHlink>
    </a:clrScheme>
    <a:fontScheme name="돌잔치 슬라이드(감사 인사 중심)">
      <a:majorFont>
        <a:latin typeface="Trebuchet MS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슬라이드(감사 인사 중심)</dc:title>
  <dc:subject>돌잔치 슬라이드 · 감사 인사 중심</dc:subject>
  <dc:creator>반딧불이의 곳간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