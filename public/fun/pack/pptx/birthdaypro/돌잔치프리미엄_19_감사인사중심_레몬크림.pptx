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B12E823-349E-4F41-90E8-E1ED393EBE6A}">
          <p14:sldIdLst>
            <p14:sldId id="256"/>
          </p14:sldIdLst>
        </p14:section>
        <p14:section name="본문" id="{F2BF25A3-90E8-4D80-8140-1B3116525690}">
          <p14:sldIdLst>
            <p14:sldId id="257"/>
            <p14:sldId id="258"/>
            <p14:sldId id="259"/>
            <p14:sldId id="260"/>
          </p14:sldIdLst>
        </p14:section>
        <p14:section name="마무리" id="{DD838DFD-A579-4537-BCDC-F9B6FF222D9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1C2D6AB3-29F5-485B-AF30-3A17E02F813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ED9BD6D8-CB96-49E2-98B8-8A97C93314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6758244B-A1E5-41D9-B45B-763E1B4809C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바쁘신 중에도 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6F3F4-EFDF-445B-A5BD-75737353D5E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8BEF-2EC2-4C82-941E-0688B85F7A65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DCCA-2420-4A17-BEEF-DC52930913AD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76EAD-822A-4577-AA49-21C3C58964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돌잔치 슬라이드(감사 인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