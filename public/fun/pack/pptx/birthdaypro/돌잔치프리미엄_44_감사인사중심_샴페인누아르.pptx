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E2A38A8-CEA4-4999-8ADE-E43DA02F5AD8}">
          <p14:sldIdLst>
            <p14:sldId id="256"/>
          </p14:sldIdLst>
        </p14:section>
        <p14:section name="본문" id="{4C18445C-EE7B-48CA-866B-E873707F179B}">
          <p14:sldIdLst>
            <p14:sldId id="257"/>
            <p14:sldId id="258"/>
            <p14:sldId id="259"/>
            <p14:sldId id="260"/>
          </p14:sldIdLst>
        </p14:section>
        <p14:section name="마무리" id="{1C4066A7-20E2-4BE8-AEF7-A180B9A4C28D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089C7BFE-8C88-4C9A-9500-12C2480FF3D6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795CD49-8938-45F4-8532-528F13A0C9A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F0F87CC-B6C6-47CE-888F-E88CB5197D5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추운 날 와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15633-18A2-4442-B6AD-1350956E3064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99160-BA4D-4068-A703-1E1AF8CF14B7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8313-3FE4-4C7E-B429-B7F0F67E8CE4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33B4A-ECB5-401F-A6B0-D5F4CEF2195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FCF9F5"/>
      </a:dk1>
      <a:lt1>
        <a:srgbClr val="1F1D1C"/>
      </a:lt1>
      <a:dk2>
        <a:srgbClr val="F3EBDD"/>
      </a:dk2>
      <a:lt2>
        <a:srgbClr val="131211"/>
      </a:lt2>
      <a:accent1>
        <a:srgbClr val="D9C39A"/>
      </a:accent1>
      <a:accent2>
        <a:srgbClr val="A58D68"/>
      </a:accent2>
      <a:accent3>
        <a:srgbClr val="0C0B0B"/>
      </a:accent3>
      <a:accent4>
        <a:srgbClr val="2E2C29"/>
      </a:accent4>
      <a:accent5>
        <a:srgbClr val="E6D3AB"/>
      </a:accent5>
      <a:accent6>
        <a:srgbClr val="79684E"/>
      </a:accent6>
      <a:hlink>
        <a:srgbClr val="F3EBDD"/>
      </a:hlink>
      <a:folHlink>
        <a:srgbClr val="0C0B0B"/>
      </a:folHlink>
    </a:clrScheme>
    <a:fontScheme name="돌잔치 슬라이드(감사 인사 중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