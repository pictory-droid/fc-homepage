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0D2A0F9-CF95-47A4-838D-07EF229559C5}">
          <p14:sldIdLst>
            <p14:sldId id="256"/>
          </p14:sldIdLst>
        </p14:section>
        <p14:section name="본문" id="{BAE4F4E4-E90F-439E-AAA4-7CFDE44C2E20}">
          <p14:sldIdLst>
            <p14:sldId id="257"/>
            <p14:sldId id="258"/>
            <p14:sldId id="259"/>
            <p14:sldId id="260"/>
          </p14:sldIdLst>
        </p14:section>
        <p14:section name="마무리" id="{A58995DD-8260-45B9-9F8D-19EAE5E33CE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CF9F5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4AEA300-2C07-49C7-8EAB-1E54173AABB6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CF9F5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8B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8858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439D93E-B1DE-4760-B639-BD25DB7A29F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C217F52-7589-44B5-A574-1ED642E29D0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NOIR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추운 날 와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64F07-F236-4218-933B-1EA48B614DBF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BBA9-DBB2-496F-BC9B-84C9744E8CDA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5697-AAB7-429F-A18C-A59BEC40BB18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8B7B-AD2F-487B-83B9-194C0431078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NOIR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FCF9F5"/>
      </a:dk1>
      <a:lt1>
        <a:srgbClr val="1F1D1C"/>
      </a:lt1>
      <a:dk2>
        <a:srgbClr val="F3EBDD"/>
      </a:dk2>
      <a:lt2>
        <a:srgbClr val="131211"/>
      </a:lt2>
      <a:accent1>
        <a:srgbClr val="D9C39A"/>
      </a:accent1>
      <a:accent2>
        <a:srgbClr val="A58D68"/>
      </a:accent2>
      <a:accent3>
        <a:srgbClr val="0C0B0B"/>
      </a:accent3>
      <a:accent4>
        <a:srgbClr val="2E2C29"/>
      </a:accent4>
      <a:accent5>
        <a:srgbClr val="E6D3AB"/>
      </a:accent5>
      <a:accent6>
        <a:srgbClr val="79684E"/>
      </a:accent6>
      <a:hlink>
        <a:srgbClr val="F3EBDD"/>
      </a:hlink>
      <a:folHlink>
        <a:srgbClr val="0C0B0B"/>
      </a:folHlink>
    </a:clrScheme>
    <a:fontScheme name="돌잔치 슬라이드(감사 인사 중심)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