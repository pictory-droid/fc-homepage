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9D3F75AE-01EE-4932-855B-3E40798EB273}">
          <p14:sldIdLst>
            <p14:sldId id="256"/>
          </p14:sldIdLst>
        </p14:section>
        <p14:section name="본문" id="{FA8052A6-96FC-4892-BE1A-603FB36296C1}">
          <p14:sldIdLst>
            <p14:sldId id="257"/>
            <p14:sldId id="258"/>
            <p14:sldId id="259"/>
            <p14:sldId id="260"/>
          </p14:sldIdLst>
        </p14:section>
        <p14:section name="마무리" id="{9626E1EA-F3EC-4175-8EED-7DF56BC4769C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pct10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438796" y="1371600"/>
            <a:ext cx="1097280" cy="41148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1432535" y="1645920"/>
            <a:ext cx="686877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1432535" y="2029968"/>
            <a:ext cx="6868778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1432535" y="3703320"/>
            <a:ext cx="6868778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1432535" y="4480559"/>
            <a:ext cx="686877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티켓"/>
          <p:cNvSpPr/>
          <p:nvPr/>
        </p:nvSpPr>
        <p:spPr>
          <a:xfrm>
            <a:off x="975335" y="1097280"/>
            <a:ext cx="10241023" cy="466344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티켓 끝"/>
          <p:cNvSpPr/>
          <p:nvPr/>
        </p:nvSpPr>
        <p:spPr>
          <a:xfrm>
            <a:off x="8758513" y="1097280"/>
            <a:ext cx="2457845" cy="466344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티켓 면"/>
          <p:cNvSpPr/>
          <p:nvPr/>
        </p:nvSpPr>
        <p:spPr>
          <a:xfrm>
            <a:off x="9987436" y="1097280"/>
            <a:ext cx="1228922" cy="4663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절취선"/>
          <p:cNvCxnSpPr/>
          <p:nvPr/>
        </p:nvCxnSpPr>
        <p:spPr>
          <a:xfrm>
            <a:off x="8758513" y="1188720"/>
            <a:ext cx="0" cy="4480560"/>
          </a:xfrm>
          <a:prstGeom prst="line">
            <a:avLst/>
          </a:prstGeom>
          <a:ln w="31750" cap="rnd">
            <a:solidFill>
              <a:schemeClr val="bg1"/>
            </a:solidFill>
            <a:prstDash val="sysDot"/>
          </a:ln>
        </p:spPr>
      </p:cxnSp>
      <p:sp>
        <p:nvSpPr>
          <p:cNvPr id="6" name="구멍 위"/>
          <p:cNvSpPr/>
          <p:nvPr/>
        </p:nvSpPr>
        <p:spPr>
          <a:xfrm>
            <a:off x="8593921" y="932688"/>
            <a:ext cx="329184" cy="329184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구멍 아래"/>
          <p:cNvSpPr/>
          <p:nvPr/>
        </p:nvSpPr>
        <p:spPr>
          <a:xfrm>
            <a:off x="8593921" y="5596128"/>
            <a:ext cx="329184" cy="329184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pct10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8A418073-CE39-41FB-B274-25CCB98A82E7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10500055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11277295" y="6172200"/>
            <a:ext cx="365760" cy="365760"/>
            <a:chOff x="11277295" y="6172200"/>
            <a:chExt cx="365760" cy="365760"/>
          </a:xfrm>
        </p:grpSpPr>
        <p:sp>
          <p:nvSpPr>
            <p:cNvPr id="5" name="Donut 4"/>
            <p:cNvSpPr/>
            <p:nvPr/>
          </p:nvSpPr>
          <p:spPr>
            <a:xfrm>
              <a:off x="11277295" y="6172200"/>
              <a:ext cx="365760" cy="365760"/>
            </a:xfrm>
            <a:prstGeom prst="donut">
              <a:avLst>
                <a:gd name="adj" fmla="val 22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438796" y="1371600"/>
            <a:ext cx="1097280" cy="41148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1432535" y="1645920"/>
            <a:ext cx="686877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1432535" y="2029968"/>
            <a:ext cx="6868778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1432535" y="3703320"/>
            <a:ext cx="6868778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1432535" y="4480559"/>
            <a:ext cx="686877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티켓"/>
          <p:cNvSpPr/>
          <p:nvPr/>
        </p:nvSpPr>
        <p:spPr>
          <a:xfrm>
            <a:off x="975335" y="1097280"/>
            <a:ext cx="10241023" cy="4663440"/>
          </a:xfrm>
          <a:prstGeom prst="roundRect">
            <a:avLst>
              <a:gd name="adj" fmla="val 7000"/>
            </a:avLst>
          </a:prstGeom>
          <a:solidFill>
            <a:schemeClr val="tx2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티켓 끝"/>
          <p:cNvSpPr/>
          <p:nvPr/>
        </p:nvSpPr>
        <p:spPr>
          <a:xfrm>
            <a:off x="8758513" y="1097280"/>
            <a:ext cx="2457845" cy="466344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티켓 면"/>
          <p:cNvSpPr/>
          <p:nvPr/>
        </p:nvSpPr>
        <p:spPr>
          <a:xfrm>
            <a:off x="9987436" y="1097280"/>
            <a:ext cx="1228922" cy="4663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절취선"/>
          <p:cNvCxnSpPr/>
          <p:nvPr/>
        </p:nvCxnSpPr>
        <p:spPr>
          <a:xfrm>
            <a:off x="8758513" y="1188720"/>
            <a:ext cx="0" cy="4480560"/>
          </a:xfrm>
          <a:prstGeom prst="line">
            <a:avLst/>
          </a:prstGeom>
          <a:ln w="31750" cap="rnd">
            <a:solidFill>
              <a:schemeClr val="bg1"/>
            </a:solidFill>
            <a:prstDash val="sysDot"/>
          </a:ln>
        </p:spPr>
      </p:cxnSp>
      <p:sp>
        <p:nvSpPr>
          <p:cNvPr id="6" name="구멍 위"/>
          <p:cNvSpPr/>
          <p:nvPr/>
        </p:nvSpPr>
        <p:spPr>
          <a:xfrm>
            <a:off x="8593921" y="932688"/>
            <a:ext cx="329184" cy="32918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구멍 아래"/>
          <p:cNvSpPr/>
          <p:nvPr/>
        </p:nvSpPr>
        <p:spPr>
          <a:xfrm>
            <a:off x="8593921" y="5596128"/>
            <a:ext cx="329184" cy="32918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pct10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06BAAB68-6785-4304-BEB3-40E2EFFCA651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10500055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11277295" y="6172200"/>
            <a:ext cx="365760" cy="365760"/>
            <a:chOff x="11277295" y="6172200"/>
            <a:chExt cx="365760" cy="365760"/>
          </a:xfrm>
        </p:grpSpPr>
        <p:sp>
          <p:nvSpPr>
            <p:cNvPr id="5" name="Donut 4"/>
            <p:cNvSpPr/>
            <p:nvPr/>
          </p:nvSpPr>
          <p:spPr>
            <a:xfrm>
              <a:off x="11277295" y="6172200"/>
              <a:ext cx="365760" cy="365760"/>
            </a:xfrm>
            <a:prstGeom prst="donut">
              <a:avLst>
                <a:gd name="adj" fmla="val 22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pct10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B5EFFF38-639D-4207-BAFA-90CB6D46A198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Donut 5"/>
            <p:cNvSpPr/>
            <p:nvPr/>
          </p:nvSpPr>
          <p:spPr>
            <a:xfrm>
              <a:off x="5821527" y="5212080"/>
              <a:ext cx="548640" cy="548640"/>
            </a:xfrm>
            <a:prstGeom prst="donut">
              <a:avLst>
                <a:gd name="adj" fmla="val 2200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제비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FIRST BIRTHDAY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처음 웃던 순간부터 걸음마까지입니다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51FA2-627D-4CDB-A5CB-93114BDCB153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첫 번째 생일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5227167" cy="43434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대표 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5227167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6233007" y="1828800"/>
            <a:ext cx="5227167" cy="43434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대표 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6233007" y="1828800"/>
            <a:ext cx="5227167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360CD-2A88-4207-A870-17448206E7A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해의 순간들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134CA-FC78-4901-8740-391C009A1B89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위쪽 띠"/>
            <p:cNvSpPr/>
            <p:nvPr/>
          </p:nvSpPr>
          <p:spPr>
            <a:xfrm>
              <a:off x="749808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번째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가장 좋아하는 순간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위쪽 띠"/>
            <p:cNvSpPr/>
            <p:nvPr/>
          </p:nvSpPr>
          <p:spPr>
            <a:xfrm>
              <a:off x="4417466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4627778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두 번째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가장 웃은 순간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위쪽 띠"/>
            <p:cNvSpPr/>
            <p:nvPr/>
          </p:nvSpPr>
          <p:spPr>
            <a:xfrm>
              <a:off x="8085124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8295436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세 번째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가장 크게 자란 순간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2939F-280A-4913-BC05-5FDF837A2D4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제비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FIRST BIRTHDAY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사진 중심)">
  <a:themeElements>
    <a:clrScheme name="돌잔치 슬라이드(사진 중심)">
      <a:dk1>
        <a:srgbClr val="2B2724"/>
      </a:dk1>
      <a:lt1>
        <a:srgbClr val="FFFFFF"/>
      </a:lt1>
      <a:dk2>
        <a:srgbClr val="3A4564"/>
      </a:dk2>
      <a:lt2>
        <a:srgbClr val="E4EDF9"/>
      </a:lt2>
      <a:accent1>
        <a:srgbClr val="739DD8"/>
      </a:accent1>
      <a:accent2>
        <a:srgbClr val="827CC5"/>
      </a:accent2>
      <a:accent3>
        <a:srgbClr val="2C3A4E"/>
      </a:accent3>
      <a:accent4>
        <a:srgbClr val="C7DAF4"/>
      </a:accent4>
      <a:accent5>
        <a:srgbClr val="C9A3E0"/>
      </a:accent5>
      <a:accent6>
        <a:srgbClr val="BCE6DA"/>
      </a:accent6>
      <a:hlink>
        <a:srgbClr val="3A4564"/>
      </a:hlink>
      <a:folHlink>
        <a:srgbClr val="2C3A4E"/>
      </a:folHlink>
    </a:clrScheme>
    <a:fontScheme name="돌잔치 슬라이드(사진 중심)">
      <a:majorFont>
        <a:latin typeface="Constanti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슬라이드(사진 중심)</dc:title>
  <dc:subject>돌잔치 슬라이드 · 사진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