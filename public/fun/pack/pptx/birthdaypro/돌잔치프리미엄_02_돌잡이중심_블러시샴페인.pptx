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C9E6857-7559-4873-BCE6-93C045FEB9DD}">
          <p14:sldIdLst>
            <p14:sldId id="256"/>
          </p14:sldIdLst>
        </p14:section>
        <p14:section name="본문" id="{DF3DE71E-26C8-4866-94C7-71B54100F67E}">
          <p14:sldIdLst>
            <p14:sldId id="257"/>
            <p14:sldId id="258"/>
            <p14:sldId id="259"/>
            <p14:sldId id="260"/>
          </p14:sldIdLst>
        </p14:section>
        <p14:section name="마무리" id="{DF6B6B17-C1AF-4CBE-AADC-D6FB973E2E0F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840379" y="3246120"/>
            <a:ext cx="365760" cy="365760"/>
            <a:chOff x="3840379" y="3246120"/>
            <a:chExt cx="365760" cy="365760"/>
          </a:xfrm>
        </p:grpSpPr>
        <p:sp>
          <p:nvSpPr>
            <p:cNvPr id="6" name="Diamond 5"/>
            <p:cNvSpPr/>
            <p:nvPr/>
          </p:nvSpPr>
          <p:spPr>
            <a:xfrm>
              <a:off x="3840379" y="3246120"/>
              <a:ext cx="365760" cy="3657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23DB148E-66D7-431E-B1E8-F9338085C8BB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6D2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1A9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840379" y="3246120"/>
            <a:ext cx="365760" cy="365760"/>
            <a:chOff x="3840379" y="3246120"/>
            <a:chExt cx="365760" cy="365760"/>
          </a:xfrm>
        </p:grpSpPr>
        <p:sp>
          <p:nvSpPr>
            <p:cNvPr id="6" name="Diamond 5"/>
            <p:cNvSpPr/>
            <p:nvPr/>
          </p:nvSpPr>
          <p:spPr>
            <a:xfrm>
              <a:off x="3840379" y="3246120"/>
              <a:ext cx="365760" cy="3657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7BE9667B-4D1A-4E98-9EF7-99EC5A73FDE6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59DC1388-F037-489E-A6A8-C7683F78EBE9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BLUSH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연필을 잡을까, 실을 잡을까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17A53-C781-4046-925C-CE23DC9776DD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돌잡이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CDD70-3866-4E31-9744-1E446BF8740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연필 · 공부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학문과 총명을 바라는 마음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3482263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 · 장수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건강하고 오래 살기를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623300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돈 · 부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넉넉한 삶을 바라는 마음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옆 선"/>
            <p:cNvSpPr/>
            <p:nvPr/>
          </p:nvSpPr>
          <p:spPr>
            <a:xfrm>
              <a:off x="8983751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마이크 · 인기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사람들에게 사랑받기를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아기의 선택은?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돌잡이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369C4-EEC1-42CB-AA8A-7F0C109ACB99}" type="slidenum">
              <a:rPr lang="en-US"/>
              <a:t>‹#›</a:t>
            </a:fld>
            <a:endParaRPr lang="en-US"/>
          </a:p>
        </p:txBody>
      </p:sp>
      <p:sp>
        <p:nvSpPr>
          <p:cNvPr id="14" name="선택 칸"/>
          <p:cNvSpPr/>
          <p:nvPr/>
        </p:nvSpPr>
        <p:spPr>
          <a:xfrm>
            <a:off x="5669280" y="1828800"/>
            <a:ext cx="5790895" cy="4343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옆 선"/>
          <p:cNvSpPr/>
          <p:nvPr/>
        </p:nvSpPr>
        <p:spPr>
          <a:xfrm>
            <a:off x="5669280" y="1828800"/>
            <a:ext cx="54864" cy="434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선택 글"/>
          <p:cNvSpPr txBox="1"/>
          <p:nvPr/>
        </p:nvSpPr>
        <p:spPr>
          <a:xfrm>
            <a:off x="6035040" y="2194560"/>
            <a:ext cx="5059375" cy="3611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그때 가족의 반응은?</a:t>
            </a:r>
          </a:p>
        </p:txBody>
      </p:sp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EFA09-7604-4771-A39B-2D75A3D943E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BLUSH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돌잡이 중심)">
  <a:themeElements>
    <a:clrScheme name="돌잔치 슬라이드(돌잡이 중심)">
      <a:dk1>
        <a:srgbClr val="433534"/>
      </a:dk1>
      <a:lt1>
        <a:srgbClr val="FEFCFB"/>
      </a:lt1>
      <a:dk2>
        <a:srgbClr val="5A3B38"/>
      </a:dk2>
      <a:lt2>
        <a:srgbClr val="FBF4F1"/>
      </a:lt2>
      <a:accent1>
        <a:srgbClr val="D4A39B"/>
      </a:accent1>
      <a:accent2>
        <a:srgbClr val="B48866"/>
      </a:accent2>
      <a:accent3>
        <a:srgbClr val="463331"/>
      </a:accent3>
      <a:accent4>
        <a:srgbClr val="F3E4E0"/>
      </a:accent4>
      <a:accent5>
        <a:srgbClr val="C9AA7C"/>
      </a:accent5>
      <a:accent6>
        <a:srgbClr val="D4B9A5"/>
      </a:accent6>
      <a:hlink>
        <a:srgbClr val="5A3B38"/>
      </a:hlink>
      <a:folHlink>
        <a:srgbClr val="463331"/>
      </a:folHlink>
    </a:clrScheme>
    <a:fontScheme name="돌잔치 슬라이드(돌잡이 중심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>돌잔치 슬라이드 · 돌잡이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