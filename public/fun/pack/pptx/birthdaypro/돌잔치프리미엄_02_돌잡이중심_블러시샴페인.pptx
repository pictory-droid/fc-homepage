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E148CC5F-6077-4A16-8204-0585FFBA420B}">
          <p14:sldIdLst>
            <p14:sldId id="256"/>
          </p14:sldIdLst>
        </p14:section>
        <p14:section name="본문" id="{C2391C51-6F46-4894-B1A3-3891F750CBA0}">
          <p14:sldIdLst>
            <p14:sldId id="257"/>
            <p14:sldId id="258"/>
            <p14:sldId id="259"/>
            <p14:sldId id="260"/>
          </p14:sldIdLst>
        </p14:section>
        <p14:section name="마무리" id="{BA4AC258-0C93-41A6-BF35-0D012799B800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600149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6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5242428" y="1645920"/>
            <a:ext cx="597393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5242428" y="2029968"/>
            <a:ext cx="5973930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5242428" y="3703320"/>
            <a:ext cx="5973930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5242428" y="4480559"/>
            <a:ext cx="597393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4023259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389019" y="685800"/>
            <a:ext cx="0" cy="5486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4" name="Oval 3"/>
          <p:cNvSpPr/>
          <p:nvPr/>
        </p:nvSpPr>
        <p:spPr>
          <a:xfrm>
            <a:off x="3456331" y="2862072"/>
            <a:ext cx="1133856" cy="1133856"/>
          </a:xfrm>
          <a:prstGeom prst="ellipse">
            <a:avLst/>
          </a:prstGeom>
          <a:solidFill>
            <a:schemeClr val="bg2">
              <a:alpha val="100000"/>
            </a:schemeClr>
          </a:solidFill>
          <a:ln w="15875">
            <a:solidFill>
              <a:schemeClr val="accent5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3840379" y="3246120"/>
            <a:ext cx="365760" cy="365760"/>
            <a:chOff x="3840379" y="3246120"/>
            <a:chExt cx="365760" cy="365760"/>
          </a:xfrm>
        </p:grpSpPr>
        <p:sp>
          <p:nvSpPr>
            <p:cNvPr id="6" name="Diamond 5"/>
            <p:cNvSpPr/>
            <p:nvPr/>
          </p:nvSpPr>
          <p:spPr>
            <a:xfrm>
              <a:off x="3840379" y="3246120"/>
              <a:ext cx="365760" cy="3657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7432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fld id="{16CF0522-67F9-4E38-966D-9A382A50AE1D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68880" y="676656"/>
            <a:ext cx="8991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600149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6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5242428" y="1645920"/>
            <a:ext cx="597393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5242428" y="2029968"/>
            <a:ext cx="5973930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5242428" y="3703320"/>
            <a:ext cx="5973930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6D2D2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5242428" y="4480559"/>
            <a:ext cx="597393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B1A9A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402325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389019" y="685800"/>
            <a:ext cx="0" cy="5486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4" name="Oval 3"/>
          <p:cNvSpPr/>
          <p:nvPr/>
        </p:nvSpPr>
        <p:spPr>
          <a:xfrm>
            <a:off x="3456331" y="2862072"/>
            <a:ext cx="1133856" cy="1133856"/>
          </a:xfrm>
          <a:prstGeom prst="ellipse">
            <a:avLst/>
          </a:prstGeom>
          <a:solidFill>
            <a:schemeClr val="accent3">
              <a:alpha val="100000"/>
            </a:schemeClr>
          </a:solidFill>
          <a:ln w="15875">
            <a:solidFill>
              <a:schemeClr val="accent5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3840379" y="3246120"/>
            <a:ext cx="365760" cy="365760"/>
            <a:chOff x="3840379" y="3246120"/>
            <a:chExt cx="365760" cy="365760"/>
          </a:xfrm>
        </p:grpSpPr>
        <p:sp>
          <p:nvSpPr>
            <p:cNvPr id="6" name="Diamond 5"/>
            <p:cNvSpPr/>
            <p:nvPr/>
          </p:nvSpPr>
          <p:spPr>
            <a:xfrm>
              <a:off x="3840379" y="3246120"/>
              <a:ext cx="365760" cy="3657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7432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fld id="{9A044564-8B59-4EC1-94E9-DAE5DEF8547D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68880" y="676656"/>
            <a:ext cx="8991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2860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fld id="{CBDD9EE5-0500-4CB0-BE89-9DFBDB06C330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5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6" name="Diamond 5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9" name="Connector 8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0" name="Diamond 9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BLUSH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BLUSH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연필을 잡을까, 실을 잡을까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3C8B0-2BB8-4A0D-96EC-70B01E6CB090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돌잡이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95641-092D-4996-95FE-6E458F26F3FB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2476423" cy="3566160"/>
            <a:chOff x="731520" y="1828800"/>
            <a:chExt cx="2476423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2476423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옆 선"/>
            <p:cNvSpPr/>
            <p:nvPr/>
          </p:nvSpPr>
          <p:spPr>
            <a:xfrm>
              <a:off x="731520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연필 · 공부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019223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학문과 총명을 바라는 마음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3482263" y="1828800"/>
            <a:ext cx="2476423" cy="3566160"/>
            <a:chOff x="3482263" y="1828800"/>
            <a:chExt cx="2476423" cy="3566160"/>
          </a:xfrm>
        </p:grpSpPr>
        <p:sp>
          <p:nvSpPr>
            <p:cNvPr id="13" name="카드 바탕"/>
            <p:cNvSpPr/>
            <p:nvPr/>
          </p:nvSpPr>
          <p:spPr>
            <a:xfrm>
              <a:off x="3482263" y="1828800"/>
              <a:ext cx="2476423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옆 선"/>
            <p:cNvSpPr/>
            <p:nvPr/>
          </p:nvSpPr>
          <p:spPr>
            <a:xfrm>
              <a:off x="3482263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3710863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3665143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실 · 장수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3710863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3665143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건강하고 오래 살기를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6233007" y="1828800"/>
            <a:ext cx="2476423" cy="3566160"/>
            <a:chOff x="6233007" y="1828800"/>
            <a:chExt cx="2476423" cy="3566160"/>
          </a:xfrm>
        </p:grpSpPr>
        <p:sp>
          <p:nvSpPr>
            <p:cNvPr id="20" name="카드 바탕"/>
            <p:cNvSpPr/>
            <p:nvPr/>
          </p:nvSpPr>
          <p:spPr>
            <a:xfrm>
              <a:off x="6233007" y="1828800"/>
              <a:ext cx="2476423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옆 선"/>
            <p:cNvSpPr/>
            <p:nvPr/>
          </p:nvSpPr>
          <p:spPr>
            <a:xfrm>
              <a:off x="6233007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6461607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6415887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돈 · 부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6461607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6415887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넉넉한 삶을 바라는 마음</a:t>
              </a:r>
            </a:p>
          </p:txBody>
        </p:sp>
      </p:grpSp>
      <p:grpSp>
        <p:nvGrpSpPr>
          <p:cNvPr id="26" name="카드 4"/>
          <p:cNvGrpSpPr/>
          <p:nvPr/>
        </p:nvGrpSpPr>
        <p:grpSpPr>
          <a:xfrm>
            <a:off x="8983751" y="1828800"/>
            <a:ext cx="2476423" cy="3566160"/>
            <a:chOff x="8983751" y="1828800"/>
            <a:chExt cx="2476423" cy="3566160"/>
          </a:xfrm>
        </p:grpSpPr>
        <p:sp>
          <p:nvSpPr>
            <p:cNvPr id="27" name="카드 바탕"/>
            <p:cNvSpPr/>
            <p:nvPr/>
          </p:nvSpPr>
          <p:spPr>
            <a:xfrm>
              <a:off x="8983751" y="1828800"/>
              <a:ext cx="2476423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옆 선"/>
            <p:cNvSpPr/>
            <p:nvPr/>
          </p:nvSpPr>
          <p:spPr>
            <a:xfrm>
              <a:off x="8983751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번호 4"/>
            <p:cNvSpPr/>
            <p:nvPr/>
          </p:nvSpPr>
          <p:spPr>
            <a:xfrm>
              <a:off x="9212351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4</a:t>
              </a:r>
            </a:p>
          </p:txBody>
        </p:sp>
        <p:sp>
          <p:nvSpPr>
            <p:cNvPr id="30" name="카드 제목"/>
            <p:cNvSpPr txBox="1"/>
            <p:nvPr/>
          </p:nvSpPr>
          <p:spPr>
            <a:xfrm>
              <a:off x="9166631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마이크 · 인기</a:t>
              </a:r>
            </a:p>
          </p:txBody>
        </p:sp>
        <p:cxnSp>
          <p:nvCxnSpPr>
            <p:cNvPr id="31" name="구분선"/>
            <p:cNvCxnSpPr/>
            <p:nvPr/>
          </p:nvCxnSpPr>
          <p:spPr>
            <a:xfrm>
              <a:off x="9212351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32" name="카드 내용"/>
            <p:cNvSpPr txBox="1"/>
            <p:nvPr/>
          </p:nvSpPr>
          <p:spPr>
            <a:xfrm>
              <a:off x="9166631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사람들에게 사랑받기를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아기의 선택은?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4572000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돌잡이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4572000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9761D-F527-4883-811F-C647DE7D8D1E}" type="slidenum">
              <a:rPr lang="en-US"/>
              <a:t>‹#›</a:t>
            </a:fld>
            <a:endParaRPr lang="en-US"/>
          </a:p>
        </p:txBody>
      </p:sp>
      <p:sp>
        <p:nvSpPr>
          <p:cNvPr id="14" name="선택 칸"/>
          <p:cNvSpPr/>
          <p:nvPr/>
        </p:nvSpPr>
        <p:spPr>
          <a:xfrm>
            <a:off x="5669280" y="1828800"/>
            <a:ext cx="5790895" cy="4343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옆 선"/>
          <p:cNvSpPr/>
          <p:nvPr/>
        </p:nvSpPr>
        <p:spPr>
          <a:xfrm>
            <a:off x="5669280" y="1828800"/>
            <a:ext cx="54864" cy="434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선택 글"/>
          <p:cNvSpPr txBox="1"/>
          <p:nvPr/>
        </p:nvSpPr>
        <p:spPr>
          <a:xfrm>
            <a:off x="6035040" y="2194560"/>
            <a:ext cx="5059375" cy="3611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우리 아기의 선택</a:t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무엇을 집었나요?</a:t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그때 가족의 반응은?</a:t>
            </a:r>
          </a:p>
        </p:txBody>
      </p:sp>
    </p:spTree>
  </p:cSld>
  <p:clrMapOvr>
    <a:masterClrMapping/>
  </p:clrMapOvr>
  <p:transition spd="med">
    <p:cover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ect">
            <a:avLst/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ect">
            <a:avLst/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0B71E-FFF9-4F9C-A177-EA29BEFFB18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BLUSH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BLUSH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돌잡이 중심)">
  <a:themeElements>
    <a:clrScheme name="돌잔치 슬라이드(돌잡이 중심)">
      <a:dk1>
        <a:srgbClr val="433534"/>
      </a:dk1>
      <a:lt1>
        <a:srgbClr val="FEFCFB"/>
      </a:lt1>
      <a:dk2>
        <a:srgbClr val="5A3B38"/>
      </a:dk2>
      <a:lt2>
        <a:srgbClr val="FBF4F1"/>
      </a:lt2>
      <a:accent1>
        <a:srgbClr val="D4A39B"/>
      </a:accent1>
      <a:accent2>
        <a:srgbClr val="B48866"/>
      </a:accent2>
      <a:accent3>
        <a:srgbClr val="463331"/>
      </a:accent3>
      <a:accent4>
        <a:srgbClr val="F3E4E0"/>
      </a:accent4>
      <a:accent5>
        <a:srgbClr val="C9AA7C"/>
      </a:accent5>
      <a:accent6>
        <a:srgbClr val="D4B9A5"/>
      </a:accent6>
      <a:hlink>
        <a:srgbClr val="5A3B38"/>
      </a:hlink>
      <a:folHlink>
        <a:srgbClr val="463331"/>
      </a:folHlink>
    </a:clrScheme>
    <a:fontScheme name="돌잔치 슬라이드(돌잡이 중심)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슬라이드(돌잡이 중심)</dc:title>
  <dc:subject>돌잔치 슬라이드 · 돌잡이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