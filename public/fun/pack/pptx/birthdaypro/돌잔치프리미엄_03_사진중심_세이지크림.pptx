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E73CAE7-00B2-4CC8-BD68-2552E12A5705}">
          <p14:sldIdLst>
            <p14:sldId id="256"/>
          </p14:sldIdLst>
        </p14:section>
        <p14:section name="본문" id="{67DB0EED-0FD8-46A4-8DAE-841CDD20D1F0}">
          <p14:sldIdLst>
            <p14:sldId id="257"/>
            <p14:sldId id="258"/>
            <p14:sldId id="259"/>
            <p14:sldId id="260"/>
          </p14:sldIdLst>
        </p14:section>
        <p14:section name="마무리" id="{161C2A4B-EA20-48AB-AD5A-2689092CABDB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0D3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B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3A38D2B9-DE4F-4E64-894B-2C83BEB7B027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078ABC0-1855-4A33-B485-5649609656D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39684E5-0A84-45FE-AC63-4FF6F061292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 해 동안 찍은 사진 중에 골랐습니다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E5D8C-0B1D-4F15-8672-63D3921F6973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6A693-27A4-4ECA-91F0-6BBD4F2CC64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4B0BA-E1F4-42FC-97EF-BF82C152599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22403-BB0D-40AB-BD1D-7D393F70490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2B3830"/>
      </a:dk1>
      <a:lt1>
        <a:srgbClr val="FCFCF9"/>
      </a:lt1>
      <a:dk2>
        <a:srgbClr val="2E4437"/>
      </a:dk2>
      <a:lt2>
        <a:srgbClr val="F6F4EA"/>
      </a:lt2>
      <a:accent1>
        <a:srgbClr val="7D9481"/>
      </a:accent1>
      <a:accent2>
        <a:srgbClr val="B5A173"/>
      </a:accent2>
      <a:accent3>
        <a:srgbClr val="2A3830"/>
      </a:accent3>
      <a:accent4>
        <a:srgbClr val="DEE1D5"/>
      </a:accent4>
      <a:accent5>
        <a:srgbClr val="B99C5C"/>
      </a:accent5>
      <a:accent6>
        <a:srgbClr val="D2C6A9"/>
      </a:accent6>
      <a:hlink>
        <a:srgbClr val="2E4437"/>
      </a:hlink>
      <a:folHlink>
        <a:srgbClr val="2A3830"/>
      </a:folHlink>
    </a:clrScheme>
    <a:fontScheme name="돌잔치 슬라이드(사진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