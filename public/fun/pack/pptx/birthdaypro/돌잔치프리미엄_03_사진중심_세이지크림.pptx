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6B76FCC-CDEE-4DC0-86F2-725D5FE00699}">
          <p14:sldIdLst>
            <p14:sldId id="256"/>
          </p14:sldIdLst>
        </p14:section>
        <p14:section name="본문" id="{5185CE0C-BEB3-4D17-80B5-D7779804D91C}">
          <p14:sldIdLst>
            <p14:sldId id="257"/>
            <p14:sldId id="258"/>
            <p14:sldId id="259"/>
            <p14:sldId id="260"/>
          </p14:sldIdLst>
        </p14:section>
        <p14:section name="마무리" id="{9049A7B4-373C-4DDA-A4D5-00A85BDBDEA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4B92F7F-35C9-46C4-B014-88CA40BFCB83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11515AF-212D-4C20-BC0C-FCD5DAA9D8F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C84D5C7-2DC4-4D4A-A507-673BC507BD9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해 동안 찍은 사진 중에 골랐습니다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4406-70A5-4B61-9FDD-08EEF1FB02E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0F0B0-D4C1-413E-AABA-6A6FA683FC6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D77A-4AA0-4965-AF51-E5EB86AD7CD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F8D90-08F2-40D8-A83B-FAB1571D1ED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돌잔치 슬라이드(사진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