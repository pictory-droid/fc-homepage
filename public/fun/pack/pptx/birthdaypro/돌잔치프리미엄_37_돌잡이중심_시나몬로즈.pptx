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749D460-92A4-4FB1-A99F-F1AD79664A61}">
          <p14:sldIdLst>
            <p14:sldId id="256"/>
          </p14:sldIdLst>
        </p14:section>
        <p14:section name="본문" id="{50C4E741-9AB5-4151-8125-B33748CB6114}">
          <p14:sldIdLst>
            <p14:sldId id="257"/>
            <p14:sldId id="258"/>
            <p14:sldId id="259"/>
            <p14:sldId id="260"/>
          </p14:sldIdLst>
        </p14:section>
        <p14:section name="마무리" id="{8777EF96-49E1-48A2-B507-5A95FB01A2D7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5294FFB6-3817-4714-8168-D41CE2EAA868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1DCDB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5BDBA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926561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127729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35121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160116B4-D5E0-479F-A4AD-58082302FD3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8A269B27-10F8-49B8-B802-A1708F96788A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CINNAMON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집은 것마다 한마디씩 적어 둡니다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날짜 입력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C10F0-F09D-455C-9371-59D70546760E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E40EB-BD7C-4F98-8B80-5E3A1AC4D96F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3482263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0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6233007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6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7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윗선"/>
            <p:cNvSpPr/>
            <p:nvPr/>
          </p:nvSpPr>
          <p:spPr>
            <a:xfrm>
              <a:off x="8983751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30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2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0C98E-E255-4011-B0B5-0F28D1F0DA4D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윗선"/>
          <p:cNvSpPr/>
          <p:nvPr/>
        </p:nvSpPr>
        <p:spPr>
          <a:xfrm>
            <a:off x="5669280" y="1828800"/>
            <a:ext cx="579089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785EF-84B4-4C3F-9B80-28A7DEE85E9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CINNAMON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483B37"/>
      </a:dk1>
      <a:lt1>
        <a:srgbClr val="FEFBFA"/>
      </a:lt1>
      <a:dk2>
        <a:srgbClr val="4A281F"/>
      </a:dk2>
      <a:lt2>
        <a:srgbClr val="FAF2EE"/>
      </a:lt2>
      <a:accent1>
        <a:srgbClr val="A9604E"/>
      </a:accent1>
      <a:accent2>
        <a:srgbClr val="CFA08C"/>
      </a:accent2>
      <a:accent3>
        <a:srgbClr val="76615B"/>
      </a:accent3>
      <a:accent4>
        <a:srgbClr val="EAD5CE"/>
      </a:accent4>
      <a:accent5>
        <a:srgbClr val="BF9072"/>
      </a:accent5>
      <a:accent6>
        <a:srgbClr val="E2C5B8"/>
      </a:accent6>
      <a:hlink>
        <a:srgbClr val="4A281F"/>
      </a:hlink>
      <a:folHlink>
        <a:srgbClr val="76615B"/>
      </a:folHlink>
    </a:clrScheme>
    <a:fontScheme name="돌잔치 슬라이드(돌잡이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반딧불이의 곳간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