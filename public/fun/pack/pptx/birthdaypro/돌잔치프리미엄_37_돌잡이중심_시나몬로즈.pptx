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C3501E7-334F-4C0B-9463-09D6665C71F6}">
          <p14:sldIdLst>
            <p14:sldId id="256"/>
          </p14:sldIdLst>
        </p14:section>
        <p14:section name="본문" id="{9FF1702A-273B-42D2-A67C-55706BA5DB86}">
          <p14:sldIdLst>
            <p14:sldId id="257"/>
            <p14:sldId id="258"/>
            <p14:sldId id="259"/>
            <p14:sldId id="260"/>
          </p14:sldIdLst>
        </p14:section>
        <p14:section name="마무리" id="{AE1E534C-57BC-43E3-B48B-3810BAD13A6F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5C99F84C-F1F7-4133-92CE-1BC5E5A14A21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1DC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5BD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6EE67A0A-0C82-409C-91D7-0F89F12E51C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06E6AAE6-CD1C-4B27-B996-C3AB20ED62E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집은 것마다 한마디씩 적어 둡니다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AD3C1-894A-4CEC-9C71-62BA50A33248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9560-2A20-45A4-B5A2-B43EF27B71B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1D01F-6344-4F22-BC41-6B8C71229E30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5669280" y="1828800"/>
            <a:ext cx="579089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01546-B764-4CFB-A343-375F7A8FA91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CINNAMON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483B37"/>
      </a:dk1>
      <a:lt1>
        <a:srgbClr val="FEFBFA"/>
      </a:lt1>
      <a:dk2>
        <a:srgbClr val="4A281F"/>
      </a:dk2>
      <a:lt2>
        <a:srgbClr val="FAF2EE"/>
      </a:lt2>
      <a:accent1>
        <a:srgbClr val="A9604E"/>
      </a:accent1>
      <a:accent2>
        <a:srgbClr val="CFA08C"/>
      </a:accent2>
      <a:accent3>
        <a:srgbClr val="76615B"/>
      </a:accent3>
      <a:accent4>
        <a:srgbClr val="EAD5CE"/>
      </a:accent4>
      <a:accent5>
        <a:srgbClr val="BF9072"/>
      </a:accent5>
      <a:accent6>
        <a:srgbClr val="E2C5B8"/>
      </a:accent6>
      <a:hlink>
        <a:srgbClr val="4A281F"/>
      </a:hlink>
      <a:folHlink>
        <a:srgbClr val="76615B"/>
      </a:folHlink>
    </a:clrScheme>
    <a:fontScheme name="돌잔치 슬라이드(돌잡이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