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0E487CC-BB03-45DF-984C-8E537702C653}">
          <p14:sldIdLst>
            <p14:sldId id="256"/>
          </p14:sldIdLst>
        </p14:section>
        <p14:section name="본문" id="{286F25FC-69AC-43A5-BBAE-128B19CBA88C}">
          <p14:sldIdLst>
            <p14:sldId id="257"/>
            <p14:sldId id="258"/>
            <p14:sldId id="259"/>
            <p14:sldId id="260"/>
          </p14:sldIdLst>
        </p14:section>
        <p14:section name="마무리" id="{33D29F17-11FC-40CD-B6AF-3AC4AA0FA688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D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tx2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tx2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tx2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36C07F4-4A37-4ADD-8973-8391EA59F6A3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1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439CEAB-DEEA-4861-AF1C-C50F76B88F2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99D038E-18AD-4111-8686-20D00D90552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AQUA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백일 사진과 지금 사진을 나란히 놓았습니다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283FF-9DB7-4DFC-8007-FF11E5ECE6FC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D96BE-1E3C-416D-888F-0A35BAA3B9C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0E40F-060E-4A95-95A7-33B7125F91C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BA477-472B-41C9-9E52-1E2783B2572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AQUA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374648"/>
      </a:dk1>
      <a:lt1>
        <a:srgbClr val="FBFDFD"/>
      </a:lt1>
      <a:dk2>
        <a:srgbClr val="123D44"/>
      </a:dk2>
      <a:lt2>
        <a:srgbClr val="F0F7F7"/>
      </a:lt2>
      <a:accent1>
        <a:srgbClr val="2F8F9A"/>
      </a:accent1>
      <a:accent2>
        <a:srgbClr val="8FB5BD"/>
      </a:accent2>
      <a:accent3>
        <a:srgbClr val="72898D"/>
      </a:accent3>
      <a:accent4>
        <a:srgbClr val="C9E2E4"/>
      </a:accent4>
      <a:accent5>
        <a:srgbClr val="B2C4C8"/>
      </a:accent5>
      <a:accent6>
        <a:srgbClr val="BBD3D7"/>
      </a:accent6>
      <a:hlink>
        <a:srgbClr val="123D44"/>
      </a:hlink>
      <a:folHlink>
        <a:srgbClr val="72898D"/>
      </a:folHlink>
    </a:clrScheme>
    <a:fontScheme name="돌잔치 슬라이드(사진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