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324D077-FE49-4AF1-AB48-2A48F9455365}">
          <p14:sldIdLst>
            <p14:sldId id="256"/>
          </p14:sldIdLst>
        </p14:section>
        <p14:section name="본문" id="{CCDC12C4-7970-45B7-8709-2E0FF4A73928}">
          <p14:sldIdLst>
            <p14:sldId id="257"/>
            <p14:sldId id="258"/>
            <p14:sldId id="259"/>
            <p14:sldId id="260"/>
          </p14:sldIdLst>
        </p14:section>
        <p14:section name="마무리" id="{2DF0E81B-51A8-42E2-AB4C-D1E9A0CE50C5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5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DC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tx2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tx2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tx2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tx2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tx2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AB257AC-AE56-40EC-A041-CFF782F19502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911AD2D-D86C-455F-9264-C4603997349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8F5B175-3A83-4EA7-BEE5-3682BB34A864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AQUA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처음 사진과 지금 사진을 나란히 놓았습니다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2A75-3395-4FC7-8AE8-99BC9C5BD3EE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25F0-ED5B-454A-ACA6-9F5799905A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497A-5AC0-4E68-AACB-813FDFEEF57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7A62E-CD5D-4E87-9B0A-AC9180C0E2F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AQUA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374648"/>
      </a:dk1>
      <a:lt1>
        <a:srgbClr val="FBFDFD"/>
      </a:lt1>
      <a:dk2>
        <a:srgbClr val="123D44"/>
      </a:dk2>
      <a:lt2>
        <a:srgbClr val="F0F7F7"/>
      </a:lt2>
      <a:accent1>
        <a:srgbClr val="2F8F9A"/>
      </a:accent1>
      <a:accent2>
        <a:srgbClr val="8FB5BD"/>
      </a:accent2>
      <a:accent3>
        <a:srgbClr val="72898D"/>
      </a:accent3>
      <a:accent4>
        <a:srgbClr val="C9E2E4"/>
      </a:accent4>
      <a:accent5>
        <a:srgbClr val="B2C4C8"/>
      </a:accent5>
      <a:accent6>
        <a:srgbClr val="BBD3D7"/>
      </a:accent6>
      <a:hlink>
        <a:srgbClr val="123D44"/>
      </a:hlink>
      <a:folHlink>
        <a:srgbClr val="72898D"/>
      </a:folHlink>
    </a:clrScheme>
    <a:fontScheme name="돌잔치 슬라이드(사진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