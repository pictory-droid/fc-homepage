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3AC5126-3D75-405F-A722-59A3391A87DF}">
          <p14:sldIdLst>
            <p14:sldId id="256"/>
          </p14:sldIdLst>
        </p14:section>
        <p14:section name="본문" id="{7106AAAF-9DF8-4A80-A382-DEA3261A4580}">
          <p14:sldIdLst>
            <p14:sldId id="257"/>
            <p14:sldId id="258"/>
            <p14:sldId id="259"/>
            <p14:sldId id="260"/>
          </p14:sldIdLst>
        </p14:section>
        <p14:section name="마무리" id="{21945CA6-2EAF-45AF-A615-7BDE7A2F0130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68095"/>
            <a:ext cx="731520" cy="658368"/>
            <a:chOff x="10362931" y="768095"/>
            <a:chExt cx="731520" cy="658368"/>
          </a:xfrm>
        </p:grpSpPr>
        <p:sp>
          <p:nvSpPr>
            <p:cNvPr id="6" name="Heart 5"/>
            <p:cNvSpPr/>
            <p:nvPr/>
          </p:nvSpPr>
          <p:spPr>
            <a:xfrm>
              <a:off x="10362931" y="768095"/>
              <a:ext cx="731520" cy="65836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004930E0-6FE4-4003-AE28-716F8451A71F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68095"/>
            <a:ext cx="731520" cy="658368"/>
            <a:chOff x="10362931" y="768095"/>
            <a:chExt cx="731520" cy="658368"/>
          </a:xfrm>
        </p:grpSpPr>
        <p:sp>
          <p:nvSpPr>
            <p:cNvPr id="6" name="Heart 5"/>
            <p:cNvSpPr/>
            <p:nvPr/>
          </p:nvSpPr>
          <p:spPr>
            <a:xfrm>
              <a:off x="10362931" y="768095"/>
              <a:ext cx="731520" cy="65836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458F5BC-056E-41EC-BE57-DC00E7018BD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A59CF58-0E17-4916-8D89-ED6B43C86C9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돈을 잡았으면 좋겠다고 할머니가 말씀하셨습니다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157FC-D817-499F-B652-C8D25B270F4F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6577-140A-4217-9B84-1DBCA187C70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EFD2-4005-488B-8784-0B6D9154939D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CBA9-4F7E-409E-B95E-C6605FE93F5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3A4A64"/>
      </a:dk2>
      <a:lt2>
        <a:srgbClr val="DEEDF9"/>
      </a:lt2>
      <a:accent1>
        <a:srgbClr val="7EB3E2"/>
      </a:accent1>
      <a:accent2>
        <a:srgbClr val="8689CF"/>
      </a:accent2>
      <a:accent3>
        <a:srgbClr val="2C3E4E"/>
      </a:accent3>
      <a:accent4>
        <a:srgbClr val="C5E0F7"/>
      </a:accent4>
      <a:accent5>
        <a:srgbClr val="C2A3E0"/>
      </a:accent5>
      <a:accent6>
        <a:srgbClr val="BCE6D5"/>
      </a:accent6>
      <a:hlink>
        <a:srgbClr val="3A4A64"/>
      </a:hlink>
      <a:folHlink>
        <a:srgbClr val="2C3E4E"/>
      </a:folHlink>
    </a:clrScheme>
    <a:fontScheme name="돌잔치 슬라이드(돌잡이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