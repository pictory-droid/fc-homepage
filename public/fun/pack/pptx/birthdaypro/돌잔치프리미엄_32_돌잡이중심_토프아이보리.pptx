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8F81B1B-8552-429D-B27D-3953D2252838}">
          <p14:sldIdLst>
            <p14:sldId id="256"/>
          </p14:sldIdLst>
        </p14:section>
        <p14:section name="본문" id="{4B3AD675-E18A-4686-ABEB-7590D6443198}">
          <p14:sldIdLst>
            <p14:sldId id="257"/>
            <p14:sldId id="258"/>
            <p14:sldId id="259"/>
            <p14:sldId id="260"/>
          </p14:sldIdLst>
        </p14:section>
        <p14:section name="마무리" id="{E0AD2613-0E5A-4897-AB21-46FC34F98F9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7939835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04427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2023164-2BC6-4E42-8540-F3BA0B66B1C6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CFC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7A4A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Oval 5"/>
            <p:cNvSpPr/>
            <p:nvPr/>
          </p:nvSpPr>
          <p:spPr>
            <a:xfrm>
              <a:off x="7939835" y="3200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104427" y="3364992"/>
              <a:ext cx="128016" cy="128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269751C-E1EC-480D-9BF7-8A84B57EB71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562E501-3E81-4992-BDBE-EFDD6CB2CC4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TAUPE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누가 먼저 손을 내밀었는지 기록합니다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8EBCB-4B57-4965-BA95-D9163019B334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D29F-DB3A-4966-9461-FB915161FE4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816C-1442-41D0-83C3-42BD7B1C5DCA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E1AD8-5696-4A8D-A5DB-436E326FD26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TAUPE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D2723"/>
      </a:dk1>
      <a:lt1>
        <a:srgbClr val="FCFBFA"/>
      </a:lt1>
      <a:dk2>
        <a:srgbClr val="3B322B"/>
      </a:dk2>
      <a:lt2>
        <a:srgbClr val="F6F2EC"/>
      </a:lt2>
      <a:accent1>
        <a:srgbClr val="8C7A6B"/>
      </a:accent1>
      <a:accent2>
        <a:srgbClr val="B7A692"/>
      </a:accent2>
      <a:accent3>
        <a:srgbClr val="2D2723"/>
      </a:accent3>
      <a:accent4>
        <a:srgbClr val="E1DAD2"/>
      </a:accent4>
      <a:accent5>
        <a:srgbClr val="B09C7C"/>
      </a:accent5>
      <a:accent6>
        <a:srgbClr val="D3C8BB"/>
      </a:accent6>
      <a:hlink>
        <a:srgbClr val="3B322B"/>
      </a:hlink>
      <a:folHlink>
        <a:srgbClr val="2D2723"/>
      </a:folHlink>
    </a:clrScheme>
    <a:fontScheme name="돌잔치 슬라이드(돌잡이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