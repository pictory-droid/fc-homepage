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C0EE4C2C-C4EF-4A5E-8CF4-98FA57087C8C}">
          <p14:sldIdLst>
            <p14:sldId id="256"/>
          </p14:sldIdLst>
        </p14:section>
        <p14:section name="본문" id="{D9D284A0-0320-4374-9796-8CA628405119}">
          <p14:sldIdLst>
            <p14:sldId id="257"/>
            <p14:sldId id="258"/>
            <p14:sldId id="259"/>
            <p14:sldId id="260"/>
          </p14:sldIdLst>
        </p14:section>
        <p14:section name="마무리" id="{4B646341-8999-4ADC-8A62-AD25393CA7C1}">
          <p14:sldIdLst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아기 사진을 넣고, 오른쪽 표의 칸을 눌러 내용을 적으세요.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ltUpDiag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9768585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6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97393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5973930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973930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97393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색 면"/>
          <p:cNvSpPr/>
          <p:nvPr/>
        </p:nvSpPr>
        <p:spPr>
          <a:xfrm>
            <a:off x="8168435" y="0"/>
            <a:ext cx="4023259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1825935" y="685800"/>
            <a:ext cx="0" cy="5486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4" name="Oval 3"/>
          <p:cNvSpPr/>
          <p:nvPr/>
        </p:nvSpPr>
        <p:spPr>
          <a:xfrm>
            <a:off x="7601507" y="2862072"/>
            <a:ext cx="1133856" cy="1133856"/>
          </a:xfrm>
          <a:prstGeom prst="ellipse">
            <a:avLst/>
          </a:prstGeom>
          <a:solidFill>
            <a:schemeClr val="bg2">
              <a:alpha val="100000"/>
            </a:schemeClr>
          </a:solidFill>
          <a:ln w="15875">
            <a:solidFill>
              <a:schemeClr val="accent5"/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grpSp>
        <p:nvGrpSpPr>
          <p:cNvPr id="5" name="테마 장식"/>
          <p:cNvGrpSpPr/>
          <p:nvPr/>
        </p:nvGrpSpPr>
        <p:grpSpPr>
          <a:xfrm>
            <a:off x="7939835" y="3200400"/>
            <a:ext cx="457200" cy="457200"/>
            <a:chOff x="7939835" y="3200400"/>
            <a:chExt cx="457200" cy="457200"/>
          </a:xfrm>
        </p:grpSpPr>
        <p:sp>
          <p:nvSpPr>
            <p:cNvPr id="6" name="Oval 5"/>
            <p:cNvSpPr/>
            <p:nvPr/>
          </p:nvSpPr>
          <p:spPr>
            <a:xfrm>
              <a:off x="7939835" y="3200400"/>
              <a:ext cx="457200" cy="457200"/>
            </a:xfrm>
            <a:prstGeom prst="ellipse">
              <a:avLst/>
            </a:prstGeom>
            <a:noFill/>
            <a:ln w="1270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8104427" y="3364992"/>
              <a:ext cx="128016" cy="128016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ltUpDiag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D038ACE6-5714-483F-9AD3-C32705CECFE0}" type="slidenum">
              <a:rPr lang="en-US"/>
              <a:t>‹#›</a:t>
            </a:fld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362895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536192"/>
            <a:ext cx="963137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9768585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6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97393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5973930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973930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1CFCF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97393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A7A4A3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색 면"/>
          <p:cNvSpPr/>
          <p:nvPr/>
        </p:nvSpPr>
        <p:spPr>
          <a:xfrm>
            <a:off x="8168435" y="0"/>
            <a:ext cx="4023259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1825935" y="685800"/>
            <a:ext cx="0" cy="5486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4" name="Oval 3"/>
          <p:cNvSpPr/>
          <p:nvPr/>
        </p:nvSpPr>
        <p:spPr>
          <a:xfrm>
            <a:off x="7601507" y="2862072"/>
            <a:ext cx="1133856" cy="1133856"/>
          </a:xfrm>
          <a:prstGeom prst="ellipse">
            <a:avLst/>
          </a:prstGeom>
          <a:solidFill>
            <a:schemeClr val="accent3">
              <a:alpha val="100000"/>
            </a:schemeClr>
          </a:solidFill>
          <a:ln w="15875">
            <a:solidFill>
              <a:schemeClr val="accent5"/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grpSp>
        <p:nvGrpSpPr>
          <p:cNvPr id="5" name="테마 장식"/>
          <p:cNvGrpSpPr/>
          <p:nvPr/>
        </p:nvGrpSpPr>
        <p:grpSpPr>
          <a:xfrm>
            <a:off x="7939835" y="3200400"/>
            <a:ext cx="457200" cy="457200"/>
            <a:chOff x="7939835" y="3200400"/>
            <a:chExt cx="457200" cy="457200"/>
          </a:xfrm>
        </p:grpSpPr>
        <p:sp>
          <p:nvSpPr>
            <p:cNvPr id="6" name="Oval 5"/>
            <p:cNvSpPr/>
            <p:nvPr/>
          </p:nvSpPr>
          <p:spPr>
            <a:xfrm>
              <a:off x="7939835" y="3200400"/>
              <a:ext cx="457200" cy="457200"/>
            </a:xfrm>
            <a:prstGeom prst="ellipse">
              <a:avLst/>
            </a:prstGeom>
            <a:noFill/>
            <a:ln w="1270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8104427" y="3364992"/>
              <a:ext cx="128016" cy="128016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ltUpDiag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A2F699FD-819E-4EEA-8171-67D8170733FB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362895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536192"/>
            <a:ext cx="963137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ltUpDiag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C2D579E8-3003-4849-A60C-38AAE5A71E22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TAUPE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TAUPE  ·  FIRST BIRTHDAY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첫 번째 생일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누가 먼저 손을 내밀었는지 기록합니다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0000. 00. 00</a:t>
            </a:r>
          </a:p>
          <a:p>
            <a:r>
              <a:rPr lang="ko-KR"/>
              <a:t>장소를 입력하세요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아기를 소개합니다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840480" cy="41605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아기 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840480" cy="4160520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30A33F-104B-4738-9D51-DEA4361154F6}" type="slidenum">
              <a:rPr lang="en-US"/>
              <a:t>‹#›</a:t>
            </a:fld>
            <a:endParaRPr lang="en-US"/>
          </a:p>
        </p:txBody>
      </p:sp>
      <p:graphicFrame>
        <p:nvGraphicFramePr>
          <p:cNvPr id="14" name="표"/>
          <p:cNvGraphicFramePr>
            <a:graphicFrameLocks noGrp="1"/>
          </p:cNvGraphicFramePr>
          <p:nvPr/>
        </p:nvGraphicFramePr>
        <p:xfrm>
          <a:off x="4937759" y="1828800"/>
          <a:ext cx="6522415" cy="395020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28800"/>
                <a:gridCol w="469361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생일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키 · 몸무게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좋아하는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별명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부모의 마음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돌잡이 이야기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930C5-E3A8-4F7A-AB04-4B52AC330088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2476423" cy="3566160"/>
            <a:chOff x="731520" y="1828800"/>
            <a:chExt cx="2476423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60120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연필 · 공부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019223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400" b="0" i="0" lang="ko-KR">
                  <a:solidFill>
                    <a:schemeClr val="tx1"/>
                  </a:solidFill>
                </a:rPr>
                <a:t>학문과 총명을 바라는 마음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3482263" y="1828800"/>
            <a:ext cx="2476423" cy="3566160"/>
            <a:chOff x="3482263" y="1828800"/>
            <a:chExt cx="2476423" cy="3566160"/>
          </a:xfrm>
        </p:grpSpPr>
        <p:sp>
          <p:nvSpPr>
            <p:cNvPr id="12" name="카드 바탕"/>
            <p:cNvSpPr/>
            <p:nvPr/>
          </p:nvSpPr>
          <p:spPr>
            <a:xfrm>
              <a:off x="3482263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3710863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3665143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실 · 장수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3710863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3665143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400" b="0" i="0" lang="ko-KR">
                  <a:solidFill>
                    <a:schemeClr val="tx1"/>
                  </a:solidFill>
                </a:rPr>
                <a:t>건강하고 오래 살기를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6233007" y="1828800"/>
            <a:ext cx="2476423" cy="3566160"/>
            <a:chOff x="6233007" y="1828800"/>
            <a:chExt cx="2476423" cy="3566160"/>
          </a:xfrm>
        </p:grpSpPr>
        <p:sp>
          <p:nvSpPr>
            <p:cNvPr id="18" name="카드 바탕"/>
            <p:cNvSpPr/>
            <p:nvPr/>
          </p:nvSpPr>
          <p:spPr>
            <a:xfrm>
              <a:off x="6233007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6461607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6415887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돈 · 부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6461607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6415887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400" b="0" i="0" lang="ko-KR">
                  <a:solidFill>
                    <a:schemeClr val="tx1"/>
                  </a:solidFill>
                </a:rPr>
                <a:t>넉넉한 삶을 바라는 마음</a:t>
              </a:r>
            </a:p>
          </p:txBody>
        </p:sp>
      </p:grpSp>
      <p:grpSp>
        <p:nvGrpSpPr>
          <p:cNvPr id="23" name="카드 4"/>
          <p:cNvGrpSpPr/>
          <p:nvPr/>
        </p:nvGrpSpPr>
        <p:grpSpPr>
          <a:xfrm>
            <a:off x="8983751" y="1828800"/>
            <a:ext cx="2476423" cy="3566160"/>
            <a:chOff x="8983751" y="1828800"/>
            <a:chExt cx="2476423" cy="3566160"/>
          </a:xfrm>
        </p:grpSpPr>
        <p:sp>
          <p:nvSpPr>
            <p:cNvPr id="24" name="카드 바탕"/>
            <p:cNvSpPr/>
            <p:nvPr/>
          </p:nvSpPr>
          <p:spPr>
            <a:xfrm>
              <a:off x="8983751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번호 4"/>
            <p:cNvSpPr/>
            <p:nvPr/>
          </p:nvSpPr>
          <p:spPr>
            <a:xfrm>
              <a:off x="9212351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4</a:t>
              </a:r>
            </a:p>
          </p:txBody>
        </p:sp>
        <p:sp>
          <p:nvSpPr>
            <p:cNvPr id="26" name="카드 제목"/>
            <p:cNvSpPr txBox="1"/>
            <p:nvPr/>
          </p:nvSpPr>
          <p:spPr>
            <a:xfrm>
              <a:off x="9166631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마이크 · 인기</a:t>
              </a:r>
            </a:p>
          </p:txBody>
        </p:sp>
        <p:cxnSp>
          <p:nvCxnSpPr>
            <p:cNvPr id="27" name="구분선"/>
            <p:cNvCxnSpPr/>
            <p:nvPr/>
          </p:nvCxnSpPr>
          <p:spPr>
            <a:xfrm>
              <a:off x="9212351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8" name="카드 내용"/>
            <p:cNvSpPr txBox="1"/>
            <p:nvPr/>
          </p:nvSpPr>
          <p:spPr>
            <a:xfrm>
              <a:off x="9166631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400" b="0" i="0" lang="ko-KR">
                  <a:solidFill>
                    <a:schemeClr val="tx1"/>
                  </a:solidFill>
                </a:rPr>
                <a:t>사람들에게 사랑받기를</a:t>
              </a:r>
            </a:p>
          </p:txBody>
        </p:sp>
      </p:grp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아기의 선택은?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4572000" cy="434340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돌잡이 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4572000" cy="4343400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ECB906-3660-42B5-8848-23695BE79FA3}" type="slidenum">
              <a:rPr lang="en-US"/>
              <a:t>‹#›</a:t>
            </a:fld>
            <a:endParaRPr lang="en-US"/>
          </a:p>
        </p:txBody>
      </p:sp>
      <p:sp>
        <p:nvSpPr>
          <p:cNvPr id="14" name="선택 칸"/>
          <p:cNvSpPr/>
          <p:nvPr/>
        </p:nvSpPr>
        <p:spPr>
          <a:xfrm>
            <a:off x="5669280" y="1828800"/>
            <a:ext cx="5790895" cy="43434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>
                <a:alpha val="60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선택 글"/>
          <p:cNvSpPr txBox="1"/>
          <p:nvPr/>
        </p:nvSpPr>
        <p:spPr>
          <a:xfrm>
            <a:off x="6035040" y="2194560"/>
            <a:ext cx="5059375" cy="3611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800" b="0" i="0" lang="ko-KR">
                <a:solidFill>
                  <a:schemeClr val="tx1"/>
                </a:solidFill>
              </a:rPr>
              <a:t>우리 아기의 선택</a:t>
            </a:r>
          </a:p>
          <a:p>
            <a:pPr algn="l">
              <a:lnSpc>
                <a:spcPct val="140000"/>
              </a:lnSpc>
            </a:pPr>
            <a:r>
              <a:rPr sz="1800" b="0" i="0" lang="ko-KR">
                <a:solidFill>
                  <a:schemeClr val="tx1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 i="0" lang="ko-KR">
                <a:solidFill>
                  <a:schemeClr val="tx1"/>
                </a:solidFill>
              </a:rPr>
              <a:t>무엇을 집었나요?</a:t>
            </a:r>
          </a:p>
          <a:p>
            <a:pPr algn="l">
              <a:lnSpc>
                <a:spcPct val="140000"/>
              </a:lnSpc>
            </a:pPr>
            <a:r>
              <a:rPr sz="1800" b="0" i="0" lang="ko-KR">
                <a:solidFill>
                  <a:schemeClr val="tx1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 i="0" lang="ko-KR">
                <a:solidFill>
                  <a:schemeClr val="tx1"/>
                </a:solidFill>
              </a:rPr>
              <a:t>그때 가족의 반응은?</a:t>
            </a:r>
          </a:p>
        </p:txBody>
      </p:sp>
    </p:spTree>
  </p:cSld>
  <p:clrMapOvr>
    <a:masterClrMapping/>
  </p:clrMapOvr>
  <p:transition spd="med">
    <p:push dir="l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PHOTOS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사진 모음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2531287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3463975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3463975" y="1828800"/>
            <a:ext cx="2531287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6196431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6196431" y="1828800"/>
            <a:ext cx="2531287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8928887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8928887" y="1828800"/>
            <a:ext cx="2531287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731520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731520" y="4101084"/>
            <a:ext cx="2531287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3463975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3463975" y="4101084"/>
            <a:ext cx="2531287" cy="2071116"/>
          </a:xfrm>
          <a:prstGeom prst="rect">
            <a:avLst/>
          </a:prstGeom>
        </p:spPr>
      </p:sp>
      <p:sp>
        <p:nvSpPr>
          <p:cNvPr id="19" name="사진 바탕 7"/>
          <p:cNvSpPr/>
          <p:nvPr/>
        </p:nvSpPr>
        <p:spPr>
          <a:xfrm>
            <a:off x="6196431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7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9" sz="quarter"/>
          </p:nvPr>
        </p:nvSpPr>
        <p:spPr>
          <a:xfrm>
            <a:off x="6196431" y="4101084"/>
            <a:ext cx="2531287" cy="2071116"/>
          </a:xfrm>
          <a:prstGeom prst="rect">
            <a:avLst/>
          </a:prstGeom>
        </p:spPr>
      </p:sp>
      <p:sp>
        <p:nvSpPr>
          <p:cNvPr id="20" name="사진 바탕 8"/>
          <p:cNvSpPr/>
          <p:nvPr/>
        </p:nvSpPr>
        <p:spPr>
          <a:xfrm>
            <a:off x="8928887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8</a:t>
            </a:r>
          </a:p>
        </p:txBody>
      </p:sp>
      <p:sp>
        <p:nvSpPr>
          <p:cNvPr id="11" name="Picture Placeholder 10" descr="사진 자리 — 아이콘을 누르면 사진을 넣을 수 있어요"/>
          <p:cNvSpPr>
            <a:spLocks noGrp="1"/>
          </p:cNvSpPr>
          <p:nvPr>
            <p:ph type="pic" idx="20" sz="quarter"/>
          </p:nvPr>
        </p:nvSpPr>
        <p:spPr>
          <a:xfrm>
            <a:off x="8928887" y="4101084"/>
            <a:ext cx="2531287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E9FCE-6121-4744-B781-CCCA0E49DEF3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TAUPE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TAUPE  ·  FIRST BIRTHDAY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아이가 한 살이 되었습니다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부모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돌잔치 슬라이드(돌잡이 중심)">
  <a:themeElements>
    <a:clrScheme name="돌잔치 슬라이드(돌잡이 중심)">
      <a:dk1>
        <a:srgbClr val="2D2723"/>
      </a:dk1>
      <a:lt1>
        <a:srgbClr val="FCFBFA"/>
      </a:lt1>
      <a:dk2>
        <a:srgbClr val="3B322B"/>
      </a:dk2>
      <a:lt2>
        <a:srgbClr val="F6F2EC"/>
      </a:lt2>
      <a:accent1>
        <a:srgbClr val="8C7A6B"/>
      </a:accent1>
      <a:accent2>
        <a:srgbClr val="B7A692"/>
      </a:accent2>
      <a:accent3>
        <a:srgbClr val="2D2723"/>
      </a:accent3>
      <a:accent4>
        <a:srgbClr val="E1DAD2"/>
      </a:accent4>
      <a:accent5>
        <a:srgbClr val="B09C7C"/>
      </a:accent5>
      <a:accent6>
        <a:srgbClr val="D3C8BB"/>
      </a:accent6>
      <a:hlink>
        <a:srgbClr val="3B322B"/>
      </a:hlink>
      <a:folHlink>
        <a:srgbClr val="2D2723"/>
      </a:folHlink>
    </a:clrScheme>
    <a:fontScheme name="돌잔치 슬라이드(돌잡이 중심)">
      <a:majorFont>
        <a:latin typeface="Gill Sans MT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슬라이드(돌잡이 중심)</dc:title>
  <dc:subject>돌잔치 슬라이드 · 돌잡이 중심</dc:subject>
  <dc:creator>우체국보험 상담 안내</dc:creator>
  <cp:keywords>돌잔치,첫돌,PPT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