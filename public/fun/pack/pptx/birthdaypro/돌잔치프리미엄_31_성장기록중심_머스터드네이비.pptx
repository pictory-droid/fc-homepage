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D3A6EA6-FDAF-4E3D-A3C9-2A22CAD7A213}">
          <p14:sldIdLst>
            <p14:sldId id="256"/>
          </p14:sldIdLst>
        </p14:section>
        <p14:section name="본문" id="{7F0FE3A5-771A-40D4-A418-56973EA36FFC}">
          <p14:sldIdLst>
            <p14:sldId id="257"/>
            <p14:sldId id="258"/>
            <p14:sldId id="259"/>
            <p14:sldId id="260"/>
          </p14:sldIdLst>
        </p14:section>
        <p14:section name="마무리" id="{00EEA2B3-D2C7-44C5-8D32-1DBF7B30EE2F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A9758D32-D15B-46E7-BF81-AD49838C1A6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274320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657508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657508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657508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7D8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657508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3B6B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0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71600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2148840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606040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2880360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30A20A78-5599-49D3-B2E1-A37C6308D93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039CC1B3-7967-49BC-AD80-019D26641A4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MUSTARD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MUSTARD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이유식 먹던 날이 엊그제 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MUSTARD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3EF4-0E09-4E0A-BA4C-55A96F699105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5623559" y="1828800"/>
          <a:ext cx="592805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09925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MUSTARD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28D11-3448-43B8-B41E-642A08735EA5}" type="slidenum">
              <a:rPr lang="en-US"/>
              <a:t>‹#›</a:t>
            </a:fld>
            <a:endParaRPr lang="en-US"/>
          </a:p>
        </p:txBody>
      </p:sp>
      <p:cxnSp>
        <p:nvCxnSpPr>
          <p:cNvPr id="6" name="타임라인 선"/>
          <p:cNvCxnSpPr/>
          <p:nvPr/>
        </p:nvCxnSpPr>
        <p:spPr>
          <a:xfrm>
            <a:off x="1417319" y="3493008"/>
            <a:ext cx="10134296" cy="0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</p:cxnSp>
      <p:grpSp>
        <p:nvGrpSpPr>
          <p:cNvPr id="7" name="때 1"/>
          <p:cNvGrpSpPr/>
          <p:nvPr/>
        </p:nvGrpSpPr>
        <p:grpSpPr>
          <a:xfrm>
            <a:off x="1463039" y="2651760"/>
            <a:ext cx="1935419" cy="3383280"/>
            <a:chOff x="1463039" y="2651760"/>
            <a:chExt cx="1935419" cy="3383280"/>
          </a:xfrm>
        </p:grpSpPr>
        <p:sp>
          <p:nvSpPr>
            <p:cNvPr id="8" name="점"/>
            <p:cNvSpPr/>
            <p:nvPr/>
          </p:nvSpPr>
          <p:spPr>
            <a:xfrm>
              <a:off x="2229581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때"/>
            <p:cNvSpPr txBox="1"/>
            <p:nvPr/>
          </p:nvSpPr>
          <p:spPr>
            <a:xfrm>
              <a:off x="1463039" y="2651760"/>
              <a:ext cx="1935419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1개월</a:t>
              </a:r>
            </a:p>
          </p:txBody>
        </p:sp>
        <p:sp>
          <p:nvSpPr>
            <p:cNvPr id="10" name="제목"/>
            <p:cNvSpPr txBox="1"/>
            <p:nvPr/>
          </p:nvSpPr>
          <p:spPr>
            <a:xfrm>
              <a:off x="1508760" y="3886200"/>
              <a:ext cx="1843979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11" name="내용"/>
            <p:cNvSpPr txBox="1"/>
            <p:nvPr/>
          </p:nvSpPr>
          <p:spPr>
            <a:xfrm>
              <a:off x="1508760" y="4389120"/>
              <a:ext cx="1843979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2" name="때 2"/>
          <p:cNvGrpSpPr/>
          <p:nvPr/>
        </p:nvGrpSpPr>
        <p:grpSpPr>
          <a:xfrm>
            <a:off x="3489899" y="2651760"/>
            <a:ext cx="1935419" cy="3383280"/>
            <a:chOff x="3489899" y="2651760"/>
            <a:chExt cx="1935419" cy="3383280"/>
          </a:xfrm>
        </p:grpSpPr>
        <p:sp>
          <p:nvSpPr>
            <p:cNvPr id="13" name="점"/>
            <p:cNvSpPr/>
            <p:nvPr/>
          </p:nvSpPr>
          <p:spPr>
            <a:xfrm>
              <a:off x="4256440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때"/>
            <p:cNvSpPr txBox="1"/>
            <p:nvPr/>
          </p:nvSpPr>
          <p:spPr>
            <a:xfrm>
              <a:off x="3489899" y="2651760"/>
              <a:ext cx="1935419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3개월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3535619" y="3886200"/>
              <a:ext cx="1843979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3535619" y="4389120"/>
              <a:ext cx="1843979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3"/>
          <p:cNvGrpSpPr/>
          <p:nvPr/>
        </p:nvGrpSpPr>
        <p:grpSpPr>
          <a:xfrm>
            <a:off x="5516758" y="2651760"/>
            <a:ext cx="1935419" cy="3383280"/>
            <a:chOff x="5516758" y="2651760"/>
            <a:chExt cx="1935419" cy="3383280"/>
          </a:xfrm>
        </p:grpSpPr>
        <p:sp>
          <p:nvSpPr>
            <p:cNvPr id="18" name="점"/>
            <p:cNvSpPr/>
            <p:nvPr/>
          </p:nvSpPr>
          <p:spPr>
            <a:xfrm>
              <a:off x="6283299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때"/>
            <p:cNvSpPr txBox="1"/>
            <p:nvPr/>
          </p:nvSpPr>
          <p:spPr>
            <a:xfrm>
              <a:off x="5516758" y="2651760"/>
              <a:ext cx="1935419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6개월</a:t>
              </a:r>
            </a:p>
          </p:txBody>
        </p:sp>
        <p:sp>
          <p:nvSpPr>
            <p:cNvPr id="20" name="제목"/>
            <p:cNvSpPr txBox="1"/>
            <p:nvPr/>
          </p:nvSpPr>
          <p:spPr>
            <a:xfrm>
              <a:off x="5562478" y="3886200"/>
              <a:ext cx="1843979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21" name="내용"/>
            <p:cNvSpPr txBox="1"/>
            <p:nvPr/>
          </p:nvSpPr>
          <p:spPr>
            <a:xfrm>
              <a:off x="5562478" y="4389120"/>
              <a:ext cx="1843979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2" name="때 4"/>
          <p:cNvGrpSpPr/>
          <p:nvPr/>
        </p:nvGrpSpPr>
        <p:grpSpPr>
          <a:xfrm>
            <a:off x="7543617" y="2651760"/>
            <a:ext cx="1935419" cy="3383280"/>
            <a:chOff x="7543617" y="2651760"/>
            <a:chExt cx="1935419" cy="3383280"/>
          </a:xfrm>
        </p:grpSpPr>
        <p:sp>
          <p:nvSpPr>
            <p:cNvPr id="23" name="점"/>
            <p:cNvSpPr/>
            <p:nvPr/>
          </p:nvSpPr>
          <p:spPr>
            <a:xfrm>
              <a:off x="8310158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때"/>
            <p:cNvSpPr txBox="1"/>
            <p:nvPr/>
          </p:nvSpPr>
          <p:spPr>
            <a:xfrm>
              <a:off x="7543617" y="2651760"/>
              <a:ext cx="1935419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9개월</a:t>
              </a:r>
            </a:p>
          </p:txBody>
        </p:sp>
        <p:sp>
          <p:nvSpPr>
            <p:cNvPr id="25" name="제목"/>
            <p:cNvSpPr txBox="1"/>
            <p:nvPr/>
          </p:nvSpPr>
          <p:spPr>
            <a:xfrm>
              <a:off x="7589337" y="3886200"/>
              <a:ext cx="1843979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6" name="내용"/>
            <p:cNvSpPr txBox="1"/>
            <p:nvPr/>
          </p:nvSpPr>
          <p:spPr>
            <a:xfrm>
              <a:off x="7589337" y="4389120"/>
              <a:ext cx="1843979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7" name="때 5"/>
          <p:cNvGrpSpPr/>
          <p:nvPr/>
        </p:nvGrpSpPr>
        <p:grpSpPr>
          <a:xfrm>
            <a:off x="9570476" y="2651760"/>
            <a:ext cx="1935419" cy="3383280"/>
            <a:chOff x="9570476" y="2651760"/>
            <a:chExt cx="1935419" cy="3383280"/>
          </a:xfrm>
        </p:grpSpPr>
        <p:sp>
          <p:nvSpPr>
            <p:cNvPr id="28" name="점"/>
            <p:cNvSpPr/>
            <p:nvPr/>
          </p:nvSpPr>
          <p:spPr>
            <a:xfrm>
              <a:off x="10337017" y="3291840"/>
              <a:ext cx="402336" cy="402336"/>
            </a:xfrm>
            <a:prstGeom prst="diamond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때"/>
            <p:cNvSpPr txBox="1"/>
            <p:nvPr/>
          </p:nvSpPr>
          <p:spPr>
            <a:xfrm>
              <a:off x="9570476" y="2651760"/>
              <a:ext cx="1935419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400" b="1" i="0" lang="ko-KR">
                  <a:solidFill>
                    <a:schemeClr val="tx2"/>
                  </a:solidFill>
                  <a:latin typeface="+mj-lt"/>
                  <a:ea typeface="+mj-ea"/>
                </a:rPr>
                <a:t>12개월</a:t>
              </a:r>
            </a:p>
          </p:txBody>
        </p:sp>
        <p:sp>
          <p:nvSpPr>
            <p:cNvPr id="30" name="제목"/>
            <p:cNvSpPr txBox="1"/>
            <p:nvPr/>
          </p:nvSpPr>
          <p:spPr>
            <a:xfrm>
              <a:off x="9616196" y="3886200"/>
              <a:ext cx="1843979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31" name="내용"/>
            <p:cNvSpPr txBox="1"/>
            <p:nvPr/>
          </p:nvSpPr>
          <p:spPr>
            <a:xfrm>
              <a:off x="9616196" y="4389120"/>
              <a:ext cx="1843979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MUSTARD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8C27D-A4E7-420B-BBCE-44D354D5E89E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1417319" y="1828800"/>
          <a:ext cx="1013429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44265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MUSTARD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1417319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17319" y="1828800"/>
            <a:ext cx="2382697" cy="2071116"/>
          </a:xfrm>
          <a:prstGeom prst="rect">
            <a:avLst/>
          </a:prstGeom>
        </p:spPr>
      </p:sp>
      <p:sp>
        <p:nvSpPr>
          <p:cNvPr id="15" name="사진 바탕 2"/>
          <p:cNvSpPr/>
          <p:nvPr/>
        </p:nvSpPr>
        <p:spPr>
          <a:xfrm>
            <a:off x="4001185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001185" y="1828800"/>
            <a:ext cx="2382697" cy="2071116"/>
          </a:xfrm>
          <a:prstGeom prst="rect">
            <a:avLst/>
          </a:prstGeom>
        </p:spPr>
      </p:sp>
      <p:sp>
        <p:nvSpPr>
          <p:cNvPr id="16" name="사진 바탕 3"/>
          <p:cNvSpPr/>
          <p:nvPr/>
        </p:nvSpPr>
        <p:spPr>
          <a:xfrm>
            <a:off x="6585051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585051" y="1828800"/>
            <a:ext cx="2382697" cy="2071116"/>
          </a:xfrm>
          <a:prstGeom prst="rect">
            <a:avLst/>
          </a:prstGeom>
        </p:spPr>
      </p:sp>
      <p:sp>
        <p:nvSpPr>
          <p:cNvPr id="17" name="사진 바탕 4"/>
          <p:cNvSpPr/>
          <p:nvPr/>
        </p:nvSpPr>
        <p:spPr>
          <a:xfrm>
            <a:off x="9168917" y="1828800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168917" y="1828800"/>
            <a:ext cx="2382697" cy="2071116"/>
          </a:xfrm>
          <a:prstGeom prst="rect">
            <a:avLst/>
          </a:prstGeom>
        </p:spPr>
      </p:sp>
      <p:sp>
        <p:nvSpPr>
          <p:cNvPr id="18" name="사진 바탕 5"/>
          <p:cNvSpPr/>
          <p:nvPr/>
        </p:nvSpPr>
        <p:spPr>
          <a:xfrm>
            <a:off x="1417319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1417319" y="4101084"/>
            <a:ext cx="2382697" cy="2071116"/>
          </a:xfrm>
          <a:prstGeom prst="rect">
            <a:avLst/>
          </a:prstGeom>
        </p:spPr>
      </p:sp>
      <p:sp>
        <p:nvSpPr>
          <p:cNvPr id="19" name="사진 바탕 6"/>
          <p:cNvSpPr/>
          <p:nvPr/>
        </p:nvSpPr>
        <p:spPr>
          <a:xfrm>
            <a:off x="4001185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4001185" y="4101084"/>
            <a:ext cx="2382697" cy="2071116"/>
          </a:xfrm>
          <a:prstGeom prst="rect">
            <a:avLst/>
          </a:prstGeom>
        </p:spPr>
      </p:sp>
      <p:sp>
        <p:nvSpPr>
          <p:cNvPr id="20" name="사진 바탕 7"/>
          <p:cNvSpPr/>
          <p:nvPr/>
        </p:nvSpPr>
        <p:spPr>
          <a:xfrm>
            <a:off x="6585051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585051" y="4101084"/>
            <a:ext cx="2382697" cy="2071116"/>
          </a:xfrm>
          <a:prstGeom prst="rect">
            <a:avLst/>
          </a:prstGeom>
        </p:spPr>
      </p:sp>
      <p:sp>
        <p:nvSpPr>
          <p:cNvPr id="21" name="사진 바탕 8"/>
          <p:cNvSpPr/>
          <p:nvPr/>
        </p:nvSpPr>
        <p:spPr>
          <a:xfrm>
            <a:off x="9168917" y="4101084"/>
            <a:ext cx="238269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9168917" y="4101084"/>
            <a:ext cx="2382697" cy="2071116"/>
          </a:xfrm>
          <a:prstGeom prst="rect">
            <a:avLst/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D4B79-DE18-473B-9CDE-0FB9D3CF8D4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MUSTARD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MUSTARD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373B48"/>
      </a:dk1>
      <a:lt1>
        <a:srgbClr val="FEFCF8"/>
      </a:lt1>
      <a:dk2>
        <a:srgbClr val="262F4D"/>
      </a:dk2>
      <a:lt2>
        <a:srgbClr val="FBF6E6"/>
      </a:lt2>
      <a:accent1>
        <a:srgbClr val="D0A02A"/>
      </a:accent1>
      <a:accent2>
        <a:srgbClr val="2E3A5C"/>
      </a:accent2>
      <a:accent3>
        <a:srgbClr val="4A5063"/>
      </a:accent3>
      <a:accent4>
        <a:srgbClr val="F2E5C0"/>
      </a:accent4>
      <a:accent5>
        <a:srgbClr val="C8A040"/>
      </a:accent5>
      <a:accent6>
        <a:srgbClr val="8A8F9A"/>
      </a:accent6>
      <a:hlink>
        <a:srgbClr val="262F4D"/>
      </a:hlink>
      <a:folHlink>
        <a:srgbClr val="4A5063"/>
      </a:folHlink>
    </a:clrScheme>
    <a:fontScheme name="돌잔치 슬라이드(성장 기록 중심)">
      <a:majorFont>
        <a:latin typeface="Constant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