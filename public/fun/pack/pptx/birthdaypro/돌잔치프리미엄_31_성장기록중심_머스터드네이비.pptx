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97720C9-62AF-49D4-8911-AA9461E6A62C}">
          <p14:sldIdLst>
            <p14:sldId id="256"/>
          </p14:sldIdLst>
        </p14:section>
        <p14:section name="본문" id="{B921BCEB-AA5F-44F3-A279-CF121A07C2BC}">
          <p14:sldIdLst>
            <p14:sldId id="257"/>
            <p14:sldId id="258"/>
            <p14:sldId id="259"/>
            <p14:sldId id="260"/>
          </p14:sldIdLst>
        </p14:section>
        <p14:section name="마무리" id="{9D7F6082-20CD-440C-B0D0-B1293E91CB7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9E44F8CD-4D25-4486-85DC-B513E8E38C5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A5EAD95C-6CC9-476A-B62F-6A5627CC0C9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6892E46-C9E6-4F8A-A13A-9594AFC4552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이유식 먹던 날이 엊그제 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CF6EC-12A1-421A-A882-A024F7F677FD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7CC7C-F154-4B94-9C4F-87797299F621}" type="slidenum">
              <a:rPr lang="en-US"/>
              <a:t>‹#›</a:t>
            </a:fld>
            <a:endParaRPr lang="en-US"/>
          </a:p>
        </p:txBody>
      </p:sp>
      <p:cxnSp>
        <p:nvCxnSpPr>
          <p:cNvPr id="6" name="타임라인 선"/>
          <p:cNvCxnSpPr/>
          <p:nvPr/>
        </p:nvCxnSpPr>
        <p:spPr>
          <a:xfrm>
            <a:off x="1417319" y="3493008"/>
            <a:ext cx="10134296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7" name="때 1"/>
          <p:cNvGrpSpPr/>
          <p:nvPr/>
        </p:nvGrpSpPr>
        <p:grpSpPr>
          <a:xfrm>
            <a:off x="1463039" y="2651760"/>
            <a:ext cx="1935419" cy="3383280"/>
            <a:chOff x="1463039" y="2651760"/>
            <a:chExt cx="1935419" cy="3383280"/>
          </a:xfrm>
        </p:grpSpPr>
        <p:sp>
          <p:nvSpPr>
            <p:cNvPr id="8" name="점"/>
            <p:cNvSpPr/>
            <p:nvPr/>
          </p:nvSpPr>
          <p:spPr>
            <a:xfrm>
              <a:off x="222958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때"/>
            <p:cNvSpPr txBox="1"/>
            <p:nvPr/>
          </p:nvSpPr>
          <p:spPr>
            <a:xfrm>
              <a:off x="1463039" y="2651760"/>
              <a:ext cx="193541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1개월</a:t>
              </a:r>
            </a:p>
          </p:txBody>
        </p:sp>
        <p:sp>
          <p:nvSpPr>
            <p:cNvPr id="10" name="제목"/>
            <p:cNvSpPr txBox="1"/>
            <p:nvPr/>
          </p:nvSpPr>
          <p:spPr>
            <a:xfrm>
              <a:off x="1508760" y="3886200"/>
              <a:ext cx="184397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11" name="내용"/>
            <p:cNvSpPr txBox="1"/>
            <p:nvPr/>
          </p:nvSpPr>
          <p:spPr>
            <a:xfrm>
              <a:off x="1508760" y="4389120"/>
              <a:ext cx="1843979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2" name="때 2"/>
          <p:cNvGrpSpPr/>
          <p:nvPr/>
        </p:nvGrpSpPr>
        <p:grpSpPr>
          <a:xfrm>
            <a:off x="3489899" y="2651760"/>
            <a:ext cx="1935419" cy="3383280"/>
            <a:chOff x="3489899" y="2651760"/>
            <a:chExt cx="1935419" cy="3383280"/>
          </a:xfrm>
        </p:grpSpPr>
        <p:sp>
          <p:nvSpPr>
            <p:cNvPr id="13" name="점"/>
            <p:cNvSpPr/>
            <p:nvPr/>
          </p:nvSpPr>
          <p:spPr>
            <a:xfrm>
              <a:off x="425644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때"/>
            <p:cNvSpPr txBox="1"/>
            <p:nvPr/>
          </p:nvSpPr>
          <p:spPr>
            <a:xfrm>
              <a:off x="3489899" y="2651760"/>
              <a:ext cx="193541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3개월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3535619" y="3886200"/>
              <a:ext cx="184397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3535619" y="4389120"/>
              <a:ext cx="1843979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3"/>
          <p:cNvGrpSpPr/>
          <p:nvPr/>
        </p:nvGrpSpPr>
        <p:grpSpPr>
          <a:xfrm>
            <a:off x="5516758" y="2651760"/>
            <a:ext cx="1935419" cy="3383280"/>
            <a:chOff x="5516758" y="2651760"/>
            <a:chExt cx="1935419" cy="3383280"/>
          </a:xfrm>
        </p:grpSpPr>
        <p:sp>
          <p:nvSpPr>
            <p:cNvPr id="18" name="점"/>
            <p:cNvSpPr/>
            <p:nvPr/>
          </p:nvSpPr>
          <p:spPr>
            <a:xfrm>
              <a:off x="6283299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때"/>
            <p:cNvSpPr txBox="1"/>
            <p:nvPr/>
          </p:nvSpPr>
          <p:spPr>
            <a:xfrm>
              <a:off x="5516758" y="2651760"/>
              <a:ext cx="193541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6개월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5562478" y="3886200"/>
              <a:ext cx="184397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5562478" y="4389120"/>
              <a:ext cx="1843979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2" name="때 4"/>
          <p:cNvGrpSpPr/>
          <p:nvPr/>
        </p:nvGrpSpPr>
        <p:grpSpPr>
          <a:xfrm>
            <a:off x="7543617" y="2651760"/>
            <a:ext cx="1935419" cy="3383280"/>
            <a:chOff x="7543617" y="2651760"/>
            <a:chExt cx="1935419" cy="3383280"/>
          </a:xfrm>
        </p:grpSpPr>
        <p:sp>
          <p:nvSpPr>
            <p:cNvPr id="23" name="점"/>
            <p:cNvSpPr/>
            <p:nvPr/>
          </p:nvSpPr>
          <p:spPr>
            <a:xfrm>
              <a:off x="831015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때"/>
            <p:cNvSpPr txBox="1"/>
            <p:nvPr/>
          </p:nvSpPr>
          <p:spPr>
            <a:xfrm>
              <a:off x="7543617" y="2651760"/>
              <a:ext cx="193541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9개월</a:t>
              </a:r>
            </a:p>
          </p:txBody>
        </p:sp>
        <p:sp>
          <p:nvSpPr>
            <p:cNvPr id="25" name="제목"/>
            <p:cNvSpPr txBox="1"/>
            <p:nvPr/>
          </p:nvSpPr>
          <p:spPr>
            <a:xfrm>
              <a:off x="7589337" y="3886200"/>
              <a:ext cx="184397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6" name="내용"/>
            <p:cNvSpPr txBox="1"/>
            <p:nvPr/>
          </p:nvSpPr>
          <p:spPr>
            <a:xfrm>
              <a:off x="7589337" y="4389120"/>
              <a:ext cx="1843979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7" name="때 5"/>
          <p:cNvGrpSpPr/>
          <p:nvPr/>
        </p:nvGrpSpPr>
        <p:grpSpPr>
          <a:xfrm>
            <a:off x="9570476" y="2651760"/>
            <a:ext cx="1935419" cy="3383280"/>
            <a:chOff x="9570476" y="2651760"/>
            <a:chExt cx="1935419" cy="3383280"/>
          </a:xfrm>
        </p:grpSpPr>
        <p:sp>
          <p:nvSpPr>
            <p:cNvPr id="28" name="점"/>
            <p:cNvSpPr/>
            <p:nvPr/>
          </p:nvSpPr>
          <p:spPr>
            <a:xfrm>
              <a:off x="1033701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때"/>
            <p:cNvSpPr txBox="1"/>
            <p:nvPr/>
          </p:nvSpPr>
          <p:spPr>
            <a:xfrm>
              <a:off x="9570476" y="2651760"/>
              <a:ext cx="193541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12개월</a:t>
              </a:r>
            </a:p>
          </p:txBody>
        </p:sp>
        <p:sp>
          <p:nvSpPr>
            <p:cNvPr id="30" name="제목"/>
            <p:cNvSpPr txBox="1"/>
            <p:nvPr/>
          </p:nvSpPr>
          <p:spPr>
            <a:xfrm>
              <a:off x="9616196" y="3886200"/>
              <a:ext cx="1843979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31" name="내용"/>
            <p:cNvSpPr txBox="1"/>
            <p:nvPr/>
          </p:nvSpPr>
          <p:spPr>
            <a:xfrm>
              <a:off x="9616196" y="4389120"/>
              <a:ext cx="1843979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8E28D-3CD1-4EE4-A787-8FA9C7055356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1013429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44265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4AFEC-687D-481B-92D4-EC6BE9F1CFF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MUSTARD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돌잔치 슬라이드(성장 기록 중심)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