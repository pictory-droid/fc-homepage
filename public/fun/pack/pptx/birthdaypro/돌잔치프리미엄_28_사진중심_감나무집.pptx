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0DB43A3-4E9F-47B7-BC9B-E1E1406CE180}">
          <p14:sldIdLst>
            <p14:sldId id="256"/>
          </p14:sldIdLst>
        </p14:section>
        <p14:section name="본문" id="{040DA64A-0B56-405F-A43E-34362DB498DC}">
          <p14:sldIdLst>
            <p14:sldId id="257"/>
            <p14:sldId id="258"/>
            <p14:sldId id="259"/>
            <p14:sldId id="260"/>
          </p14:sldIdLst>
        </p14:section>
        <p14:section name="마무리" id="{BE23217A-D0D8-407B-87B5-03ADD1BF2342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F57C12D-62D3-451D-8E7B-70D2C0BED241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52297" y="6330391"/>
            <a:ext cx="358445" cy="140817"/>
            <a:chOff x="552297" y="6330391"/>
            <a:chExt cx="358445" cy="140817"/>
          </a:xfrm>
        </p:grpSpPr>
        <p:sp>
          <p:nvSpPr>
            <p:cNvPr id="4" name="Isosceles Triangle 3"/>
            <p:cNvSpPr/>
            <p:nvPr/>
          </p:nvSpPr>
          <p:spPr>
            <a:xfrm rot="5400000">
              <a:off x="552297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Isosceles Triangle 4"/>
            <p:cNvSpPr/>
            <p:nvPr/>
          </p:nvSpPr>
          <p:spPr>
            <a:xfrm rot="16200000">
              <a:off x="750722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99516" y="6368796"/>
              <a:ext cx="64007" cy="640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11280952" y="6330391"/>
            <a:ext cx="358445" cy="140817"/>
            <a:chOff x="11280952" y="6330391"/>
            <a:chExt cx="358445" cy="140817"/>
          </a:xfrm>
        </p:grpSpPr>
        <p:sp>
          <p:nvSpPr>
            <p:cNvPr id="8" name="Isosceles Triangle 7"/>
            <p:cNvSpPr/>
            <p:nvPr/>
          </p:nvSpPr>
          <p:spPr>
            <a:xfrm rot="5400000">
              <a:off x="11280952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 rot="16200000">
              <a:off x="11479377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1428171" y="6368796"/>
              <a:ext cx="64007" cy="640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ACACFA6-ED4D-4BA1-86B1-FABB4B63A51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52297" y="6330391"/>
            <a:ext cx="358445" cy="140817"/>
            <a:chOff x="552297" y="6330391"/>
            <a:chExt cx="358445" cy="140817"/>
          </a:xfrm>
        </p:grpSpPr>
        <p:sp>
          <p:nvSpPr>
            <p:cNvPr id="4" name="Isosceles Triangle 3"/>
            <p:cNvSpPr/>
            <p:nvPr/>
          </p:nvSpPr>
          <p:spPr>
            <a:xfrm rot="5400000">
              <a:off x="552297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Isosceles Triangle 4"/>
            <p:cNvSpPr/>
            <p:nvPr/>
          </p:nvSpPr>
          <p:spPr>
            <a:xfrm rot="16200000">
              <a:off x="750722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99516" y="6368796"/>
              <a:ext cx="64007" cy="640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11280952" y="6330391"/>
            <a:ext cx="358445" cy="140817"/>
            <a:chOff x="11280952" y="6330391"/>
            <a:chExt cx="358445" cy="140817"/>
          </a:xfrm>
        </p:grpSpPr>
        <p:sp>
          <p:nvSpPr>
            <p:cNvPr id="8" name="Isosceles Triangle 7"/>
            <p:cNvSpPr/>
            <p:nvPr/>
          </p:nvSpPr>
          <p:spPr>
            <a:xfrm rot="5400000">
              <a:off x="11280952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 rot="16200000">
              <a:off x="11479377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1428171" y="6368796"/>
              <a:ext cx="64007" cy="640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B3F5B90-35EB-451B-A724-0CFD9C9BC07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88609" y="5365699"/>
            <a:ext cx="614477" cy="241401"/>
            <a:chOff x="5788609" y="5365699"/>
            <a:chExt cx="614477" cy="241401"/>
          </a:xfrm>
        </p:grpSpPr>
        <p:sp>
          <p:nvSpPr>
            <p:cNvPr id="6" name="Isosceles Triangle 5"/>
            <p:cNvSpPr/>
            <p:nvPr/>
          </p:nvSpPr>
          <p:spPr>
            <a:xfrm rot="5400000">
              <a:off x="5788609" y="5365699"/>
              <a:ext cx="274320" cy="241401"/>
            </a:xfrm>
            <a:prstGeom prst="triangl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Isosceles Triangle 6"/>
            <p:cNvSpPr/>
            <p:nvPr/>
          </p:nvSpPr>
          <p:spPr>
            <a:xfrm rot="16200000">
              <a:off x="6128766" y="5365699"/>
              <a:ext cx="274320" cy="241401"/>
            </a:xfrm>
            <a:prstGeom prst="triangl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카메라만 보면 웃는 아기입니다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64A66-F017-4DF3-8C3B-D44500D4B4E5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06434-2703-4FEF-A635-A403D8E8E9E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27B-C562-40BD-BEDE-4F49F959871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E481-2AD1-4110-98B0-E0FEB78E61E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2B2724"/>
      </a:dk1>
      <a:lt1>
        <a:srgbClr val="FFFFFF"/>
      </a:lt1>
      <a:dk2>
        <a:srgbClr val="4A643A"/>
      </a:dk2>
      <a:lt2>
        <a:srgbClr val="F5EBE2"/>
      </a:lt2>
      <a:accent1>
        <a:srgbClr val="CFA37C"/>
      </a:accent1>
      <a:accent2>
        <a:srgbClr val="8385BE"/>
      </a:accent2>
      <a:accent3>
        <a:srgbClr val="4E3C2C"/>
      </a:accent3>
      <a:accent4>
        <a:srgbClr val="F0DDCB"/>
      </a:accent4>
      <a:accent5>
        <a:srgbClr val="C2E0A3"/>
      </a:accent5>
      <a:accent6>
        <a:srgbClr val="E6BCCD"/>
      </a:accent6>
      <a:hlink>
        <a:srgbClr val="4A643A"/>
      </a:hlink>
      <a:folHlink>
        <a:srgbClr val="4E3C2C"/>
      </a:folHlink>
    </a:clrScheme>
    <a:fontScheme name="돌잔치 슬라이드(사진 중심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