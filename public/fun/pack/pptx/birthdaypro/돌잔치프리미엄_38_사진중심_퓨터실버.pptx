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CA3C0C4-7069-4FC0-ABCA-9CA52B7F3DBC}">
          <p14:sldIdLst>
            <p14:sldId id="256"/>
          </p14:sldIdLst>
        </p14:section>
        <p14:section name="본문" id="{432BEAFB-24C6-4FCF-A987-6C2E170EA5D2}">
          <p14:sldIdLst>
            <p14:sldId id="257"/>
            <p14:sldId id="258"/>
            <p14:sldId id="259"/>
            <p14:sldId id="260"/>
          </p14:sldIdLst>
        </p14:section>
        <p14:section name="마무리" id="{4012A4C2-579C-4C83-9812-D5D15D6F23B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5C75BC53-3468-4D1A-8820-00B0357DE83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FD0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3A5A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946D29E5-F17F-4ACB-A7AC-711BA3B263E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CAC9F6BF-C28F-4D14-B924-5D6D0A518BB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가족사진 한 장은 꼭 남기려 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C8D18-E528-41F8-A153-B05B735F6A33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5623559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6621627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621627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08D46-838D-4BA1-ACD1-BE9CA8E4846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CC043-323A-4AB2-B4D1-FD74C1A1364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160019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1645919" y="2468880"/>
              <a:ext cx="457201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506973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6" name="번호 밑줄"/>
            <p:cNvCxnSpPr/>
            <p:nvPr/>
          </p:nvCxnSpPr>
          <p:spPr>
            <a:xfrm>
              <a:off x="5115458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1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53927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3" name="번호 밑줄"/>
            <p:cNvCxnSpPr/>
            <p:nvPr/>
          </p:nvCxnSpPr>
          <p:spPr>
            <a:xfrm>
              <a:off x="8584996" y="2468880"/>
              <a:ext cx="457200" cy="0"/>
            </a:xfrm>
            <a:prstGeom prst="line">
              <a:avLst/>
            </a:prstGeom>
            <a:ln w="12700" cap="rnd">
              <a:solidFill>
                <a:schemeClr val="accent1"/>
              </a:solidFill>
            </a:ln>
          </p:spPr>
        </p:cxn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0118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0118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658505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58505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916891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16891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1417319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1417319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400118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400118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658505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58505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916891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916891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AD26-48D3-4CC9-BB00-FDDBAE8F9C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4292E"/>
      </a:dk1>
      <a:lt1>
        <a:srgbClr val="FCFCFB"/>
      </a:lt1>
      <a:dk2>
        <a:srgbClr val="272E36"/>
      </a:dk2>
      <a:lt2>
        <a:srgbClr val="F3F3F2"/>
      </a:lt2>
      <a:accent1>
        <a:srgbClr val="6F7A86"/>
      </a:accent1>
      <a:accent2>
        <a:srgbClr val="A9B2BC"/>
      </a:accent2>
      <a:accent3>
        <a:srgbClr val="24292E"/>
      </a:accent3>
      <a:accent4>
        <a:srgbClr val="D9DBDC"/>
      </a:accent4>
      <a:accent5>
        <a:srgbClr val="B5BCC4"/>
      </a:accent5>
      <a:accent6>
        <a:srgbClr val="CACFD4"/>
      </a:accent6>
      <a:hlink>
        <a:srgbClr val="272E36"/>
      </a:hlink>
      <a:folHlink>
        <a:srgbClr val="24292E"/>
      </a:folHlink>
    </a:clrScheme>
    <a:fontScheme name="돌잔치 슬라이드(사진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