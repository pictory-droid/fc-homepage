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93705C1-6332-4899-997E-2002348447A3}">
          <p14:sldIdLst>
            <p14:sldId id="256"/>
          </p14:sldIdLst>
        </p14:section>
        <p14:section name="본문" id="{9ADC09CD-9CB0-4D8D-BA00-52D5D1B27B7D}">
          <p14:sldIdLst>
            <p14:sldId id="257"/>
            <p14:sldId id="258"/>
            <p14:sldId id="259"/>
            <p14:sldId id="260"/>
          </p14:sldIdLst>
        </p14:section>
        <p14:section name="마무리" id="{373C8F7C-6E16-468D-97A2-0C0088B95A34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121D4E54-5084-43AF-9181-6FF429E58DB7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FD0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3A5A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CD822D8F-E2A4-47F7-A501-3E14E85CA85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F1E9F5A3-1921-4AC0-993B-9CEDE0698D7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가족사진 한 장은 꼭 남기려 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PEWTER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110C6-ACA9-47D9-9461-E074A310D84B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5623559" y="1828800"/>
          <a:ext cx="592805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09925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PEWTER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6621627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6621627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03A8B-F7E0-4105-81B7-E9BA4D2A4FA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PEWTER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85F0-4CAD-41D2-A7B8-B322E92CD2CE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160019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645919" y="2468880"/>
              <a:ext cx="457201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506973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6" name="번호 밑줄"/>
            <p:cNvCxnSpPr/>
            <p:nvPr/>
          </p:nvCxnSpPr>
          <p:spPr>
            <a:xfrm>
              <a:off x="5115458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7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21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53927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3" name="번호 밑줄"/>
            <p:cNvCxnSpPr/>
            <p:nvPr/>
          </p:nvCxnSpPr>
          <p:spPr>
            <a:xfrm>
              <a:off x="8584996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24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PEWTER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2382697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001185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01185" y="1828800"/>
            <a:ext cx="2382697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6585051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585051" y="1828800"/>
            <a:ext cx="2382697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9168917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168917" y="1828800"/>
            <a:ext cx="2382697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1417319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1417319" y="4101084"/>
            <a:ext cx="2382697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4001185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4001185" y="4101084"/>
            <a:ext cx="2382697" cy="2071116"/>
          </a:xfrm>
          <a:prstGeom prst="rect">
            <a:avLst/>
          </a:prstGeom>
        </p:spPr>
      </p:sp>
      <p:sp>
        <p:nvSpPr>
          <p:cNvPr id="20" name="사진 바탕 7"/>
          <p:cNvSpPr/>
          <p:nvPr/>
        </p:nvSpPr>
        <p:spPr>
          <a:xfrm>
            <a:off x="6585051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585051" y="4101084"/>
            <a:ext cx="2382697" cy="2071116"/>
          </a:xfrm>
          <a:prstGeom prst="rect">
            <a:avLst/>
          </a:prstGeom>
        </p:spPr>
      </p:sp>
      <p:sp>
        <p:nvSpPr>
          <p:cNvPr id="21" name="사진 바탕 8"/>
          <p:cNvSpPr/>
          <p:nvPr/>
        </p:nvSpPr>
        <p:spPr>
          <a:xfrm>
            <a:off x="9168917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2" name="Picture Placeholder 11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9168917" y="4101084"/>
            <a:ext cx="2382697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EEA5C-ADCF-400A-8FC5-6C698629D65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24292E"/>
      </a:dk1>
      <a:lt1>
        <a:srgbClr val="FCFCFB"/>
      </a:lt1>
      <a:dk2>
        <a:srgbClr val="272E36"/>
      </a:dk2>
      <a:lt2>
        <a:srgbClr val="F3F3F2"/>
      </a:lt2>
      <a:accent1>
        <a:srgbClr val="6F7A86"/>
      </a:accent1>
      <a:accent2>
        <a:srgbClr val="A9B2BC"/>
      </a:accent2>
      <a:accent3>
        <a:srgbClr val="24292E"/>
      </a:accent3>
      <a:accent4>
        <a:srgbClr val="D9DBDC"/>
      </a:accent4>
      <a:accent5>
        <a:srgbClr val="B5BCC4"/>
      </a:accent5>
      <a:accent6>
        <a:srgbClr val="CACFD4"/>
      </a:accent6>
      <a:hlink>
        <a:srgbClr val="272E36"/>
      </a:hlink>
      <a:folHlink>
        <a:srgbClr val="24292E"/>
      </a:folHlink>
    </a:clrScheme>
    <a:fontScheme name="돌잔치 슬라이드(사진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