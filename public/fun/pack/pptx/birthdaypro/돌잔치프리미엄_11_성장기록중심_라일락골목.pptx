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0330B1-933F-478E-9260-263BF367C22C}">
          <p14:sldIdLst>
            <p14:sldId id="256"/>
          </p14:sldIdLst>
        </p14:section>
        <p14:section name="본문" id="{7D0FBDEE-EE4E-4327-AA59-FC0D35F4FA78}">
          <p14:sldIdLst>
            <p14:sldId id="257"/>
            <p14:sldId id="258"/>
            <p14:sldId id="259"/>
            <p14:sldId id="260"/>
          </p14:sldIdLst>
        </p14:section>
        <p14:section name="마무리" id="{304E4BBC-E247-43F5-9184-83A0EB61032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726FE00-98C4-4579-9B3F-1B86F58CD834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4BFB988-E6C6-44A7-858B-0445792B7D2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9E22D3-DF3C-4E6B-9B5C-AEDC22BCD70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키는 얼마나, 몸무게는 얼마나 늘었을까요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68E36-E3DD-4F8E-A4FC-A0ADC07E60C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4FD44-B260-4FA7-AC98-6FC9F994FBFE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B89B-2409-4B87-B1B9-90CABD355B7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D970-6132-4924-B1BC-5593A384FA5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593A64"/>
      </a:dk2>
      <a:lt2>
        <a:srgbClr val="F0E4F9"/>
      </a:lt2>
      <a:accent1>
        <a:srgbClr val="AE73D8"/>
      </a:accent1>
      <a:accent2>
        <a:srgbClr val="C57CBF"/>
      </a:accent2>
      <a:accent3>
        <a:srgbClr val="402C4E"/>
      </a:accent3>
      <a:accent4>
        <a:srgbClr val="E2C7F4"/>
      </a:accent4>
      <a:accent5>
        <a:srgbClr val="E0A3BB"/>
      </a:accent5>
      <a:accent6>
        <a:srgbClr val="BCC8E6"/>
      </a:accent6>
      <a:hlink>
        <a:srgbClr val="593A64"/>
      </a:hlink>
      <a:folHlink>
        <a:srgbClr val="402C4E"/>
      </a:folHlink>
    </a:clrScheme>
    <a:fontScheme name="돌잔치 슬라이드(성장 기록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