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56CE11A-AD3C-4237-9D51-E5BB35F2CB94}">
          <p14:sldIdLst>
            <p14:sldId id="256"/>
          </p14:sldIdLst>
        </p14:section>
        <p14:section name="본문" id="{4033A3A4-B63D-4A2F-86C3-989460D73704}">
          <p14:sldIdLst>
            <p14:sldId id="257"/>
            <p14:sldId id="258"/>
            <p14:sldId id="259"/>
            <p14:sldId id="260"/>
          </p14:sldIdLst>
        </p14:section>
        <p14:section name="마무리" id="{21495D96-7403-45D0-AB8B-AA0B93904762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362931" y="731519"/>
              <a:ext cx="731520" cy="73152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1DE36C1-1308-444C-923D-5D2446BF84AE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4-Point Star 3"/>
            <p:cNvSpPr/>
            <p:nvPr/>
          </p:nvSpPr>
          <p:spPr>
            <a:xfrm>
              <a:off x="571500" y="62407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4-Point Star 5"/>
            <p:cNvSpPr/>
            <p:nvPr/>
          </p:nvSpPr>
          <p:spPr>
            <a:xfrm>
              <a:off x="11300155" y="62407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362931" y="731519"/>
              <a:ext cx="731520" cy="73152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869B82C-717D-4C72-A3F0-2DBA57BC889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4-Point Star 3"/>
            <p:cNvSpPr/>
            <p:nvPr/>
          </p:nvSpPr>
          <p:spPr>
            <a:xfrm>
              <a:off x="571500" y="62407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4-Point Star 5"/>
            <p:cNvSpPr/>
            <p:nvPr/>
          </p:nvSpPr>
          <p:spPr>
            <a:xfrm>
              <a:off x="11300155" y="6240780"/>
              <a:ext cx="320040" cy="3200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98CC08C-1858-4D8B-A01E-0A92D7866D8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작은 자리지만 마음은 크게 준비했습니다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3720-4EAA-4875-8CCD-6C653B53BCCB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3BA-406F-483F-AB84-B5D623A44E6A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9EC39-AC3A-4EDD-B31A-DB66FA8F3B85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934E-914C-4E70-B034-43AB820DF4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64623A"/>
      </a:dk2>
      <a:lt2>
        <a:srgbClr val="F5E5E2"/>
      </a:lt2>
      <a:accent1>
        <a:srgbClr val="CF877C"/>
      </a:accent1>
      <a:accent2>
        <a:srgbClr val="83BEA8"/>
      </a:accent2>
      <a:accent3>
        <a:srgbClr val="4E312C"/>
      </a:accent3>
      <a:accent4>
        <a:srgbClr val="F0D0CB"/>
      </a:accent4>
      <a:accent5>
        <a:srgbClr val="D6E0A3"/>
      </a:accent5>
      <a:accent6>
        <a:srgbClr val="E6BCDB"/>
      </a:accent6>
      <a:hlink>
        <a:srgbClr val="64623A"/>
      </a:hlink>
      <a:folHlink>
        <a:srgbClr val="4E312C"/>
      </a:folHlink>
    </a:clrScheme>
    <a:fontScheme name="돌잔치 슬라이드(감사 인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