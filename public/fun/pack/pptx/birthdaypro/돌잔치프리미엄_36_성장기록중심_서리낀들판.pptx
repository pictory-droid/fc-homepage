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CA2B00E-38D3-48F7-B567-1DDD13F3FC85}">
          <p14:sldIdLst>
            <p14:sldId id="256"/>
          </p14:sldIdLst>
        </p14:section>
        <p14:section name="본문" id="{B9794BD9-65BD-4FEC-B8C4-EC1BD0FA62EA}">
          <p14:sldIdLst>
            <p14:sldId id="257"/>
            <p14:sldId id="258"/>
            <p14:sldId id="259"/>
            <p14:sldId id="260"/>
          </p14:sldIdLst>
        </p14:section>
        <p14:section name="마무리" id="{CF1D9ED3-5FB1-4F02-A055-1FDF0E3FBB86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키(cm)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3개월</c:v>
                </c:pt>
                <c:pt idx="1">
                  <c:v>6개월</c:v>
                </c:pt>
                <c:pt idx="2">
                  <c:v>9개월</c:v>
                </c:pt>
                <c:pt idx="3">
                  <c:v>12개월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76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9C87A53-2E76-4BA9-9441-53994F63D02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55349" y="6274612"/>
            <a:ext cx="409651" cy="160934"/>
            <a:chOff x="11255349" y="6274612"/>
            <a:chExt cx="409651" cy="160934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255349" y="6274612"/>
              <a:ext cx="182880" cy="16093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482120" y="6274612"/>
              <a:ext cx="182880" cy="16093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23599" y="6318504"/>
              <a:ext cx="73152" cy="73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560265" y="886968"/>
            <a:ext cx="7071164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560265" y="1271016"/>
            <a:ext cx="7071164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560265" y="2944368"/>
            <a:ext cx="7071164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194505" y="4937760"/>
            <a:ext cx="780268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구름 1"/>
          <p:cNvSpPr/>
          <p:nvPr/>
        </p:nvSpPr>
        <p:spPr>
          <a:xfrm>
            <a:off x="-365750" y="4251960"/>
            <a:ext cx="3413674" cy="2057400"/>
          </a:xfrm>
          <a:prstGeom prst="cloud">
            <a:avLst/>
          </a:prstGeom>
          <a:solidFill>
            <a:schemeClr val="accent4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구름 2"/>
          <p:cNvSpPr/>
          <p:nvPr/>
        </p:nvSpPr>
        <p:spPr>
          <a:xfrm>
            <a:off x="9509522" y="137160"/>
            <a:ext cx="3169840" cy="1783080"/>
          </a:xfrm>
          <a:prstGeom prst="cloud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방울 1"/>
          <p:cNvSpPr/>
          <p:nvPr/>
        </p:nvSpPr>
        <p:spPr>
          <a:xfrm>
            <a:off x="1082009" y="548640"/>
            <a:ext cx="274320" cy="274320"/>
          </a:xfrm>
          <a:prstGeom prst="ellipse">
            <a:avLst/>
          </a:prstGeom>
          <a:solidFill>
            <a:schemeClr val="accent2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방울 2"/>
          <p:cNvSpPr/>
          <p:nvPr/>
        </p:nvSpPr>
        <p:spPr>
          <a:xfrm>
            <a:off x="10789645" y="5166360"/>
            <a:ext cx="365760" cy="365760"/>
          </a:xfrm>
          <a:prstGeom prst="ellipse">
            <a:avLst/>
          </a:prstGeom>
          <a:solidFill>
            <a:schemeClr val="accent1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방울 3"/>
          <p:cNvSpPr/>
          <p:nvPr/>
        </p:nvSpPr>
        <p:spPr>
          <a:xfrm>
            <a:off x="2093921" y="5660136"/>
            <a:ext cx="201168" cy="201168"/>
          </a:xfrm>
          <a:prstGeom prst="ellipse">
            <a:avLst/>
          </a:prstGeom>
          <a:solidFill>
            <a:schemeClr val="accent5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방울 4"/>
          <p:cNvSpPr/>
          <p:nvPr/>
        </p:nvSpPr>
        <p:spPr>
          <a:xfrm>
            <a:off x="10149583" y="1280160"/>
            <a:ext cx="182880" cy="182880"/>
          </a:xfrm>
          <a:prstGeom prst="ellipse">
            <a:avLst/>
          </a:prstGeom>
          <a:solidFill>
            <a:schemeClr val="accent6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방울 5"/>
          <p:cNvSpPr/>
          <p:nvPr/>
        </p:nvSpPr>
        <p:spPr>
          <a:xfrm>
            <a:off x="5976975" y="6259068"/>
            <a:ext cx="237744" cy="237744"/>
          </a:xfrm>
          <a:prstGeom prst="ellipse">
            <a:avLst/>
          </a:prstGeom>
          <a:solidFill>
            <a:schemeClr val="accent4">
              <a:alpha val="7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말풍선"/>
          <p:cNvSpPr/>
          <p:nvPr/>
        </p:nvSpPr>
        <p:spPr>
          <a:xfrm>
            <a:off x="2194505" y="685800"/>
            <a:ext cx="7802684" cy="3840480"/>
          </a:xfrm>
          <a:prstGeom prst="wedgeRoundRectCallout">
            <a:avLst>
              <a:gd name="adj1" fmla="val -30000"/>
              <a:gd name="adj2" fmla="val 66000"/>
              <a:gd name="adj3" fmla="val 16667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0D5B40B-6EE7-4D23-9C94-93D6166405D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55349" y="6274612"/>
            <a:ext cx="409651" cy="160934"/>
            <a:chOff x="11255349" y="6274612"/>
            <a:chExt cx="409651" cy="160934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255349" y="6274612"/>
              <a:ext cx="182880" cy="16093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482120" y="6274612"/>
              <a:ext cx="182880" cy="160934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23599" y="6318504"/>
              <a:ext cx="73152" cy="7315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AE15DE3-1E84-4910-8E59-601C271141A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옹알이가 말이 되는 날을 기다립니다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2D3FA-7C17-40D9-AAFB-EEBD45987283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해 성장 기록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B1D91-AF08-4CB1-91F8-B7F89D9CF745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054291" cy="2788920"/>
            <a:chOff x="777240" y="3246120"/>
            <a:chExt cx="2054291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1개월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눈을 맞춘 날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2922971" y="3246120"/>
            <a:ext cx="2054291" cy="2788920"/>
            <a:chOff x="2922971" y="3246120"/>
            <a:chExt cx="2054291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2922971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3개월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2968691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처음 웃은 날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2968691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5068702" y="3246120"/>
            <a:ext cx="2054291" cy="2788920"/>
            <a:chOff x="5068702" y="3246120"/>
            <a:chExt cx="2054291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5068702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6개월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5114422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뒤집기 성공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5114422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7214433" y="3246120"/>
            <a:ext cx="2054291" cy="2788920"/>
            <a:chOff x="7214433" y="3246120"/>
            <a:chExt cx="2054291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7214433" y="3246120"/>
              <a:ext cx="2054291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9개월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7260153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이유식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7260153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5"/>
          <p:cNvGrpSpPr/>
          <p:nvPr/>
        </p:nvGrpSpPr>
        <p:grpSpPr>
          <a:xfrm>
            <a:off x="9360164" y="3246120"/>
            <a:ext cx="2054291" cy="2788920"/>
            <a:chOff x="9360164" y="3246120"/>
            <a:chExt cx="2054291" cy="2788920"/>
          </a:xfrm>
        </p:grpSpPr>
        <p:sp>
          <p:nvSpPr>
            <p:cNvPr id="22" name="단계 화살표"/>
            <p:cNvSpPr/>
            <p:nvPr/>
          </p:nvSpPr>
          <p:spPr>
            <a:xfrm>
              <a:off x="9360164" y="3246120"/>
              <a:ext cx="2054291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chemeClr val="tx1"/>
                  </a:solidFill>
                </a:rPr>
                <a:t>12개월</a:t>
              </a:r>
            </a:p>
          </p:txBody>
        </p:sp>
        <p:sp>
          <p:nvSpPr>
            <p:cNvPr id="23" name="제목"/>
            <p:cNvSpPr txBox="1"/>
            <p:nvPr/>
          </p:nvSpPr>
          <p:spPr>
            <a:xfrm>
              <a:off x="9405884" y="3886200"/>
              <a:ext cx="1962851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</a:rPr>
                <a:t>첫 걸음</a:t>
              </a:r>
            </a:p>
          </p:txBody>
        </p:sp>
        <p:sp>
          <p:nvSpPr>
            <p:cNvPr id="24" name="내용"/>
            <p:cNvSpPr txBox="1"/>
            <p:nvPr/>
          </p:nvSpPr>
          <p:spPr>
            <a:xfrm>
              <a:off x="9405884" y="4389120"/>
              <a:ext cx="1962851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3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8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키와 몸무게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F1EEE-60EF-45E0-B690-1EFA1B42546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10728655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351215" y="1828800"/>
            <a:ext cx="310896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 — 차트를 우클릭해 고치세요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51E584-D11B-4B18-9C55-A49877B1D3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성장 기록 중심)">
  <a:themeElements>
    <a:clrScheme name="돌잔치 슬라이드(성장 기록 중심)">
      <a:dk1>
        <a:srgbClr val="2B2724"/>
      </a:dk1>
      <a:lt1>
        <a:srgbClr val="FFFFFF"/>
      </a:lt1>
      <a:dk2>
        <a:srgbClr val="3A4F64"/>
      </a:dk2>
      <a:lt2>
        <a:srgbClr val="E2EFF5"/>
      </a:lt2>
      <a:accent1>
        <a:srgbClr val="7CB4CF"/>
      </a:accent1>
      <a:accent2>
        <a:srgbClr val="838DBE"/>
      </a:accent2>
      <a:accent3>
        <a:srgbClr val="2C434E"/>
      </a:accent3>
      <a:accent4>
        <a:srgbClr val="CBE4F0"/>
      </a:accent4>
      <a:accent5>
        <a:srgbClr val="BAA3E0"/>
      </a:accent5>
      <a:accent6>
        <a:srgbClr val="BCE6D0"/>
      </a:accent6>
      <a:hlink>
        <a:srgbClr val="3A4F64"/>
      </a:hlink>
      <a:folHlink>
        <a:srgbClr val="2C434E"/>
      </a:folHlink>
    </a:clrScheme>
    <a:fontScheme name="돌잔치 슬라이드(성장 기록 중심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>돌잔치 슬라이드 · 성장 기록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