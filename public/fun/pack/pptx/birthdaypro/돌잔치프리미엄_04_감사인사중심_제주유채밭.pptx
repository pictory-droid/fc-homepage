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9583381-3E62-41C5-B525-F28A7125E47D}">
          <p14:sldIdLst>
            <p14:sldId id="256"/>
          </p14:sldIdLst>
        </p14:section>
        <p14:section name="본문" id="{4E971403-3FA7-47B2-99C0-AC0AA8C7402D}">
          <p14:sldIdLst>
            <p14:sldId id="257"/>
            <p14:sldId id="258"/>
            <p14:sldId id="259"/>
            <p14:sldId id="260"/>
          </p14:sldIdLst>
        </p14:section>
        <p14:section name="마무리" id="{475ACB92-8195-4BB3-94FD-5FB9D709EC13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11737F6-106C-49BB-A081-A41AA271825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189512" y="843991"/>
            <a:ext cx="358445" cy="140817"/>
            <a:chOff x="11189512" y="843991"/>
            <a:chExt cx="358445" cy="140817"/>
          </a:xfrm>
        </p:grpSpPr>
        <p:sp>
          <p:nvSpPr>
            <p:cNvPr id="5" name="Isosceles Triangle 4"/>
            <p:cNvSpPr/>
            <p:nvPr/>
          </p:nvSpPr>
          <p:spPr>
            <a:xfrm rot="5400000">
              <a:off x="11189512" y="8439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 rot="16200000">
              <a:off x="11387937" y="8439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336731" y="8823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02BE8B5-B8E7-431A-9EFE-76EF613C4C3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189512" y="843991"/>
            <a:ext cx="358445" cy="140817"/>
            <a:chOff x="11189512" y="843991"/>
            <a:chExt cx="358445" cy="140817"/>
          </a:xfrm>
        </p:grpSpPr>
        <p:sp>
          <p:nvSpPr>
            <p:cNvPr id="5" name="Isosceles Triangle 4"/>
            <p:cNvSpPr/>
            <p:nvPr/>
          </p:nvSpPr>
          <p:spPr>
            <a:xfrm rot="5400000">
              <a:off x="11189512" y="8439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 rot="16200000">
              <a:off x="11387937" y="8439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336731" y="8823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738B14B-DDB8-437B-A34E-AC488959C84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7" name="Isosceles Triangle 6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귀한 걸음 해 주신 분들께 인사드립니다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0683-F6BD-4F24-A0A9-D6FBD691DC72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AC28E-5896-4267-8199-271B61B15546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1783-6AA9-4A5D-B459-78FF9CF0061B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6829-5F98-4162-8149-86FE2F0C2E1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2B2724"/>
      </a:dk1>
      <a:lt1>
        <a:srgbClr val="FFFFFF"/>
      </a:lt1>
      <a:dk2>
        <a:srgbClr val="64573A"/>
      </a:dk2>
      <a:lt2>
        <a:srgbClr val="F9F6E4"/>
      </a:lt2>
      <a:accent1>
        <a:srgbClr val="D8CB73"/>
      </a:accent1>
      <a:accent2>
        <a:srgbClr val="C5977C"/>
      </a:accent2>
      <a:accent3>
        <a:srgbClr val="4E4A2C"/>
      </a:accent3>
      <a:accent4>
        <a:srgbClr val="F4EEC7"/>
      </a:accent4>
      <a:accent5>
        <a:srgbClr val="A9E0A3"/>
      </a:accent5>
      <a:accent6>
        <a:srgbClr val="E6BCBC"/>
      </a:accent6>
      <a:hlink>
        <a:srgbClr val="64573A"/>
      </a:hlink>
      <a:folHlink>
        <a:srgbClr val="4E4A2C"/>
      </a:folHlink>
    </a:clrScheme>
    <a:fontScheme name="돌잔치 슬라이드(감사 인사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