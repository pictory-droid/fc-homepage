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ECB2E7F-ABF8-43C9-B361-E0970BF17F7F}">
          <p14:sldIdLst>
            <p14:sldId id="256"/>
          </p14:sldIdLst>
        </p14:section>
        <p14:section name="본문" id="{ED51F85A-7415-4535-8104-553335B7FB78}">
          <p14:sldIdLst>
            <p14:sldId id="257"/>
            <p14:sldId id="258"/>
            <p14:sldId id="259"/>
            <p14:sldId id="260"/>
          </p14:sldIdLst>
        </p14:section>
        <p14:section name="마무리" id="{29AFC424-3CE6-48D6-93FA-C4A0DF77D24C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키(cm)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3개월</c:v>
                </c:pt>
                <c:pt idx="1">
                  <c:v>6개월</c:v>
                </c:pt>
                <c:pt idx="2">
                  <c:v>9개월</c:v>
                </c:pt>
                <c:pt idx="3">
                  <c:v>12개월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120511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5120511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5120511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9D4D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120511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7ACB0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sp>
        <p:nvSpPr>
          <p:cNvPr id="6" name="Oval 5"/>
          <p:cNvSpPr/>
          <p:nvPr/>
        </p:nvSpPr>
        <p:spPr>
          <a:xfrm>
            <a:off x="-3108960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187244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2479852" y="3355848"/>
            <a:ext cx="146304" cy="146304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43D1BBF5-33EF-4B30-8356-8AE2D456F91B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120511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120511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5120511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120511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sp>
        <p:nvSpPr>
          <p:cNvPr id="6" name="Oval 5"/>
          <p:cNvSpPr/>
          <p:nvPr/>
        </p:nvSpPr>
        <p:spPr>
          <a:xfrm>
            <a:off x="-3108960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187244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2479852" y="335584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0B41508-A63A-4B72-8CF2-E06B325EFFC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F8F3C6C5-AE0A-4996-A1D6-8B4E597CBE24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QUARTZ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그동안 잘 자라 주었습니다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2703-DD1E-46AE-8727-AFCD81CD9A1D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 성장 기록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5A579-7D74-4EDC-A905-43047960A457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054291" cy="2788920"/>
            <a:chOff x="777240" y="3246120"/>
            <a:chExt cx="2054291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1개월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눈을 맞춘 날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2922971" y="3246120"/>
            <a:ext cx="2054291" cy="2788920"/>
            <a:chOff x="2922971" y="3246120"/>
            <a:chExt cx="2054291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2922971" y="3246120"/>
              <a:ext cx="2054291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3개월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2968691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웃은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2968691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5068702" y="3246120"/>
            <a:ext cx="2054291" cy="2788920"/>
            <a:chOff x="5068702" y="3246120"/>
            <a:chExt cx="2054291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5068702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6개월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5114422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뒤집기 성공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5114422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7214433" y="3246120"/>
            <a:ext cx="2054291" cy="2788920"/>
            <a:chOff x="7214433" y="3246120"/>
            <a:chExt cx="2054291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7214433" y="3246120"/>
              <a:ext cx="2054291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9개월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7260153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이유식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7260153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5"/>
          <p:cNvGrpSpPr/>
          <p:nvPr/>
        </p:nvGrpSpPr>
        <p:grpSpPr>
          <a:xfrm>
            <a:off x="9360164" y="3246120"/>
            <a:ext cx="2054291" cy="2788920"/>
            <a:chOff x="9360164" y="3246120"/>
            <a:chExt cx="2054291" cy="2788920"/>
          </a:xfrm>
        </p:grpSpPr>
        <p:sp>
          <p:nvSpPr>
            <p:cNvPr id="22" name="단계 화살표"/>
            <p:cNvSpPr/>
            <p:nvPr/>
          </p:nvSpPr>
          <p:spPr>
            <a:xfrm>
              <a:off x="9360164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12개월</a:t>
              </a:r>
            </a:p>
          </p:txBody>
        </p:sp>
        <p:sp>
          <p:nvSpPr>
            <p:cNvPr id="23" name="제목"/>
            <p:cNvSpPr txBox="1"/>
            <p:nvPr/>
          </p:nvSpPr>
          <p:spPr>
            <a:xfrm>
              <a:off x="9405884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걸음</a:t>
              </a:r>
            </a:p>
          </p:txBody>
        </p:sp>
        <p:sp>
          <p:nvSpPr>
            <p:cNvPr id="24" name="내용"/>
            <p:cNvSpPr txBox="1"/>
            <p:nvPr/>
          </p:nvSpPr>
          <p:spPr>
            <a:xfrm>
              <a:off x="9405884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키와 몸무게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B90C-A06E-4EB7-8419-CBC31B2BB37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10728655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351215" y="18288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 — 차트를 우클릭해 고치세요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10159-5FFA-498F-9FDF-92C5CBCC712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QUARTZ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성장 기록 중심)">
  <a:themeElements>
    <a:clrScheme name="돌잔치 슬라이드(성장 기록 중심)">
      <a:dk1>
        <a:srgbClr val="48373D"/>
      </a:dk1>
      <a:lt1>
        <a:srgbClr val="FEFCFC"/>
      </a:lt1>
      <a:dk2>
        <a:srgbClr val="5A3341"/>
      </a:dk2>
      <a:lt2>
        <a:srgbClr val="FBF3F4"/>
      </a:lt2>
      <a:accent1>
        <a:srgbClr val="D59AA9"/>
      </a:accent1>
      <a:accent2>
        <a:srgbClr val="A9A3C4"/>
      </a:accent2>
      <a:accent3>
        <a:srgbClr val="533A43"/>
      </a:accent3>
      <a:accent4>
        <a:srgbClr val="F3E1E5"/>
      </a:accent4>
      <a:accent5>
        <a:srgbClr val="C9B2A8"/>
      </a:accent5>
      <a:accent6>
        <a:srgbClr val="CEC7DA"/>
      </a:accent6>
      <a:hlink>
        <a:srgbClr val="5A3341"/>
      </a:hlink>
      <a:folHlink>
        <a:srgbClr val="533A43"/>
      </a:folHlink>
    </a:clrScheme>
    <a:fontScheme name="돌잔치 슬라이드(성장 기록 중심)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>돌잔치 슬라이드 · 성장 기록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