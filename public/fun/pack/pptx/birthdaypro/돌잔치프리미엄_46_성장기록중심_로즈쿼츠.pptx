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9D285A0-BCF7-4E2D-AF62-C4AE206F22C5}">
          <p14:sldIdLst>
            <p14:sldId id="256"/>
          </p14:sldIdLst>
        </p14:section>
        <p14:section name="본문" id="{84745ADF-635F-449E-86EA-F9555008E7F8}">
          <p14:sldIdLst>
            <p14:sldId id="257"/>
            <p14:sldId id="258"/>
            <p14:sldId id="259"/>
            <p14:sldId id="260"/>
          </p14:sldIdLst>
        </p14:section>
        <p14:section name="마무리" id="{FDC18B9C-DB97-4744-9BD6-FC3C146F2AD1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키(cm)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3개월</c:v>
                </c:pt>
                <c:pt idx="1">
                  <c:v>6개월</c:v>
                </c:pt>
                <c:pt idx="2">
                  <c:v>9개월</c:v>
                </c:pt>
                <c:pt idx="3">
                  <c:v>12개월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68</c:v>
                </c:pt>
                <c:pt idx="2">
                  <c:v>73</c:v>
                </c:pt>
                <c:pt idx="3">
                  <c:v>76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9D4D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7ACB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89CF49B-2ACD-4B94-A612-E86E94AEA7A6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120511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120511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5120511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5120511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-3108960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187244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2479852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CA18894-697D-4BAF-9E62-AD14DCE4351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463E12F-BE5F-46C7-B996-CEE56E88089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열두 달, 잘 자라 주었습니다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A48D52-2509-4DF4-99C4-1AA7095E5C3A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 성장 기록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515DE-812A-45ED-A168-D45325F0DC39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054291" cy="2788920"/>
            <a:chOff x="777240" y="3246120"/>
            <a:chExt cx="2054291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1개월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눈을 맞춘 날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2922971" y="3246120"/>
            <a:ext cx="2054291" cy="2788920"/>
            <a:chOff x="2922971" y="3246120"/>
            <a:chExt cx="2054291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2922971" y="3246120"/>
              <a:ext cx="2054291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3개월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2968691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처음 웃은 날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2968691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5068702" y="3246120"/>
            <a:ext cx="2054291" cy="2788920"/>
            <a:chOff x="5068702" y="3246120"/>
            <a:chExt cx="2054291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5068702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6개월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5114422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뒤집기 성공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5114422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7214433" y="3246120"/>
            <a:ext cx="2054291" cy="2788920"/>
            <a:chOff x="7214433" y="3246120"/>
            <a:chExt cx="2054291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7214433" y="3246120"/>
              <a:ext cx="2054291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9개월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7260153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이유식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7260153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5"/>
          <p:cNvGrpSpPr/>
          <p:nvPr/>
        </p:nvGrpSpPr>
        <p:grpSpPr>
          <a:xfrm>
            <a:off x="9360164" y="3246120"/>
            <a:ext cx="2054291" cy="2788920"/>
            <a:chOff x="9360164" y="3246120"/>
            <a:chExt cx="2054291" cy="2788920"/>
          </a:xfrm>
        </p:grpSpPr>
        <p:sp>
          <p:nvSpPr>
            <p:cNvPr id="22" name="단계 화살표"/>
            <p:cNvSpPr/>
            <p:nvPr/>
          </p:nvSpPr>
          <p:spPr>
            <a:xfrm>
              <a:off x="9360164" y="3246120"/>
              <a:ext cx="2054291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12개월</a:t>
              </a:r>
            </a:p>
          </p:txBody>
        </p:sp>
        <p:sp>
          <p:nvSpPr>
            <p:cNvPr id="23" name="제목"/>
            <p:cNvSpPr txBox="1"/>
            <p:nvPr/>
          </p:nvSpPr>
          <p:spPr>
            <a:xfrm>
              <a:off x="9405884" y="3886200"/>
              <a:ext cx="1962851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</a:rPr>
                <a:t>첫 걸음</a:t>
              </a:r>
            </a:p>
          </p:txBody>
        </p:sp>
        <p:sp>
          <p:nvSpPr>
            <p:cNvPr id="24" name="내용"/>
            <p:cNvSpPr txBox="1"/>
            <p:nvPr/>
          </p:nvSpPr>
          <p:spPr>
            <a:xfrm>
              <a:off x="9405884" y="4389120"/>
              <a:ext cx="1962851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3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8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키와 몸무게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7C1139-7795-454D-BE87-86E3C35882D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10728655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351215" y="1828800"/>
            <a:ext cx="3108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 — 차트를 우클릭해 고치세요</a:t>
            </a:r>
          </a:p>
        </p:txBody>
      </p:sp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20892-DD47-49FD-9BDC-4F85315BE74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성장 기록 중심)">
  <a:themeElements>
    <a:clrScheme name="돌잔치 슬라이드(성장 기록 중심)">
      <a:dk1>
        <a:srgbClr val="48373D"/>
      </a:dk1>
      <a:lt1>
        <a:srgbClr val="FEFCFC"/>
      </a:lt1>
      <a:dk2>
        <a:srgbClr val="5A3341"/>
      </a:dk2>
      <a:lt2>
        <a:srgbClr val="FBF3F4"/>
      </a:lt2>
      <a:accent1>
        <a:srgbClr val="D59AA9"/>
      </a:accent1>
      <a:accent2>
        <a:srgbClr val="A9A3C4"/>
      </a:accent2>
      <a:accent3>
        <a:srgbClr val="533A43"/>
      </a:accent3>
      <a:accent4>
        <a:srgbClr val="F3E1E5"/>
      </a:accent4>
      <a:accent5>
        <a:srgbClr val="C9B2A8"/>
      </a:accent5>
      <a:accent6>
        <a:srgbClr val="CEC7DA"/>
      </a:accent6>
      <a:hlink>
        <a:srgbClr val="5A3341"/>
      </a:hlink>
      <a:folHlink>
        <a:srgbClr val="533A43"/>
      </a:folHlink>
    </a:clrScheme>
    <a:fontScheme name="돌잔치 슬라이드(성장 기록 중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>돌잔치 슬라이드 · 성장 기록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