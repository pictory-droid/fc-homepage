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4538754-5F1F-487D-AD09-872FC292C8F5}">
          <p14:sldIdLst>
            <p14:sldId id="256"/>
          </p14:sldIdLst>
        </p14:section>
        <p14:section name="본문" id="{D76E7961-8BF6-4D64-AA8E-50FB40B00A88}">
          <p14:sldIdLst>
            <p14:sldId id="257"/>
            <p14:sldId id="258"/>
            <p14:sldId id="259"/>
            <p14:sldId id="260"/>
          </p14:sldIdLst>
        </p14:section>
        <p14:section name="마무리" id="{408F0CA5-30A1-4A43-ABFE-07E0D48E958A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61A220F-6599-4851-A676-5554A5EA4A8D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D7AE8AC-FE46-45B2-BCA2-5A505814397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43B327B-0901-4721-A95C-9D22B35079E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백일 사진과 지금 사진을 나란히 놓았습니다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8F1C-2D16-4452-8608-26D3461C4DD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E78A-F2CF-4337-BA48-A3880C7BEE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58-10E5-456B-9A80-1BCDD95884D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7F3D-CE42-41B0-8C57-CE15572820C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3A5E64"/>
      </a:dk2>
      <a:lt2>
        <a:srgbClr val="DEF1F9"/>
      </a:lt2>
      <a:accent1>
        <a:srgbClr val="7EC4E2"/>
      </a:accent1>
      <a:accent2>
        <a:srgbClr val="86CFC1"/>
      </a:accent2>
      <a:accent3>
        <a:srgbClr val="2C444E"/>
      </a:accent3>
      <a:accent4>
        <a:srgbClr val="C5E8F7"/>
      </a:accent4>
      <a:accent5>
        <a:srgbClr val="B8A3E0"/>
      </a:accent5>
      <a:accent6>
        <a:srgbClr val="BCE6CE"/>
      </a:accent6>
      <a:hlink>
        <a:srgbClr val="3A5E64"/>
      </a:hlink>
      <a:folHlink>
        <a:srgbClr val="2C444E"/>
      </a:folHlink>
    </a:clrScheme>
    <a:fontScheme name="돌잔치 슬라이드(사진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