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AB3241D9-B21E-40EB-8AF2-169B3DCD3F8A}">
          <p14:sldIdLst>
            <p14:sldId id="256"/>
          </p14:sldIdLst>
        </p14:section>
        <p14:section name="본문" id="{255D06C8-6C28-47D8-8705-6C17D64479B4}">
          <p14:sldIdLst>
            <p14:sldId id="257"/>
            <p14:sldId id="258"/>
            <p14:sldId id="259"/>
            <p14:sldId id="260"/>
          </p14:sldIdLst>
        </p14:section>
        <p14:section name="마무리" id="{B5CBA926-A065-448B-8F77-8892C52EC39B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7132091" y="1417319"/>
            <a:ext cx="4023360" cy="40233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7433843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7735595" y="2020824"/>
            <a:ext cx="2816352" cy="2816352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8037347" y="2322576"/>
            <a:ext cx="2212848" cy="2212848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8339099" y="2624328"/>
            <a:ext cx="1609344" cy="16093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8640851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23070" y="3308299"/>
            <a:ext cx="241401" cy="24140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F80EDA2F-4AB3-4C4E-856B-498EFB53E580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ADAD7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8B9B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7132091" y="1417319"/>
            <a:ext cx="4023360" cy="40233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7433843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7735595" y="2020824"/>
            <a:ext cx="2816352" cy="2816352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8037347" y="2322576"/>
            <a:ext cx="2212848" cy="2212848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8339099" y="2624328"/>
            <a:ext cx="1609344" cy="16093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8640851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23070" y="3308299"/>
            <a:ext cx="241401" cy="24140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48C08500-DDDA-4560-B092-82340B6E3881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1417319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7889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4160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5532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1417319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7889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4160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5532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69057B69-406C-4020-9165-7579662C22AD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OLIVE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임신 소식을 들은 날부터 기록했습니다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OLIVE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417319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17319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6A213-278E-420B-BCF7-9C3939700EDA}" type="slidenum">
              <a:rPr lang="en-US"/>
              <a:t>‹#›</a:t>
            </a:fld>
            <a:endParaRPr lang="en-US"/>
          </a:p>
        </p:txBody>
      </p:sp>
      <p:graphicFrame>
        <p:nvGraphicFramePr>
          <p:cNvPr id="15" name="표"/>
          <p:cNvGraphicFramePr>
            <a:graphicFrameLocks noGrp="1"/>
          </p:cNvGraphicFramePr>
          <p:nvPr/>
        </p:nvGraphicFramePr>
        <p:xfrm>
          <a:off x="5623559" y="1828800"/>
          <a:ext cx="592805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09925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OLIVE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태어난 날 이야기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837DE-BA71-4494-BC29-F37EC242713A}" type="slidenum">
              <a:rPr lang="en-US"/>
              <a:t>‹#›</a:t>
            </a:fld>
            <a:endParaRPr lang="en-US"/>
          </a:p>
        </p:txBody>
      </p:sp>
      <p:grpSp>
        <p:nvGrpSpPr>
          <p:cNvPr id="6" name="때 1"/>
          <p:cNvGrpSpPr/>
          <p:nvPr/>
        </p:nvGrpSpPr>
        <p:grpSpPr>
          <a:xfrm>
            <a:off x="1463039" y="3246120"/>
            <a:ext cx="2442133" cy="2788920"/>
            <a:chOff x="1463039" y="3246120"/>
            <a:chExt cx="2442133" cy="2788920"/>
          </a:xfrm>
        </p:grpSpPr>
        <p:sp>
          <p:nvSpPr>
            <p:cNvPr id="7" name="단계 화살표"/>
            <p:cNvSpPr/>
            <p:nvPr/>
          </p:nvSpPr>
          <p:spPr>
            <a:xfrm>
              <a:off x="1463039" y="3246120"/>
              <a:ext cx="244213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임신</a:t>
              </a:r>
            </a:p>
          </p:txBody>
        </p:sp>
        <p:sp>
          <p:nvSpPr>
            <p:cNvPr id="8" name="제목"/>
            <p:cNvSpPr txBox="1"/>
            <p:nvPr/>
          </p:nvSpPr>
          <p:spPr>
            <a:xfrm>
              <a:off x="1508760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소식을 들은 날</a:t>
              </a:r>
            </a:p>
          </p:txBody>
        </p:sp>
        <p:sp>
          <p:nvSpPr>
            <p:cNvPr id="9" name="내용"/>
            <p:cNvSpPr txBox="1"/>
            <p:nvPr/>
          </p:nvSpPr>
          <p:spPr>
            <a:xfrm>
              <a:off x="1508760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0" name="때 2"/>
          <p:cNvGrpSpPr/>
          <p:nvPr/>
        </p:nvGrpSpPr>
        <p:grpSpPr>
          <a:xfrm>
            <a:off x="3996613" y="3246120"/>
            <a:ext cx="2442133" cy="2788920"/>
            <a:chOff x="3996613" y="3246120"/>
            <a:chExt cx="2442133" cy="2788920"/>
          </a:xfrm>
        </p:grpSpPr>
        <p:sp>
          <p:nvSpPr>
            <p:cNvPr id="11" name="단계 화살표"/>
            <p:cNvSpPr/>
            <p:nvPr/>
          </p:nvSpPr>
          <p:spPr>
            <a:xfrm>
              <a:off x="3996613" y="3246120"/>
              <a:ext cx="244213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출산</a:t>
              </a:r>
            </a:p>
          </p:txBody>
        </p:sp>
        <p:sp>
          <p:nvSpPr>
            <p:cNvPr id="12" name="제목"/>
            <p:cNvSpPr txBox="1"/>
            <p:nvPr/>
          </p:nvSpPr>
          <p:spPr>
            <a:xfrm>
              <a:off x="4042333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태어난 날</a:t>
              </a:r>
            </a:p>
          </p:txBody>
        </p:sp>
        <p:sp>
          <p:nvSpPr>
            <p:cNvPr id="13" name="내용"/>
            <p:cNvSpPr txBox="1"/>
            <p:nvPr/>
          </p:nvSpPr>
          <p:spPr>
            <a:xfrm>
              <a:off x="4042333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4" name="때 3"/>
          <p:cNvGrpSpPr/>
          <p:nvPr/>
        </p:nvGrpSpPr>
        <p:grpSpPr>
          <a:xfrm>
            <a:off x="6530187" y="3246120"/>
            <a:ext cx="2442133" cy="2788920"/>
            <a:chOff x="6530187" y="3246120"/>
            <a:chExt cx="2442133" cy="2788920"/>
          </a:xfrm>
        </p:grpSpPr>
        <p:sp>
          <p:nvSpPr>
            <p:cNvPr id="15" name="단계 화살표"/>
            <p:cNvSpPr/>
            <p:nvPr/>
          </p:nvSpPr>
          <p:spPr>
            <a:xfrm>
              <a:off x="6530187" y="3246120"/>
              <a:ext cx="244213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첫 만남</a:t>
              </a:r>
            </a:p>
          </p:txBody>
        </p:sp>
        <p:sp>
          <p:nvSpPr>
            <p:cNvPr id="16" name="제목"/>
            <p:cNvSpPr txBox="1"/>
            <p:nvPr/>
          </p:nvSpPr>
          <p:spPr>
            <a:xfrm>
              <a:off x="6575907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품에 안은 순간</a:t>
              </a:r>
            </a:p>
          </p:txBody>
        </p:sp>
        <p:sp>
          <p:nvSpPr>
            <p:cNvPr id="17" name="내용"/>
            <p:cNvSpPr txBox="1"/>
            <p:nvPr/>
          </p:nvSpPr>
          <p:spPr>
            <a:xfrm>
              <a:off x="6575907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8" name="때 4"/>
          <p:cNvGrpSpPr/>
          <p:nvPr/>
        </p:nvGrpSpPr>
        <p:grpSpPr>
          <a:xfrm>
            <a:off x="9063761" y="3246120"/>
            <a:ext cx="2442133" cy="2788920"/>
            <a:chOff x="9063761" y="3246120"/>
            <a:chExt cx="2442133" cy="2788920"/>
          </a:xfrm>
        </p:grpSpPr>
        <p:sp>
          <p:nvSpPr>
            <p:cNvPr id="19" name="단계 화살표"/>
            <p:cNvSpPr/>
            <p:nvPr/>
          </p:nvSpPr>
          <p:spPr>
            <a:xfrm>
              <a:off x="9063761" y="3246120"/>
              <a:ext cx="244213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집으로</a:t>
              </a:r>
            </a:p>
          </p:txBody>
        </p:sp>
        <p:sp>
          <p:nvSpPr>
            <p:cNvPr id="20" name="제목"/>
            <p:cNvSpPr txBox="1"/>
            <p:nvPr/>
          </p:nvSpPr>
          <p:spPr>
            <a:xfrm>
              <a:off x="9109481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돌아온 날</a:t>
              </a:r>
            </a:p>
          </p:txBody>
        </p:sp>
        <p:sp>
          <p:nvSpPr>
            <p:cNvPr id="21" name="내용"/>
            <p:cNvSpPr txBox="1"/>
            <p:nvPr/>
          </p:nvSpPr>
          <p:spPr>
            <a:xfrm>
              <a:off x="9109481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OLIVE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첫 번째 순간들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EFDFA-F054-464D-9BF4-5B80843BD3C2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2327833" cy="3566160"/>
            <a:chOff x="1417319" y="1828800"/>
            <a:chExt cx="2327833" cy="356616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2327833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645919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1600199" y="2697480"/>
              <a:ext cx="196207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웃음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1645919" y="3364991"/>
              <a:ext cx="187063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1600199" y="3456432"/>
              <a:ext cx="196207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019473" y="1828800"/>
            <a:ext cx="2327833" cy="3566160"/>
            <a:chOff x="4019473" y="1828800"/>
            <a:chExt cx="2327833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019473" y="1828800"/>
              <a:ext cx="2327833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/>
            <p:nvPr/>
          </p:nvSpPr>
          <p:spPr>
            <a:xfrm>
              <a:off x="4248073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5" name="카드 제목"/>
            <p:cNvSpPr txBox="1"/>
            <p:nvPr/>
          </p:nvSpPr>
          <p:spPr>
            <a:xfrm>
              <a:off x="4202353" y="2697480"/>
              <a:ext cx="196207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뒤집기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4248073" y="3364991"/>
              <a:ext cx="187063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7" name="카드 내용"/>
            <p:cNvSpPr txBox="1"/>
            <p:nvPr/>
          </p:nvSpPr>
          <p:spPr>
            <a:xfrm>
              <a:off x="4202353" y="3456432"/>
              <a:ext cx="196207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18" name="카드 3"/>
          <p:cNvGrpSpPr/>
          <p:nvPr/>
        </p:nvGrpSpPr>
        <p:grpSpPr>
          <a:xfrm>
            <a:off x="6621627" y="1828800"/>
            <a:ext cx="2327833" cy="3566160"/>
            <a:chOff x="6621627" y="1828800"/>
            <a:chExt cx="2327833" cy="3566160"/>
          </a:xfrm>
        </p:grpSpPr>
        <p:sp>
          <p:nvSpPr>
            <p:cNvPr id="19" name="카드 바탕"/>
            <p:cNvSpPr/>
            <p:nvPr/>
          </p:nvSpPr>
          <p:spPr>
            <a:xfrm>
              <a:off x="6621627" y="1828800"/>
              <a:ext cx="2327833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/>
            <p:nvPr/>
          </p:nvSpPr>
          <p:spPr>
            <a:xfrm>
              <a:off x="6850227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1" name="카드 제목"/>
            <p:cNvSpPr txBox="1"/>
            <p:nvPr/>
          </p:nvSpPr>
          <p:spPr>
            <a:xfrm>
              <a:off x="6804507" y="2697480"/>
              <a:ext cx="196207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이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6850227" y="3364991"/>
              <a:ext cx="187063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3" name="카드 내용"/>
            <p:cNvSpPr txBox="1"/>
            <p:nvPr/>
          </p:nvSpPr>
          <p:spPr>
            <a:xfrm>
              <a:off x="6804507" y="3456432"/>
              <a:ext cx="196207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24" name="카드 4"/>
          <p:cNvGrpSpPr/>
          <p:nvPr/>
        </p:nvGrpSpPr>
        <p:grpSpPr>
          <a:xfrm>
            <a:off x="9223781" y="1828800"/>
            <a:ext cx="2327833" cy="3566160"/>
            <a:chOff x="9223781" y="1828800"/>
            <a:chExt cx="2327833" cy="3566160"/>
          </a:xfrm>
        </p:grpSpPr>
        <p:sp>
          <p:nvSpPr>
            <p:cNvPr id="25" name="카드 바탕"/>
            <p:cNvSpPr/>
            <p:nvPr/>
          </p:nvSpPr>
          <p:spPr>
            <a:xfrm>
              <a:off x="9223781" y="1828800"/>
              <a:ext cx="2327833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번호 4"/>
            <p:cNvSpPr/>
            <p:nvPr/>
          </p:nvSpPr>
          <p:spPr>
            <a:xfrm>
              <a:off x="9452381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27" name="카드 제목"/>
            <p:cNvSpPr txBox="1"/>
            <p:nvPr/>
          </p:nvSpPr>
          <p:spPr>
            <a:xfrm>
              <a:off x="9406661" y="2697480"/>
              <a:ext cx="196207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걸음</a:t>
              </a:r>
            </a:p>
          </p:txBody>
        </p:sp>
        <p:cxnSp>
          <p:nvCxnSpPr>
            <p:cNvPr id="28" name="구분선"/>
            <p:cNvCxnSpPr/>
            <p:nvPr/>
          </p:nvCxnSpPr>
          <p:spPr>
            <a:xfrm>
              <a:off x="9452381" y="3364991"/>
              <a:ext cx="187063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9" name="카드 내용"/>
            <p:cNvSpPr txBox="1"/>
            <p:nvPr/>
          </p:nvSpPr>
          <p:spPr>
            <a:xfrm>
              <a:off x="9406661" y="3456432"/>
              <a:ext cx="196207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OLIVE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417319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17319" y="1828800"/>
            <a:ext cx="2382697" cy="2071116"/>
          </a:xfrm>
          <a:prstGeom prst="rect">
            <a:avLst/>
          </a:prstGeom>
        </p:spPr>
      </p:sp>
      <p:sp>
        <p:nvSpPr>
          <p:cNvPr id="15" name="사진 바탕 2"/>
          <p:cNvSpPr/>
          <p:nvPr/>
        </p:nvSpPr>
        <p:spPr>
          <a:xfrm>
            <a:off x="4001185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001185" y="1828800"/>
            <a:ext cx="2382697" cy="2071116"/>
          </a:xfrm>
          <a:prstGeom prst="rect">
            <a:avLst/>
          </a:prstGeom>
        </p:spPr>
      </p:sp>
      <p:sp>
        <p:nvSpPr>
          <p:cNvPr id="16" name="사진 바탕 3"/>
          <p:cNvSpPr/>
          <p:nvPr/>
        </p:nvSpPr>
        <p:spPr>
          <a:xfrm>
            <a:off x="6585051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585051" y="1828800"/>
            <a:ext cx="2382697" cy="2071116"/>
          </a:xfrm>
          <a:prstGeom prst="rect">
            <a:avLst/>
          </a:prstGeom>
        </p:spPr>
      </p:sp>
      <p:sp>
        <p:nvSpPr>
          <p:cNvPr id="17" name="사진 바탕 4"/>
          <p:cNvSpPr/>
          <p:nvPr/>
        </p:nvSpPr>
        <p:spPr>
          <a:xfrm>
            <a:off x="9168917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9168917" y="1828800"/>
            <a:ext cx="2382697" cy="2071116"/>
          </a:xfrm>
          <a:prstGeom prst="rect">
            <a:avLst/>
          </a:prstGeom>
        </p:spPr>
      </p:sp>
      <p:sp>
        <p:nvSpPr>
          <p:cNvPr id="18" name="사진 바탕 5"/>
          <p:cNvSpPr/>
          <p:nvPr/>
        </p:nvSpPr>
        <p:spPr>
          <a:xfrm>
            <a:off x="1417319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1417319" y="4101084"/>
            <a:ext cx="2382697" cy="2071116"/>
          </a:xfrm>
          <a:prstGeom prst="rect">
            <a:avLst/>
          </a:prstGeom>
        </p:spPr>
      </p:sp>
      <p:sp>
        <p:nvSpPr>
          <p:cNvPr id="19" name="사진 바탕 6"/>
          <p:cNvSpPr/>
          <p:nvPr/>
        </p:nvSpPr>
        <p:spPr>
          <a:xfrm>
            <a:off x="4001185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4001185" y="4101084"/>
            <a:ext cx="2382697" cy="2071116"/>
          </a:xfrm>
          <a:prstGeom prst="rect">
            <a:avLst/>
          </a:prstGeom>
        </p:spPr>
      </p:sp>
      <p:sp>
        <p:nvSpPr>
          <p:cNvPr id="20" name="사진 바탕 7"/>
          <p:cNvSpPr/>
          <p:nvPr/>
        </p:nvSpPr>
        <p:spPr>
          <a:xfrm>
            <a:off x="6585051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585051" y="4101084"/>
            <a:ext cx="2382697" cy="2071116"/>
          </a:xfrm>
          <a:prstGeom prst="rect">
            <a:avLst/>
          </a:prstGeom>
        </p:spPr>
      </p:sp>
      <p:sp>
        <p:nvSpPr>
          <p:cNvPr id="21" name="사진 바탕 8"/>
          <p:cNvSpPr/>
          <p:nvPr/>
        </p:nvSpPr>
        <p:spPr>
          <a:xfrm>
            <a:off x="9168917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2" name="Picture Placeholder 11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9168917" y="4101084"/>
            <a:ext cx="2382697" cy="2071116"/>
          </a:xfrm>
          <a:prstGeom prst="rect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136D53-D4F9-43BD-86A3-5D323477073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OLIVE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첫 번째 이야기 중심)">
  <a:themeElements>
    <a:clrScheme name="돌잔치 슬라이드(첫 번째 이야기 중심)">
      <a:dk1>
        <a:srgbClr val="464837"/>
      </a:dk1>
      <a:lt1>
        <a:srgbClr val="FDFCF9"/>
      </a:lt1>
      <a:dk2>
        <a:srgbClr val="3A3D20"/>
      </a:dk2>
      <a:lt2>
        <a:srgbClr val="F7F5EB"/>
      </a:lt2>
      <a:accent1>
        <a:srgbClr val="868C58"/>
      </a:accent1>
      <a:accent2>
        <a:srgbClr val="C1AA6A"/>
      </a:accent2>
      <a:accent3>
        <a:srgbClr val="575947"/>
      </a:accent3>
      <a:accent4>
        <a:srgbClr val="E0E0CE"/>
      </a:accent4>
      <a:accent5>
        <a:srgbClr val="C4AC70"/>
      </a:accent5>
      <a:accent6>
        <a:srgbClr val="D9CCA4"/>
      </a:accent6>
      <a:hlink>
        <a:srgbClr val="3A3D20"/>
      </a:hlink>
      <a:folHlink>
        <a:srgbClr val="575947"/>
      </a:folHlink>
    </a:clrScheme>
    <a:fontScheme name="돌잔치 슬라이드(첫 번째 이야기 중심)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>돌잔치 슬라이드 · 첫 번째 이야기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