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93CD008-E745-4416-9ED7-7B5387D91EEA}">
          <p14:sldIdLst>
            <p14:sldId id="256"/>
          </p14:sldIdLst>
        </p14:section>
        <p14:section name="본문" id="{9676FB35-4E20-46A1-A26F-4DBA5D525644}">
          <p14:sldIdLst>
            <p14:sldId id="257"/>
            <p14:sldId id="258"/>
            <p14:sldId id="259"/>
            <p14:sldId id="260"/>
          </p14:sldIdLst>
        </p14:section>
        <p14:section name="마무리" id="{3750ECA4-4CAF-4935-8E9A-33AFA5CB7CFF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60CE6222-1AD2-4E0C-95B0-E7FC74353A2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AD7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9B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2B6E1DA0-2C47-4CB2-8BD9-B4A42049334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8F09C764-B447-4ECC-B4F6-0F6D4D07BE7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OLIVE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임신 소식을 들은 날부터 기록했습니다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OLIVE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9AD95-264A-423A-9015-ADC9B48F2687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5623559" y="1828800"/>
          <a:ext cx="592805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09925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OLIVE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84B58-1259-418D-8928-3BAD7BC8A5B0}" type="slidenum">
              <a:rPr lang="en-US"/>
              <a:t>‹#›</a:t>
            </a:fld>
            <a:endParaRPr lang="en-US"/>
          </a:p>
        </p:txBody>
      </p:sp>
      <p:grpSp>
        <p:nvGrpSpPr>
          <p:cNvPr id="6" name="때 1"/>
          <p:cNvGrpSpPr/>
          <p:nvPr/>
        </p:nvGrpSpPr>
        <p:grpSpPr>
          <a:xfrm>
            <a:off x="1463039" y="3246120"/>
            <a:ext cx="2442133" cy="2788920"/>
            <a:chOff x="1463039" y="3246120"/>
            <a:chExt cx="2442133" cy="2788920"/>
          </a:xfrm>
        </p:grpSpPr>
        <p:sp>
          <p:nvSpPr>
            <p:cNvPr id="7" name="단계 화살표"/>
            <p:cNvSpPr/>
            <p:nvPr/>
          </p:nvSpPr>
          <p:spPr>
            <a:xfrm>
              <a:off x="1463039" y="3246120"/>
              <a:ext cx="244213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임신</a:t>
              </a:r>
            </a:p>
          </p:txBody>
        </p:sp>
        <p:sp>
          <p:nvSpPr>
            <p:cNvPr id="8" name="제목"/>
            <p:cNvSpPr txBox="1"/>
            <p:nvPr/>
          </p:nvSpPr>
          <p:spPr>
            <a:xfrm>
              <a:off x="1508760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9" name="내용"/>
            <p:cNvSpPr txBox="1"/>
            <p:nvPr/>
          </p:nvSpPr>
          <p:spPr>
            <a:xfrm>
              <a:off x="1508760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0" name="때 2"/>
          <p:cNvGrpSpPr/>
          <p:nvPr/>
        </p:nvGrpSpPr>
        <p:grpSpPr>
          <a:xfrm>
            <a:off x="3996613" y="3246120"/>
            <a:ext cx="2442133" cy="2788920"/>
            <a:chOff x="3996613" y="3246120"/>
            <a:chExt cx="2442133" cy="2788920"/>
          </a:xfrm>
        </p:grpSpPr>
        <p:sp>
          <p:nvSpPr>
            <p:cNvPr id="11" name="단계 화살표"/>
            <p:cNvSpPr/>
            <p:nvPr/>
          </p:nvSpPr>
          <p:spPr>
            <a:xfrm>
              <a:off x="3996613" y="3246120"/>
              <a:ext cx="244213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출산</a:t>
              </a:r>
            </a:p>
          </p:txBody>
        </p:sp>
        <p:sp>
          <p:nvSpPr>
            <p:cNvPr id="12" name="제목"/>
            <p:cNvSpPr txBox="1"/>
            <p:nvPr/>
          </p:nvSpPr>
          <p:spPr>
            <a:xfrm>
              <a:off x="4042333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3" name="내용"/>
            <p:cNvSpPr txBox="1"/>
            <p:nvPr/>
          </p:nvSpPr>
          <p:spPr>
            <a:xfrm>
              <a:off x="4042333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4" name="때 3"/>
          <p:cNvGrpSpPr/>
          <p:nvPr/>
        </p:nvGrpSpPr>
        <p:grpSpPr>
          <a:xfrm>
            <a:off x="6530187" y="3246120"/>
            <a:ext cx="2442133" cy="2788920"/>
            <a:chOff x="6530187" y="3246120"/>
            <a:chExt cx="2442133" cy="2788920"/>
          </a:xfrm>
        </p:grpSpPr>
        <p:sp>
          <p:nvSpPr>
            <p:cNvPr id="15" name="단계 화살표"/>
            <p:cNvSpPr/>
            <p:nvPr/>
          </p:nvSpPr>
          <p:spPr>
            <a:xfrm>
              <a:off x="6530187" y="3246120"/>
              <a:ext cx="244213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만남</a:t>
              </a:r>
            </a:p>
          </p:txBody>
        </p:sp>
        <p:sp>
          <p:nvSpPr>
            <p:cNvPr id="16" name="제목"/>
            <p:cNvSpPr txBox="1"/>
            <p:nvPr/>
          </p:nvSpPr>
          <p:spPr>
            <a:xfrm>
              <a:off x="6575907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17" name="내용"/>
            <p:cNvSpPr txBox="1"/>
            <p:nvPr/>
          </p:nvSpPr>
          <p:spPr>
            <a:xfrm>
              <a:off x="6575907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8" name="때 4"/>
          <p:cNvGrpSpPr/>
          <p:nvPr/>
        </p:nvGrpSpPr>
        <p:grpSpPr>
          <a:xfrm>
            <a:off x="9063761" y="3246120"/>
            <a:ext cx="2442133" cy="2788920"/>
            <a:chOff x="9063761" y="3246120"/>
            <a:chExt cx="2442133" cy="2788920"/>
          </a:xfrm>
        </p:grpSpPr>
        <p:sp>
          <p:nvSpPr>
            <p:cNvPr id="19" name="단계 화살표"/>
            <p:cNvSpPr/>
            <p:nvPr/>
          </p:nvSpPr>
          <p:spPr>
            <a:xfrm>
              <a:off x="9063761" y="3246120"/>
              <a:ext cx="244213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집으로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9109481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9109481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OLIVE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3E00-9A52-46E1-A7E7-3B318ABC943E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2327833" cy="3566160"/>
            <a:chOff x="1417319" y="1828800"/>
            <a:chExt cx="2327833" cy="356616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232783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645919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1600199" y="2697480"/>
              <a:ext cx="196207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1645919" y="3364991"/>
              <a:ext cx="187063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1600199" y="3456432"/>
              <a:ext cx="196207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019473" y="1828800"/>
            <a:ext cx="2327833" cy="3566160"/>
            <a:chOff x="4019473" y="1828800"/>
            <a:chExt cx="232783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019473" y="1828800"/>
              <a:ext cx="232783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248073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202353" y="2697480"/>
              <a:ext cx="196207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4248073" y="3364991"/>
              <a:ext cx="187063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4202353" y="3456432"/>
              <a:ext cx="196207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6621627" y="1828800"/>
            <a:ext cx="2327833" cy="3566160"/>
            <a:chOff x="6621627" y="1828800"/>
            <a:chExt cx="2327833" cy="3566160"/>
          </a:xfrm>
        </p:grpSpPr>
        <p:sp>
          <p:nvSpPr>
            <p:cNvPr id="19" name="카드 바탕"/>
            <p:cNvSpPr/>
            <p:nvPr/>
          </p:nvSpPr>
          <p:spPr>
            <a:xfrm>
              <a:off x="6621627" y="1828800"/>
              <a:ext cx="232783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850227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804507" y="2697480"/>
              <a:ext cx="196207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6850227" y="3364991"/>
              <a:ext cx="187063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6804507" y="3456432"/>
              <a:ext cx="196207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4" name="카드 4"/>
          <p:cNvGrpSpPr/>
          <p:nvPr/>
        </p:nvGrpSpPr>
        <p:grpSpPr>
          <a:xfrm>
            <a:off x="9223781" y="1828800"/>
            <a:ext cx="2327833" cy="3566160"/>
            <a:chOff x="9223781" y="1828800"/>
            <a:chExt cx="2327833" cy="3566160"/>
          </a:xfrm>
        </p:grpSpPr>
        <p:sp>
          <p:nvSpPr>
            <p:cNvPr id="25" name="카드 바탕"/>
            <p:cNvSpPr/>
            <p:nvPr/>
          </p:nvSpPr>
          <p:spPr>
            <a:xfrm>
              <a:off x="9223781" y="1828800"/>
              <a:ext cx="232783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452381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406661" y="2697480"/>
              <a:ext cx="196207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cxnSp>
          <p:nvCxnSpPr>
            <p:cNvPr id="28" name="구분선"/>
            <p:cNvCxnSpPr/>
            <p:nvPr/>
          </p:nvCxnSpPr>
          <p:spPr>
            <a:xfrm>
              <a:off x="9452381" y="3364991"/>
              <a:ext cx="187063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9" name="카드 내용"/>
            <p:cNvSpPr txBox="1"/>
            <p:nvPr/>
          </p:nvSpPr>
          <p:spPr>
            <a:xfrm>
              <a:off x="9406661" y="3456432"/>
              <a:ext cx="196207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OLIVE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2382697" cy="2071116"/>
          </a:xfrm>
          <a:prstGeom prst="rect">
            <a:avLst/>
          </a:prstGeom>
        </p:spPr>
      </p:sp>
      <p:sp>
        <p:nvSpPr>
          <p:cNvPr id="15" name="사진 바탕 2"/>
          <p:cNvSpPr/>
          <p:nvPr/>
        </p:nvSpPr>
        <p:spPr>
          <a:xfrm>
            <a:off x="4001185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01185" y="1828800"/>
            <a:ext cx="2382697" cy="2071116"/>
          </a:xfrm>
          <a:prstGeom prst="rect">
            <a:avLst/>
          </a:prstGeom>
        </p:spPr>
      </p:sp>
      <p:sp>
        <p:nvSpPr>
          <p:cNvPr id="16" name="사진 바탕 3"/>
          <p:cNvSpPr/>
          <p:nvPr/>
        </p:nvSpPr>
        <p:spPr>
          <a:xfrm>
            <a:off x="6585051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585051" y="1828800"/>
            <a:ext cx="2382697" cy="2071116"/>
          </a:xfrm>
          <a:prstGeom prst="rect">
            <a:avLst/>
          </a:prstGeom>
        </p:spPr>
      </p:sp>
      <p:sp>
        <p:nvSpPr>
          <p:cNvPr id="17" name="사진 바탕 4"/>
          <p:cNvSpPr/>
          <p:nvPr/>
        </p:nvSpPr>
        <p:spPr>
          <a:xfrm>
            <a:off x="9168917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168917" y="1828800"/>
            <a:ext cx="2382697" cy="2071116"/>
          </a:xfrm>
          <a:prstGeom prst="rect">
            <a:avLst/>
          </a:prstGeom>
        </p:spPr>
      </p:sp>
      <p:sp>
        <p:nvSpPr>
          <p:cNvPr id="18" name="사진 바탕 5"/>
          <p:cNvSpPr/>
          <p:nvPr/>
        </p:nvSpPr>
        <p:spPr>
          <a:xfrm>
            <a:off x="1417319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1417319" y="4101084"/>
            <a:ext cx="2382697" cy="2071116"/>
          </a:xfrm>
          <a:prstGeom prst="rect">
            <a:avLst/>
          </a:prstGeom>
        </p:spPr>
      </p:sp>
      <p:sp>
        <p:nvSpPr>
          <p:cNvPr id="19" name="사진 바탕 6"/>
          <p:cNvSpPr/>
          <p:nvPr/>
        </p:nvSpPr>
        <p:spPr>
          <a:xfrm>
            <a:off x="4001185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4001185" y="4101084"/>
            <a:ext cx="2382697" cy="2071116"/>
          </a:xfrm>
          <a:prstGeom prst="rect">
            <a:avLst/>
          </a:prstGeom>
        </p:spPr>
      </p:sp>
      <p:sp>
        <p:nvSpPr>
          <p:cNvPr id="20" name="사진 바탕 7"/>
          <p:cNvSpPr/>
          <p:nvPr/>
        </p:nvSpPr>
        <p:spPr>
          <a:xfrm>
            <a:off x="6585051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585051" y="4101084"/>
            <a:ext cx="2382697" cy="2071116"/>
          </a:xfrm>
          <a:prstGeom prst="rect">
            <a:avLst/>
          </a:prstGeom>
        </p:spPr>
      </p:sp>
      <p:sp>
        <p:nvSpPr>
          <p:cNvPr id="21" name="사진 바탕 8"/>
          <p:cNvSpPr/>
          <p:nvPr/>
        </p:nvSpPr>
        <p:spPr>
          <a:xfrm>
            <a:off x="9168917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9168917" y="4101084"/>
            <a:ext cx="2382697" cy="2071116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9D259-6C84-4F94-8251-C64983D5B5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OLIVE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464837"/>
      </a:dk1>
      <a:lt1>
        <a:srgbClr val="FDFCF9"/>
      </a:lt1>
      <a:dk2>
        <a:srgbClr val="3A3D20"/>
      </a:dk2>
      <a:lt2>
        <a:srgbClr val="F7F5EB"/>
      </a:lt2>
      <a:accent1>
        <a:srgbClr val="868C58"/>
      </a:accent1>
      <a:accent2>
        <a:srgbClr val="C1AA6A"/>
      </a:accent2>
      <a:accent3>
        <a:srgbClr val="575947"/>
      </a:accent3>
      <a:accent4>
        <a:srgbClr val="E0E0CE"/>
      </a:accent4>
      <a:accent5>
        <a:srgbClr val="C4AC70"/>
      </a:accent5>
      <a:accent6>
        <a:srgbClr val="D9CCA4"/>
      </a:accent6>
      <a:hlink>
        <a:srgbClr val="3A3D20"/>
      </a:hlink>
      <a:folHlink>
        <a:srgbClr val="575947"/>
      </a:folHlink>
    </a:clrScheme>
    <a:fontScheme name="돌잔치 슬라이드(첫 번째 이야기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