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AF305AFF-63DD-4E5C-BA7E-4B65D1709B8B}">
          <p14:sldIdLst>
            <p14:sldId id="256"/>
          </p14:sldIdLst>
        </p14:section>
        <p14:section name="본문" id="{98CB2224-2476-4881-B907-3DCD38C09B35}">
          <p14:sldIdLst>
            <p14:sldId id="257"/>
            <p14:sldId id="258"/>
            <p14:sldId id="259"/>
            <p14:sldId id="260"/>
          </p14:sldIdLst>
        </p14:section>
        <p14:section name="마무리" id="{4C3657CF-B83F-477E-AF4D-D90FB750EE83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아기 사진을 넣고, 오른쪽 표의 칸을 눌러 내용을 적으세요.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ltVert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2697479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828754" y="3081527"/>
            <a:ext cx="8534186" cy="12344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2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438912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828754" y="5074920"/>
            <a:ext cx="8534186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 flipH="1" flipV="1">
            <a:off x="4114729" y="1982395"/>
            <a:ext cx="1485839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 flipH="1" flipV="1">
            <a:off x="4205486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 flipV="1">
            <a:off x="4353681" y="1325879"/>
            <a:ext cx="1306625" cy="7543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 flipV="1">
            <a:off x="4554811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 flipV="1">
            <a:off x="4802764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50900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 flipV="1">
            <a:off x="5407812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5746523" y="350601"/>
            <a:ext cx="261993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6095847" y="320039"/>
            <a:ext cx="0" cy="150876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6183178" y="350601"/>
            <a:ext cx="261994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6267856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63473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6419118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6481106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6531389" y="1325879"/>
            <a:ext cx="1306624" cy="75438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6568437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6591127" y="1982395"/>
            <a:ext cx="1485838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9" name="Arc 18"/>
          <p:cNvSpPr/>
          <p:nvPr/>
        </p:nvSpPr>
        <p:spPr>
          <a:xfrm>
            <a:off x="5592927" y="1828799"/>
            <a:ext cx="1005840" cy="1005840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Arc 19"/>
          <p:cNvSpPr/>
          <p:nvPr/>
        </p:nvSpPr>
        <p:spPr>
          <a:xfrm>
            <a:off x="4989423" y="1225295"/>
            <a:ext cx="2212848" cy="221284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Arc 20"/>
          <p:cNvSpPr/>
          <p:nvPr/>
        </p:nvSpPr>
        <p:spPr>
          <a:xfrm>
            <a:off x="4486503" y="722375"/>
            <a:ext cx="3218688" cy="321868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4084167" y="320039"/>
            <a:ext cx="4023360" cy="4023360"/>
          </a:xfrm>
          <a:prstGeom prst="arc">
            <a:avLst>
              <a:gd name="adj1" fmla="val 10800000"/>
              <a:gd name="adj2" fmla="val 0"/>
            </a:avLst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535527" y="2331720"/>
            <a:ext cx="512064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4" name="Diamond 23"/>
          <p:cNvSpPr/>
          <p:nvPr/>
        </p:nvSpPr>
        <p:spPr>
          <a:xfrm>
            <a:off x="6004407" y="2240279"/>
            <a:ext cx="182880" cy="182880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바깥 선"/>
          <p:cNvSpPr/>
          <p:nvPr/>
        </p:nvSpPr>
        <p:spPr>
          <a:xfrm>
            <a:off x="292608" y="292608"/>
            <a:ext cx="11606479" cy="6272784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안쪽 선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ltVert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87041B49-EC8A-40A8-ADEB-991BD4E3EC11}" type="slidenum">
              <a:rPr lang="en-US"/>
              <a:t>‹#›</a:t>
            </a:fld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2697479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828754" y="3081527"/>
            <a:ext cx="8534186" cy="12344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2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438912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0E5E5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828754" y="5074920"/>
            <a:ext cx="8534186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3CEC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 flipH="1" flipV="1">
            <a:off x="4114729" y="1982395"/>
            <a:ext cx="1485839" cy="261993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cxnSp>
        <p:nvCxnSpPr>
          <p:cNvPr id="3" name="Connector 2"/>
          <p:cNvCxnSpPr/>
          <p:nvPr/>
        </p:nvCxnSpPr>
        <p:spPr>
          <a:xfrm flipH="1" flipV="1">
            <a:off x="4205486" y="1643684"/>
            <a:ext cx="1417771" cy="516027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 flipV="1">
            <a:off x="4353681" y="1325879"/>
            <a:ext cx="1306625" cy="754381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 flipV="1">
            <a:off x="4554811" y="1038637"/>
            <a:ext cx="1155777" cy="969812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 flipV="1">
            <a:off x="4802764" y="790683"/>
            <a:ext cx="969812" cy="1155777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5090007" y="589554"/>
            <a:ext cx="754380" cy="1306624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 flipV="1">
            <a:off x="5407812" y="441359"/>
            <a:ext cx="516026" cy="1417770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5746523" y="350601"/>
            <a:ext cx="261993" cy="1485839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6095847" y="320039"/>
            <a:ext cx="0" cy="1508760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6183178" y="350601"/>
            <a:ext cx="261994" cy="1485839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6267856" y="441359"/>
            <a:ext cx="516026" cy="1417770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6347307" y="589554"/>
            <a:ext cx="754380" cy="1306624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6419118" y="790683"/>
            <a:ext cx="969812" cy="1155777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6481106" y="1038637"/>
            <a:ext cx="1155777" cy="969812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6531389" y="1325879"/>
            <a:ext cx="1306624" cy="754380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6568437" y="1643684"/>
            <a:ext cx="1417771" cy="516027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6591127" y="1982395"/>
            <a:ext cx="1485838" cy="261993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sp>
        <p:nvSpPr>
          <p:cNvPr id="19" name="Arc 18"/>
          <p:cNvSpPr/>
          <p:nvPr/>
        </p:nvSpPr>
        <p:spPr>
          <a:xfrm>
            <a:off x="5592927" y="1828799"/>
            <a:ext cx="1005840" cy="1005840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tx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Arc 19"/>
          <p:cNvSpPr/>
          <p:nvPr/>
        </p:nvSpPr>
        <p:spPr>
          <a:xfrm>
            <a:off x="4989423" y="1225295"/>
            <a:ext cx="2212848" cy="221284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tx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Arc 20"/>
          <p:cNvSpPr/>
          <p:nvPr/>
        </p:nvSpPr>
        <p:spPr>
          <a:xfrm>
            <a:off x="4486503" y="722375"/>
            <a:ext cx="3218688" cy="321868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tx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4084167" y="320039"/>
            <a:ext cx="4023360" cy="4023360"/>
          </a:xfrm>
          <a:prstGeom prst="arc">
            <a:avLst>
              <a:gd name="adj1" fmla="val 10800000"/>
              <a:gd name="adj2" fmla="val 0"/>
            </a:avLst>
          </a:prstGeom>
          <a:noFill/>
          <a:ln w="19050">
            <a:solidFill>
              <a:schemeClr val="tx2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535527" y="2331720"/>
            <a:ext cx="5120640" cy="0"/>
          </a:xfrm>
          <a:prstGeom prst="line">
            <a:avLst/>
          </a:prstGeom>
          <a:ln w="9525" cap="rnd">
            <a:solidFill>
              <a:schemeClr val="tx2"/>
            </a:solidFill>
          </a:ln>
        </p:spPr>
      </p:cxnSp>
      <p:sp>
        <p:nvSpPr>
          <p:cNvPr id="24" name="Diamond 23"/>
          <p:cNvSpPr/>
          <p:nvPr/>
        </p:nvSpPr>
        <p:spPr>
          <a:xfrm>
            <a:off x="6004407" y="2240279"/>
            <a:ext cx="182880" cy="182880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바깥 선"/>
          <p:cNvSpPr/>
          <p:nvPr/>
        </p:nvSpPr>
        <p:spPr>
          <a:xfrm>
            <a:off x="292608" y="292608"/>
            <a:ext cx="11606479" cy="6272784"/>
          </a:xfrm>
          <a:prstGeom prst="rect">
            <a:avLst/>
          </a:prstGeom>
          <a:noFill/>
          <a:ln w="15875">
            <a:solidFill>
              <a:schemeClr val="tx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안쪽 선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6350">
            <a:solidFill>
              <a:schemeClr val="tx2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ltVert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FEA70073-0D77-4314-BE14-F2B96FD5C0E3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ltVert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BDCB31ED-2A29-4DB9-BAAE-A8DA3BCCFA93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16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17" name="Diamond 16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20" name="Connector 19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1" name="Diamond 20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TURQUOISE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첫 번째 생일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바닷가에서 찍은 첫 사진도 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날짜 입력</a:t>
            </a:r>
          </a:p>
          <a:p>
            <a:r>
              <a:rPr lang="ko-KR"/>
              <a:t>장소를 입력하세요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아기를 소개합니다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아기 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AED50E-8877-4F2D-81F3-916742CED3B3}" type="slidenum">
              <a:rPr lang="en-US"/>
              <a:t>‹#›</a:t>
            </a:fld>
            <a:endParaRPr lang="en-US"/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4937759" y="1828800"/>
          <a:ext cx="6522415" cy="39502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469361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생일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키 · 몸무게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좋아하는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별명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부모의 마음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첫 번째 생일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5227167" cy="434340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대표 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5227167" cy="4343400"/>
          </a:xfrm>
          <a:prstGeom prst="roundRect">
            <a:avLst>
              <a:gd name="adj" fmla="val 600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6233007" y="1828800"/>
            <a:ext cx="5227167" cy="434340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대표 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6233007" y="1828800"/>
            <a:ext cx="5227167" cy="4343400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C99B21-1AD3-4689-8619-9B3921524457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해의 순간들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BA4E7C-1A9C-4E32-B13B-EA7ECA3542E5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3228746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914400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No.01</a:t>
              </a:r>
            </a:p>
          </p:txBody>
        </p:sp>
        <p:cxnSp>
          <p:nvCxnSpPr>
            <p:cNvPr id="9" name="번호 밑줄"/>
            <p:cNvCxnSpPr/>
            <p:nvPr/>
          </p:nvCxnSpPr>
          <p:spPr>
            <a:xfrm>
              <a:off x="960120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0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번째</a:t>
              </a:r>
            </a:p>
          </p:txBody>
        </p:sp>
        <p:cxnSp>
          <p:nvCxnSpPr>
            <p:cNvPr id="11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2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가장 좋아하는 순간</a:t>
              </a:r>
            </a:p>
          </p:txBody>
        </p:sp>
      </p:grpSp>
      <p:grpSp>
        <p:nvGrpSpPr>
          <p:cNvPr id="13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4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안쪽 선"/>
            <p:cNvSpPr/>
            <p:nvPr/>
          </p:nvSpPr>
          <p:spPr>
            <a:xfrm>
              <a:off x="4481474" y="1911095"/>
              <a:ext cx="3228746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번호 2"/>
            <p:cNvSpPr txBox="1"/>
            <p:nvPr/>
          </p:nvSpPr>
          <p:spPr>
            <a:xfrm>
              <a:off x="4582058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No.02</a:t>
              </a:r>
            </a:p>
          </p:txBody>
        </p:sp>
        <p:cxnSp>
          <p:nvCxnSpPr>
            <p:cNvPr id="17" name="번호 밑줄"/>
            <p:cNvCxnSpPr/>
            <p:nvPr/>
          </p:nvCxnSpPr>
          <p:spPr>
            <a:xfrm>
              <a:off x="4627778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8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두 번째</a:t>
              </a:r>
            </a:p>
          </p:txBody>
        </p:sp>
        <p:cxnSp>
          <p:nvCxnSpPr>
            <p:cNvPr id="19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0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가장 웃은 순간</a:t>
              </a:r>
            </a:p>
          </p:txBody>
        </p:sp>
      </p:grpSp>
      <p:grpSp>
        <p:nvGrpSpPr>
          <p:cNvPr id="21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22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안쪽 선"/>
            <p:cNvSpPr/>
            <p:nvPr/>
          </p:nvSpPr>
          <p:spPr>
            <a:xfrm>
              <a:off x="8149132" y="1911095"/>
              <a:ext cx="3228746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번호 3"/>
            <p:cNvSpPr txBox="1"/>
            <p:nvPr/>
          </p:nvSpPr>
          <p:spPr>
            <a:xfrm>
              <a:off x="8249716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No.03</a:t>
              </a:r>
            </a:p>
          </p:txBody>
        </p:sp>
        <p:cxnSp>
          <p:nvCxnSpPr>
            <p:cNvPr id="25" name="번호 밑줄"/>
            <p:cNvCxnSpPr/>
            <p:nvPr/>
          </p:nvCxnSpPr>
          <p:spPr>
            <a:xfrm>
              <a:off x="8295436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26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세 번째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가장 크게 자란 순간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PHOTOS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사진 모음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2531287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3463975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463975" y="1828800"/>
            <a:ext cx="2531287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6196431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196431" y="1828800"/>
            <a:ext cx="2531287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8928887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8928887" y="1828800"/>
            <a:ext cx="2531287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731520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731520" y="4101084"/>
            <a:ext cx="2531287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3463975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3463975" y="4101084"/>
            <a:ext cx="2531287" cy="2071116"/>
          </a:xfrm>
          <a:prstGeom prst="rect">
            <a:avLst/>
          </a:prstGeom>
        </p:spPr>
      </p:sp>
      <p:sp>
        <p:nvSpPr>
          <p:cNvPr id="19" name="사진 바탕 7"/>
          <p:cNvSpPr/>
          <p:nvPr/>
        </p:nvSpPr>
        <p:spPr>
          <a:xfrm>
            <a:off x="6196431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7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9" sz="quarter"/>
          </p:nvPr>
        </p:nvSpPr>
        <p:spPr>
          <a:xfrm>
            <a:off x="6196431" y="4101084"/>
            <a:ext cx="2531287" cy="2071116"/>
          </a:xfrm>
          <a:prstGeom prst="rect">
            <a:avLst/>
          </a:prstGeom>
        </p:spPr>
      </p:sp>
      <p:sp>
        <p:nvSpPr>
          <p:cNvPr id="20" name="사진 바탕 8"/>
          <p:cNvSpPr/>
          <p:nvPr/>
        </p:nvSpPr>
        <p:spPr>
          <a:xfrm>
            <a:off x="8928887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8</a:t>
            </a:r>
          </a:p>
        </p:txBody>
      </p:sp>
      <p:sp>
        <p:nvSpPr>
          <p:cNvPr id="11" name="Picture Placeholder 10" descr="사진 자리 — 아이콘을 누르면 사진을 넣을 수 있어요"/>
          <p:cNvSpPr>
            <a:spLocks noGrp="1"/>
          </p:cNvSpPr>
          <p:nvPr>
            <p:ph type="pic" idx="20" sz="quarter"/>
          </p:nvPr>
        </p:nvSpPr>
        <p:spPr>
          <a:xfrm>
            <a:off x="8928887" y="4101084"/>
            <a:ext cx="2531287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8339B-6E5E-4B84-8BF9-7E9B7B968D72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TURQUOISE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아이가 한 살이 되었습니다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부모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돌잔치 슬라이드(사진 중심)">
  <a:themeElements>
    <a:clrScheme name="돌잔치 슬라이드(사진 중심)">
      <a:dk1>
        <a:srgbClr val="374847"/>
      </a:dk1>
      <a:lt1>
        <a:srgbClr val="FCFDFC"/>
      </a:lt1>
      <a:dk2>
        <a:srgbClr val="16413F"/>
      </a:dk2>
      <a:lt2>
        <a:srgbClr val="F5F8F4"/>
      </a:lt2>
      <a:accent1>
        <a:srgbClr val="1D7F7A"/>
      </a:accent1>
      <a:accent2>
        <a:srgbClr val="C2A25A"/>
      </a:accent2>
      <a:accent3>
        <a:srgbClr val="718B8A"/>
      </a:accent3>
      <a:accent4>
        <a:srgbClr val="CAE0DC"/>
      </a:accent4>
      <a:accent5>
        <a:srgbClr val="C4A45C"/>
      </a:accent5>
      <a:accent6>
        <a:srgbClr val="D9C99F"/>
      </a:accent6>
      <a:hlink>
        <a:srgbClr val="16413F"/>
      </a:hlink>
      <a:folHlink>
        <a:srgbClr val="718B8A"/>
      </a:folHlink>
    </a:clrScheme>
    <a:fontScheme name="돌잔치 슬라이드(사진 중심)">
      <a:majorFont>
        <a:latin typeface="Palatino Linotype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슬라이드(사진 중심)</dc:title>
  <dc:subject>돌잔치 슬라이드 · 사진 중심</dc:subject>
  <dc:creator>반딧불이의 곳간</dc:creator>
  <cp:keywords>돌잔치,첫돌,PPT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