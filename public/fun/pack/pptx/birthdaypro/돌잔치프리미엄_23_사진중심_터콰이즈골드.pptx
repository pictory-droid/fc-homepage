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7050900-FEBB-4ABD-89D9-9D353B25A36D}">
          <p14:sldIdLst>
            <p14:sldId id="256"/>
          </p14:sldIdLst>
        </p14:section>
        <p14:section name="본문" id="{D60A83F8-E387-4DFA-84C9-CC48D7358B65}">
          <p14:sldIdLst>
            <p14:sldId id="257"/>
            <p14:sldId id="258"/>
            <p14:sldId id="259"/>
            <p14:sldId id="260"/>
          </p14:sldIdLst>
        </p14:section>
        <p14:section name="마무리" id="{F8F20473-61AB-49B3-A661-941841DE4EAA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CC273C9-F614-47FE-9AED-73ADD115D839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EC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tx2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01E7B5F-76DE-4E9D-BA96-ABFBDAD7007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C975690-241D-4284-B99D-26F8E720F7D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여름 바닷가에서 찍은 첫 사진도 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FD18-4501-470F-ABD9-56BBA177F74B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9653-8842-4B76-AFD8-6A24C515E8D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FF907-D366-4CBA-9655-CE680CF070E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4C36D-FD07-4861-BA44-6D8B336239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374847"/>
      </a:dk1>
      <a:lt1>
        <a:srgbClr val="FCFDFC"/>
      </a:lt1>
      <a:dk2>
        <a:srgbClr val="16413F"/>
      </a:dk2>
      <a:lt2>
        <a:srgbClr val="F5F8F4"/>
      </a:lt2>
      <a:accent1>
        <a:srgbClr val="1D7F7A"/>
      </a:accent1>
      <a:accent2>
        <a:srgbClr val="C2A25A"/>
      </a:accent2>
      <a:accent3>
        <a:srgbClr val="718B8A"/>
      </a:accent3>
      <a:accent4>
        <a:srgbClr val="CAE0DC"/>
      </a:accent4>
      <a:accent5>
        <a:srgbClr val="C4A45C"/>
      </a:accent5>
      <a:accent6>
        <a:srgbClr val="D9C99F"/>
      </a:accent6>
      <a:hlink>
        <a:srgbClr val="16413F"/>
      </a:hlink>
      <a:folHlink>
        <a:srgbClr val="718B8A"/>
      </a:folHlink>
    </a:clrScheme>
    <a:fontScheme name="돌잔치 슬라이드(사진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