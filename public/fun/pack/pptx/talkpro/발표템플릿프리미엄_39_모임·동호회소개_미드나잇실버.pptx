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D6135EC-472E-428E-BC3C-F9F4021FF7DC}">
          <p14:sldIdLst>
            <p14:sldId id="256"/>
          </p14:sldIdLst>
        </p14:section>
        <p14:section name="본문" id="{FEC21A4E-4EFC-486B-8955-85973E7EC307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1036CD67-06E5-4ADB-A2EF-70E9FD2D3E5A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8B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184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7265822" y="350131"/>
            <a:ext cx="4708245" cy="5958032"/>
            <a:chOff x="7265822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7265822" y="35013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726582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726582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726582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726582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7265822" y="4111515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726582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726582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791733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791733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791733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791733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7917332" y="373537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791733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7917332" y="5239930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856884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8568842" y="1102407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856884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8568842" y="2606961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856884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856884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856884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856884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922035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922035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9220352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922035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922035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922035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922035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987186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9871862" y="1102407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9871862" y="1854684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987186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987186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987186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9871862" y="4863792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987186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10523372" y="726269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1052337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1052337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1052337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1052337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10523372" y="4487653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1052337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1117488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1117488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1117488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11174882" y="260696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11174882" y="3359238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1117488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1117488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1117488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83AA4BD5-5695-480F-AEDA-31D3D71D5968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8B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184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헥스 격자"/>
          <p:cNvGrpSpPr/>
          <p:nvPr/>
        </p:nvGrpSpPr>
        <p:grpSpPr>
          <a:xfrm>
            <a:off x="7265822" y="350131"/>
            <a:ext cx="4708245" cy="5958032"/>
            <a:chOff x="7265822" y="350131"/>
            <a:chExt cx="4708245" cy="5958032"/>
          </a:xfrm>
        </p:grpSpPr>
        <p:sp>
          <p:nvSpPr>
            <p:cNvPr id="3" name="Hexagon 2"/>
            <p:cNvSpPr/>
            <p:nvPr/>
          </p:nvSpPr>
          <p:spPr>
            <a:xfrm>
              <a:off x="7265822" y="350131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Hexagon 3"/>
            <p:cNvSpPr/>
            <p:nvPr/>
          </p:nvSpPr>
          <p:spPr>
            <a:xfrm>
              <a:off x="726582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Hexagon 4"/>
            <p:cNvSpPr/>
            <p:nvPr/>
          </p:nvSpPr>
          <p:spPr>
            <a:xfrm>
              <a:off x="726582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726582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Hexagon 6"/>
            <p:cNvSpPr/>
            <p:nvPr/>
          </p:nvSpPr>
          <p:spPr>
            <a:xfrm>
              <a:off x="726582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Hexagon 7"/>
            <p:cNvSpPr/>
            <p:nvPr/>
          </p:nvSpPr>
          <p:spPr>
            <a:xfrm>
              <a:off x="7265822" y="4111515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Hexagon 8"/>
            <p:cNvSpPr/>
            <p:nvPr/>
          </p:nvSpPr>
          <p:spPr>
            <a:xfrm>
              <a:off x="726582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726582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3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Hexagon 10"/>
            <p:cNvSpPr/>
            <p:nvPr/>
          </p:nvSpPr>
          <p:spPr>
            <a:xfrm>
              <a:off x="791733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Hexagon 11"/>
            <p:cNvSpPr/>
            <p:nvPr/>
          </p:nvSpPr>
          <p:spPr>
            <a:xfrm>
              <a:off x="791733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Hexagon 12"/>
            <p:cNvSpPr/>
            <p:nvPr/>
          </p:nvSpPr>
          <p:spPr>
            <a:xfrm>
              <a:off x="791733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Hexagon 13"/>
            <p:cNvSpPr/>
            <p:nvPr/>
          </p:nvSpPr>
          <p:spPr>
            <a:xfrm>
              <a:off x="791733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Hexagon 14"/>
            <p:cNvSpPr/>
            <p:nvPr/>
          </p:nvSpPr>
          <p:spPr>
            <a:xfrm>
              <a:off x="7917332" y="3735377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Hexagon 15"/>
            <p:cNvSpPr/>
            <p:nvPr/>
          </p:nvSpPr>
          <p:spPr>
            <a:xfrm>
              <a:off x="791733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41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exagon 16"/>
            <p:cNvSpPr/>
            <p:nvPr/>
          </p:nvSpPr>
          <p:spPr>
            <a:xfrm>
              <a:off x="7917332" y="5239930"/>
              <a:ext cx="799185" cy="692094"/>
            </a:xfrm>
            <a:prstGeom prst="hexagon">
              <a:avLst/>
            </a:prstGeom>
            <a:solidFill>
              <a:schemeClr val="accent1">
                <a:alpha val="25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exagon 17"/>
            <p:cNvSpPr/>
            <p:nvPr/>
          </p:nvSpPr>
          <p:spPr>
            <a:xfrm>
              <a:off x="856884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exagon 18"/>
            <p:cNvSpPr/>
            <p:nvPr/>
          </p:nvSpPr>
          <p:spPr>
            <a:xfrm>
              <a:off x="8568842" y="1102407"/>
              <a:ext cx="799185" cy="692094"/>
            </a:xfrm>
            <a:prstGeom prst="hexagon">
              <a:avLst/>
            </a:prstGeom>
            <a:solidFill>
              <a:schemeClr val="accent1">
                <a:alpha val="33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exagon 19"/>
            <p:cNvSpPr/>
            <p:nvPr/>
          </p:nvSpPr>
          <p:spPr>
            <a:xfrm>
              <a:off x="856884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exagon 20"/>
            <p:cNvSpPr/>
            <p:nvPr/>
          </p:nvSpPr>
          <p:spPr>
            <a:xfrm>
              <a:off x="8568842" y="2606961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exagon 21"/>
            <p:cNvSpPr/>
            <p:nvPr/>
          </p:nvSpPr>
          <p:spPr>
            <a:xfrm>
              <a:off x="856884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Hexagon 22"/>
            <p:cNvSpPr/>
            <p:nvPr/>
          </p:nvSpPr>
          <p:spPr>
            <a:xfrm>
              <a:off x="856884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exagon 23"/>
            <p:cNvSpPr/>
            <p:nvPr/>
          </p:nvSpPr>
          <p:spPr>
            <a:xfrm>
              <a:off x="856884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Hexagon 24"/>
            <p:cNvSpPr/>
            <p:nvPr/>
          </p:nvSpPr>
          <p:spPr>
            <a:xfrm>
              <a:off x="856884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53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exagon 25"/>
            <p:cNvSpPr/>
            <p:nvPr/>
          </p:nvSpPr>
          <p:spPr>
            <a:xfrm>
              <a:off x="9220352" y="7262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Hexagon 26"/>
            <p:cNvSpPr/>
            <p:nvPr/>
          </p:nvSpPr>
          <p:spPr>
            <a:xfrm>
              <a:off x="922035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Hexagon 27"/>
            <p:cNvSpPr/>
            <p:nvPr/>
          </p:nvSpPr>
          <p:spPr>
            <a:xfrm>
              <a:off x="9220352" y="2230823"/>
              <a:ext cx="799185" cy="692094"/>
            </a:xfrm>
            <a:prstGeom prst="hexagon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exagon 28"/>
            <p:cNvSpPr/>
            <p:nvPr/>
          </p:nvSpPr>
          <p:spPr>
            <a:xfrm>
              <a:off x="922035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Hexagon 29"/>
            <p:cNvSpPr/>
            <p:nvPr/>
          </p:nvSpPr>
          <p:spPr>
            <a:xfrm>
              <a:off x="922035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exagon 30"/>
            <p:cNvSpPr/>
            <p:nvPr/>
          </p:nvSpPr>
          <p:spPr>
            <a:xfrm>
              <a:off x="9220352" y="448765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exagon 31"/>
            <p:cNvSpPr/>
            <p:nvPr/>
          </p:nvSpPr>
          <p:spPr>
            <a:xfrm>
              <a:off x="922035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6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Hexagon 32"/>
            <p:cNvSpPr/>
            <p:nvPr/>
          </p:nvSpPr>
          <p:spPr>
            <a:xfrm>
              <a:off x="987186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exagon 33"/>
            <p:cNvSpPr/>
            <p:nvPr/>
          </p:nvSpPr>
          <p:spPr>
            <a:xfrm>
              <a:off x="9871862" y="1102407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Hexagon 34"/>
            <p:cNvSpPr/>
            <p:nvPr/>
          </p:nvSpPr>
          <p:spPr>
            <a:xfrm>
              <a:off x="9871862" y="1854684"/>
              <a:ext cx="799185" cy="692094"/>
            </a:xfrm>
            <a:prstGeom prst="hexagon">
              <a:avLst/>
            </a:prstGeom>
            <a:solidFill>
              <a:schemeClr val="accent1">
                <a:alpha val="56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Hexagon 35"/>
            <p:cNvSpPr/>
            <p:nvPr/>
          </p:nvSpPr>
          <p:spPr>
            <a:xfrm>
              <a:off x="9871862" y="260696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exagon 36"/>
            <p:cNvSpPr/>
            <p:nvPr/>
          </p:nvSpPr>
          <p:spPr>
            <a:xfrm>
              <a:off x="9871862" y="3359238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Hexagon 37"/>
            <p:cNvSpPr/>
            <p:nvPr/>
          </p:nvSpPr>
          <p:spPr>
            <a:xfrm>
              <a:off x="987186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exagon 38"/>
            <p:cNvSpPr/>
            <p:nvPr/>
          </p:nvSpPr>
          <p:spPr>
            <a:xfrm>
              <a:off x="9871862" y="4863792"/>
              <a:ext cx="799185" cy="692094"/>
            </a:xfrm>
            <a:prstGeom prst="hexagon">
              <a:avLst/>
            </a:prstGeom>
            <a:solidFill>
              <a:schemeClr val="accent2">
                <a:alpha val="26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Hexagon 39"/>
            <p:cNvSpPr/>
            <p:nvPr/>
          </p:nvSpPr>
          <p:spPr>
            <a:xfrm>
              <a:off x="987186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76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exagon 40"/>
            <p:cNvSpPr/>
            <p:nvPr/>
          </p:nvSpPr>
          <p:spPr>
            <a:xfrm>
              <a:off x="10523372" y="726269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Hexagon 41"/>
            <p:cNvSpPr/>
            <p:nvPr/>
          </p:nvSpPr>
          <p:spPr>
            <a:xfrm>
              <a:off x="10523372" y="1478546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exagon 42"/>
            <p:cNvSpPr/>
            <p:nvPr/>
          </p:nvSpPr>
          <p:spPr>
            <a:xfrm>
              <a:off x="10523372" y="2230823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Hexagon 43"/>
            <p:cNvSpPr/>
            <p:nvPr/>
          </p:nvSpPr>
          <p:spPr>
            <a:xfrm>
              <a:off x="10523372" y="298310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exagon 44"/>
            <p:cNvSpPr/>
            <p:nvPr/>
          </p:nvSpPr>
          <p:spPr>
            <a:xfrm>
              <a:off x="10523372" y="373537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Hexagon 45"/>
            <p:cNvSpPr/>
            <p:nvPr/>
          </p:nvSpPr>
          <p:spPr>
            <a:xfrm>
              <a:off x="10523372" y="4487653"/>
              <a:ext cx="799185" cy="692094"/>
            </a:xfrm>
            <a:prstGeom prst="hexagon">
              <a:avLst/>
            </a:prstGeom>
            <a:solidFill>
              <a:schemeClr val="accent2">
                <a:alpha val="38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exagon 46"/>
            <p:cNvSpPr/>
            <p:nvPr/>
          </p:nvSpPr>
          <p:spPr>
            <a:xfrm>
              <a:off x="10523372" y="5239930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88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Hexagon 47"/>
            <p:cNvSpPr/>
            <p:nvPr/>
          </p:nvSpPr>
          <p:spPr>
            <a:xfrm>
              <a:off x="11174882" y="350131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exagon 48"/>
            <p:cNvSpPr/>
            <p:nvPr/>
          </p:nvSpPr>
          <p:spPr>
            <a:xfrm>
              <a:off x="11174882" y="1102407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Hexagon 49"/>
            <p:cNvSpPr/>
            <p:nvPr/>
          </p:nvSpPr>
          <p:spPr>
            <a:xfrm>
              <a:off x="11174882" y="1854684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Hexagon 50"/>
            <p:cNvSpPr/>
            <p:nvPr/>
          </p:nvSpPr>
          <p:spPr>
            <a:xfrm>
              <a:off x="11174882" y="2606961"/>
              <a:ext cx="799185" cy="692094"/>
            </a:xfrm>
            <a:prstGeom prst="hexagon">
              <a:avLst/>
            </a:prstGeom>
            <a:solidFill>
              <a:schemeClr val="accent1">
                <a:alpha val="8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exagon 51"/>
            <p:cNvSpPr/>
            <p:nvPr/>
          </p:nvSpPr>
          <p:spPr>
            <a:xfrm>
              <a:off x="11174882" y="3359238"/>
              <a:ext cx="799185" cy="692094"/>
            </a:xfrm>
            <a:prstGeom prst="hexagon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exagon 52"/>
            <p:cNvSpPr/>
            <p:nvPr/>
          </p:nvSpPr>
          <p:spPr>
            <a:xfrm>
              <a:off x="11174882" y="4111515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exagon 53"/>
            <p:cNvSpPr/>
            <p:nvPr/>
          </p:nvSpPr>
          <p:spPr>
            <a:xfrm>
              <a:off x="11174882" y="4863792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exagon 54"/>
            <p:cNvSpPr/>
            <p:nvPr/>
          </p:nvSpPr>
          <p:spPr>
            <a:xfrm>
              <a:off x="11174882" y="5616069"/>
              <a:ext cx="799185" cy="692094"/>
            </a:xfrm>
            <a:prstGeom prst="hexagon">
              <a:avLst/>
            </a:prstGeom>
            <a:noFill/>
            <a:ln w="9525">
              <a:solidFill>
                <a:schemeClr val="accent5">
                  <a:alpha val="100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DBDA56BC-F86C-41ED-8CA5-8B0E8BAD9095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C1562AEC-BDC2-4570-B24A-D014D2BD02D9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MIDNIGHT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새로 오신 분들께 인사드립니다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모임·동호회 소개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MIDNIGHT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4D90D4-9D80-483C-AC2D-9BEEC7B7662E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1417319" y="1828800"/>
            <a:ext cx="10134295" cy="914400"/>
            <a:chOff x="1417319" y="1828800"/>
            <a:chExt cx="10134295" cy="914400"/>
          </a:xfrm>
        </p:grpSpPr>
        <p:sp>
          <p:nvSpPr>
            <p:cNvPr id="7" name="줄 바탕">
              <a:hlinkClick action="ppaction://hlinksldjump" r:id="rId3"/>
            </p:cNvPr>
            <p:cNvSpPr/>
            <p:nvPr/>
          </p:nvSpPr>
          <p:spPr>
            <a:xfrm>
              <a:off x="1417319" y="182880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안쪽 선"/>
            <p:cNvSpPr/>
            <p:nvPr/>
          </p:nvSpPr>
          <p:spPr>
            <a:xfrm>
              <a:off x="1499616" y="1911095"/>
              <a:ext cx="996970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 txBox="1"/>
            <p:nvPr/>
          </p:nvSpPr>
          <p:spPr>
            <a:xfrm>
              <a:off x="1645919" y="201168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10" name="줄 제목"/>
            <p:cNvSpPr txBox="1"/>
            <p:nvPr/>
          </p:nvSpPr>
          <p:spPr>
            <a:xfrm>
              <a:off x="24231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우리 모임 소개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52578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5440680" y="187451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1417319" y="2880360"/>
            <a:ext cx="10134295" cy="914400"/>
            <a:chOff x="1417319" y="2880360"/>
            <a:chExt cx="10134295" cy="914400"/>
          </a:xfrm>
        </p:grpSpPr>
        <p:sp>
          <p:nvSpPr>
            <p:cNvPr id="14" name="줄 바탕">
              <a:hlinkClick action="ppaction://hlinksldjump" r:id="rId4"/>
            </p:cNvPr>
            <p:cNvSpPr/>
            <p:nvPr/>
          </p:nvSpPr>
          <p:spPr>
            <a:xfrm>
              <a:off x="1417319" y="288036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1499616" y="2962656"/>
              <a:ext cx="996970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1645919" y="306324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7" name="줄 제목"/>
            <p:cNvSpPr txBox="1"/>
            <p:nvPr/>
          </p:nvSpPr>
          <p:spPr>
            <a:xfrm>
              <a:off x="24231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이야기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52578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줄 내용"/>
            <p:cNvSpPr txBox="1"/>
            <p:nvPr/>
          </p:nvSpPr>
          <p:spPr>
            <a:xfrm>
              <a:off x="5440680" y="292607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0" name="줄 3"/>
          <p:cNvGrpSpPr/>
          <p:nvPr/>
        </p:nvGrpSpPr>
        <p:grpSpPr>
          <a:xfrm>
            <a:off x="1417319" y="3931920"/>
            <a:ext cx="10134295" cy="914400"/>
            <a:chOff x="1417319" y="3931920"/>
            <a:chExt cx="10134295" cy="914400"/>
          </a:xfrm>
        </p:grpSpPr>
        <p:sp>
          <p:nvSpPr>
            <p:cNvPr id="21" name="줄 바탕">
              <a:hlinkClick action="ppaction://hlinksldjump" r:id="rId5"/>
            </p:cNvPr>
            <p:cNvSpPr/>
            <p:nvPr/>
          </p:nvSpPr>
          <p:spPr>
            <a:xfrm>
              <a:off x="1417319" y="3931920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안쪽 선"/>
            <p:cNvSpPr/>
            <p:nvPr/>
          </p:nvSpPr>
          <p:spPr>
            <a:xfrm>
              <a:off x="1499616" y="4014215"/>
              <a:ext cx="996970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 txBox="1"/>
            <p:nvPr/>
          </p:nvSpPr>
          <p:spPr>
            <a:xfrm>
              <a:off x="1645919" y="41148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4" name="줄 제목"/>
            <p:cNvSpPr txBox="1"/>
            <p:nvPr/>
          </p:nvSpPr>
          <p:spPr>
            <a:xfrm>
              <a:off x="24231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함께하는 사람들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52578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줄 내용"/>
            <p:cNvSpPr txBox="1"/>
            <p:nvPr/>
          </p:nvSpPr>
          <p:spPr>
            <a:xfrm>
              <a:off x="5440680" y="397763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7" name="줄 4"/>
          <p:cNvGrpSpPr/>
          <p:nvPr/>
        </p:nvGrpSpPr>
        <p:grpSpPr>
          <a:xfrm>
            <a:off x="1417319" y="4983479"/>
            <a:ext cx="10134295" cy="914400"/>
            <a:chOff x="1417319" y="4983479"/>
            <a:chExt cx="10134295" cy="914400"/>
          </a:xfrm>
        </p:grpSpPr>
        <p:sp>
          <p:nvSpPr>
            <p:cNvPr id="28" name="줄 바탕">
              <a:hlinkClick action="ppaction://hlinksldjump" r:id="rId6"/>
            </p:cNvPr>
            <p:cNvSpPr/>
            <p:nvPr/>
          </p:nvSpPr>
          <p:spPr>
            <a:xfrm>
              <a:off x="1417319" y="4983479"/>
              <a:ext cx="1013429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안쪽 선"/>
            <p:cNvSpPr/>
            <p:nvPr/>
          </p:nvSpPr>
          <p:spPr>
            <a:xfrm>
              <a:off x="1499616" y="5065775"/>
              <a:ext cx="9969703" cy="74980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번호 4"/>
            <p:cNvSpPr txBox="1"/>
            <p:nvPr/>
          </p:nvSpPr>
          <p:spPr>
            <a:xfrm>
              <a:off x="1645919" y="5166359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04</a:t>
              </a:r>
            </a:p>
          </p:txBody>
        </p:sp>
        <p:sp>
          <p:nvSpPr>
            <p:cNvPr id="31" name="줄 제목"/>
            <p:cNvSpPr txBox="1"/>
            <p:nvPr/>
          </p:nvSpPr>
          <p:spPr>
            <a:xfrm>
              <a:off x="24231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방법</a:t>
              </a:r>
            </a:p>
          </p:txBody>
        </p:sp>
        <p:cxnSp>
          <p:nvCxnSpPr>
            <p:cNvPr id="32" name="구분선"/>
            <p:cNvCxnSpPr/>
            <p:nvPr/>
          </p:nvCxnSpPr>
          <p:spPr>
            <a:xfrm>
              <a:off x="52578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3" name="줄 내용"/>
            <p:cNvSpPr txBox="1"/>
            <p:nvPr/>
          </p:nvSpPr>
          <p:spPr>
            <a:xfrm>
              <a:off x="5440680" y="502919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MIDNIGHT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224B82-D489-4E08-AE3D-56845C7FBAE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MIDNIGHT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90BBD-1304-4C48-993E-F3BE099323FB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474720"/>
            <a:chOff x="1417319" y="1828800"/>
            <a:chExt cx="3195218" cy="347472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안쪽 선"/>
            <p:cNvSpPr/>
            <p:nvPr/>
          </p:nvSpPr>
          <p:spPr>
            <a:xfrm>
              <a:off x="1499616" y="1911095"/>
              <a:ext cx="303062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 txBox="1"/>
            <p:nvPr/>
          </p:nvSpPr>
          <p:spPr>
            <a:xfrm>
              <a:off x="1600199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10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모임의 취지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1600199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886858" y="1828800"/>
            <a:ext cx="3195218" cy="3474720"/>
            <a:chOff x="4886858" y="1828800"/>
            <a:chExt cx="3195218" cy="3474720"/>
          </a:xfrm>
        </p:grpSpPr>
        <p:sp>
          <p:nvSpPr>
            <p:cNvPr id="14" name="카드 바탕"/>
            <p:cNvSpPr/>
            <p:nvPr/>
          </p:nvSpPr>
          <p:spPr>
            <a:xfrm>
              <a:off x="4886858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4969154" y="1911095"/>
              <a:ext cx="303062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506973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7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내용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카드 내용"/>
            <p:cNvSpPr txBox="1"/>
            <p:nvPr/>
          </p:nvSpPr>
          <p:spPr>
            <a:xfrm>
              <a:off x="5069738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0" name="카드 3"/>
          <p:cNvGrpSpPr/>
          <p:nvPr/>
        </p:nvGrpSpPr>
        <p:grpSpPr>
          <a:xfrm>
            <a:off x="8356396" y="1828800"/>
            <a:ext cx="3195218" cy="3474720"/>
            <a:chOff x="8356396" y="1828800"/>
            <a:chExt cx="3195218" cy="3474720"/>
          </a:xfrm>
        </p:grpSpPr>
        <p:sp>
          <p:nvSpPr>
            <p:cNvPr id="21" name="카드 바탕"/>
            <p:cNvSpPr/>
            <p:nvPr/>
          </p:nvSpPr>
          <p:spPr>
            <a:xfrm>
              <a:off x="8356396" y="1828800"/>
              <a:ext cx="319521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안쪽 선"/>
            <p:cNvSpPr/>
            <p:nvPr/>
          </p:nvSpPr>
          <p:spPr>
            <a:xfrm>
              <a:off x="8438692" y="1911095"/>
              <a:ext cx="3030626" cy="3310127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 txBox="1"/>
            <p:nvPr/>
          </p:nvSpPr>
          <p:spPr>
            <a:xfrm>
              <a:off x="853927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4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혜택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카드 내용"/>
            <p:cNvSpPr txBox="1"/>
            <p:nvPr/>
          </p:nvSpPr>
          <p:spPr>
            <a:xfrm>
              <a:off x="8539276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MIDNIGHT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6F748F-5D9F-4309-AD8F-04FCA7BB4F20}" type="slidenum">
              <a:rPr lang="en-US"/>
              <a:t>‹#›</a:t>
            </a:fld>
            <a:endParaRPr lang="en-US"/>
          </a:p>
        </p:txBody>
      </p:sp>
      <p:grpSp>
        <p:nvGrpSpPr>
          <p:cNvPr id="6" name="왼쪽 칸"/>
          <p:cNvGrpSpPr/>
          <p:nvPr/>
        </p:nvGrpSpPr>
        <p:grpSpPr>
          <a:xfrm>
            <a:off x="1417319" y="1828800"/>
            <a:ext cx="4884267" cy="3566160"/>
            <a:chOff x="1417319" y="1828800"/>
            <a:chExt cx="4884267" cy="3566160"/>
          </a:xfrm>
        </p:grpSpPr>
        <p:sp>
          <p:nvSpPr>
            <p:cNvPr id="7" name="칸 바탕"/>
            <p:cNvSpPr/>
            <p:nvPr/>
          </p:nvSpPr>
          <p:spPr>
            <a:xfrm>
              <a:off x="1417319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안쪽 선"/>
            <p:cNvSpPr/>
            <p:nvPr/>
          </p:nvSpPr>
          <p:spPr>
            <a:xfrm>
              <a:off x="1499616" y="1911095"/>
              <a:ext cx="471967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칸 제목 띠"/>
            <p:cNvSpPr/>
            <p:nvPr/>
          </p:nvSpPr>
          <p:spPr>
            <a:xfrm>
              <a:off x="1600199" y="2011680"/>
              <a:ext cx="451850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처음</a:t>
              </a:r>
            </a:p>
          </p:txBody>
        </p:sp>
        <p:sp>
          <p:nvSpPr>
            <p:cNvPr id="10" name="칸 내용"/>
            <p:cNvSpPr txBox="1"/>
            <p:nvPr/>
          </p:nvSpPr>
          <p:spPr>
            <a:xfrm>
              <a:off x="1691639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오른쪽 칸"/>
          <p:cNvGrpSpPr/>
          <p:nvPr/>
        </p:nvGrpSpPr>
        <p:grpSpPr>
          <a:xfrm>
            <a:off x="6667347" y="1828800"/>
            <a:ext cx="4884267" cy="3566160"/>
            <a:chOff x="6667347" y="1828800"/>
            <a:chExt cx="4884267" cy="3566160"/>
          </a:xfrm>
        </p:grpSpPr>
        <p:sp>
          <p:nvSpPr>
            <p:cNvPr id="12" name="칸 바탕"/>
            <p:cNvSpPr/>
            <p:nvPr/>
          </p:nvSpPr>
          <p:spPr>
            <a:xfrm>
              <a:off x="6667347" y="1828800"/>
              <a:ext cx="488426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안쪽 선"/>
            <p:cNvSpPr/>
            <p:nvPr/>
          </p:nvSpPr>
          <p:spPr>
            <a:xfrm>
              <a:off x="6749643" y="1911095"/>
              <a:ext cx="4719675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칸 제목 띠"/>
            <p:cNvSpPr/>
            <p:nvPr/>
          </p:nvSpPr>
          <p:spPr>
            <a:xfrm>
              <a:off x="6850227" y="2011680"/>
              <a:ext cx="451850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5" name="칸 내용"/>
            <p:cNvSpPr txBox="1"/>
            <p:nvPr/>
          </p:nvSpPr>
          <p:spPr>
            <a:xfrm>
              <a:off x="6941667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MIDNIGHT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61C85-6BD9-44BD-A92F-97E6915CA9D3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차트"/>
          <p:cNvGraphicFramePr>
            <a:graphicFrameLocks noGrp="1"/>
          </p:cNvGraphicFramePr>
          <p:nvPr/>
        </p:nvGraphicFramePr>
        <p:xfrm>
          <a:off x="1417319" y="1828800"/>
          <a:ext cx="702533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차트 안내"/>
          <p:cNvSpPr txBox="1"/>
          <p:nvPr/>
        </p:nvSpPr>
        <p:spPr>
          <a:xfrm>
            <a:off x="871697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MIDNIGHT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5E79EA-2ADD-4AB7-AC7D-014D9EBEC0A2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533573"/>
                <a:gridCol w="2533573"/>
                <a:gridCol w="2533573"/>
                <a:gridCol w="253357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날짜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활동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장소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참석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MIDNIGHT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B46E55-36DE-436E-9DD1-F88C42796C0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MIDNIGHT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모임·동호회 소개 발표 템플릿">
  <a:themeElements>
    <a:clrScheme name="모임·동호회 소개 발표 템플릿">
      <a:dk1>
        <a:srgbClr val="F7F9FC"/>
      </a:dk1>
      <a:lt1>
        <a:srgbClr val="111833"/>
      </a:lt1>
      <a:dk2>
        <a:srgbClr val="E3E9F6"/>
      </a:dk2>
      <a:lt2>
        <a:srgbClr val="0B1022"/>
      </a:lt2>
      <a:accent1>
        <a:srgbClr val="A9B8D9"/>
      </a:accent1>
      <a:accent2>
        <a:srgbClr val="6C7BFF"/>
      </a:accent2>
      <a:accent3>
        <a:srgbClr val="070A15"/>
      </a:accent3>
      <a:accent4>
        <a:srgbClr val="172249"/>
      </a:accent4>
      <a:accent5>
        <a:srgbClr val="C4CEE6"/>
      </a:accent5>
      <a:accent6>
        <a:srgbClr val="4F5BBD"/>
      </a:accent6>
      <a:hlink>
        <a:srgbClr val="E3E9F6"/>
      </a:hlink>
      <a:folHlink>
        <a:srgbClr val="070A15"/>
      </a:folHlink>
    </a:clrScheme>
    <a:fontScheme name="모임·동호회 소개 발표 템플릿">
      <a:majorFont>
        <a:latin typeface="Segoe UI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>모임·동호회 소개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