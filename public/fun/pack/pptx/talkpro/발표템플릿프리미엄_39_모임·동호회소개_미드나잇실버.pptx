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334048A-9775-4A10-8B65-6034C6900418}">
          <p14:sldIdLst>
            <p14:sldId id="256"/>
          </p14:sldIdLst>
        </p14:section>
        <p14:section name="본문" id="{A69051FB-8EEF-4046-A4DB-89B6A4CD071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461FDF4F-7A69-483B-870B-F863343644D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807EE13B-EACA-44E9-A1FD-DB10BCDBB4D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BB8A7B53-2217-4B31-9C46-AD9E3B1CABC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AD72D7E2-2D91-4484-AC10-5C3387DC4A3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올해 새로 오신 분들께 인사드립니다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1ECB4-5991-4C5F-9130-B9A6CF422522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1417319" y="1828800"/>
            <a:ext cx="10134295" cy="914400"/>
            <a:chOff x="1417319" y="1828800"/>
            <a:chExt cx="1013429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1417319" y="182880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1499616" y="1911095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45919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24231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52578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5440680" y="187451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1417319" y="2880360"/>
            <a:ext cx="10134295" cy="914400"/>
            <a:chOff x="1417319" y="2880360"/>
            <a:chExt cx="1013429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1417319" y="288036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1499616" y="2962656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1645919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7" name="줄 제목"/>
            <p:cNvSpPr txBox="1"/>
            <p:nvPr/>
          </p:nvSpPr>
          <p:spPr>
            <a:xfrm>
              <a:off x="24231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2578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줄 내용"/>
            <p:cNvSpPr txBox="1"/>
            <p:nvPr/>
          </p:nvSpPr>
          <p:spPr>
            <a:xfrm>
              <a:off x="5440680" y="292607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3"/>
          <p:cNvGrpSpPr/>
          <p:nvPr/>
        </p:nvGrpSpPr>
        <p:grpSpPr>
          <a:xfrm>
            <a:off x="1417319" y="3931920"/>
            <a:ext cx="10134295" cy="914400"/>
            <a:chOff x="1417319" y="3931920"/>
            <a:chExt cx="10134295" cy="914400"/>
          </a:xfrm>
        </p:grpSpPr>
        <p:sp>
          <p:nvSpPr>
            <p:cNvPr id="21" name="줄 바탕">
              <a:hlinkClick action="ppaction://hlinksldjump" r:id="rId5"/>
            </p:cNvPr>
            <p:cNvSpPr/>
            <p:nvPr/>
          </p:nvSpPr>
          <p:spPr>
            <a:xfrm>
              <a:off x="1417319" y="393192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안쪽 선"/>
            <p:cNvSpPr/>
            <p:nvPr/>
          </p:nvSpPr>
          <p:spPr>
            <a:xfrm>
              <a:off x="1499616" y="4014215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 txBox="1"/>
            <p:nvPr/>
          </p:nvSpPr>
          <p:spPr>
            <a:xfrm>
              <a:off x="1645919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24231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52578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줄 내용"/>
            <p:cNvSpPr txBox="1"/>
            <p:nvPr/>
          </p:nvSpPr>
          <p:spPr>
            <a:xfrm>
              <a:off x="5440680" y="397763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7" name="줄 4"/>
          <p:cNvGrpSpPr/>
          <p:nvPr/>
        </p:nvGrpSpPr>
        <p:grpSpPr>
          <a:xfrm>
            <a:off x="1417319" y="4983479"/>
            <a:ext cx="10134295" cy="914400"/>
            <a:chOff x="1417319" y="4983479"/>
            <a:chExt cx="10134295" cy="914400"/>
          </a:xfrm>
        </p:grpSpPr>
        <p:sp>
          <p:nvSpPr>
            <p:cNvPr id="28" name="줄 바탕">
              <a:hlinkClick action="ppaction://hlinksldjump" r:id="rId6"/>
            </p:cNvPr>
            <p:cNvSpPr/>
            <p:nvPr/>
          </p:nvSpPr>
          <p:spPr>
            <a:xfrm>
              <a:off x="1417319" y="4983479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안쪽 선"/>
            <p:cNvSpPr/>
            <p:nvPr/>
          </p:nvSpPr>
          <p:spPr>
            <a:xfrm>
              <a:off x="1499616" y="5065775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번호 4"/>
            <p:cNvSpPr txBox="1"/>
            <p:nvPr/>
          </p:nvSpPr>
          <p:spPr>
            <a:xfrm>
              <a:off x="1645919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31" name="줄 제목"/>
            <p:cNvSpPr txBox="1"/>
            <p:nvPr/>
          </p:nvSpPr>
          <p:spPr>
            <a:xfrm>
              <a:off x="24231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32" name="구분선"/>
            <p:cNvCxnSpPr/>
            <p:nvPr/>
          </p:nvCxnSpPr>
          <p:spPr>
            <a:xfrm>
              <a:off x="52578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3" name="줄 내용"/>
            <p:cNvSpPr txBox="1"/>
            <p:nvPr/>
          </p:nvSpPr>
          <p:spPr>
            <a:xfrm>
              <a:off x="5440680" y="502919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A8A-E628-4A02-A567-2CE5B08704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B515-1120-43B1-AA1E-F8C98AC1274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474720"/>
            <a:chOff x="1417319" y="1828800"/>
            <a:chExt cx="3195218" cy="347472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1499616" y="1911095"/>
              <a:ext cx="303062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00199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3474720"/>
            <a:chOff x="4886858" y="1828800"/>
            <a:chExt cx="319521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969154" y="1911095"/>
              <a:ext cx="303062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506973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3474720"/>
            <a:chOff x="8356396" y="1828800"/>
            <a:chExt cx="3195218" cy="347472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안쪽 선"/>
            <p:cNvSpPr/>
            <p:nvPr/>
          </p:nvSpPr>
          <p:spPr>
            <a:xfrm>
              <a:off x="8438692" y="1911095"/>
              <a:ext cx="303062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 txBox="1"/>
            <p:nvPr/>
          </p:nvSpPr>
          <p:spPr>
            <a:xfrm>
              <a:off x="853927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BEBD-EB2D-4079-B982-3D069DB7C8F3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1417319" y="1828800"/>
            <a:ext cx="4884267" cy="3566160"/>
            <a:chOff x="1417319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1417319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1499616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160019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처음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691639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667347" y="1828800"/>
            <a:ext cx="4884267" cy="3566160"/>
            <a:chOff x="666734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666734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안쪽 선"/>
            <p:cNvSpPr/>
            <p:nvPr/>
          </p:nvSpPr>
          <p:spPr>
            <a:xfrm>
              <a:off x="6749643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85022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94166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259C-0E92-4E21-A1D4-3AE6E29AB14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1417319" y="1828800"/>
          <a:ext cx="702533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71697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FF31-235C-497F-A443-2E3496B17C4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0848-7944-4DBB-BC40-5B76A63472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F7F9FC"/>
      </a:dk1>
      <a:lt1>
        <a:srgbClr val="111833"/>
      </a:lt1>
      <a:dk2>
        <a:srgbClr val="E3E9F6"/>
      </a:dk2>
      <a:lt2>
        <a:srgbClr val="0B1022"/>
      </a:lt2>
      <a:accent1>
        <a:srgbClr val="A9B8D9"/>
      </a:accent1>
      <a:accent2>
        <a:srgbClr val="6C7BFF"/>
      </a:accent2>
      <a:accent3>
        <a:srgbClr val="070A15"/>
      </a:accent3>
      <a:accent4>
        <a:srgbClr val="172249"/>
      </a:accent4>
      <a:accent5>
        <a:srgbClr val="C4CEE6"/>
      </a:accent5>
      <a:accent6>
        <a:srgbClr val="4F5BBD"/>
      </a:accent6>
      <a:hlink>
        <a:srgbClr val="E3E9F6"/>
      </a:hlink>
      <a:folHlink>
        <a:srgbClr val="070A15"/>
      </a:folHlink>
    </a:clrScheme>
    <a:fontScheme name="모임·동호회 소개 발표 템플릿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