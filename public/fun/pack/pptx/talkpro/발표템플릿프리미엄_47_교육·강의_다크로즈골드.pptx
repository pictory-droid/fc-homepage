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D97B162-3D63-4196-B35C-1D4CF38D82E4}">
          <p14:sldIdLst>
            <p14:sldId id="256"/>
          </p14:sldIdLst>
        </p14:section>
        <p14:section name="본문" id="{2D670545-E2AC-4373-AE02-8A418684A4BC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EA79CB0D-1E99-4245-AF5E-833955C46DD6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Rectangle 5"/>
            <p:cNvSpPr/>
            <p:nvPr/>
          </p:nvSpPr>
          <p:spPr>
            <a:xfrm rot="2700000">
              <a:off x="7939835" y="3200400"/>
              <a:ext cx="457200" cy="4572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8012987" y="327355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 rot="2700000">
              <a:off x="8086139" y="3346704"/>
              <a:ext cx="164592" cy="16459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599CE1DD-55C5-4626-99B7-9A58FD352A8D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6858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97393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973930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BF5F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973930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DB6B6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97393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B858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8168435" y="0"/>
            <a:ext cx="4023259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25935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" name="Oval 3"/>
          <p:cNvSpPr/>
          <p:nvPr/>
        </p:nvSpPr>
        <p:spPr>
          <a:xfrm>
            <a:off x="7601507" y="2862072"/>
            <a:ext cx="1133856" cy="113385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rgbClr val="000000">
                <a:alpha val="27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7939835" y="3200400"/>
            <a:ext cx="457200" cy="457200"/>
            <a:chOff x="7939835" y="3200400"/>
            <a:chExt cx="457200" cy="457200"/>
          </a:xfrm>
        </p:grpSpPr>
        <p:sp>
          <p:nvSpPr>
            <p:cNvPr id="6" name="Rectangle 5"/>
            <p:cNvSpPr/>
            <p:nvPr/>
          </p:nvSpPr>
          <p:spPr>
            <a:xfrm rot="2700000">
              <a:off x="7939835" y="3200400"/>
              <a:ext cx="457200" cy="45720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 rot="2700000">
              <a:off x="8012987" y="3273552"/>
              <a:ext cx="310896" cy="31089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 rot="2700000">
              <a:off x="8086139" y="3346704"/>
              <a:ext cx="164592" cy="164592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0F9E1AF2-4A30-441E-8B10-ED5E4D2C263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DDE90901-C2A9-4868-8518-7F30303FB96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ROSEGOLD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ROSEGOLD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끝나고 한 줄로 정리해 보는 시간이 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3B6C-ABE7-47DF-B3D3-1A0918970868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10312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1005840" y="244144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960120" y="315467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1005840" y="349300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960120" y="4206240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1005840" y="4544568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번호 4"/>
            <p:cNvSpPr txBox="1"/>
            <p:nvPr/>
          </p:nvSpPr>
          <p:spPr>
            <a:xfrm>
              <a:off x="960120" y="5257799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No.04</a:t>
              </a:r>
            </a:p>
          </p:txBody>
        </p:sp>
        <p:cxnSp>
          <p:nvCxnSpPr>
            <p:cNvPr id="29" name="번호 밑줄"/>
            <p:cNvCxnSpPr/>
            <p:nvPr/>
          </p:nvCxnSpPr>
          <p:spPr>
            <a:xfrm>
              <a:off x="1005840" y="5596127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9654E-A1F9-4A36-9EF6-945099F815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19B35-5DB2-46D8-B4C5-6DE6CDCF7E4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No.01</a:t>
              </a:r>
            </a:p>
          </p:txBody>
        </p:sp>
        <p:cxnSp>
          <p:nvCxnSpPr>
            <p:cNvPr id="8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No.02</a:t>
              </a:r>
            </a:p>
          </p:txBody>
        </p:sp>
        <p:cxnSp>
          <p:nvCxnSpPr>
            <p:cNvPr id="15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accent1"/>
                  </a:solidFill>
                </a:rPr>
                <a:t>No.03</a:t>
              </a:r>
            </a:p>
          </p:txBody>
        </p:sp>
        <p:cxnSp>
          <p:nvCxnSpPr>
            <p:cNvPr id="22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46148-CFF5-438D-8A8B-08F3929A1B75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 w="9525">
              <a:solidFill>
                <a:schemeClr val="accent5">
                  <a:alpha val="80000"/>
                </a:schemeClr>
              </a:solidFill>
            </a:ln>
            <a:effectLst>
              <a:outerShdw blurRad="177800" dist="38100" dir="5400000" algn="t" rotWithShape="0">
                <a:srgbClr val="000000">
                  <a:alpha val="27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EE5F2-F355-49A6-A65C-318E6AD132A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C4DAF-57BE-4CA5-887C-005EA1CBE213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5E191-C12E-4142-99DC-C2F9CDC71B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ROSEGOLD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ROSEGOLD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FBF5F4"/>
      </a:dk1>
      <a:lt1>
        <a:srgbClr val="291F22"/>
      </a:lt1>
      <a:dk2>
        <a:srgbClr val="F1DDD6"/>
      </a:dk2>
      <a:lt2>
        <a:srgbClr val="1C1517"/>
      </a:lt2>
      <a:accent1>
        <a:srgbClr val="D49A8A"/>
      </a:accent1>
      <a:accent2>
        <a:srgbClr val="9E7B84"/>
      </a:accent2>
      <a:accent3>
        <a:srgbClr val="110D0E"/>
      </a:accent3>
      <a:accent4>
        <a:srgbClr val="392B2F"/>
      </a:accent4>
      <a:accent5>
        <a:srgbClr val="E0AB9B"/>
      </a:accent5>
      <a:accent6>
        <a:srgbClr val="775C63"/>
      </a:accent6>
      <a:hlink>
        <a:srgbClr val="F1DDD6"/>
      </a:hlink>
      <a:folHlink>
        <a:srgbClr val="110D0E"/>
      </a:folHlink>
    </a:clrScheme>
    <a:fontScheme name="교육·강의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