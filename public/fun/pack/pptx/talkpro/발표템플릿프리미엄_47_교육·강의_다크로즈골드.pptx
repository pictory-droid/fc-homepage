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04B158EE-CA5B-4416-B375-72C21C87B005}">
          <p14:sldIdLst>
            <p14:sldId id="256"/>
          </p14:sldIdLst>
        </p14:section>
        <p14:section name="본문" id="{E3E51A4D-C976-4418-B98C-B3840C037ED5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A3E5CE8E-3846-45EF-A48C-32F81136291A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976858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DB6B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58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8168435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1825935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7601507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7939835" y="3200400"/>
            <a:ext cx="457200" cy="457200"/>
            <a:chOff x="7939835" y="3200400"/>
            <a:chExt cx="457200" cy="457200"/>
          </a:xfrm>
        </p:grpSpPr>
        <p:sp>
          <p:nvSpPr>
            <p:cNvPr id="6" name="Rectangle 5"/>
            <p:cNvSpPr/>
            <p:nvPr/>
          </p:nvSpPr>
          <p:spPr>
            <a:xfrm rot="2700000">
              <a:off x="7939835" y="3200400"/>
              <a:ext cx="457200" cy="457200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 rot="2700000">
              <a:off x="8012987" y="3273552"/>
              <a:ext cx="310896" cy="310896"/>
            </a:xfrm>
            <a:prstGeom prst="rect">
              <a:avLst/>
            </a:prstGeom>
            <a:noFill/>
            <a:ln w="127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 rot="2700000">
              <a:off x="8086139" y="3346704"/>
              <a:ext cx="164592" cy="16459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487999B6-1A10-4F1C-9B1F-209E9B5A3C5A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976858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DB6B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58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8168435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1825935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7601507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7939835" y="3200400"/>
            <a:ext cx="457200" cy="457200"/>
            <a:chOff x="7939835" y="3200400"/>
            <a:chExt cx="457200" cy="457200"/>
          </a:xfrm>
        </p:grpSpPr>
        <p:sp>
          <p:nvSpPr>
            <p:cNvPr id="6" name="Rectangle 5"/>
            <p:cNvSpPr/>
            <p:nvPr/>
          </p:nvSpPr>
          <p:spPr>
            <a:xfrm rot="2700000">
              <a:off x="7939835" y="3200400"/>
              <a:ext cx="457200" cy="457200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 rot="2700000">
              <a:off x="8012987" y="3273552"/>
              <a:ext cx="310896" cy="310896"/>
            </a:xfrm>
            <a:prstGeom prst="rect">
              <a:avLst/>
            </a:prstGeom>
            <a:noFill/>
            <a:ln w="127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 rot="2700000">
              <a:off x="8086139" y="3346704"/>
              <a:ext cx="164592" cy="16459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B807FCC6-F7D0-4139-82C8-1E133E9219B7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7F0EB906-F78A-4B0C-BE63-44C84F13D768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ROSEGOLD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ROSEGOLD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끝나고 한 줄로 정리해 보는 시간이 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교육·강의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BB3916-C2C6-4F78-B27C-D761BDF17385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10312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1005840" y="244144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오늘의 목표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960120" y="315467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1005840" y="349300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6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핵심 개념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0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960120" y="42062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1005840" y="45445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3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실습과 예시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6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7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번호 4"/>
            <p:cNvSpPr txBox="1"/>
            <p:nvPr/>
          </p:nvSpPr>
          <p:spPr>
            <a:xfrm>
              <a:off x="960120" y="525779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No.04</a:t>
              </a:r>
            </a:p>
          </p:txBody>
        </p:sp>
        <p:cxnSp>
          <p:nvCxnSpPr>
            <p:cNvPr id="29" name="번호 밑줄"/>
            <p:cNvCxnSpPr/>
            <p:nvPr/>
          </p:nvCxnSpPr>
          <p:spPr>
            <a:xfrm>
              <a:off x="1005840" y="5596127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30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정리와 질문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A6D05-9811-423E-8481-8067E0DA004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9EF37-1683-40CC-B4C7-5C65C29D03D7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알아야 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 볼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기억할 것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7DFC3A-5A53-4111-BDFD-50387C0ED188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알기 전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알고 난 후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90CA2-DE43-4DA8-9AE7-26820A8627FA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384BD0-2B60-4444-8786-D25F85230D6E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차시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주제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준비물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74F61-B26A-4E0B-8AE3-A24775374DE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ROSEGOLD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ROSEGOLD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교육·강의 발표 템플릿">
  <a:themeElements>
    <a:clrScheme name="교육·강의 발표 템플릿">
      <a:dk1>
        <a:srgbClr val="FBF5F4"/>
      </a:dk1>
      <a:lt1>
        <a:srgbClr val="291F22"/>
      </a:lt1>
      <a:dk2>
        <a:srgbClr val="F1DDD6"/>
      </a:dk2>
      <a:lt2>
        <a:srgbClr val="1C1517"/>
      </a:lt2>
      <a:accent1>
        <a:srgbClr val="D49A8A"/>
      </a:accent1>
      <a:accent2>
        <a:srgbClr val="9E7B84"/>
      </a:accent2>
      <a:accent3>
        <a:srgbClr val="110D0E"/>
      </a:accent3>
      <a:accent4>
        <a:srgbClr val="392B2F"/>
      </a:accent4>
      <a:accent5>
        <a:srgbClr val="E0AB9B"/>
      </a:accent5>
      <a:accent6>
        <a:srgbClr val="775C63"/>
      </a:accent6>
      <a:hlink>
        <a:srgbClr val="F1DDD6"/>
      </a:hlink>
      <a:folHlink>
        <a:srgbClr val="110D0E"/>
      </a:folHlink>
    </a:clrScheme>
    <a:fontScheme name="교육·강의 발표 템플릿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>교육·강의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