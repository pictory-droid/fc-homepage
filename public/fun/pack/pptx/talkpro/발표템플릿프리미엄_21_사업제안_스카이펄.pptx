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53E3955-8D58-4A99-AC42-A2F9FB2E75DC}">
          <p14:sldIdLst>
            <p14:sldId id="256"/>
          </p14:sldIdLst>
        </p14:section>
        <p14:section name="본문" id="{B6CC3E23-3B0A-4201-8B27-F2FCB39CDF50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59088B54-1613-4016-A1C5-9C19BE373697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E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9C0C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tx2"/>
                </a:solidFill>
              </a:defRPr>
            </a:lvl1pPr>
          </a:lstStyle>
          <a:p>
            <a:fld id="{9EA12CA6-9696-43E7-8A3B-F6165942DD3B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tx2"/>
                </a:solidFill>
              </a:defRPr>
            </a:lvl1pPr>
          </a:lstStyle>
          <a:p>
            <a:fld id="{F2A7E736-CBEA-4CDA-9CEA-498AB42B0298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tx2"/>
                </a:solidFill>
              </a:defRPr>
            </a:lvl1pPr>
          </a:lstStyle>
          <a:p>
            <a:fld id="{82DA232B-6410-4A49-BB0A-6BA64B199E66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SKY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일정 전에 결정이 필요한 안건입니다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 제안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EAE5C-CD9D-44A4-9A2D-3E2971A880ED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05740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문제와 기회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10896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해결 방법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1605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기대 효과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1005840" y="5212079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 계획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F1B184-B7FB-45A8-9E6F-8DB6962EC2D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EF9222-2BDF-4FF8-9CEC-BEFEBBA3465E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현황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제안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효과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BCD91-A66A-4AF2-A129-BD1E8609A3BF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현재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제안 후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1AA9-DCE0-43FB-BA43-CB7898035415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14C582-D314-4253-B35B-F512C17C579A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단계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기간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622A6-ADC8-4DAB-AB8C-7F3F8FF9882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SKY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사업 제안 발표 템플릿">
  <a:themeElements>
    <a:clrScheme name="사업 제안 발표 템플릿">
      <a:dk1>
        <a:srgbClr val="373F48"/>
      </a:dk1>
      <a:lt1>
        <a:srgbClr val="FCFDFE"/>
      </a:lt1>
      <a:dk2>
        <a:srgbClr val="27405F"/>
      </a:dk2>
      <a:lt2>
        <a:srgbClr val="F4F8FC"/>
      </a:lt2>
      <a:accent1>
        <a:srgbClr val="7FA6D2"/>
      </a:accent1>
      <a:accent2>
        <a:srgbClr val="E3B8C5"/>
      </a:accent2>
      <a:accent3>
        <a:srgbClr val="59697C"/>
      </a:accent3>
      <a:accent4>
        <a:srgbClr val="DDE8F4"/>
      </a:accent4>
      <a:accent5>
        <a:srgbClr val="BCC8D6"/>
      </a:accent5>
      <a:accent6>
        <a:srgbClr val="EBD5DE"/>
      </a:accent6>
      <a:hlink>
        <a:srgbClr val="27405F"/>
      </a:hlink>
      <a:folHlink>
        <a:srgbClr val="59697C"/>
      </a:folHlink>
    </a:clrScheme>
    <a:fontScheme name="사업 제안 발표 템플릿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>사업 제안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