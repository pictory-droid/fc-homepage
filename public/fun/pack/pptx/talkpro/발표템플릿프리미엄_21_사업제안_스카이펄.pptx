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CC2A82B-ECC8-4CB9-9F90-97F16D7C3EE5}">
          <p14:sldIdLst>
            <p14:sldId id="256"/>
          </p14:sldIdLst>
        </p14:section>
        <p14:section name="본문" id="{8AB9FE4C-0ECA-410D-A1C1-A29353AFFDA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FD1A3DDA-2B05-4AD3-A4D4-A229B3D168BA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E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9C0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B360E4E7-3EF2-4995-80C5-8DDC8AF8D185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9D1A320B-B6C0-4DBD-B8DA-0BFBFA2ACE9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3720748E-12AC-4F75-9012-37A02287523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휴가철 전에 결정이 필요한 안건입니다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E326-4B82-4D64-ADCA-281559E3721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65A1-A8A3-43DD-997B-D47DD2FD3CD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63EAE-CD17-4099-B227-1BE07A131EF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7A7F5-CC4F-45F4-A2E0-14D139156C7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EE-3500-4D1F-8C79-9F29D14ACB0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B9C1-0319-4603-816A-AE216FE6E59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66DAC-8ACE-448D-B012-90B38FC328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373F48"/>
      </a:dk1>
      <a:lt1>
        <a:srgbClr val="FCFDFE"/>
      </a:lt1>
      <a:dk2>
        <a:srgbClr val="27405F"/>
      </a:dk2>
      <a:lt2>
        <a:srgbClr val="F4F8FC"/>
      </a:lt2>
      <a:accent1>
        <a:srgbClr val="7FA6D2"/>
      </a:accent1>
      <a:accent2>
        <a:srgbClr val="E3B8C5"/>
      </a:accent2>
      <a:accent3>
        <a:srgbClr val="59697C"/>
      </a:accent3>
      <a:accent4>
        <a:srgbClr val="DDE8F4"/>
      </a:accent4>
      <a:accent5>
        <a:srgbClr val="BCC8D6"/>
      </a:accent5>
      <a:accent6>
        <a:srgbClr val="EBD5DE"/>
      </a:accent6>
      <a:hlink>
        <a:srgbClr val="27405F"/>
      </a:hlink>
      <a:folHlink>
        <a:srgbClr val="59697C"/>
      </a:folHlink>
    </a:clrScheme>
    <a:fontScheme name="사업 제안 발표 템플릿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