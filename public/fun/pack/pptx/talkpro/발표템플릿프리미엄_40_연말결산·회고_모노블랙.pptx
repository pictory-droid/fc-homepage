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2941412F-44FA-44E2-9E43-50ADD4D7FDD5}">
          <p14:sldIdLst>
            <p14:sldId id="256"/>
          </p14:sldIdLst>
        </p14:section>
        <p14:section name="본문" id="{8897716A-4A95-432B-A214-AFD0CDB950E1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B1B8ED08-B403-4E80-A189-23818472F63A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976858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8168435" y="0"/>
            <a:ext cx="4023259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1825935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7601507" y="2862072"/>
            <a:ext cx="1133856" cy="1133856"/>
          </a:xfrm>
          <a:prstGeom prst="ellipse">
            <a:avLst/>
          </a:prstGeom>
          <a:solidFill>
            <a:schemeClr val="bg2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7939835" y="3200400"/>
            <a:ext cx="457200" cy="457200"/>
            <a:chOff x="7939835" y="3200400"/>
            <a:chExt cx="457200" cy="457200"/>
          </a:xfrm>
        </p:grpSpPr>
        <p:sp>
          <p:nvSpPr>
            <p:cNvPr id="6" name="Oval 5"/>
            <p:cNvSpPr/>
            <p:nvPr/>
          </p:nvSpPr>
          <p:spPr>
            <a:xfrm>
              <a:off x="7939835" y="3200400"/>
              <a:ext cx="457200" cy="457200"/>
            </a:xfrm>
            <a:prstGeom prst="ellipse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8104427" y="3364992"/>
              <a:ext cx="128016" cy="128016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32102562-C670-4D44-AC54-4FB4F8FB3FD9}" type="slidenum">
              <a:rPr lang="en-US"/>
              <a:t>‹#›</a:t>
            </a:fld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976858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6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97393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973930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973930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C9C9C9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97393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97979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8168435" y="0"/>
            <a:ext cx="402325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1825935" y="685800"/>
            <a:ext cx="0" cy="548640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4" name="Oval 3"/>
          <p:cNvSpPr/>
          <p:nvPr/>
        </p:nvSpPr>
        <p:spPr>
          <a:xfrm>
            <a:off x="7601507" y="2862072"/>
            <a:ext cx="1133856" cy="1133856"/>
          </a:xfrm>
          <a:prstGeom prst="ellipse">
            <a:avLst/>
          </a:prstGeom>
          <a:solidFill>
            <a:schemeClr val="accent3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5" name="테마 장식"/>
          <p:cNvGrpSpPr/>
          <p:nvPr/>
        </p:nvGrpSpPr>
        <p:grpSpPr>
          <a:xfrm>
            <a:off x="7939835" y="3200400"/>
            <a:ext cx="457200" cy="457200"/>
            <a:chOff x="7939835" y="3200400"/>
            <a:chExt cx="457200" cy="457200"/>
          </a:xfrm>
        </p:grpSpPr>
        <p:sp>
          <p:nvSpPr>
            <p:cNvPr id="6" name="Oval 5"/>
            <p:cNvSpPr/>
            <p:nvPr/>
          </p:nvSpPr>
          <p:spPr>
            <a:xfrm>
              <a:off x="7939835" y="3200400"/>
              <a:ext cx="457200" cy="457200"/>
            </a:xfrm>
            <a:prstGeom prst="ellipse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8104427" y="3364992"/>
              <a:ext cx="128016" cy="128016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6461AE48-09FA-48E7-AB02-E6A74ECDCC53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99AD417A-E4FC-44DD-9841-555300D8DDC8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grpSp>
        <p:nvGrpSpPr>
          <p:cNvPr id="2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" name="Diamond 2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6" name="Connector 5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7" name="Diamond 6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MONO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MONO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고마운 분들 이름을 한 장에 담았습니다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연말 결산·회고 · 발표자 이름</a:t>
            </a:r>
          </a:p>
          <a:p>
            <a:r>
              <a:rPr lang="ko-KR"/>
              <a:t>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930F95-5E10-4A7B-A0A2-7813E35EE122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1005840" y="205740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올해의 한 줄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2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1005840" y="310896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잘한 일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18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1005840" y="41605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아쉬운 일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3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4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/>
            <p:nvPr/>
          </p:nvSpPr>
          <p:spPr>
            <a:xfrm>
              <a:off x="1005840" y="5212079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26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내년의 다짐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55FBE1-7152-43AA-B205-F4A3E6BC765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8B4F40-D4D0-4BA0-8A94-5F66501C96BB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잘한 점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배운 점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다음 목표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2EEA2F-46FE-4116-9FC8-650CA52D5AF7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올해 초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올해 말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E17AB-1CFB-4923-A71E-D8F8F92F70D2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wedg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1B3440-DD3A-4DBD-921E-B58533C2178A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한 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배운 점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7FCFBB-54B8-4169-84C2-3CBF49D6865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MONO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MONO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연말 결산·회고 발표 템플릿">
  <a:themeElements>
    <a:clrScheme name="연말 결산·회고 발표 템플릿">
      <a:dk1>
        <a:srgbClr val="08080A"/>
      </a:dk1>
      <a:lt1>
        <a:srgbClr val="FDFDFC"/>
      </a:lt1>
      <a:dk2>
        <a:srgbClr val="1C1C1E"/>
      </a:dk2>
      <a:lt2>
        <a:srgbClr val="F7F7F5"/>
      </a:lt2>
      <a:accent1>
        <a:srgbClr val="1C1C1E"/>
      </a:accent1>
      <a:accent2>
        <a:srgbClr val="8E8E93"/>
      </a:accent2>
      <a:accent3>
        <a:srgbClr val="080809"/>
      </a:accent3>
      <a:accent4>
        <a:srgbClr val="CBCBCA"/>
      </a:accent4>
      <a:accent5>
        <a:srgbClr val="B5B5B5"/>
      </a:accent5>
      <a:accent6>
        <a:srgbClr val="BDBDBF"/>
      </a:accent6>
      <a:hlink>
        <a:srgbClr val="1C1C1E"/>
      </a:hlink>
      <a:folHlink>
        <a:srgbClr val="080809"/>
      </a:folHlink>
    </a:clrScheme>
    <a:fontScheme name="연말 결산·회고 발표 템플릿">
      <a:majorFont>
        <a:latin typeface="Gill Sans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연말 결산·회고 발표 템플릿</dc:title>
  <dc:subject>연말 결산·회고 발표 자료</dc:subject>
  <dc:creator>반딧불이의 곳간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