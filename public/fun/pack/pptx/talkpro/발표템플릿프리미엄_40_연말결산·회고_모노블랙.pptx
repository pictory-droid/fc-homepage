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A8300D5-C409-4062-B3A0-BE58A5911A94}">
          <p14:sldIdLst>
            <p14:sldId id="256"/>
          </p14:sldIdLst>
        </p14:section>
        <p14:section name="본문" id="{E5DF0181-CC4F-41CA-8609-A521DBA07FF3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DBBAA36D-531A-4810-ACE3-51EB4939D98A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7939835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104427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DF9CB0D9-3AAC-48BF-9AB1-ED5BF964E716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C9C9C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97979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7939835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104427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DE88E643-3B52-41E6-A146-DB6176ED3A2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28D411B9-C230-4803-BB0D-681417C1072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MONO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MONO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고마운 분들 이름을 한 장에 담았습니다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763F-448E-4700-8240-6FD0561371FA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6B1D-F4CC-4F93-9AB7-481E364283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B085-EEA6-4A6C-8B65-AAB89B9A62D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FA9D-9609-4A23-AA62-7D493478DB73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올해 초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9C0-6EA9-4CC7-8C18-6D99BF9ADAA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F316-77E8-4A53-A6DC-43ECC10DA99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7653-0462-469D-90DC-1A66A104A5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MONO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MONO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08080A"/>
      </a:dk1>
      <a:lt1>
        <a:srgbClr val="FDFDFC"/>
      </a:lt1>
      <a:dk2>
        <a:srgbClr val="1C1C1E"/>
      </a:dk2>
      <a:lt2>
        <a:srgbClr val="F7F7F5"/>
      </a:lt2>
      <a:accent1>
        <a:srgbClr val="1C1C1E"/>
      </a:accent1>
      <a:accent2>
        <a:srgbClr val="8E8E93"/>
      </a:accent2>
      <a:accent3>
        <a:srgbClr val="080809"/>
      </a:accent3>
      <a:accent4>
        <a:srgbClr val="CBCBCA"/>
      </a:accent4>
      <a:accent5>
        <a:srgbClr val="B5B5B5"/>
      </a:accent5>
      <a:accent6>
        <a:srgbClr val="BDBDBF"/>
      </a:accent6>
      <a:hlink>
        <a:srgbClr val="1C1C1E"/>
      </a:hlink>
      <a:folHlink>
        <a:srgbClr val="080809"/>
      </a:folHlink>
    </a:clrScheme>
    <a:fontScheme name="연말 결산·회고 발표 템플릿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