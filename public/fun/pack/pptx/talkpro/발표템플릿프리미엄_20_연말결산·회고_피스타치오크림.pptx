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48A51F0-2404-419A-BE34-7772002B9CE5}">
          <p14:sldIdLst>
            <p14:sldId id="256"/>
          </p14:sldIdLst>
        </p14:section>
        <p14:section name="본문" id="{9ED706E6-AB45-46CB-BDF1-B6209A47BA79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57CBE8ED-7A3C-4174-8D80-B5B17D2D3921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18872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572768"/>
            <a:ext cx="8534186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06324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74904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83464" y="6007608"/>
            <a:ext cx="13322808" cy="850392"/>
            <a:chOff x="-283464" y="6007608"/>
            <a:chExt cx="13322808" cy="850392"/>
          </a:xfrm>
        </p:grpSpPr>
        <p:sp>
          <p:nvSpPr>
            <p:cNvPr id="3" name="Diamond 2"/>
            <p:cNvSpPr/>
            <p:nvPr/>
          </p:nvSpPr>
          <p:spPr>
            <a:xfrm>
              <a:off x="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566928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113385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70078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2267712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834640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340156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968496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4535424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5102352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5669280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6236208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6803136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7370064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7936992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850392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9070848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9637776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1020470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10771632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338560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190548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1247241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-28346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8346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850392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1417319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1984248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255117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3118103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3685032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4251960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4818888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5385816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Diamond 36"/>
            <p:cNvSpPr/>
            <p:nvPr/>
          </p:nvSpPr>
          <p:spPr>
            <a:xfrm>
              <a:off x="5952744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Diamond 37"/>
            <p:cNvSpPr/>
            <p:nvPr/>
          </p:nvSpPr>
          <p:spPr>
            <a:xfrm>
              <a:off x="6519672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Diamond 38"/>
            <p:cNvSpPr/>
            <p:nvPr/>
          </p:nvSpPr>
          <p:spPr>
            <a:xfrm>
              <a:off x="7086600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Diamond 39"/>
            <p:cNvSpPr/>
            <p:nvPr/>
          </p:nvSpPr>
          <p:spPr>
            <a:xfrm>
              <a:off x="7653527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Diamond 40"/>
            <p:cNvSpPr/>
            <p:nvPr/>
          </p:nvSpPr>
          <p:spPr>
            <a:xfrm>
              <a:off x="8220456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Diamond 41"/>
            <p:cNvSpPr/>
            <p:nvPr/>
          </p:nvSpPr>
          <p:spPr>
            <a:xfrm>
              <a:off x="878738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Diamond 42"/>
            <p:cNvSpPr/>
            <p:nvPr/>
          </p:nvSpPr>
          <p:spPr>
            <a:xfrm>
              <a:off x="9354311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Diamond 43"/>
            <p:cNvSpPr/>
            <p:nvPr/>
          </p:nvSpPr>
          <p:spPr>
            <a:xfrm>
              <a:off x="9921240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Diamond 44"/>
            <p:cNvSpPr/>
            <p:nvPr/>
          </p:nvSpPr>
          <p:spPr>
            <a:xfrm>
              <a:off x="10488167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Diamond 45"/>
            <p:cNvSpPr/>
            <p:nvPr/>
          </p:nvSpPr>
          <p:spPr>
            <a:xfrm>
              <a:off x="1105509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Diamond 46"/>
            <p:cNvSpPr/>
            <p:nvPr/>
          </p:nvSpPr>
          <p:spPr>
            <a:xfrm>
              <a:off x="1162202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Diamond 47"/>
            <p:cNvSpPr/>
            <p:nvPr/>
          </p:nvSpPr>
          <p:spPr>
            <a:xfrm>
              <a:off x="12188952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50" name="Diamond 49"/>
          <p:cNvSpPr/>
          <p:nvPr/>
        </p:nvSpPr>
        <p:spPr>
          <a:xfrm>
            <a:off x="6004407" y="475488"/>
            <a:ext cx="182880" cy="18288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444087" y="594360"/>
            <a:ext cx="53035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5405DCA0-F662-405A-BEE1-779823DFEDA4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169767" y="594360"/>
            <a:ext cx="58521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18872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572768"/>
            <a:ext cx="8534186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06324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EE0DB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74904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0C5BA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83464" y="6007608"/>
            <a:ext cx="13322808" cy="850392"/>
            <a:chOff x="-283464" y="6007608"/>
            <a:chExt cx="13322808" cy="850392"/>
          </a:xfrm>
        </p:grpSpPr>
        <p:sp>
          <p:nvSpPr>
            <p:cNvPr id="3" name="Diamond 2"/>
            <p:cNvSpPr/>
            <p:nvPr/>
          </p:nvSpPr>
          <p:spPr>
            <a:xfrm>
              <a:off x="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566928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113385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70078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2267712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834640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340156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968496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4535424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5102352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5669280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6236208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6803136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7370064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7936992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850392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9070848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9637776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1020470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10771632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338560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190548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1247241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-28346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8346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850392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1417319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1984248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255117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3118103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3685032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4251960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4818888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5385816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Diamond 36"/>
            <p:cNvSpPr/>
            <p:nvPr/>
          </p:nvSpPr>
          <p:spPr>
            <a:xfrm>
              <a:off x="5952744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Diamond 37"/>
            <p:cNvSpPr/>
            <p:nvPr/>
          </p:nvSpPr>
          <p:spPr>
            <a:xfrm>
              <a:off x="6519672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Diamond 38"/>
            <p:cNvSpPr/>
            <p:nvPr/>
          </p:nvSpPr>
          <p:spPr>
            <a:xfrm>
              <a:off x="7086600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Diamond 39"/>
            <p:cNvSpPr/>
            <p:nvPr/>
          </p:nvSpPr>
          <p:spPr>
            <a:xfrm>
              <a:off x="7653527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Diamond 40"/>
            <p:cNvSpPr/>
            <p:nvPr/>
          </p:nvSpPr>
          <p:spPr>
            <a:xfrm>
              <a:off x="8220456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Diamond 41"/>
            <p:cNvSpPr/>
            <p:nvPr/>
          </p:nvSpPr>
          <p:spPr>
            <a:xfrm>
              <a:off x="878738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Diamond 42"/>
            <p:cNvSpPr/>
            <p:nvPr/>
          </p:nvSpPr>
          <p:spPr>
            <a:xfrm>
              <a:off x="9354311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Diamond 43"/>
            <p:cNvSpPr/>
            <p:nvPr/>
          </p:nvSpPr>
          <p:spPr>
            <a:xfrm>
              <a:off x="9921240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Diamond 44"/>
            <p:cNvSpPr/>
            <p:nvPr/>
          </p:nvSpPr>
          <p:spPr>
            <a:xfrm>
              <a:off x="10488167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Diamond 45"/>
            <p:cNvSpPr/>
            <p:nvPr/>
          </p:nvSpPr>
          <p:spPr>
            <a:xfrm>
              <a:off x="1105509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Diamond 46"/>
            <p:cNvSpPr/>
            <p:nvPr/>
          </p:nvSpPr>
          <p:spPr>
            <a:xfrm>
              <a:off x="1162202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Diamond 47"/>
            <p:cNvSpPr/>
            <p:nvPr/>
          </p:nvSpPr>
          <p:spPr>
            <a:xfrm>
              <a:off x="12188952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50" name="Diamond 49"/>
          <p:cNvSpPr/>
          <p:nvPr/>
        </p:nvSpPr>
        <p:spPr>
          <a:xfrm>
            <a:off x="6004407" y="475488"/>
            <a:ext cx="182880" cy="18288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444087" y="594360"/>
            <a:ext cx="53035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F45E9DD3-52B3-46EC-8BBD-D32E44ADB032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169767" y="594360"/>
            <a:ext cx="58521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A6DFD45A-216A-4516-9440-B881595FD031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8" name="Diamond 7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1" name="Connector 10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2" name="Diamond 11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PISTACHIO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한 해 동안 배운 것을 정리했습니다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연말 결산·회고 · 발표자 이름</a:t>
            </a:r>
          </a:p>
          <a:p>
            <a:r>
              <a:rPr lang="ko-KR"/>
              <a:t>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702E9-068D-484E-8774-4F91ED0945C7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60120" y="210312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1005840" y="244144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올해의 한 줄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3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4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옆 선"/>
            <p:cNvSpPr/>
            <p:nvPr/>
          </p:nvSpPr>
          <p:spPr>
            <a:xfrm>
              <a:off x="731520" y="2880360"/>
              <a:ext cx="54864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960120" y="315467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No.02</a:t>
              </a:r>
            </a:p>
          </p:txBody>
        </p:sp>
        <p:cxnSp>
          <p:nvCxnSpPr>
            <p:cNvPr id="17" name="번호 밑줄"/>
            <p:cNvCxnSpPr/>
            <p:nvPr/>
          </p:nvCxnSpPr>
          <p:spPr>
            <a:xfrm>
              <a:off x="1005840" y="349300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8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일</a:t>
              </a:r>
            </a:p>
          </p:txBody>
        </p:sp>
        <p:cxnSp>
          <p:nvCxnSpPr>
            <p:cNvPr id="19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0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1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22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옆 선"/>
            <p:cNvSpPr/>
            <p:nvPr/>
          </p:nvSpPr>
          <p:spPr>
            <a:xfrm>
              <a:off x="731520" y="3931920"/>
              <a:ext cx="54864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번호 3"/>
            <p:cNvSpPr txBox="1"/>
            <p:nvPr/>
          </p:nvSpPr>
          <p:spPr>
            <a:xfrm>
              <a:off x="960120" y="420624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No.03</a:t>
              </a:r>
            </a:p>
          </p:txBody>
        </p:sp>
        <p:cxnSp>
          <p:nvCxnSpPr>
            <p:cNvPr id="25" name="번호 밑줄"/>
            <p:cNvCxnSpPr/>
            <p:nvPr/>
          </p:nvCxnSpPr>
          <p:spPr>
            <a:xfrm>
              <a:off x="1005840" y="454456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6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아쉬운 일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9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30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옆 선"/>
            <p:cNvSpPr/>
            <p:nvPr/>
          </p:nvSpPr>
          <p:spPr>
            <a:xfrm>
              <a:off x="731520" y="4983479"/>
              <a:ext cx="54864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번호 4"/>
            <p:cNvSpPr txBox="1"/>
            <p:nvPr/>
          </p:nvSpPr>
          <p:spPr>
            <a:xfrm>
              <a:off x="960120" y="525779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No.04</a:t>
              </a:r>
            </a:p>
          </p:txBody>
        </p:sp>
        <p:cxnSp>
          <p:nvCxnSpPr>
            <p:cNvPr id="33" name="번호 밑줄"/>
            <p:cNvCxnSpPr/>
            <p:nvPr/>
          </p:nvCxnSpPr>
          <p:spPr>
            <a:xfrm>
              <a:off x="1005840" y="5596127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34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내년의 다짐</a:t>
              </a:r>
            </a:p>
          </p:txBody>
        </p:sp>
        <p:cxnSp>
          <p:nvCxnSpPr>
            <p:cNvPr id="35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6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AA8C4-E2F1-4921-A448-EE16E3C7497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63E93-92E3-412A-8681-D65C1712FC63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34747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점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4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옆 선"/>
            <p:cNvSpPr/>
            <p:nvPr/>
          </p:nvSpPr>
          <p:spPr>
            <a:xfrm>
              <a:off x="4399178" y="1828800"/>
              <a:ext cx="54864" cy="34747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458205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No.02</a:t>
              </a:r>
            </a:p>
          </p:txBody>
        </p:sp>
        <p:cxnSp>
          <p:nvCxnSpPr>
            <p:cNvPr id="17" name="번호 밑줄"/>
            <p:cNvCxnSpPr/>
            <p:nvPr/>
          </p:nvCxnSpPr>
          <p:spPr>
            <a:xfrm>
              <a:off x="462777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8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배운 점</a:t>
              </a:r>
            </a:p>
          </p:txBody>
        </p:sp>
        <p:cxnSp>
          <p:nvCxnSpPr>
            <p:cNvPr id="19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0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21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22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옆 선"/>
            <p:cNvSpPr/>
            <p:nvPr/>
          </p:nvSpPr>
          <p:spPr>
            <a:xfrm>
              <a:off x="8066836" y="1828800"/>
              <a:ext cx="54864" cy="34747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번호 3"/>
            <p:cNvSpPr txBox="1"/>
            <p:nvPr/>
          </p:nvSpPr>
          <p:spPr>
            <a:xfrm>
              <a:off x="824971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No.03</a:t>
              </a:r>
            </a:p>
          </p:txBody>
        </p:sp>
        <p:cxnSp>
          <p:nvCxnSpPr>
            <p:cNvPr id="25" name="번호 밑줄"/>
            <p:cNvCxnSpPr/>
            <p:nvPr/>
          </p:nvCxnSpPr>
          <p:spPr>
            <a:xfrm>
              <a:off x="829543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6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다음 목표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1CAD4-7D62-4B0C-A1A0-5BAC3246A1D1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올해 초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옆 선"/>
            <p:cNvSpPr/>
            <p:nvPr/>
          </p:nvSpPr>
          <p:spPr>
            <a:xfrm>
              <a:off x="6278727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올해 말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1DCDE-7FF0-451A-A55B-699BF30B342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B80DE-C8C4-443E-9304-4523B32CC11A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한 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배운 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점수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644A3-F3C8-4623-B29D-9E115592A21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PISTACHIO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연말 결산·회고 발표 템플릿">
  <a:themeElements>
    <a:clrScheme name="연말 결산·회고 발표 템플릿">
      <a:dk1>
        <a:srgbClr val="404837"/>
      </a:dk1>
      <a:lt1>
        <a:srgbClr val="FDFEFA"/>
      </a:lt1>
      <a:dk2>
        <a:srgbClr val="34471E"/>
      </a:dk2>
      <a:lt2>
        <a:srgbClr val="F7FAEC"/>
      </a:lt2>
      <a:accent1>
        <a:srgbClr val="8DAE5B"/>
      </a:accent1>
      <a:accent2>
        <a:srgbClr val="D6A58A"/>
      </a:accent2>
      <a:accent3>
        <a:srgbClr val="68745B"/>
      </a:accent3>
      <a:accent4>
        <a:srgbClr val="E2EBCF"/>
      </a:accent4>
      <a:accent5>
        <a:srgbClr val="B7B06C"/>
      </a:accent5>
      <a:accent6>
        <a:srgbClr val="E5CBB6"/>
      </a:accent6>
      <a:hlink>
        <a:srgbClr val="34471E"/>
      </a:hlink>
      <a:folHlink>
        <a:srgbClr val="68745B"/>
      </a:folHlink>
    </a:clrScheme>
    <a:fontScheme name="연말 결산·회고 발표 템플릿">
      <a:majorFont>
        <a:latin typeface="Georg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>연말 결산·회고 발표 자료</dc:subject>
  <dc:creator>반딧불이의 곳간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