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1F5F793-EC91-4E23-AFB7-7795691E5359}">
          <p14:sldIdLst>
            <p14:sldId id="256"/>
          </p14:sldIdLst>
        </p14:section>
        <p14:section name="본문" id="{C5147D3C-2F23-41D9-9091-1300D788733E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A347B4B4-CE87-4600-9698-047C2B59BD92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6AA30EDD-E2B1-45F5-B275-FE80D5414521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EE0DB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0C5BA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F815EBC2-17DD-454E-8DB9-9269D9E5B590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4BBD0084-CDB9-4E8C-95FC-FADA0E917D6D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해 동안 배운 것을 정리했습니다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연말 결산·회고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AC0BEB-DE06-4E15-846C-992FC4A5B8E7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10312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1005840" y="244144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올해의 한 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3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4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960120" y="315467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1005840" y="349300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일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1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2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960120" y="4206240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1005840" y="4544568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아쉬운 일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9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30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번호 4"/>
            <p:cNvSpPr txBox="1"/>
            <p:nvPr/>
          </p:nvSpPr>
          <p:spPr>
            <a:xfrm>
              <a:off x="960120" y="5257799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No.04</a:t>
              </a:r>
            </a:p>
          </p:txBody>
        </p:sp>
        <p:cxnSp>
          <p:nvCxnSpPr>
            <p:cNvPr id="33" name="번호 밑줄"/>
            <p:cNvCxnSpPr/>
            <p:nvPr/>
          </p:nvCxnSpPr>
          <p:spPr>
            <a:xfrm>
              <a:off x="1005840" y="5596127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34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내년의 다짐</a:t>
              </a:r>
            </a:p>
          </p:txBody>
        </p:sp>
        <p:cxnSp>
          <p:nvCxnSpPr>
            <p:cNvPr id="35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6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AFF86D-9085-4C4F-9836-2ED41EA55D2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2C1B11-1EBA-46C6-ADA8-BBBAC43A86B8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잘한 점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배운 점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다음 목표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2B4485-239B-4CF1-A099-212799D11783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초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올해 말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F0894A-DE5E-4C9E-AD37-52DA5B1B6DD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649C0-C816-4527-A1D9-31B814B6232E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한 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배운 점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점수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35CC49-852D-48E9-A026-C3DD06FDA80B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PISTACHIO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연말 결산·회고 발표 템플릿">
  <a:themeElements>
    <a:clrScheme name="연말 결산·회고 발표 템플릿">
      <a:dk1>
        <a:srgbClr val="404837"/>
      </a:dk1>
      <a:lt1>
        <a:srgbClr val="FDFEFA"/>
      </a:lt1>
      <a:dk2>
        <a:srgbClr val="34471E"/>
      </a:dk2>
      <a:lt2>
        <a:srgbClr val="F7FAEC"/>
      </a:lt2>
      <a:accent1>
        <a:srgbClr val="8DAE5B"/>
      </a:accent1>
      <a:accent2>
        <a:srgbClr val="D6A58A"/>
      </a:accent2>
      <a:accent3>
        <a:srgbClr val="68745B"/>
      </a:accent3>
      <a:accent4>
        <a:srgbClr val="E2EBCF"/>
      </a:accent4>
      <a:accent5>
        <a:srgbClr val="B7B06C"/>
      </a:accent5>
      <a:accent6>
        <a:srgbClr val="E5CBB6"/>
      </a:accent6>
      <a:hlink>
        <a:srgbClr val="34471E"/>
      </a:hlink>
      <a:folHlink>
        <a:srgbClr val="68745B"/>
      </a:folHlink>
    </a:clrScheme>
    <a:fontScheme name="연말 결산·회고 발표 템플릿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연말 결산·회고 발표 템플릿</dc:title>
  <dc:subject>연말 결산·회고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