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99E3125-9E0E-4802-BA50-858741AEC021}">
          <p14:sldIdLst>
            <p14:sldId id="256"/>
          </p14:sldIdLst>
        </p14:section>
        <p14:section name="본문" id="{2FC87A64-2D57-4F47-A50E-35FAF7680C76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DE2C9475-E2DD-4FCD-AD82-51A426D8A3ED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B15C89B1-90AB-4DF1-8BBF-058A7A2D023D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4-Point Star 4"/>
            <p:cNvSpPr/>
            <p:nvPr/>
          </p:nvSpPr>
          <p:spPr>
            <a:xfrm>
              <a:off x="548640" y="6172200"/>
              <a:ext cx="365760" cy="36576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31BF3FD-4E3A-4B50-B89F-9F79D96C52F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4-Point Star 4"/>
            <p:cNvSpPr/>
            <p:nvPr/>
          </p:nvSpPr>
          <p:spPr>
            <a:xfrm>
              <a:off x="548640" y="6172200"/>
              <a:ext cx="365760" cy="36576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2454F05-A113-4C20-BFA3-D68AA33F1AD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장 요약을 먼저 확인해 주십시오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FBA1A-0D97-43E5-ADD2-22909D832128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1168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914400" y="306324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914400" y="41148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 txBox="1"/>
            <p:nvPr/>
          </p:nvSpPr>
          <p:spPr>
            <a:xfrm>
              <a:off x="914400" y="5166359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6F633-499E-4234-9D7E-A452D99225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E6F9-7F01-4675-8C15-3025152C898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21946-9B44-4A89-BA0D-6F963EE67C6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계획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실적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FEBB0-4B80-4022-BA13-AF3DFF07C92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44E1-711D-4DC5-B322-82971DE9C5E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8B357-5BA6-46D5-95D3-7EFD563BB9E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2B2724"/>
      </a:dk1>
      <a:lt1>
        <a:srgbClr val="FFFFFF"/>
      </a:lt1>
      <a:dk2>
        <a:srgbClr val="3A6462"/>
      </a:dk2>
      <a:lt2>
        <a:srgbClr val="E4F9EA"/>
      </a:lt2>
      <a:accent1>
        <a:srgbClr val="73D892"/>
      </a:accent1>
      <a:accent2>
        <a:srgbClr val="927CC5"/>
      </a:accent2>
      <a:accent3>
        <a:srgbClr val="2C4E36"/>
      </a:accent3>
      <a:accent4>
        <a:srgbClr val="C7F4D5"/>
      </a:accent4>
      <a:accent5>
        <a:srgbClr val="A3CCE0"/>
      </a:accent5>
      <a:accent6>
        <a:srgbClr val="D4E6BC"/>
      </a:accent6>
      <a:hlink>
        <a:srgbClr val="3A6462"/>
      </a:hlink>
      <a:folHlink>
        <a:srgbClr val="2C4E36"/>
      </a:folHlink>
    </a:clrScheme>
    <a:fontScheme name="업무 보고 발표 템플릿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