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C5A9260-7BC3-4584-8A67-F50A46447A1A}">
          <p14:sldIdLst>
            <p14:sldId id="256"/>
          </p14:sldIdLst>
        </p14:section>
        <p14:section name="본문" id="{8FEEE26D-C519-4120-996F-1FE17E234056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06071A48-2A8B-4BEE-9D49-8D57CD075974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21945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5786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2519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50292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색 덩어리"/>
          <p:cNvGrpSpPr/>
          <p:nvPr/>
        </p:nvGrpSpPr>
        <p:grpSpPr>
          <a:xfrm>
            <a:off x="8122615" y="457200"/>
            <a:ext cx="3794760" cy="3291840"/>
            <a:chOff x="8122615" y="457200"/>
            <a:chExt cx="3794760" cy="3291840"/>
          </a:xfrm>
        </p:grpSpPr>
        <p:sp>
          <p:nvSpPr>
            <p:cNvPr id="3" name="알약 1"/>
            <p:cNvSpPr/>
            <p:nvPr/>
          </p:nvSpPr>
          <p:spPr>
            <a:xfrm>
              <a:off x="8168335" y="457200"/>
              <a:ext cx="3657600" cy="137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알약 2"/>
            <p:cNvSpPr/>
            <p:nvPr/>
          </p:nvSpPr>
          <p:spPr>
            <a:xfrm>
              <a:off x="8991295" y="1645920"/>
              <a:ext cx="2926080" cy="118872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원 1"/>
            <p:cNvSpPr/>
            <p:nvPr/>
          </p:nvSpPr>
          <p:spPr>
            <a:xfrm>
              <a:off x="8122615" y="1965960"/>
              <a:ext cx="1005840" cy="100584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고리"/>
            <p:cNvSpPr/>
            <p:nvPr/>
          </p:nvSpPr>
          <p:spPr>
            <a:xfrm>
              <a:off x="10911535" y="2834640"/>
              <a:ext cx="914400" cy="914400"/>
            </a:xfrm>
            <a:prstGeom prst="ellipse">
              <a:avLst/>
            </a:prstGeom>
            <a:noFill/>
            <a:ln w="2540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장식"/>
            <p:cNvGrpSpPr/>
            <p:nvPr/>
          </p:nvGrpSpPr>
          <p:grpSpPr>
            <a:xfrm>
              <a:off x="10980115" y="937259"/>
              <a:ext cx="411480" cy="411480"/>
              <a:chOff x="10980115" y="937259"/>
              <a:chExt cx="411480" cy="411480"/>
            </a:xfrm>
          </p:grpSpPr>
          <p:sp>
            <p:nvSpPr>
              <p:cNvPr id="8" name="4-Point Star 7"/>
              <p:cNvSpPr/>
              <p:nvPr/>
            </p:nvSpPr>
            <p:spPr>
              <a:xfrm>
                <a:off x="10980115" y="937259"/>
                <a:ext cx="411480" cy="411480"/>
              </a:xfrm>
              <a:prstGeom prst="star4">
                <a:avLst>
                  <a:gd name="adj" fmla="val 14000"/>
                </a:avLst>
              </a:prstGeom>
              <a:solidFill>
                <a:srgbClr val="1A161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9" name="작은 알약"/>
          <p:cNvSpPr/>
          <p:nvPr/>
        </p:nvSpPr>
        <p:spPr>
          <a:xfrm>
            <a:off x="457200" y="6035040"/>
            <a:ext cx="2011680" cy="23774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474C1FEC-6323-4260-B170-FD68C9775E6F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21945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5786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2519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4DEDC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50292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BC0BC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색 덩어리"/>
          <p:cNvGrpSpPr/>
          <p:nvPr/>
        </p:nvGrpSpPr>
        <p:grpSpPr>
          <a:xfrm>
            <a:off x="8122615" y="457200"/>
            <a:ext cx="3794760" cy="3291840"/>
            <a:chOff x="8122615" y="457200"/>
            <a:chExt cx="3794760" cy="3291840"/>
          </a:xfrm>
        </p:grpSpPr>
        <p:sp>
          <p:nvSpPr>
            <p:cNvPr id="3" name="알약 1"/>
            <p:cNvSpPr/>
            <p:nvPr/>
          </p:nvSpPr>
          <p:spPr>
            <a:xfrm>
              <a:off x="8168335" y="457200"/>
              <a:ext cx="3657600" cy="137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알약 2"/>
            <p:cNvSpPr/>
            <p:nvPr/>
          </p:nvSpPr>
          <p:spPr>
            <a:xfrm>
              <a:off x="8991295" y="1645920"/>
              <a:ext cx="2926080" cy="118872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원 1"/>
            <p:cNvSpPr/>
            <p:nvPr/>
          </p:nvSpPr>
          <p:spPr>
            <a:xfrm>
              <a:off x="8122615" y="1965960"/>
              <a:ext cx="1005840" cy="100584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고리"/>
            <p:cNvSpPr/>
            <p:nvPr/>
          </p:nvSpPr>
          <p:spPr>
            <a:xfrm>
              <a:off x="10911535" y="2834640"/>
              <a:ext cx="914400" cy="914400"/>
            </a:xfrm>
            <a:prstGeom prst="ellipse">
              <a:avLst/>
            </a:prstGeom>
            <a:noFill/>
            <a:ln w="2540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장식"/>
            <p:cNvGrpSpPr/>
            <p:nvPr/>
          </p:nvGrpSpPr>
          <p:grpSpPr>
            <a:xfrm>
              <a:off x="10980115" y="937259"/>
              <a:ext cx="411480" cy="411480"/>
              <a:chOff x="10980115" y="937259"/>
              <a:chExt cx="411480" cy="411480"/>
            </a:xfrm>
          </p:grpSpPr>
          <p:sp>
            <p:nvSpPr>
              <p:cNvPr id="8" name="4-Point Star 7"/>
              <p:cNvSpPr/>
              <p:nvPr/>
            </p:nvSpPr>
            <p:spPr>
              <a:xfrm>
                <a:off x="10980115" y="937259"/>
                <a:ext cx="411480" cy="411480"/>
              </a:xfrm>
              <a:prstGeom prst="star4">
                <a:avLst>
                  <a:gd name="adj" fmla="val 14000"/>
                </a:avLst>
              </a:prstGeom>
              <a:solidFill>
                <a:srgbClr val="1A161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9" name="작은 알약"/>
          <p:cNvSpPr/>
          <p:nvPr/>
        </p:nvSpPr>
        <p:spPr>
          <a:xfrm>
            <a:off x="457200" y="6035040"/>
            <a:ext cx="2011680" cy="23774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59A9ABE3-5F92-4CD8-9B9E-54A04CA7329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727F02BE-10BB-4C75-884E-A3A7375DBA7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8" name="Diamond 7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1" name="Connector 10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2" name="Diamond 11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PEACH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처음 듣는 분도 기초부터 차근차근 갑니다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0051C-EB17-42A1-BB8D-DB3DAF0D59A3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60120" y="201168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731520" y="2880360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960120" y="306324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0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731520" y="3931920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960120" y="41148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6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7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옆 선"/>
            <p:cNvSpPr/>
            <p:nvPr/>
          </p:nvSpPr>
          <p:spPr>
            <a:xfrm>
              <a:off x="731520" y="4983479"/>
              <a:ext cx="54864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 txBox="1"/>
            <p:nvPr/>
          </p:nvSpPr>
          <p:spPr>
            <a:xfrm>
              <a:off x="960120" y="5166359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30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18E54-9835-4040-A184-CFCFA831C22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6D41-47F4-4469-8CCD-710EAA3CE0B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474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4399178" y="1828800"/>
              <a:ext cx="54864" cy="3474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8066836" y="1828800"/>
              <a:ext cx="54864" cy="3474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2822-D249-46D6-9268-1ACDCAAB0B9D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알기 전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옆 선"/>
            <p:cNvSpPr/>
            <p:nvPr/>
          </p:nvSpPr>
          <p:spPr>
            <a:xfrm>
              <a:off x="6278727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알고 난 후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9215-1DFD-420D-AFED-42B1FA51B62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CA61E-5658-4E70-9EB8-6DB0EB7DAFA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F9F78-2EEB-47F1-956E-130E01A64BE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PEACH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483B37"/>
      </a:dk1>
      <a:lt1>
        <a:srgbClr val="FEFCFA"/>
      </a:lt1>
      <a:dk2>
        <a:srgbClr val="5B3023"/>
      </a:dk2>
      <a:lt2>
        <a:srgbClr val="FDF3EC"/>
      </a:lt2>
      <a:accent1>
        <a:srgbClr val="D78C6B"/>
      </a:accent1>
      <a:accent2>
        <a:srgbClr val="A65D43"/>
      </a:accent2>
      <a:accent3>
        <a:srgbClr val="836860"/>
      </a:accent3>
      <a:accent4>
        <a:srgbClr val="F5DED2"/>
      </a:accent4>
      <a:accent5>
        <a:srgbClr val="C98D5C"/>
      </a:accent5>
      <a:accent6>
        <a:srgbClr val="CDA08F"/>
      </a:accent6>
      <a:hlink>
        <a:srgbClr val="5B3023"/>
      </a:hlink>
      <a:folHlink>
        <a:srgbClr val="836860"/>
      </a:folHlink>
    </a:clrScheme>
    <a:fontScheme name="교육·강의 발표 템플릿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