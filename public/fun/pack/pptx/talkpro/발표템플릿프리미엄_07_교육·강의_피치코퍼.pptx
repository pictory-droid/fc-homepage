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07C56679-8A03-47AE-991D-B82CA63BFB86}">
          <p14:sldIdLst>
            <p14:sldId id="256"/>
          </p14:sldIdLst>
        </p14:section>
        <p14:section name="본문" id="{8E35D22F-729C-4D4A-8C8A-6DD667A0B9C8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5564C825-FADA-4CDC-933A-E4BD323E5351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975335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8122615" y="457200"/>
            <a:ext cx="3794760" cy="3291840"/>
            <a:chOff x="8122615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8168335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8991295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8122615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10911535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10980115" y="937259"/>
              <a:ext cx="411480" cy="411480"/>
              <a:chOff x="10980115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10980115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457200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ED5766D7-040B-4F24-9660-D68F4C889230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975335" y="219456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975335" y="257860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975335" y="425196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4DEDC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975335" y="5029200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BC0BC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색 덩어리"/>
          <p:cNvGrpSpPr/>
          <p:nvPr/>
        </p:nvGrpSpPr>
        <p:grpSpPr>
          <a:xfrm>
            <a:off x="8122615" y="457200"/>
            <a:ext cx="3794760" cy="3291840"/>
            <a:chOff x="8122615" y="457200"/>
            <a:chExt cx="3794760" cy="3291840"/>
          </a:xfrm>
        </p:grpSpPr>
        <p:sp>
          <p:nvSpPr>
            <p:cNvPr id="3" name="알약 1"/>
            <p:cNvSpPr/>
            <p:nvPr/>
          </p:nvSpPr>
          <p:spPr>
            <a:xfrm>
              <a:off x="8168335" y="457200"/>
              <a:ext cx="3657600" cy="13716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알약 2"/>
            <p:cNvSpPr/>
            <p:nvPr/>
          </p:nvSpPr>
          <p:spPr>
            <a:xfrm>
              <a:off x="8991295" y="1645920"/>
              <a:ext cx="2926080" cy="1188720"/>
            </a:xfrm>
            <a:prstGeom prst="roundRect">
              <a:avLst>
                <a:gd name="adj" fmla="val 50000"/>
              </a:avLst>
            </a:prstGeom>
            <a:solidFill>
              <a:schemeClr val="accent2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원 1"/>
            <p:cNvSpPr/>
            <p:nvPr/>
          </p:nvSpPr>
          <p:spPr>
            <a:xfrm>
              <a:off x="8122615" y="1965960"/>
              <a:ext cx="1005840" cy="100584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고리"/>
            <p:cNvSpPr/>
            <p:nvPr/>
          </p:nvSpPr>
          <p:spPr>
            <a:xfrm>
              <a:off x="10911535" y="2834640"/>
              <a:ext cx="914400" cy="914400"/>
            </a:xfrm>
            <a:prstGeom prst="ellipse">
              <a:avLst/>
            </a:prstGeom>
            <a:noFill/>
            <a:ln w="2540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grpSp>
          <p:nvGrpSpPr>
            <p:cNvPr id="7" name="장식"/>
            <p:cNvGrpSpPr/>
            <p:nvPr/>
          </p:nvGrpSpPr>
          <p:grpSpPr>
            <a:xfrm>
              <a:off x="10980115" y="937259"/>
              <a:ext cx="411480" cy="411480"/>
              <a:chOff x="10980115" y="937259"/>
              <a:chExt cx="411480" cy="411480"/>
            </a:xfrm>
          </p:grpSpPr>
          <p:sp>
            <p:nvSpPr>
              <p:cNvPr id="8" name="4-Point Star 7"/>
              <p:cNvSpPr/>
              <p:nvPr/>
            </p:nvSpPr>
            <p:spPr>
              <a:xfrm>
                <a:off x="10980115" y="937259"/>
                <a:ext cx="411480" cy="411480"/>
              </a:xfrm>
              <a:prstGeom prst="star4">
                <a:avLst>
                  <a:gd name="adj" fmla="val 14000"/>
                </a:avLst>
              </a:prstGeom>
              <a:solidFill>
                <a:srgbClr val="1A1613"/>
              </a:solidFill>
              <a:ln>
                <a:noFill/>
              </a:ln>
            </p:spPr>
            <p:txBody>
              <a:bodyPr rtlCol="0" anchor="ctr"/>
              <a:lstStyle/>
              <a:p>
                <a:pPr algn="ctr"/>
              </a:p>
            </p:txBody>
          </p:sp>
        </p:grpSp>
      </p:grpSp>
      <p:sp>
        <p:nvSpPr>
          <p:cNvPr id="9" name="작은 알약"/>
          <p:cNvSpPr/>
          <p:nvPr/>
        </p:nvSpPr>
        <p:spPr>
          <a:xfrm>
            <a:off x="457200" y="6035040"/>
            <a:ext cx="2011680" cy="237744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3F821445-C8BC-4B9D-8D25-C9B7D3565099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D5ADDBC7-659E-401A-966A-EBF11BAB63A7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새 학기처럼 기초부터 차근차근 갑니다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E8BAD0-D01C-4FB7-9E65-4C30FEA44D7F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60120" y="201168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731520" y="288036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960120" y="306324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9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20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731520" y="3931920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960120" y="41148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6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7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옆 선"/>
            <p:cNvSpPr/>
            <p:nvPr/>
          </p:nvSpPr>
          <p:spPr>
            <a:xfrm>
              <a:off x="731520" y="4983479"/>
              <a:ext cx="54864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번호 4"/>
            <p:cNvSpPr txBox="1"/>
            <p:nvPr/>
          </p:nvSpPr>
          <p:spPr>
            <a:xfrm>
              <a:off x="960120" y="5166359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04</a:t>
              </a:r>
            </a:p>
          </p:txBody>
        </p:sp>
        <p:sp>
          <p:nvSpPr>
            <p:cNvPr id="30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31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32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2E778D-0EF1-43DA-9BE9-9E859F5CDE6F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739BEB-5C06-46A5-A31A-6BB49BCBCB53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옆 선"/>
            <p:cNvSpPr/>
            <p:nvPr/>
          </p:nvSpPr>
          <p:spPr>
            <a:xfrm>
              <a:off x="4399178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번호 2"/>
            <p:cNvSpPr txBox="1"/>
            <p:nvPr/>
          </p:nvSpPr>
          <p:spPr>
            <a:xfrm>
              <a:off x="4582058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6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7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8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9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20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옆 선"/>
            <p:cNvSpPr/>
            <p:nvPr/>
          </p:nvSpPr>
          <p:spPr>
            <a:xfrm>
              <a:off x="8066836" y="1828800"/>
              <a:ext cx="54864" cy="347472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번호 3"/>
            <p:cNvSpPr txBox="1"/>
            <p:nvPr/>
          </p:nvSpPr>
          <p:spPr>
            <a:xfrm>
              <a:off x="8249716" y="2039112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tx2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3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4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5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2ED7D9-459E-4D42-B644-7B91110E7269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옆 선"/>
            <p:cNvSpPr/>
            <p:nvPr/>
          </p:nvSpPr>
          <p:spPr>
            <a:xfrm>
              <a:off x="731520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알기 전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1" name="칸 바탕"/>
            <p:cNvSpPr/>
            <p:nvPr/>
          </p:nvSpPr>
          <p:spPr>
            <a:xfrm>
              <a:off x="6278727" y="1828800"/>
              <a:ext cx="5181447" cy="356616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옆 선"/>
            <p:cNvSpPr/>
            <p:nvPr/>
          </p:nvSpPr>
          <p:spPr>
            <a:xfrm>
              <a:off x="6278727" y="1828800"/>
              <a:ext cx="54864" cy="35661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알고 난 후</a:t>
              </a:r>
            </a:p>
          </p:txBody>
        </p:sp>
        <p:sp>
          <p:nvSpPr>
            <p:cNvPr id="14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36AAAB-461A-4588-937B-706C2AEA7FA0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1CDB6-326A-44FB-A03E-BDD5C8325D5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u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7B9C0F-C6C3-46BE-ACE2-07033194335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PEACH  · 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483B37"/>
      </a:dk1>
      <a:lt1>
        <a:srgbClr val="FEFCFA"/>
      </a:lt1>
      <a:dk2>
        <a:srgbClr val="5B3023"/>
      </a:dk2>
      <a:lt2>
        <a:srgbClr val="FDF3EC"/>
      </a:lt2>
      <a:accent1>
        <a:srgbClr val="D78C6B"/>
      </a:accent1>
      <a:accent2>
        <a:srgbClr val="A65D43"/>
      </a:accent2>
      <a:accent3>
        <a:srgbClr val="836860"/>
      </a:accent3>
      <a:accent4>
        <a:srgbClr val="F5DED2"/>
      </a:accent4>
      <a:accent5>
        <a:srgbClr val="C98D5C"/>
      </a:accent5>
      <a:accent6>
        <a:srgbClr val="CDA08F"/>
      </a:accent6>
      <a:hlink>
        <a:srgbClr val="5B3023"/>
      </a:hlink>
      <a:folHlink>
        <a:srgbClr val="836860"/>
      </a:folHlink>
    </a:clrScheme>
    <a:fontScheme name="교육·강의 발표 템플릿">
      <a:majorFont>
        <a:latin typeface="Trebuchet MS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