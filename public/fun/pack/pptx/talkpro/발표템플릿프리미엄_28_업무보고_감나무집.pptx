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</p:sldIdLst>
  <p:sldSz cx="1219169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시작" id="{1A28B67F-C997-4466-B474-82E10FD06900}">
          <p14:sldIdLst>
            <p14:sldId id="256"/>
          </p14:sldIdLst>
        </p14:section>
        <p14:section name="본문" id="{7C75F776-8B80-4676-AF09-F211B4A1A354}">
          <p14:sldIdLst>
            <p14:sldId id="257"/>
            <p14:sldId id="258"/>
            <p14:sldId id="259"/>
            <p14:sldId id="260"/>
            <p14:sldId id="261"/>
            <p14:sldId id="262"/>
            <p14:sldId id="263"/>
          </p14:sldIdLst>
        </p14:section>
        <p14:section name="마무리" id="{253F22A5-EF3D-46D6-AD4D-96DD9A911017}">
          <p14:sldIdLst>
            <p14:sldId id="264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목표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1분기</c:v>
                </c:pt>
                <c:pt idx="1">
                  <c:v>2분기</c:v>
                </c:pt>
                <c:pt idx="2">
                  <c:v>3분기</c:v>
                </c:pt>
                <c:pt idx="3">
                  <c:v>4분기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60</c:v>
                </c:pt>
                <c:pt idx="1">
                  <c:v>70</c:v>
                </c:pt>
                <c:pt idx="2">
                  <c:v>80</c:v>
                </c:pt>
                <c:pt idx="3">
                  <c:v>90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실적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1분기</c:v>
                </c:pt>
                <c:pt idx="1">
                  <c:v>2분기</c:v>
                </c:pt>
                <c:pt idx="2">
                  <c:v>3분기</c:v>
                </c:pt>
                <c:pt idx="3">
                  <c:v>4분기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55</c:v>
                </c:pt>
                <c:pt idx="1">
                  <c:v>72</c:v>
                </c:pt>
                <c:pt idx="2">
                  <c:v>78</c:v>
                </c:pt>
                <c:pt idx="3">
                  <c:v>95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sz="11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7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 w="9525">
            <a:solidFill>
              <a:schemeClr val="accent4"/>
            </a:solidFill>
          </a:ln>
        </c:sp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 w="6350">
              <a:solidFill>
                <a:schemeClr val="accent4"/>
              </a:solidFill>
            </a:ln>
          </c:spPr>
        </c:majorGridlines>
        <c:majorTickMark val="out"/>
        <c:minorTickMark val="none"/>
        <c:tickLblPos val="nextTo"/>
        <c:spPr>
          <a:ln>
            <a:noFill/>
          </a:ln>
        </c:spPr>
        <c:crossAx val="-2068027336"/>
        <c:crosses val="autoZero"/>
      </c:valAx>
    </c:plotArea>
    <c:legend>
      <c:legendPos val="b"/>
      <c:overlay val="0"/>
    </c:legend>
    <c:dispBlanksAs val="gap"/>
  </c:chart>
  <c:txPr>
    <a:bodyPr/>
    <a:lstStyle/>
    <a:p>
      <a:pPr>
        <a:defRPr sz="1100">
          <a:solidFill>
            <a:schemeClr val="tx1"/>
          </a:solidFill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표지입니다. 날짜·발표자는 아래 안내 문구를 눌러 고치세요. 제목·글은 눌러서 바로 고치세요. 사진 자리는 가운데 아이콘을 누르면 사진을 넣을 수 있고, 모양에 맞춰 자동으로 잘려요. 색·글꼴은 [디자인 &gt; 변형]에서 한 번에 바꿀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목차의 각 줄을 누르면 해당 쪽으로 이동합니다(슬라이드 쇼에서). 줄을 지우거나 늘려도 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발표 전체를 한 문장으로 줄여 적어 보세요.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카드 제목과 내용을 고치세요. 카드는 슬라이드 쇼에서 차례로 나타납니다.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왼쪽과 오른쪽 칸의 제목·내용을 고치세요.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차트를 우클릭 &gt; [데이터 편집]으로 숫자를 바꾸면 그래프가 자동으로 바뀝니다. 지금 숫자는 예시입니다.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표의 칸을 눌러 내용을 입력하세요. 행은 Tab 키로 추가됩니다.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질문 받는 시간입니다.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마지막 쪽입니다.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표지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6095847" y="1965960"/>
            <a:ext cx="5120511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accent4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ctrTitle"/>
          </p:nvPr>
        </p:nvSpPr>
        <p:spPr>
          <a:xfrm>
            <a:off x="6095847" y="2350008"/>
            <a:ext cx="5120511" cy="1600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04000"/>
              </a:lnSpc>
              <a:spcBef>
                <a:spcPts val="0"/>
              </a:spcBef>
              <a:buNone/>
              <a:defRPr sz="4000" b="1" spc="0">
                <a:solidFill>
                  <a:schemeClr val="bg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3" name="한 줄 문구"/>
          <p:cNvSpPr>
            <a:spLocks noGrp="1"/>
          </p:cNvSpPr>
          <p:nvPr>
            <p:ph type="subTitle" idx="1"/>
          </p:nvPr>
        </p:nvSpPr>
        <p:spPr>
          <a:xfrm>
            <a:off x="6095847" y="4023360"/>
            <a:ext cx="5120511" cy="73152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600" b="0" spc="0">
                <a:solidFill>
                  <a:schemeClr val="accent1">
                    <a:lumMod val="20000"/>
                    <a:lumOff val="80000"/>
                  </a:schemeClr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4" name="안내 문구"/>
          <p:cNvSpPr>
            <a:spLocks noGrp="1"/>
          </p:cNvSpPr>
          <p:nvPr>
            <p:ph type="body" sz="quarter" idx="11"/>
          </p:nvPr>
        </p:nvSpPr>
        <p:spPr>
          <a:xfrm>
            <a:off x="6095847" y="4800600"/>
            <a:ext cx="5120511" cy="82296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200" b="0" spc="0">
                <a:solidFill>
                  <a:schemeClr val="accent4"/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sp>
        <p:nvSpPr>
          <p:cNvPr id="2" name="큰 원"/>
          <p:cNvSpPr/>
          <p:nvPr/>
        </p:nvSpPr>
        <p:spPr>
          <a:xfrm>
            <a:off x="-1204008" y="-1097280"/>
            <a:ext cx="6309360" cy="6309360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안쪽 원"/>
          <p:cNvSpPr/>
          <p:nvPr/>
        </p:nvSpPr>
        <p:spPr>
          <a:xfrm>
            <a:off x="-175308" y="-68580"/>
            <a:ext cx="4251960" cy="4251960"/>
          </a:xfrm>
          <a:prstGeom prst="ellipse">
            <a:avLst/>
          </a:prstGeom>
          <a:solidFill>
            <a:schemeClr val="accent1">
              <a:alpha val="6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원 테두리"/>
          <p:cNvSpPr/>
          <p:nvPr/>
        </p:nvSpPr>
        <p:spPr>
          <a:xfrm>
            <a:off x="-792528" y="-685800"/>
            <a:ext cx="5486400" cy="5486400"/>
          </a:xfrm>
          <a:prstGeom prst="ellipse">
            <a:avLst/>
          </a:prstGeom>
          <a:noFill/>
          <a:ln w="12700">
            <a:solidFill>
              <a:schemeClr val="accent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작은 원"/>
          <p:cNvSpPr/>
          <p:nvPr/>
        </p:nvSpPr>
        <p:spPr>
          <a:xfrm>
            <a:off x="10484857" y="5760720"/>
            <a:ext cx="457200" cy="457200"/>
          </a:xfrm>
          <a:prstGeom prst="ellipse">
            <a:avLst/>
          </a:prstGeom>
          <a:solidFill>
            <a:schemeClr val="accent2">
              <a:alpha val="7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grpSp>
        <p:nvGrpSpPr>
          <p:cNvPr id="6" name="테마 장식"/>
          <p:cNvGrpSpPr/>
          <p:nvPr/>
        </p:nvGrpSpPr>
        <p:grpSpPr>
          <a:xfrm>
            <a:off x="1447751" y="1554480"/>
            <a:ext cx="1005840" cy="1005840"/>
            <a:chOff x="1447751" y="1554480"/>
            <a:chExt cx="1005840" cy="1005840"/>
          </a:xfrm>
        </p:grpSpPr>
        <p:sp>
          <p:nvSpPr>
            <p:cNvPr id="7" name="Block Arc 6"/>
            <p:cNvSpPr/>
            <p:nvPr/>
          </p:nvSpPr>
          <p:spPr>
            <a:xfrm>
              <a:off x="1447751" y="1554480"/>
              <a:ext cx="1005840" cy="1005840"/>
            </a:xfrm>
            <a:prstGeom prst="blockArc">
              <a:avLst>
                <a:gd name="adj1" fmla="val 10800000"/>
                <a:gd name="adj2" fmla="val 0"/>
                <a:gd name="adj3" fmla="val 22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457200" y="274320"/>
            <a:ext cx="11277295" cy="27432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3535527" y="594360"/>
            <a:ext cx="5120640" cy="86868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26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103" name="쪽 번호"/>
          <p:cNvSpPr>
            <a:spLocks noGrp="1"/>
          </p:cNvSpPr>
          <p:nvPr>
            <p:ph type="sldNum" sz="quarter" idx="12"/>
          </p:nvPr>
        </p:nvSpPr>
        <p:spPr>
          <a:xfrm>
            <a:off x="5638647" y="6309360"/>
            <a:ext cx="914400" cy="36576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000" b="0" spc="20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fld id="{AC7084F4-E099-4928-BBE2-294A74B9663A}" type="slidenum">
              <a:rPr lang="en-US"/>
              <a:t>‹#›</a:t>
            </a:fld>
          </a:p>
        </p:txBody>
      </p:sp>
      <p:sp>
        <p:nvSpPr>
          <p:cNvPr id="2" name="제목 알약"/>
          <p:cNvSpPr/>
          <p:nvPr/>
        </p:nvSpPr>
        <p:spPr>
          <a:xfrm>
            <a:off x="3261207" y="594360"/>
            <a:ext cx="5669280" cy="86868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  <a:effectLst>
            <a:outerShdw blurRad="177800" dist="38100" dir="5400000" algn="t" rotWithShape="0">
              <a:schemeClr val="tx2">
                <a:alpha val="9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grpSp>
        <p:nvGrpSpPr>
          <p:cNvPr id="3" name="테마 장식"/>
          <p:cNvGrpSpPr/>
          <p:nvPr/>
        </p:nvGrpSpPr>
        <p:grpSpPr>
          <a:xfrm>
            <a:off x="571500" y="6240780"/>
            <a:ext cx="320040" cy="320040"/>
            <a:chOff x="571500" y="6240780"/>
            <a:chExt cx="320040" cy="320040"/>
          </a:xfrm>
        </p:grpSpPr>
        <p:sp>
          <p:nvSpPr>
            <p:cNvPr id="4" name="Block Arc 3"/>
            <p:cNvSpPr/>
            <p:nvPr/>
          </p:nvSpPr>
          <p:spPr>
            <a:xfrm>
              <a:off x="571500" y="6240780"/>
              <a:ext cx="320040" cy="320040"/>
            </a:xfrm>
            <a:prstGeom prst="blockArc">
              <a:avLst>
                <a:gd name="adj1" fmla="val 10800000"/>
                <a:gd name="adj2" fmla="val 0"/>
                <a:gd name="adj3" fmla="val 22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5" name="테마 장식"/>
          <p:cNvGrpSpPr/>
          <p:nvPr/>
        </p:nvGrpSpPr>
        <p:grpSpPr>
          <a:xfrm>
            <a:off x="11300155" y="6240780"/>
            <a:ext cx="320040" cy="320040"/>
            <a:chOff x="11300155" y="6240780"/>
            <a:chExt cx="320040" cy="320040"/>
          </a:xfrm>
        </p:grpSpPr>
        <p:sp>
          <p:nvSpPr>
            <p:cNvPr id="6" name="Block Arc 5"/>
            <p:cNvSpPr/>
            <p:nvPr/>
          </p:nvSpPr>
          <p:spPr>
            <a:xfrm>
              <a:off x="11300155" y="6240780"/>
              <a:ext cx="320040" cy="320040"/>
            </a:xfrm>
            <a:prstGeom prst="blockArc">
              <a:avLst>
                <a:gd name="adj1" fmla="val 10800000"/>
                <a:gd name="adj2" fmla="val 0"/>
                <a:gd name="adj3" fmla="val 22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마무리">
    <p:bg>
      <p:bgPr>
        <a:gradFill rotWithShape="1">
          <a:gsLst>
            <a:gs pos="0">
              <a:schemeClr val="bg2"/>
            </a:gs>
            <a:gs pos="100000">
              <a:schemeClr val="accent2">
                <a:lumMod val="20000"/>
                <a:lumOff val="80000"/>
              </a:schemeClr>
            </a:gs>
          </a:gsLst>
          <a:lin ang="2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6095847" y="1965960"/>
            <a:ext cx="5120511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6095847" y="2350008"/>
            <a:ext cx="5120511" cy="1600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04000"/>
              </a:lnSpc>
              <a:spcBef>
                <a:spcPts val="0"/>
              </a:spcBef>
              <a:buNone/>
              <a:defRPr sz="40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3" name="한 줄 문구"/>
          <p:cNvSpPr>
            <a:spLocks noGrp="1"/>
          </p:cNvSpPr>
          <p:nvPr>
            <p:ph type="subTitle" idx="1"/>
          </p:nvPr>
        </p:nvSpPr>
        <p:spPr>
          <a:xfrm>
            <a:off x="6095847" y="4023360"/>
            <a:ext cx="5120511" cy="73152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4" name="안내 문구"/>
          <p:cNvSpPr>
            <a:spLocks noGrp="1"/>
          </p:cNvSpPr>
          <p:nvPr>
            <p:ph type="body" sz="quarter" idx="11"/>
          </p:nvPr>
        </p:nvSpPr>
        <p:spPr>
          <a:xfrm>
            <a:off x="6095847" y="4800600"/>
            <a:ext cx="5120511" cy="82296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2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sp>
        <p:nvSpPr>
          <p:cNvPr id="2" name="큰 원"/>
          <p:cNvSpPr/>
          <p:nvPr/>
        </p:nvSpPr>
        <p:spPr>
          <a:xfrm>
            <a:off x="-1204008" y="-1097280"/>
            <a:ext cx="6309360" cy="630936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안쪽 원"/>
          <p:cNvSpPr/>
          <p:nvPr/>
        </p:nvSpPr>
        <p:spPr>
          <a:xfrm>
            <a:off x="-175308" y="-68580"/>
            <a:ext cx="4251960" cy="4251960"/>
          </a:xfrm>
          <a:prstGeom prst="ellipse">
            <a:avLst/>
          </a:prstGeom>
          <a:solidFill>
            <a:schemeClr val="accent1">
              <a:alpha val="6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원 테두리"/>
          <p:cNvSpPr/>
          <p:nvPr/>
        </p:nvSpPr>
        <p:spPr>
          <a:xfrm>
            <a:off x="-792528" y="-685800"/>
            <a:ext cx="5486400" cy="5486400"/>
          </a:xfrm>
          <a:prstGeom prst="ellipse">
            <a:avLst/>
          </a:prstGeom>
          <a:noFill/>
          <a:ln w="12700">
            <a:solidFill>
              <a:schemeClr val="accent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작은 원"/>
          <p:cNvSpPr/>
          <p:nvPr/>
        </p:nvSpPr>
        <p:spPr>
          <a:xfrm>
            <a:off x="10484857" y="5760720"/>
            <a:ext cx="457200" cy="457200"/>
          </a:xfrm>
          <a:prstGeom prst="ellipse">
            <a:avLst/>
          </a:prstGeom>
          <a:solidFill>
            <a:schemeClr val="accent2">
              <a:alpha val="7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grpSp>
        <p:nvGrpSpPr>
          <p:cNvPr id="6" name="테마 장식"/>
          <p:cNvGrpSpPr/>
          <p:nvPr/>
        </p:nvGrpSpPr>
        <p:grpSpPr>
          <a:xfrm>
            <a:off x="1447751" y="1554480"/>
            <a:ext cx="1005840" cy="1005840"/>
            <a:chOff x="1447751" y="1554480"/>
            <a:chExt cx="1005840" cy="1005840"/>
          </a:xfrm>
        </p:grpSpPr>
        <p:sp>
          <p:nvSpPr>
            <p:cNvPr id="7" name="Block Arc 6"/>
            <p:cNvSpPr/>
            <p:nvPr/>
          </p:nvSpPr>
          <p:spPr>
            <a:xfrm>
              <a:off x="1447751" y="1554480"/>
              <a:ext cx="1005840" cy="1005840"/>
            </a:xfrm>
            <a:prstGeom prst="blockArc">
              <a:avLst>
                <a:gd name="adj1" fmla="val 10800000"/>
                <a:gd name="adj2" fmla="val 0"/>
                <a:gd name="adj3" fmla="val 22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 + 사진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457200" y="274320"/>
            <a:ext cx="11277295" cy="27432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3535527" y="594360"/>
            <a:ext cx="5120640" cy="86868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26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103" name="쪽 번호"/>
          <p:cNvSpPr>
            <a:spLocks noGrp="1"/>
          </p:cNvSpPr>
          <p:nvPr>
            <p:ph type="sldNum" sz="quarter" idx="12"/>
          </p:nvPr>
        </p:nvSpPr>
        <p:spPr>
          <a:xfrm>
            <a:off x="5638647" y="6309360"/>
            <a:ext cx="914400" cy="36576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000" b="0" spc="20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fld id="{136859C3-D218-4A4F-8898-BA4FE3E5BEF8}" type="slidenum">
              <a:rPr lang="en-US"/>
              <a:t>‹#›</a:t>
            </a:fld>
          </a:p>
        </p:txBody>
      </p:sp>
      <p:sp>
        <p:nvSpPr>
          <p:cNvPr id="104" name="사진 1"/>
          <p:cNvSpPr>
            <a:spLocks noGrp="1"/>
          </p:cNvSpPr>
          <p:nvPr>
            <p:ph type="pic" sz="quarter" idx="13"/>
          </p:nvPr>
        </p:nvSpPr>
        <p:spPr>
          <a:xfrm>
            <a:off x="7315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5" name="사진 2"/>
          <p:cNvSpPr>
            <a:spLocks noGrp="1"/>
          </p:cNvSpPr>
          <p:nvPr>
            <p:ph type="pic" sz="quarter" idx="14"/>
          </p:nvPr>
        </p:nvSpPr>
        <p:spPr>
          <a:xfrm>
            <a:off x="21031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6" name="사진 3"/>
          <p:cNvSpPr>
            <a:spLocks noGrp="1"/>
          </p:cNvSpPr>
          <p:nvPr>
            <p:ph type="pic" sz="quarter" idx="15"/>
          </p:nvPr>
        </p:nvSpPr>
        <p:spPr>
          <a:xfrm>
            <a:off x="34747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7" name="사진 4"/>
          <p:cNvSpPr>
            <a:spLocks noGrp="1"/>
          </p:cNvSpPr>
          <p:nvPr>
            <p:ph type="pic" sz="quarter" idx="16"/>
          </p:nvPr>
        </p:nvSpPr>
        <p:spPr>
          <a:xfrm>
            <a:off x="48463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8" name="사진 5"/>
          <p:cNvSpPr>
            <a:spLocks noGrp="1"/>
          </p:cNvSpPr>
          <p:nvPr>
            <p:ph type="pic" sz="quarter" idx="17"/>
          </p:nvPr>
        </p:nvSpPr>
        <p:spPr>
          <a:xfrm>
            <a:off x="7315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9" name="사진 6"/>
          <p:cNvSpPr>
            <a:spLocks noGrp="1"/>
          </p:cNvSpPr>
          <p:nvPr>
            <p:ph type="pic" sz="quarter" idx="18"/>
          </p:nvPr>
        </p:nvSpPr>
        <p:spPr>
          <a:xfrm>
            <a:off x="21031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0" name="사진 7"/>
          <p:cNvSpPr>
            <a:spLocks noGrp="1"/>
          </p:cNvSpPr>
          <p:nvPr>
            <p:ph type="pic" sz="quarter" idx="19"/>
          </p:nvPr>
        </p:nvSpPr>
        <p:spPr>
          <a:xfrm>
            <a:off x="34747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1" name="사진 8"/>
          <p:cNvSpPr>
            <a:spLocks noGrp="1"/>
          </p:cNvSpPr>
          <p:nvPr>
            <p:ph type="pic" sz="quarter" idx="20"/>
          </p:nvPr>
        </p:nvSpPr>
        <p:spPr>
          <a:xfrm>
            <a:off x="48463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2" name="제목 알약"/>
          <p:cNvSpPr/>
          <p:nvPr/>
        </p:nvSpPr>
        <p:spPr>
          <a:xfrm>
            <a:off x="3261207" y="594360"/>
            <a:ext cx="5669280" cy="86868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  <a:effectLst>
            <a:outerShdw blurRad="177800" dist="38100" dir="5400000" algn="t" rotWithShape="0">
              <a:schemeClr val="tx2">
                <a:alpha val="9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grpSp>
        <p:nvGrpSpPr>
          <p:cNvPr id="3" name="테마 장식"/>
          <p:cNvGrpSpPr/>
          <p:nvPr/>
        </p:nvGrpSpPr>
        <p:grpSpPr>
          <a:xfrm>
            <a:off x="571500" y="6240780"/>
            <a:ext cx="320040" cy="320040"/>
            <a:chOff x="571500" y="6240780"/>
            <a:chExt cx="320040" cy="320040"/>
          </a:xfrm>
        </p:grpSpPr>
        <p:sp>
          <p:nvSpPr>
            <p:cNvPr id="4" name="Block Arc 3"/>
            <p:cNvSpPr/>
            <p:nvPr/>
          </p:nvSpPr>
          <p:spPr>
            <a:xfrm>
              <a:off x="571500" y="6240780"/>
              <a:ext cx="320040" cy="320040"/>
            </a:xfrm>
            <a:prstGeom prst="blockArc">
              <a:avLst>
                <a:gd name="adj1" fmla="val 10800000"/>
                <a:gd name="adj2" fmla="val 0"/>
                <a:gd name="adj3" fmla="val 22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5" name="테마 장식"/>
          <p:cNvGrpSpPr/>
          <p:nvPr/>
        </p:nvGrpSpPr>
        <p:grpSpPr>
          <a:xfrm>
            <a:off x="11300155" y="6240780"/>
            <a:ext cx="320040" cy="320040"/>
            <a:chOff x="11300155" y="6240780"/>
            <a:chExt cx="320040" cy="320040"/>
          </a:xfrm>
        </p:grpSpPr>
        <p:sp>
          <p:nvSpPr>
            <p:cNvPr id="6" name="Block Arc 5"/>
            <p:cNvSpPr/>
            <p:nvPr/>
          </p:nvSpPr>
          <p:spPr>
            <a:xfrm>
              <a:off x="11300155" y="6240780"/>
              <a:ext cx="320040" cy="320040"/>
            </a:xfrm>
            <a:prstGeom prst="blockArc">
              <a:avLst>
                <a:gd name="adj1" fmla="val 10800000"/>
                <a:gd name="adj2" fmla="val 0"/>
                <a:gd name="adj3" fmla="val 22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한 문장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쪽 번호"/>
          <p:cNvSpPr>
            <a:spLocks noGrp="1"/>
          </p:cNvSpPr>
          <p:nvPr>
            <p:ph type="sldNum" sz="quarter" idx="12"/>
          </p:nvPr>
        </p:nvSpPr>
        <p:spPr>
          <a:xfrm>
            <a:off x="5638647" y="6309360"/>
            <a:ext cx="914400" cy="36576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000" b="0" spc="20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fld id="{6F71DBEB-4CF3-4BA7-8FCD-4265619DE8D3}" type="slidenum">
              <a:rPr lang="en-US"/>
              <a:t>‹#›</a:t>
            </a:fld>
          </a:p>
        </p:txBody>
      </p:sp>
      <p:sp>
        <p:nvSpPr>
          <p:cNvPr id="102" name="영문 라벨"/>
          <p:cNvSpPr>
            <a:spLocks noGrp="1"/>
          </p:cNvSpPr>
          <p:nvPr>
            <p:ph type="body" sz="quarter" idx="10"/>
          </p:nvPr>
        </p:nvSpPr>
        <p:spPr>
          <a:xfrm>
            <a:off x="457200" y="384048"/>
            <a:ext cx="1127729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3" name="한 문장"/>
          <p:cNvSpPr>
            <a:spLocks noGrp="1"/>
          </p:cNvSpPr>
          <p:nvPr>
            <p:ph type="title"/>
          </p:nvPr>
        </p:nvSpPr>
        <p:spPr>
          <a:xfrm>
            <a:off x="1463003" y="2331720"/>
            <a:ext cx="9265688" cy="233172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30000"/>
              </a:lnSpc>
              <a:spcBef>
                <a:spcPts val="0"/>
              </a:spcBef>
              <a:buNone/>
              <a:defRPr sz="34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한 문장으로 말하면</a:t>
            </a:r>
          </a:p>
        </p:txBody>
      </p:sp>
      <p:grpSp>
        <p:nvGrpSpPr>
          <p:cNvPr id="2" name="따옴표 장식"/>
          <p:cNvGrpSpPr/>
          <p:nvPr/>
        </p:nvGrpSpPr>
        <p:grpSpPr>
          <a:xfrm>
            <a:off x="5437479" y="1371600"/>
            <a:ext cx="1316736" cy="548640"/>
            <a:chOff x="5437479" y="1371600"/>
            <a:chExt cx="1316736" cy="548640"/>
          </a:xfrm>
        </p:grpSpPr>
        <p:sp>
          <p:nvSpPr>
            <p:cNvPr id="3" name="따옴표 방울"/>
            <p:cNvSpPr/>
            <p:nvPr/>
          </p:nvSpPr>
          <p:spPr>
            <a:xfrm rot="16200000">
              <a:off x="5437479" y="1371600"/>
              <a:ext cx="548640" cy="548640"/>
            </a:xfrm>
            <a:prstGeom prst="teardrop">
              <a:avLst/>
            </a:prstGeom>
            <a:solidFill>
              <a:schemeClr val="accent1">
                <a:alpha val="75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" name="따옴표 방울"/>
            <p:cNvSpPr/>
            <p:nvPr/>
          </p:nvSpPr>
          <p:spPr>
            <a:xfrm rot="16200000">
              <a:off x="6205575" y="1371600"/>
              <a:ext cx="548640" cy="548640"/>
            </a:xfrm>
            <a:prstGeom prst="teardrop">
              <a:avLst/>
            </a:prstGeom>
            <a:solidFill>
              <a:schemeClr val="accent1">
                <a:alpha val="75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5" name="테마 장식"/>
          <p:cNvGrpSpPr/>
          <p:nvPr/>
        </p:nvGrpSpPr>
        <p:grpSpPr>
          <a:xfrm>
            <a:off x="5821527" y="5212080"/>
            <a:ext cx="548640" cy="548640"/>
            <a:chOff x="5821527" y="5212080"/>
            <a:chExt cx="548640" cy="548640"/>
          </a:xfrm>
        </p:grpSpPr>
        <p:sp>
          <p:nvSpPr>
            <p:cNvPr id="6" name="Block Arc 5"/>
            <p:cNvSpPr/>
            <p:nvPr/>
          </p:nvSpPr>
          <p:spPr>
            <a:xfrm>
              <a:off x="5821527" y="5212080"/>
              <a:ext cx="548640" cy="548640"/>
            </a:xfrm>
            <a:prstGeom prst="blockArc">
              <a:avLst>
                <a:gd name="adj1" fmla="val 10800000"/>
                <a:gd name="adj2" fmla="val 0"/>
                <a:gd name="adj3" fmla="val 22000"/>
              </a:avLst>
            </a:prstGeom>
            <a:solidFill>
              <a:schemeClr val="accent1">
                <a:alpha val="70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4" r:id="rId6"/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slide" Target="slide4.xml"/><Relationship Id="rId4" Type="http://schemas.openxmlformats.org/officeDocument/2006/relationships/slide" Target="slide5.xml"/><Relationship Id="rId5" Type="http://schemas.openxmlformats.org/officeDocument/2006/relationships/slide" Target="slide6.xml"/><Relationship Id="rId6" Type="http://schemas.openxmlformats.org/officeDocument/2006/relationships/slide" Target="slide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chart" Target="../charts/chart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AUTUMN  ·  PRESENTATION</a:t>
            </a:r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/>
              <a:t>발표 제목을 입력하세요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하반기 계획과 진행률입니다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업무 보고 · 발표자 이름</a:t>
            </a:r>
          </a:p>
          <a:p>
            <a:r>
              <a:rPr lang="ko-KR"/>
              <a:t>0000. 00. 00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CONTENTS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목차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DDB8E5-BF02-4C8B-B45D-EF5637D2A6F6}" type="slidenum">
              <a:rPr lang="en-US"/>
              <a:t>‹#›</a:t>
            </a:fld>
            <a:endParaRPr lang="en-US"/>
          </a:p>
        </p:txBody>
      </p:sp>
      <p:grpSp>
        <p:nvGrpSpPr>
          <p:cNvPr id="5" name="줄 1"/>
          <p:cNvGrpSpPr/>
          <p:nvPr/>
        </p:nvGrpSpPr>
        <p:grpSpPr>
          <a:xfrm>
            <a:off x="731520" y="1828800"/>
            <a:ext cx="10728655" cy="914400"/>
            <a:chOff x="731520" y="1828800"/>
            <a:chExt cx="10728655" cy="914400"/>
          </a:xfrm>
        </p:grpSpPr>
        <p:sp>
          <p:nvSpPr>
            <p:cNvPr id="6" name="줄 바탕">
              <a:hlinkClick action="ppaction://hlinksldjump" r:id="rId3"/>
            </p:cNvPr>
            <p:cNvSpPr/>
            <p:nvPr/>
          </p:nvSpPr>
          <p:spPr>
            <a:xfrm>
              <a:off x="731520" y="1828800"/>
              <a:ext cx="10728655" cy="914400"/>
            </a:xfrm>
            <a:prstGeom prst="roundRect">
              <a:avLst>
                <a:gd name="adj" fmla="val 7000"/>
              </a:avLst>
            </a:prstGeom>
            <a:solidFill>
              <a:schemeClr val="bg1">
                <a:alpha val="55000"/>
              </a:schemeClr>
            </a:solidFill>
            <a:ln w="15875">
              <a:solidFill>
                <a:schemeClr val="accent1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번호 1"/>
            <p:cNvSpPr/>
            <p:nvPr/>
          </p:nvSpPr>
          <p:spPr>
            <a:xfrm>
              <a:off x="1005840" y="2057400"/>
              <a:ext cx="457200" cy="4572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8" name="줄 제목"/>
            <p:cNvSpPr txBox="1"/>
            <p:nvPr/>
          </p:nvSpPr>
          <p:spPr>
            <a:xfrm>
              <a:off x="1737360" y="1874519"/>
              <a:ext cx="2926080" cy="82296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추진 경과</a:t>
              </a:r>
            </a:p>
          </p:txBody>
        </p:sp>
        <p:sp>
          <p:nvSpPr>
            <p:cNvPr id="9" name="줄 내용"/>
            <p:cNvSpPr txBox="1"/>
            <p:nvPr/>
          </p:nvSpPr>
          <p:spPr>
            <a:xfrm>
              <a:off x="4754880" y="1874519"/>
              <a:ext cx="6430975" cy="82296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한 줄로 내용을 적어 주세요</a:t>
              </a:r>
            </a:p>
          </p:txBody>
        </p:sp>
      </p:grpSp>
      <p:grpSp>
        <p:nvGrpSpPr>
          <p:cNvPr id="10" name="줄 2"/>
          <p:cNvGrpSpPr/>
          <p:nvPr/>
        </p:nvGrpSpPr>
        <p:grpSpPr>
          <a:xfrm>
            <a:off x="731520" y="2880360"/>
            <a:ext cx="10728655" cy="914400"/>
            <a:chOff x="731520" y="2880360"/>
            <a:chExt cx="10728655" cy="914400"/>
          </a:xfrm>
        </p:grpSpPr>
        <p:sp>
          <p:nvSpPr>
            <p:cNvPr id="11" name="줄 바탕">
              <a:hlinkClick action="ppaction://hlinksldjump" r:id="rId4"/>
            </p:cNvPr>
            <p:cNvSpPr/>
            <p:nvPr/>
          </p:nvSpPr>
          <p:spPr>
            <a:xfrm>
              <a:off x="731520" y="2880360"/>
              <a:ext cx="10728655" cy="914400"/>
            </a:xfrm>
            <a:prstGeom prst="roundRect">
              <a:avLst>
                <a:gd name="adj" fmla="val 7000"/>
              </a:avLst>
            </a:prstGeom>
            <a:solidFill>
              <a:schemeClr val="bg1">
                <a:alpha val="55000"/>
              </a:schemeClr>
            </a:solidFill>
            <a:ln w="15875">
              <a:solidFill>
                <a:schemeClr val="accent1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2" name="번호 2"/>
            <p:cNvSpPr/>
            <p:nvPr/>
          </p:nvSpPr>
          <p:spPr>
            <a:xfrm>
              <a:off x="1005840" y="3108960"/>
              <a:ext cx="457200" cy="4572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1"/>
                  </a:solidFill>
                </a:rPr>
                <a:t>2</a:t>
              </a:r>
            </a:p>
          </p:txBody>
        </p:sp>
        <p:sp>
          <p:nvSpPr>
            <p:cNvPr id="13" name="줄 제목"/>
            <p:cNvSpPr txBox="1"/>
            <p:nvPr/>
          </p:nvSpPr>
          <p:spPr>
            <a:xfrm>
              <a:off x="1737360" y="2926079"/>
              <a:ext cx="2926080" cy="82296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주요 성과</a:t>
              </a:r>
            </a:p>
          </p:txBody>
        </p:sp>
        <p:sp>
          <p:nvSpPr>
            <p:cNvPr id="14" name="줄 내용"/>
            <p:cNvSpPr txBox="1"/>
            <p:nvPr/>
          </p:nvSpPr>
          <p:spPr>
            <a:xfrm>
              <a:off x="4754880" y="2926079"/>
              <a:ext cx="6430975" cy="82296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한 줄로 내용을 적어 주세요</a:t>
              </a:r>
            </a:p>
          </p:txBody>
        </p:sp>
      </p:grpSp>
      <p:grpSp>
        <p:nvGrpSpPr>
          <p:cNvPr id="15" name="줄 3"/>
          <p:cNvGrpSpPr/>
          <p:nvPr/>
        </p:nvGrpSpPr>
        <p:grpSpPr>
          <a:xfrm>
            <a:off x="731520" y="3931920"/>
            <a:ext cx="10728655" cy="914400"/>
            <a:chOff x="731520" y="3931920"/>
            <a:chExt cx="10728655" cy="914400"/>
          </a:xfrm>
        </p:grpSpPr>
        <p:sp>
          <p:nvSpPr>
            <p:cNvPr id="16" name="줄 바탕">
              <a:hlinkClick action="ppaction://hlinksldjump" r:id="rId5"/>
            </p:cNvPr>
            <p:cNvSpPr/>
            <p:nvPr/>
          </p:nvSpPr>
          <p:spPr>
            <a:xfrm>
              <a:off x="731520" y="3931920"/>
              <a:ext cx="10728655" cy="914400"/>
            </a:xfrm>
            <a:prstGeom prst="roundRect">
              <a:avLst>
                <a:gd name="adj" fmla="val 7000"/>
              </a:avLst>
            </a:prstGeom>
            <a:solidFill>
              <a:schemeClr val="bg1">
                <a:alpha val="55000"/>
              </a:schemeClr>
            </a:solidFill>
            <a:ln w="15875">
              <a:solidFill>
                <a:schemeClr val="accent1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7" name="번호 3"/>
            <p:cNvSpPr/>
            <p:nvPr/>
          </p:nvSpPr>
          <p:spPr>
            <a:xfrm>
              <a:off x="1005840" y="4160520"/>
              <a:ext cx="457200" cy="4572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1"/>
                  </a:solidFill>
                </a:rPr>
                <a:t>3</a:t>
              </a:r>
            </a:p>
          </p:txBody>
        </p:sp>
        <p:sp>
          <p:nvSpPr>
            <p:cNvPr id="18" name="줄 제목"/>
            <p:cNvSpPr txBox="1"/>
            <p:nvPr/>
          </p:nvSpPr>
          <p:spPr>
            <a:xfrm>
              <a:off x="1737360" y="3977639"/>
              <a:ext cx="2926080" cy="82296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이슈와 대응</a:t>
              </a:r>
            </a:p>
          </p:txBody>
        </p:sp>
        <p:sp>
          <p:nvSpPr>
            <p:cNvPr id="19" name="줄 내용"/>
            <p:cNvSpPr txBox="1"/>
            <p:nvPr/>
          </p:nvSpPr>
          <p:spPr>
            <a:xfrm>
              <a:off x="4754880" y="3977639"/>
              <a:ext cx="6430975" cy="82296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한 줄로 내용을 적어 주세요</a:t>
              </a:r>
            </a:p>
          </p:txBody>
        </p:sp>
      </p:grpSp>
      <p:grpSp>
        <p:nvGrpSpPr>
          <p:cNvPr id="20" name="줄 4"/>
          <p:cNvGrpSpPr/>
          <p:nvPr/>
        </p:nvGrpSpPr>
        <p:grpSpPr>
          <a:xfrm>
            <a:off x="731520" y="4983479"/>
            <a:ext cx="10728655" cy="914400"/>
            <a:chOff x="731520" y="4983479"/>
            <a:chExt cx="10728655" cy="914400"/>
          </a:xfrm>
        </p:grpSpPr>
        <p:sp>
          <p:nvSpPr>
            <p:cNvPr id="21" name="줄 바탕">
              <a:hlinkClick action="ppaction://hlinksldjump" r:id="rId6"/>
            </p:cNvPr>
            <p:cNvSpPr/>
            <p:nvPr/>
          </p:nvSpPr>
          <p:spPr>
            <a:xfrm>
              <a:off x="731520" y="4983479"/>
              <a:ext cx="10728655" cy="914400"/>
            </a:xfrm>
            <a:prstGeom prst="roundRect">
              <a:avLst>
                <a:gd name="adj" fmla="val 7000"/>
              </a:avLst>
            </a:prstGeom>
            <a:solidFill>
              <a:schemeClr val="bg1">
                <a:alpha val="55000"/>
              </a:schemeClr>
            </a:solidFill>
            <a:ln w="15875">
              <a:solidFill>
                <a:schemeClr val="accent1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2" name="번호 4"/>
            <p:cNvSpPr/>
            <p:nvPr/>
          </p:nvSpPr>
          <p:spPr>
            <a:xfrm>
              <a:off x="1005840" y="5212079"/>
              <a:ext cx="457200" cy="4572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1"/>
                  </a:solidFill>
                </a:rPr>
                <a:t>4</a:t>
              </a:r>
            </a:p>
          </p:txBody>
        </p:sp>
        <p:sp>
          <p:nvSpPr>
            <p:cNvPr id="23" name="줄 제목"/>
            <p:cNvSpPr txBox="1"/>
            <p:nvPr/>
          </p:nvSpPr>
          <p:spPr>
            <a:xfrm>
              <a:off x="1737360" y="5029199"/>
              <a:ext cx="2926080" cy="82296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향후 계획</a:t>
              </a:r>
            </a:p>
          </p:txBody>
        </p:sp>
        <p:sp>
          <p:nvSpPr>
            <p:cNvPr id="24" name="줄 내용"/>
            <p:cNvSpPr txBox="1"/>
            <p:nvPr/>
          </p:nvSpPr>
          <p:spPr>
            <a:xfrm>
              <a:off x="4754880" y="5029199"/>
              <a:ext cx="6430975" cy="82296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한 줄로 내용을 적어 주세요</a:t>
              </a:r>
            </a:p>
          </p:txBody>
        </p:sp>
      </p:grpSp>
    </p:spTree>
  </p:cSld>
  <p:clrMapOvr>
    <a:masterClrMapping/>
  </p:clrMapOvr>
  <p:transition spd="med">
    <p:cover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450"/>
                            </p:stCondLst>
                            <p:childTnLst>
                              <p:par>
                                <p:cTn id="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900"/>
                            </p:stCondLst>
                            <p:childTnLst>
                              <p:par>
                                <p:cTn id="1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350"/>
                            </p:stCondLst>
                            <p:childTnLst>
                              <p:par>
                                <p:cTn id="16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MESSAGE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한 문장으로 말하면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025208-0B7F-42F4-943E-F0C9E462D1C3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  <p:transition spd="med">
    <p:cover dir="l"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POINTS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핵심 3가지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B5A298-F65D-4C32-AF03-1023D18CAD54}" type="slidenum">
              <a:rPr lang="en-US"/>
              <a:t>‹#›</a:t>
            </a:fld>
            <a:endParaRPr lang="en-US"/>
          </a:p>
        </p:txBody>
      </p:sp>
      <p:grpSp>
        <p:nvGrpSpPr>
          <p:cNvPr id="5" name="카드 1"/>
          <p:cNvGrpSpPr/>
          <p:nvPr/>
        </p:nvGrpSpPr>
        <p:grpSpPr>
          <a:xfrm>
            <a:off x="731520" y="1828800"/>
            <a:ext cx="3393338" cy="3474720"/>
            <a:chOff x="731520" y="1828800"/>
            <a:chExt cx="3393338" cy="3474720"/>
          </a:xfrm>
        </p:grpSpPr>
        <p:sp>
          <p:nvSpPr>
            <p:cNvPr id="6" name="카드 바탕"/>
            <p:cNvSpPr/>
            <p:nvPr/>
          </p:nvSpPr>
          <p:spPr>
            <a:xfrm>
              <a:off x="731520" y="1828800"/>
              <a:ext cx="3393338" cy="3474720"/>
            </a:xfrm>
            <a:prstGeom prst="roundRect">
              <a:avLst>
                <a:gd name="adj" fmla="val 7000"/>
              </a:avLst>
            </a:prstGeom>
            <a:solidFill>
              <a:schemeClr val="bg1">
                <a:alpha val="55000"/>
              </a:schemeClr>
            </a:solidFill>
            <a:ln w="15875">
              <a:solidFill>
                <a:schemeClr val="accent1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번호 1"/>
            <p:cNvSpPr/>
            <p:nvPr/>
          </p:nvSpPr>
          <p:spPr>
            <a:xfrm>
              <a:off x="960120" y="2084832"/>
              <a:ext cx="457200" cy="4572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8" name="카드 제목"/>
            <p:cNvSpPr txBox="1"/>
            <p:nvPr/>
          </p:nvSpPr>
          <p:spPr>
            <a:xfrm>
              <a:off x="914400" y="2697480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진행</a:t>
              </a:r>
            </a:p>
          </p:txBody>
        </p:sp>
        <p:sp>
          <p:nvSpPr>
            <p:cNvPr id="9" name="카드 내용"/>
            <p:cNvSpPr txBox="1"/>
            <p:nvPr/>
          </p:nvSpPr>
          <p:spPr>
            <a:xfrm>
              <a:off x="914400" y="3383280"/>
              <a:ext cx="3027578" cy="178308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1600" b="0" i="0" lang="ko-KR">
                  <a:solidFill>
                    <a:schemeClr val="tx1"/>
                  </a:solidFill>
                </a:rPr>
                <a:t>내용을 입력하세요</a:t>
              </a:r>
            </a:p>
            <a:p>
              <a:pPr algn="l">
                <a:lnSpc>
                  <a:spcPct val="130000"/>
                </a:lnSpc>
              </a:pPr>
              <a:r>
                <a:rPr sz="1600" b="0" i="0" lang="ko-KR">
                  <a:solidFill>
                    <a:schemeClr val="tx1"/>
                  </a:solidFill>
                </a:rPr>
                <a:t>내용을 입력하세요</a:t>
              </a:r>
            </a:p>
          </p:txBody>
        </p:sp>
      </p:grpSp>
      <p:grpSp>
        <p:nvGrpSpPr>
          <p:cNvPr id="10" name="카드 2"/>
          <p:cNvGrpSpPr/>
          <p:nvPr/>
        </p:nvGrpSpPr>
        <p:grpSpPr>
          <a:xfrm>
            <a:off x="4399178" y="1828800"/>
            <a:ext cx="3393338" cy="3474720"/>
            <a:chOff x="4399178" y="1828800"/>
            <a:chExt cx="3393338" cy="3474720"/>
          </a:xfrm>
        </p:grpSpPr>
        <p:sp>
          <p:nvSpPr>
            <p:cNvPr id="11" name="카드 바탕"/>
            <p:cNvSpPr/>
            <p:nvPr/>
          </p:nvSpPr>
          <p:spPr>
            <a:xfrm>
              <a:off x="4399178" y="1828800"/>
              <a:ext cx="3393338" cy="3474720"/>
            </a:xfrm>
            <a:prstGeom prst="roundRect">
              <a:avLst>
                <a:gd name="adj" fmla="val 7000"/>
              </a:avLst>
            </a:prstGeom>
            <a:solidFill>
              <a:schemeClr val="bg1">
                <a:alpha val="55000"/>
              </a:schemeClr>
            </a:solidFill>
            <a:ln w="15875">
              <a:solidFill>
                <a:schemeClr val="accent1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2" name="번호 2"/>
            <p:cNvSpPr/>
            <p:nvPr/>
          </p:nvSpPr>
          <p:spPr>
            <a:xfrm>
              <a:off x="4627778" y="2084832"/>
              <a:ext cx="457200" cy="4572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1"/>
                  </a:solidFill>
                </a:rPr>
                <a:t>2</a:t>
              </a:r>
            </a:p>
          </p:txBody>
        </p:sp>
        <p:sp>
          <p:nvSpPr>
            <p:cNvPr id="13" name="카드 제목"/>
            <p:cNvSpPr txBox="1"/>
            <p:nvPr/>
          </p:nvSpPr>
          <p:spPr>
            <a:xfrm>
              <a:off x="4582058" y="2697480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성과</a:t>
              </a:r>
            </a:p>
          </p:txBody>
        </p:sp>
        <p:sp>
          <p:nvSpPr>
            <p:cNvPr id="14" name="카드 내용"/>
            <p:cNvSpPr txBox="1"/>
            <p:nvPr/>
          </p:nvSpPr>
          <p:spPr>
            <a:xfrm>
              <a:off x="4582058" y="3383280"/>
              <a:ext cx="3027578" cy="178308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1600" b="0" i="0" lang="ko-KR">
                  <a:solidFill>
                    <a:schemeClr val="tx1"/>
                  </a:solidFill>
                </a:rPr>
                <a:t>내용을 입력하세요</a:t>
              </a:r>
            </a:p>
            <a:p>
              <a:pPr algn="l">
                <a:lnSpc>
                  <a:spcPct val="130000"/>
                </a:lnSpc>
              </a:pPr>
              <a:r>
                <a:rPr sz="1600" b="0" i="0" lang="ko-KR">
                  <a:solidFill>
                    <a:schemeClr val="tx1"/>
                  </a:solidFill>
                </a:rPr>
                <a:t>내용을 입력하세요</a:t>
              </a:r>
            </a:p>
          </p:txBody>
        </p:sp>
      </p:grpSp>
      <p:grpSp>
        <p:nvGrpSpPr>
          <p:cNvPr id="15" name="카드 3"/>
          <p:cNvGrpSpPr/>
          <p:nvPr/>
        </p:nvGrpSpPr>
        <p:grpSpPr>
          <a:xfrm>
            <a:off x="8066836" y="1828800"/>
            <a:ext cx="3393338" cy="3474720"/>
            <a:chOff x="8066836" y="1828800"/>
            <a:chExt cx="3393338" cy="3474720"/>
          </a:xfrm>
        </p:grpSpPr>
        <p:sp>
          <p:nvSpPr>
            <p:cNvPr id="16" name="카드 바탕"/>
            <p:cNvSpPr/>
            <p:nvPr/>
          </p:nvSpPr>
          <p:spPr>
            <a:xfrm>
              <a:off x="8066836" y="1828800"/>
              <a:ext cx="3393338" cy="3474720"/>
            </a:xfrm>
            <a:prstGeom prst="roundRect">
              <a:avLst>
                <a:gd name="adj" fmla="val 7000"/>
              </a:avLst>
            </a:prstGeom>
            <a:solidFill>
              <a:schemeClr val="bg1">
                <a:alpha val="55000"/>
              </a:schemeClr>
            </a:solidFill>
            <a:ln w="15875">
              <a:solidFill>
                <a:schemeClr val="accent1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7" name="번호 3"/>
            <p:cNvSpPr/>
            <p:nvPr/>
          </p:nvSpPr>
          <p:spPr>
            <a:xfrm>
              <a:off x="8295436" y="2084832"/>
              <a:ext cx="457200" cy="4572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1"/>
                  </a:solidFill>
                </a:rPr>
                <a:t>3</a:t>
              </a:r>
            </a:p>
          </p:txBody>
        </p:sp>
        <p:sp>
          <p:nvSpPr>
            <p:cNvPr id="18" name="카드 제목"/>
            <p:cNvSpPr txBox="1"/>
            <p:nvPr/>
          </p:nvSpPr>
          <p:spPr>
            <a:xfrm>
              <a:off x="8249716" y="2697480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이슈</a:t>
              </a:r>
            </a:p>
          </p:txBody>
        </p:sp>
        <p:sp>
          <p:nvSpPr>
            <p:cNvPr id="19" name="카드 내용"/>
            <p:cNvSpPr txBox="1"/>
            <p:nvPr/>
          </p:nvSpPr>
          <p:spPr>
            <a:xfrm>
              <a:off x="8249716" y="3383280"/>
              <a:ext cx="3027578" cy="178308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1600" b="0" i="0" lang="ko-KR">
                  <a:solidFill>
                    <a:schemeClr val="tx1"/>
                  </a:solidFill>
                </a:rPr>
                <a:t>내용을 입력하세요</a:t>
              </a:r>
            </a:p>
            <a:p>
              <a:pPr algn="l">
                <a:lnSpc>
                  <a:spcPct val="130000"/>
                </a:lnSpc>
              </a:pPr>
              <a:r>
                <a:rPr sz="1600" b="0" i="0" lang="ko-KR">
                  <a:solidFill>
                    <a:schemeClr val="tx1"/>
                  </a:solidFill>
                </a:rPr>
                <a:t>내용을 입력하세요</a:t>
              </a:r>
            </a:p>
          </p:txBody>
        </p:sp>
      </p:grpSp>
    </p:spTree>
  </p:cSld>
  <p:clrMapOvr>
    <a:masterClrMapping/>
  </p:clrMapOvr>
  <p:transition spd="med">
    <p:cover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450"/>
                            </p:stCondLst>
                            <p:childTnLst>
                              <p:par>
                                <p:cTn id="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900"/>
                            </p:stCondLst>
                            <p:childTnLst>
                              <p:par>
                                <p:cTn id="1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COMPARE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한눈에 비교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9A811B-BED1-41AA-BADD-0833B46060FE}" type="slidenum">
              <a:rPr lang="en-US"/>
              <a:t>‹#›</a:t>
            </a:fld>
            <a:endParaRPr lang="en-US"/>
          </a:p>
        </p:txBody>
      </p:sp>
      <p:grpSp>
        <p:nvGrpSpPr>
          <p:cNvPr id="5" name="왼쪽 칸"/>
          <p:cNvGrpSpPr/>
          <p:nvPr/>
        </p:nvGrpSpPr>
        <p:grpSpPr>
          <a:xfrm>
            <a:off x="731520" y="1828800"/>
            <a:ext cx="5181447" cy="3566160"/>
            <a:chOff x="731520" y="1828800"/>
            <a:chExt cx="5181447" cy="3566160"/>
          </a:xfrm>
        </p:grpSpPr>
        <p:sp>
          <p:nvSpPr>
            <p:cNvPr id="6" name="칸 바탕"/>
            <p:cNvSpPr/>
            <p:nvPr/>
          </p:nvSpPr>
          <p:spPr>
            <a:xfrm>
              <a:off x="731520" y="1828800"/>
              <a:ext cx="5181447" cy="3566160"/>
            </a:xfrm>
            <a:prstGeom prst="roundRect">
              <a:avLst>
                <a:gd name="adj" fmla="val 7000"/>
              </a:avLst>
            </a:prstGeom>
            <a:solidFill>
              <a:schemeClr val="bg1">
                <a:alpha val="55000"/>
              </a:schemeClr>
            </a:solidFill>
            <a:ln w="15875">
              <a:solidFill>
                <a:schemeClr val="accent1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칸 제목 알약"/>
            <p:cNvSpPr/>
            <p:nvPr/>
          </p:nvSpPr>
          <p:spPr>
            <a:xfrm>
              <a:off x="914400" y="2011680"/>
              <a:ext cx="4815687" cy="59436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700" b="1" i="0" lang="ko-KR">
                  <a:solidFill>
                    <a:schemeClr val="tx1"/>
                  </a:solidFill>
                </a:rPr>
                <a:t>계획</a:t>
              </a:r>
            </a:p>
          </p:txBody>
        </p:sp>
        <p:sp>
          <p:nvSpPr>
            <p:cNvPr id="8" name="칸 내용"/>
            <p:cNvSpPr txBox="1"/>
            <p:nvPr/>
          </p:nvSpPr>
          <p:spPr>
            <a:xfrm>
              <a:off x="1005840" y="2788920"/>
              <a:ext cx="4632807" cy="246888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 marL="228600" indent="-228600">
                <a:lnSpc>
                  <a:spcPct val="130000"/>
                </a:lnSpc>
                <a:spcAft>
                  <a:spcPts val="600"/>
                </a:spcAft>
                <a:buClr>
                  <a:schemeClr val="accent1"/>
                </a:buClr>
                <a:buFont typeface="Arial"/>
                <a:buChar char="•"/>
              </a:pPr>
              <a:r>
                <a:rPr sz="1500" b="0" i="0" lang="ko-KR">
                  <a:solidFill>
                    <a:schemeClr val="tx1"/>
                  </a:solidFill>
                </a:rPr>
                <a:t>내용을 입력하세요</a:t>
              </a:r>
            </a:p>
            <a:p>
              <a:pPr algn="l" marL="228600" indent="-228600">
                <a:lnSpc>
                  <a:spcPct val="130000"/>
                </a:lnSpc>
                <a:spcAft>
                  <a:spcPts val="600"/>
                </a:spcAft>
                <a:buClr>
                  <a:schemeClr val="accent1"/>
                </a:buClr>
                <a:buFont typeface="Arial"/>
                <a:buChar char="•"/>
              </a:pPr>
              <a:r>
                <a:rPr sz="1500" b="0" i="0" lang="ko-KR">
                  <a:solidFill>
                    <a:schemeClr val="tx1"/>
                  </a:solidFill>
                </a:rPr>
                <a:t>내용을 입력하세요</a:t>
              </a:r>
            </a:p>
            <a:p>
              <a:pPr algn="l" marL="228600" indent="-228600">
                <a:lnSpc>
                  <a:spcPct val="130000"/>
                </a:lnSpc>
                <a:spcAft>
                  <a:spcPts val="600"/>
                </a:spcAft>
                <a:buClr>
                  <a:schemeClr val="accent1"/>
                </a:buClr>
                <a:buFont typeface="Arial"/>
                <a:buChar char="•"/>
              </a:pPr>
              <a:r>
                <a:rPr sz="1500" b="0" i="0" lang="ko-KR">
                  <a:solidFill>
                    <a:schemeClr val="tx1"/>
                  </a:solidFill>
                </a:rPr>
                <a:t>내용을 입력하세요</a:t>
              </a:r>
            </a:p>
          </p:txBody>
        </p:sp>
      </p:grpSp>
      <p:grpSp>
        <p:nvGrpSpPr>
          <p:cNvPr id="9" name="오른쪽 칸"/>
          <p:cNvGrpSpPr/>
          <p:nvPr/>
        </p:nvGrpSpPr>
        <p:grpSpPr>
          <a:xfrm>
            <a:off x="6278727" y="1828800"/>
            <a:ext cx="5181447" cy="3566160"/>
            <a:chOff x="6278727" y="1828800"/>
            <a:chExt cx="5181447" cy="3566160"/>
          </a:xfrm>
        </p:grpSpPr>
        <p:sp>
          <p:nvSpPr>
            <p:cNvPr id="10" name="칸 바탕"/>
            <p:cNvSpPr/>
            <p:nvPr/>
          </p:nvSpPr>
          <p:spPr>
            <a:xfrm>
              <a:off x="6278727" y="1828800"/>
              <a:ext cx="5181447" cy="3566160"/>
            </a:xfrm>
            <a:prstGeom prst="roundRect">
              <a:avLst>
                <a:gd name="adj" fmla="val 7000"/>
              </a:avLst>
            </a:prstGeom>
            <a:solidFill>
              <a:schemeClr val="bg1">
                <a:alpha val="55000"/>
              </a:schemeClr>
            </a:solidFill>
            <a:ln w="15875">
              <a:solidFill>
                <a:schemeClr val="accent1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" name="칸 제목 알약"/>
            <p:cNvSpPr/>
            <p:nvPr/>
          </p:nvSpPr>
          <p:spPr>
            <a:xfrm>
              <a:off x="6461607" y="2011680"/>
              <a:ext cx="4815687" cy="594360"/>
            </a:xfrm>
            <a:prstGeom prst="roundRect">
              <a:avLst>
                <a:gd name="adj" fmla="val 50000"/>
              </a:avLst>
            </a:prstGeom>
            <a:solidFill>
              <a:schemeClr val="tx2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700" b="1" i="0" lang="ko-KR">
                  <a:solidFill>
                    <a:schemeClr val="bg1"/>
                  </a:solidFill>
                </a:rPr>
                <a:t>실적</a:t>
              </a:r>
            </a:p>
          </p:txBody>
        </p:sp>
        <p:sp>
          <p:nvSpPr>
            <p:cNvPr id="12" name="칸 내용"/>
            <p:cNvSpPr txBox="1"/>
            <p:nvPr/>
          </p:nvSpPr>
          <p:spPr>
            <a:xfrm>
              <a:off x="6553047" y="2788920"/>
              <a:ext cx="4632807" cy="246888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 marL="228600" indent="-228600">
                <a:lnSpc>
                  <a:spcPct val="130000"/>
                </a:lnSpc>
                <a:spcAft>
                  <a:spcPts val="600"/>
                </a:spcAft>
                <a:buClr>
                  <a:schemeClr val="accent1"/>
                </a:buClr>
                <a:buFont typeface="Arial"/>
                <a:buChar char="•"/>
              </a:pPr>
              <a:r>
                <a:rPr sz="1500" b="0" i="0" lang="ko-KR">
                  <a:solidFill>
                    <a:schemeClr val="tx1"/>
                  </a:solidFill>
                </a:rPr>
                <a:t>내용을 입력하세요</a:t>
              </a:r>
            </a:p>
            <a:p>
              <a:pPr algn="l" marL="228600" indent="-228600">
                <a:lnSpc>
                  <a:spcPct val="130000"/>
                </a:lnSpc>
                <a:spcAft>
                  <a:spcPts val="600"/>
                </a:spcAft>
                <a:buClr>
                  <a:schemeClr val="accent1"/>
                </a:buClr>
                <a:buFont typeface="Arial"/>
                <a:buChar char="•"/>
              </a:pPr>
              <a:r>
                <a:rPr sz="1500" b="0" i="0" lang="ko-KR">
                  <a:solidFill>
                    <a:schemeClr val="tx1"/>
                  </a:solidFill>
                </a:rPr>
                <a:t>내용을 입력하세요</a:t>
              </a:r>
            </a:p>
            <a:p>
              <a:pPr algn="l" marL="228600" indent="-228600">
                <a:lnSpc>
                  <a:spcPct val="130000"/>
                </a:lnSpc>
                <a:spcAft>
                  <a:spcPts val="600"/>
                </a:spcAft>
                <a:buClr>
                  <a:schemeClr val="accent1"/>
                </a:buClr>
                <a:buFont typeface="Arial"/>
                <a:buChar char="•"/>
              </a:pPr>
              <a:r>
                <a:rPr sz="1500" b="0" i="0" lang="ko-KR">
                  <a:solidFill>
                    <a:schemeClr val="tx1"/>
                  </a:solidFill>
                </a:rPr>
                <a:t>내용을 입력하세요</a:t>
              </a:r>
            </a:p>
          </p:txBody>
        </p:sp>
      </p:grpSp>
    </p:spTree>
  </p:cSld>
  <p:clrMapOvr>
    <a:masterClrMapping/>
  </p:clrMapOvr>
  <p:transition spd="med">
    <p:cover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450"/>
                            </p:stCondLst>
                            <p:childTnLst>
                              <p:par>
                                <p:cTn id="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NUMBERS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숫자로 보기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EC2291-F7B5-436C-BC1B-DBEE82193318}" type="slidenum">
              <a:rPr lang="en-US"/>
              <a:t>‹#›</a:t>
            </a:fld>
            <a:endParaRPr lang="en-US"/>
          </a:p>
        </p:txBody>
      </p:sp>
      <p:graphicFrame>
        <p:nvGraphicFramePr>
          <p:cNvPr id="5" name="차트"/>
          <p:cNvGraphicFramePr>
            <a:graphicFrameLocks noGrp="1"/>
          </p:cNvGraphicFramePr>
          <p:nvPr/>
        </p:nvGraphicFramePr>
        <p:xfrm>
          <a:off x="731520" y="1828800"/>
          <a:ext cx="7619695" cy="406908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6" name="차트 안내"/>
          <p:cNvSpPr txBox="1"/>
          <p:nvPr/>
        </p:nvSpPr>
        <p:spPr>
          <a:xfrm>
            <a:off x="8625535" y="2103120"/>
            <a:ext cx="2834640" cy="10972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13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예시 숫자입니다</a:t>
            </a:r>
          </a:p>
          <a:p>
            <a:pPr algn="l">
              <a:lnSpc>
                <a:spcPct val="140000"/>
              </a:lnSpc>
            </a:pPr>
            <a:r>
              <a:rPr sz="13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차트를 우클릭해서</a:t>
            </a:r>
          </a:p>
          <a:p>
            <a:pPr algn="l">
              <a:lnSpc>
                <a:spcPct val="140000"/>
              </a:lnSpc>
            </a:pPr>
            <a:r>
              <a:rPr sz="13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데이터를 고치세요</a:t>
            </a:r>
          </a:p>
        </p:txBody>
      </p:sp>
    </p:spTree>
  </p:cSld>
  <p:clrMapOvr>
    <a:masterClrMapping/>
  </p:clrMapOvr>
  <p:transition spd="med">
    <p:cover dir="l"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SCHEDULE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일정·현황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488B36-F359-4472-BCF5-F2E851CE7DCC}" type="slidenum">
              <a:rPr lang="en-US"/>
              <a:t>‹#›</a:t>
            </a:fld>
            <a:endParaRPr lang="en-US"/>
          </a:p>
        </p:txBody>
      </p:sp>
      <p:graphicFrame>
        <p:nvGraphicFramePr>
          <p:cNvPr id="5" name="표"/>
          <p:cNvGraphicFramePr>
            <a:graphicFrameLocks noGrp="1"/>
          </p:cNvGraphicFramePr>
          <p:nvPr/>
        </p:nvGraphicFramePr>
        <p:xfrm>
          <a:off x="731520" y="1828800"/>
          <a:ext cx="10728652" cy="3950208"/>
        </p:xfrm>
        <a:graphic>
          <a:graphicData uri="http://schemas.openxmlformats.org/drawingml/2006/table">
            <a:tbl>
              <a:tblPr firstRow="1">
                <a:tableStyleId>{2D5ABB26-0587-4C30-8999-92F81FD0307C}</a:tableStyleId>
              </a:tblPr>
              <a:tblGrid>
                <a:gridCol w="2682163"/>
                <a:gridCol w="2682163"/>
                <a:gridCol w="2682163"/>
                <a:gridCol w="2682163"/>
              </a:tblGrid>
              <a:tr h="658368">
                <a:tc>
                  <a:txBody>
                    <a:bodyPr wrap="square"/>
                    <a:lstStyle/>
                    <a:p>
                      <a:pPr algn="ctr"/>
                      <a:r>
                        <a:rPr sz="1500" b="1" lang="ko-KR">
                          <a:solidFill>
                            <a:schemeClr val="tx1"/>
                          </a:solidFill>
                        </a:rPr>
                        <a:t>항목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 lang="ko-KR">
                          <a:solidFill>
                            <a:schemeClr val="tx1"/>
                          </a:solidFill>
                        </a:rPr>
                        <a:t>목표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 lang="ko-KR">
                          <a:solidFill>
                            <a:schemeClr val="tx1"/>
                          </a:solidFill>
                        </a:rPr>
                        <a:t>실적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 lang="ko-KR">
                          <a:solidFill>
                            <a:schemeClr val="tx1"/>
                          </a:solidFill>
                        </a:rPr>
                        <a:t>달성률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1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내용 입력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2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내용 입력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3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내용 입력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4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내용 입력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5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내용 입력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 spd="med">
    <p:cover dir="l"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Q &amp; A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질문과 의견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1F7EBC-8DC5-4A88-A887-DFC83901BE8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  <p:transition spd="med">
    <p:cover dir="l"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AUTUMN  ·  PRESENTATION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감사합니다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끝까지 들어 주셔서 고맙습니다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문의 · 연락처를 입력하세요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업무 보고 발표 템플릿">
  <a:themeElements>
    <a:clrScheme name="업무 보고 발표 템플릿">
      <a:dk1>
        <a:srgbClr val="2B2724"/>
      </a:dk1>
      <a:lt1>
        <a:srgbClr val="FFFFFF"/>
      </a:lt1>
      <a:dk2>
        <a:srgbClr val="4A643A"/>
      </a:dk2>
      <a:lt2>
        <a:srgbClr val="F5EBE2"/>
      </a:lt2>
      <a:accent1>
        <a:srgbClr val="CFA37C"/>
      </a:accent1>
      <a:accent2>
        <a:srgbClr val="8385BE"/>
      </a:accent2>
      <a:accent3>
        <a:srgbClr val="4E3C2C"/>
      </a:accent3>
      <a:accent4>
        <a:srgbClr val="F0DDCB"/>
      </a:accent4>
      <a:accent5>
        <a:srgbClr val="C2E0A3"/>
      </a:accent5>
      <a:accent6>
        <a:srgbClr val="E6BCCD"/>
      </a:accent6>
      <a:hlink>
        <a:srgbClr val="4A643A"/>
      </a:hlink>
      <a:folHlink>
        <a:srgbClr val="4E3C2C"/>
      </a:folHlink>
    </a:clrScheme>
    <a:fontScheme name="업무 보고 발표 템플릿">
      <a:majorFont>
        <a:latin typeface="Palatino Linotype"/>
        <a:ea typeface="바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업무 보고 발표 템플릿</dc:title>
  <dc:subject>업무 보고 발표 자료</dc:subject>
  <dc:creator>우체국보험 상담 안내</dc:creator>
  <cp:keywords>발표,PPT,템플릿</cp:keywords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템플릿</cp:category>
  <dc:language>ko-KR</dc:language>
</cp:coreProperties>
</file>