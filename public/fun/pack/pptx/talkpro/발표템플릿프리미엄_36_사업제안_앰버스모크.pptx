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C2731BF-1B31-49D5-8DA5-86548B0579E5}">
          <p14:sldIdLst>
            <p14:sldId id="256"/>
          </p14:sldIdLst>
        </p14:section>
        <p14:section name="본문" id="{FC7D2C9E-0FBA-4F6B-85EB-7952C70EEDE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D9498FA-C569-4977-9559-0A1E73BF527E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84CA5110-45D5-4AEA-924D-A98820A5118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CB7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57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BBAB08E5-C8CA-4D53-AE69-A1F3E696064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32E48D9B-645E-4AAE-B813-441D21AC463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가을 개편에 맞춰 준비한 제안입니다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1B03-50A5-400E-8FC4-C914FEB2F245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1417319" y="1828800"/>
            <a:ext cx="10134295" cy="914400"/>
            <a:chOff x="1417319" y="1828800"/>
            <a:chExt cx="1013429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1417319" y="182880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691639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24231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52578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5440680" y="187451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1417319" y="2880360"/>
            <a:ext cx="10134295" cy="914400"/>
            <a:chOff x="1417319" y="2880360"/>
            <a:chExt cx="1013429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1417319" y="288036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1417319" y="288036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1691639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줄 제목"/>
            <p:cNvSpPr txBox="1"/>
            <p:nvPr/>
          </p:nvSpPr>
          <p:spPr>
            <a:xfrm>
              <a:off x="24231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2578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줄 내용"/>
            <p:cNvSpPr txBox="1"/>
            <p:nvPr/>
          </p:nvSpPr>
          <p:spPr>
            <a:xfrm>
              <a:off x="5440680" y="292607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3"/>
          <p:cNvGrpSpPr/>
          <p:nvPr/>
        </p:nvGrpSpPr>
        <p:grpSpPr>
          <a:xfrm>
            <a:off x="1417319" y="3931920"/>
            <a:ext cx="10134295" cy="914400"/>
            <a:chOff x="1417319" y="3931920"/>
            <a:chExt cx="10134295" cy="914400"/>
          </a:xfrm>
        </p:grpSpPr>
        <p:sp>
          <p:nvSpPr>
            <p:cNvPr id="21" name="줄 바탕">
              <a:hlinkClick action="ppaction://hlinksldjump" r:id="rId5"/>
            </p:cNvPr>
            <p:cNvSpPr/>
            <p:nvPr/>
          </p:nvSpPr>
          <p:spPr>
            <a:xfrm>
              <a:off x="1417319" y="393192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윗선"/>
            <p:cNvSpPr/>
            <p:nvPr/>
          </p:nvSpPr>
          <p:spPr>
            <a:xfrm>
              <a:off x="1417319" y="393192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1691639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24231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52578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줄 내용"/>
            <p:cNvSpPr txBox="1"/>
            <p:nvPr/>
          </p:nvSpPr>
          <p:spPr>
            <a:xfrm>
              <a:off x="5440680" y="397763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7" name="줄 4"/>
          <p:cNvGrpSpPr/>
          <p:nvPr/>
        </p:nvGrpSpPr>
        <p:grpSpPr>
          <a:xfrm>
            <a:off x="1417319" y="4983479"/>
            <a:ext cx="10134295" cy="914400"/>
            <a:chOff x="1417319" y="4983479"/>
            <a:chExt cx="10134295" cy="914400"/>
          </a:xfrm>
        </p:grpSpPr>
        <p:sp>
          <p:nvSpPr>
            <p:cNvPr id="28" name="줄 바탕">
              <a:hlinkClick action="ppaction://hlinksldjump" r:id="rId6"/>
            </p:cNvPr>
            <p:cNvSpPr/>
            <p:nvPr/>
          </p:nvSpPr>
          <p:spPr>
            <a:xfrm>
              <a:off x="1417319" y="4983479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윗선"/>
            <p:cNvSpPr/>
            <p:nvPr/>
          </p:nvSpPr>
          <p:spPr>
            <a:xfrm>
              <a:off x="1417319" y="4983479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번호 4"/>
            <p:cNvSpPr/>
            <p:nvPr/>
          </p:nvSpPr>
          <p:spPr>
            <a:xfrm>
              <a:off x="1691639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1" name="줄 제목"/>
            <p:cNvSpPr txBox="1"/>
            <p:nvPr/>
          </p:nvSpPr>
          <p:spPr>
            <a:xfrm>
              <a:off x="24231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32" name="구분선"/>
            <p:cNvCxnSpPr/>
            <p:nvPr/>
          </p:nvCxnSpPr>
          <p:spPr>
            <a:xfrm>
              <a:off x="52578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3" name="줄 내용"/>
            <p:cNvSpPr txBox="1"/>
            <p:nvPr/>
          </p:nvSpPr>
          <p:spPr>
            <a:xfrm>
              <a:off x="5440680" y="502919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DF87-9883-4FE9-98CE-AD858B50906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FA3C-FD1B-4DDD-9FD8-26BF689BF40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474720"/>
            <a:chOff x="1417319" y="1828800"/>
            <a:chExt cx="3195218" cy="347472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645919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3474720"/>
            <a:chOff x="4886858" y="1828800"/>
            <a:chExt cx="319521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4886858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511545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3474720"/>
            <a:chOff x="8356396" y="1828800"/>
            <a:chExt cx="3195218" cy="347472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윗선"/>
            <p:cNvSpPr/>
            <p:nvPr/>
          </p:nvSpPr>
          <p:spPr>
            <a:xfrm>
              <a:off x="8356396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858499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2209E-97B8-4FB2-9854-C1A2F1736519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1417319" y="1828800"/>
            <a:ext cx="4884267" cy="3566160"/>
            <a:chOff x="1417319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1417319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160019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현재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691639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667347" y="1828800"/>
            <a:ext cx="4884267" cy="3566160"/>
            <a:chOff x="666734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666734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윗선"/>
            <p:cNvSpPr/>
            <p:nvPr/>
          </p:nvSpPr>
          <p:spPr>
            <a:xfrm>
              <a:off x="6667347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85022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94166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DC67-B79B-4A8C-8ABF-6E93227B05ED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1417319" y="1828800"/>
          <a:ext cx="702533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71697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2701C-0F5D-4B09-BCEC-9A195A2B088B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AMBER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132B2-6FA7-4660-AC22-DEC7CAF794A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AMBER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FBF6EE"/>
      </a:dk1>
      <a:lt1>
        <a:srgbClr val="281F19"/>
      </a:lt1>
      <a:dk2>
        <a:srgbClr val="F2DFC3"/>
      </a:dk2>
      <a:lt2>
        <a:srgbClr val="1A1410"/>
      </a:lt2>
      <a:accent1>
        <a:srgbClr val="E0963A"/>
      </a:accent1>
      <a:accent2>
        <a:srgbClr val="A8715A"/>
      </a:accent2>
      <a:accent3>
        <a:srgbClr val="100C0A"/>
      </a:accent3>
      <a:accent4>
        <a:srgbClr val="3A2C23"/>
      </a:accent4>
      <a:accent5>
        <a:srgbClr val="E8A94E"/>
      </a:accent5>
      <a:accent6>
        <a:srgbClr val="7D5544"/>
      </a:accent6>
      <a:hlink>
        <a:srgbClr val="F2DFC3"/>
      </a:hlink>
      <a:folHlink>
        <a:srgbClr val="100C0A"/>
      </a:folHlink>
    </a:clrScheme>
    <a:fontScheme name="사업 제안 발표 템플릿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