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CB28F4F6-A32B-4DEE-8B0E-B44D43E2C6D4}">
          <p14:sldIdLst>
            <p14:sldId id="256"/>
          </p14:sldIdLst>
        </p14:section>
        <p14:section name="본문" id="{6E6502A8-1961-402F-8ED3-F6AA7C6677EC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D3D06D00-8549-4D20-B872-67E937A41B1B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CB7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57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C6E0B060-10D9-4E20-9349-B61D9CC19A2B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CB7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57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666D3574-23EA-4595-9195-CBBD51A070A6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1417319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7889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4160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5532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1417319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7889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4160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5532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770DAE8D-69C9-4EBE-909C-790F46ABB482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AMBER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개편에 맞춰 준비한 제안입니다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사업 제안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AMBER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58F30-1215-405B-A3DD-6911D2C176F9}" type="slidenum">
              <a:rPr lang="en-US"/>
              <a:t>‹#›</a:t>
            </a:fld>
            <a:endParaRPr lang="en-US"/>
          </a:p>
        </p:txBody>
      </p:sp>
      <p:grpSp>
        <p:nvGrpSpPr>
          <p:cNvPr id="6" name="줄 1"/>
          <p:cNvGrpSpPr/>
          <p:nvPr/>
        </p:nvGrpSpPr>
        <p:grpSpPr>
          <a:xfrm>
            <a:off x="1417319" y="1828800"/>
            <a:ext cx="10134295" cy="914400"/>
            <a:chOff x="1417319" y="1828800"/>
            <a:chExt cx="10134295" cy="914400"/>
          </a:xfrm>
        </p:grpSpPr>
        <p:sp>
          <p:nvSpPr>
            <p:cNvPr id="7" name="줄 바탕">
              <a:hlinkClick action="ppaction://hlinksldjump" r:id="rId3"/>
            </p:cNvPr>
            <p:cNvSpPr/>
            <p:nvPr/>
          </p:nvSpPr>
          <p:spPr>
            <a:xfrm>
              <a:off x="1417319" y="1828800"/>
              <a:ext cx="1013429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윗선"/>
            <p:cNvSpPr/>
            <p:nvPr/>
          </p:nvSpPr>
          <p:spPr>
            <a:xfrm>
              <a:off x="1417319" y="1828800"/>
              <a:ext cx="1013429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번호 1"/>
            <p:cNvSpPr/>
            <p:nvPr/>
          </p:nvSpPr>
          <p:spPr>
            <a:xfrm>
              <a:off x="1691639" y="205740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10" name="줄 제목"/>
            <p:cNvSpPr txBox="1"/>
            <p:nvPr/>
          </p:nvSpPr>
          <p:spPr>
            <a:xfrm>
              <a:off x="24231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문제와 기회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52578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줄 내용"/>
            <p:cNvSpPr txBox="1"/>
            <p:nvPr/>
          </p:nvSpPr>
          <p:spPr>
            <a:xfrm>
              <a:off x="5440680" y="187451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3" name="줄 2"/>
          <p:cNvGrpSpPr/>
          <p:nvPr/>
        </p:nvGrpSpPr>
        <p:grpSpPr>
          <a:xfrm>
            <a:off x="1417319" y="2880360"/>
            <a:ext cx="10134295" cy="914400"/>
            <a:chOff x="1417319" y="2880360"/>
            <a:chExt cx="10134295" cy="914400"/>
          </a:xfrm>
        </p:grpSpPr>
        <p:sp>
          <p:nvSpPr>
            <p:cNvPr id="14" name="줄 바탕">
              <a:hlinkClick action="ppaction://hlinksldjump" r:id="rId4"/>
            </p:cNvPr>
            <p:cNvSpPr/>
            <p:nvPr/>
          </p:nvSpPr>
          <p:spPr>
            <a:xfrm>
              <a:off x="1417319" y="2880360"/>
              <a:ext cx="1013429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윗선"/>
            <p:cNvSpPr/>
            <p:nvPr/>
          </p:nvSpPr>
          <p:spPr>
            <a:xfrm>
              <a:off x="1417319" y="2880360"/>
              <a:ext cx="1013429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/>
            <p:nvPr/>
          </p:nvSpPr>
          <p:spPr>
            <a:xfrm>
              <a:off x="1691639" y="310896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7" name="줄 제목"/>
            <p:cNvSpPr txBox="1"/>
            <p:nvPr/>
          </p:nvSpPr>
          <p:spPr>
            <a:xfrm>
              <a:off x="24231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해결 방법</a:t>
              </a:r>
            </a:p>
          </p:txBody>
        </p:sp>
        <p:cxnSp>
          <p:nvCxnSpPr>
            <p:cNvPr id="18" name="구분선"/>
            <p:cNvCxnSpPr/>
            <p:nvPr/>
          </p:nvCxnSpPr>
          <p:spPr>
            <a:xfrm>
              <a:off x="52578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9" name="줄 내용"/>
            <p:cNvSpPr txBox="1"/>
            <p:nvPr/>
          </p:nvSpPr>
          <p:spPr>
            <a:xfrm>
              <a:off x="5440680" y="292607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0" name="줄 3"/>
          <p:cNvGrpSpPr/>
          <p:nvPr/>
        </p:nvGrpSpPr>
        <p:grpSpPr>
          <a:xfrm>
            <a:off x="1417319" y="3931920"/>
            <a:ext cx="10134295" cy="914400"/>
            <a:chOff x="1417319" y="3931920"/>
            <a:chExt cx="10134295" cy="914400"/>
          </a:xfrm>
        </p:grpSpPr>
        <p:sp>
          <p:nvSpPr>
            <p:cNvPr id="21" name="줄 바탕">
              <a:hlinkClick action="ppaction://hlinksldjump" r:id="rId5"/>
            </p:cNvPr>
            <p:cNvSpPr/>
            <p:nvPr/>
          </p:nvSpPr>
          <p:spPr>
            <a:xfrm>
              <a:off x="1417319" y="3931920"/>
              <a:ext cx="1013429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윗선"/>
            <p:cNvSpPr/>
            <p:nvPr/>
          </p:nvSpPr>
          <p:spPr>
            <a:xfrm>
              <a:off x="1417319" y="3931920"/>
              <a:ext cx="1013429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번호 3"/>
            <p:cNvSpPr/>
            <p:nvPr/>
          </p:nvSpPr>
          <p:spPr>
            <a:xfrm>
              <a:off x="1691639" y="416052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4" name="줄 제목"/>
            <p:cNvSpPr txBox="1"/>
            <p:nvPr/>
          </p:nvSpPr>
          <p:spPr>
            <a:xfrm>
              <a:off x="24231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기대 효과</a:t>
              </a:r>
            </a:p>
          </p:txBody>
        </p:sp>
        <p:cxnSp>
          <p:nvCxnSpPr>
            <p:cNvPr id="25" name="구분선"/>
            <p:cNvCxnSpPr/>
            <p:nvPr/>
          </p:nvCxnSpPr>
          <p:spPr>
            <a:xfrm>
              <a:off x="52578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6" name="줄 내용"/>
            <p:cNvSpPr txBox="1"/>
            <p:nvPr/>
          </p:nvSpPr>
          <p:spPr>
            <a:xfrm>
              <a:off x="5440680" y="397763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7" name="줄 4"/>
          <p:cNvGrpSpPr/>
          <p:nvPr/>
        </p:nvGrpSpPr>
        <p:grpSpPr>
          <a:xfrm>
            <a:off x="1417319" y="4983479"/>
            <a:ext cx="10134295" cy="914400"/>
            <a:chOff x="1417319" y="4983479"/>
            <a:chExt cx="10134295" cy="914400"/>
          </a:xfrm>
        </p:grpSpPr>
        <p:sp>
          <p:nvSpPr>
            <p:cNvPr id="28" name="줄 바탕">
              <a:hlinkClick action="ppaction://hlinksldjump" r:id="rId6"/>
            </p:cNvPr>
            <p:cNvSpPr/>
            <p:nvPr/>
          </p:nvSpPr>
          <p:spPr>
            <a:xfrm>
              <a:off x="1417319" y="4983479"/>
              <a:ext cx="1013429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윗선"/>
            <p:cNvSpPr/>
            <p:nvPr/>
          </p:nvSpPr>
          <p:spPr>
            <a:xfrm>
              <a:off x="1417319" y="4983479"/>
              <a:ext cx="1013429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번호 4"/>
            <p:cNvSpPr/>
            <p:nvPr/>
          </p:nvSpPr>
          <p:spPr>
            <a:xfrm>
              <a:off x="1691639" y="5212079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31" name="줄 제목"/>
            <p:cNvSpPr txBox="1"/>
            <p:nvPr/>
          </p:nvSpPr>
          <p:spPr>
            <a:xfrm>
              <a:off x="24231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진행 계획</a:t>
              </a:r>
            </a:p>
          </p:txBody>
        </p:sp>
        <p:cxnSp>
          <p:nvCxnSpPr>
            <p:cNvPr id="32" name="구분선"/>
            <p:cNvCxnSpPr/>
            <p:nvPr/>
          </p:nvCxnSpPr>
          <p:spPr>
            <a:xfrm>
              <a:off x="52578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3" name="줄 내용"/>
            <p:cNvSpPr txBox="1"/>
            <p:nvPr/>
          </p:nvSpPr>
          <p:spPr>
            <a:xfrm>
              <a:off x="5440680" y="502919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AMBER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A5E317-2155-4827-88A5-EF212B9B476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AMBER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6A5DE-3E86-4AB5-BDBF-5D589C2C539A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1417319" y="1828800"/>
            <a:ext cx="3195218" cy="3474720"/>
            <a:chOff x="1417319" y="1828800"/>
            <a:chExt cx="3195218" cy="3474720"/>
          </a:xfrm>
        </p:grpSpPr>
        <p:sp>
          <p:nvSpPr>
            <p:cNvPr id="7" name="카드 바탕"/>
            <p:cNvSpPr/>
            <p:nvPr/>
          </p:nvSpPr>
          <p:spPr>
            <a:xfrm>
              <a:off x="1417319" y="1828800"/>
              <a:ext cx="319521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윗선"/>
            <p:cNvSpPr/>
            <p:nvPr/>
          </p:nvSpPr>
          <p:spPr>
            <a:xfrm>
              <a:off x="1417319" y="1828800"/>
              <a:ext cx="319521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번호 1"/>
            <p:cNvSpPr/>
            <p:nvPr/>
          </p:nvSpPr>
          <p:spPr>
            <a:xfrm>
              <a:off x="1645919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10" name="카드 제목"/>
            <p:cNvSpPr txBox="1"/>
            <p:nvPr/>
          </p:nvSpPr>
          <p:spPr>
            <a:xfrm>
              <a:off x="160019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현황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1645919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1600199" y="3456432"/>
              <a:ext cx="282945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886858" y="1828800"/>
            <a:ext cx="3195218" cy="3474720"/>
            <a:chOff x="4886858" y="1828800"/>
            <a:chExt cx="3195218" cy="3474720"/>
          </a:xfrm>
        </p:grpSpPr>
        <p:sp>
          <p:nvSpPr>
            <p:cNvPr id="14" name="카드 바탕"/>
            <p:cNvSpPr/>
            <p:nvPr/>
          </p:nvSpPr>
          <p:spPr>
            <a:xfrm>
              <a:off x="4886858" y="1828800"/>
              <a:ext cx="319521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윗선"/>
            <p:cNvSpPr/>
            <p:nvPr/>
          </p:nvSpPr>
          <p:spPr>
            <a:xfrm>
              <a:off x="4886858" y="1828800"/>
              <a:ext cx="319521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/>
            <p:nvPr/>
          </p:nvSpPr>
          <p:spPr>
            <a:xfrm>
              <a:off x="5115458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7" name="카드 제목"/>
            <p:cNvSpPr txBox="1"/>
            <p:nvPr/>
          </p:nvSpPr>
          <p:spPr>
            <a:xfrm>
              <a:off x="506973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제안</a:t>
              </a:r>
            </a:p>
          </p:txBody>
        </p:sp>
        <p:cxnSp>
          <p:nvCxnSpPr>
            <p:cNvPr id="18" name="구분선"/>
            <p:cNvCxnSpPr/>
            <p:nvPr/>
          </p:nvCxnSpPr>
          <p:spPr>
            <a:xfrm>
              <a:off x="5115458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9" name="카드 내용"/>
            <p:cNvSpPr txBox="1"/>
            <p:nvPr/>
          </p:nvSpPr>
          <p:spPr>
            <a:xfrm>
              <a:off x="5069738" y="3456432"/>
              <a:ext cx="282945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20" name="카드 3"/>
          <p:cNvGrpSpPr/>
          <p:nvPr/>
        </p:nvGrpSpPr>
        <p:grpSpPr>
          <a:xfrm>
            <a:off x="8356396" y="1828800"/>
            <a:ext cx="3195218" cy="3474720"/>
            <a:chOff x="8356396" y="1828800"/>
            <a:chExt cx="3195218" cy="3474720"/>
          </a:xfrm>
        </p:grpSpPr>
        <p:sp>
          <p:nvSpPr>
            <p:cNvPr id="21" name="카드 바탕"/>
            <p:cNvSpPr/>
            <p:nvPr/>
          </p:nvSpPr>
          <p:spPr>
            <a:xfrm>
              <a:off x="8356396" y="1828800"/>
              <a:ext cx="319521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윗선"/>
            <p:cNvSpPr/>
            <p:nvPr/>
          </p:nvSpPr>
          <p:spPr>
            <a:xfrm>
              <a:off x="8356396" y="1828800"/>
              <a:ext cx="319521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번호 3"/>
            <p:cNvSpPr/>
            <p:nvPr/>
          </p:nvSpPr>
          <p:spPr>
            <a:xfrm>
              <a:off x="8584996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4" name="카드 제목"/>
            <p:cNvSpPr txBox="1"/>
            <p:nvPr/>
          </p:nvSpPr>
          <p:spPr>
            <a:xfrm>
              <a:off x="853927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효과</a:t>
              </a:r>
            </a:p>
          </p:txBody>
        </p:sp>
        <p:cxnSp>
          <p:nvCxnSpPr>
            <p:cNvPr id="25" name="구분선"/>
            <p:cNvCxnSpPr/>
            <p:nvPr/>
          </p:nvCxnSpPr>
          <p:spPr>
            <a:xfrm>
              <a:off x="8584996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6" name="카드 내용"/>
            <p:cNvSpPr txBox="1"/>
            <p:nvPr/>
          </p:nvSpPr>
          <p:spPr>
            <a:xfrm>
              <a:off x="8539276" y="3456432"/>
              <a:ext cx="282945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AMBER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2F13A-2838-4F92-94A7-A1FA18ABA3FE}" type="slidenum">
              <a:rPr lang="en-US"/>
              <a:t>‹#›</a:t>
            </a:fld>
            <a:endParaRPr lang="en-US"/>
          </a:p>
        </p:txBody>
      </p:sp>
      <p:grpSp>
        <p:nvGrpSpPr>
          <p:cNvPr id="6" name="왼쪽 칸"/>
          <p:cNvGrpSpPr/>
          <p:nvPr/>
        </p:nvGrpSpPr>
        <p:grpSpPr>
          <a:xfrm>
            <a:off x="1417319" y="1828800"/>
            <a:ext cx="4884267" cy="3566160"/>
            <a:chOff x="1417319" y="1828800"/>
            <a:chExt cx="4884267" cy="3566160"/>
          </a:xfrm>
        </p:grpSpPr>
        <p:sp>
          <p:nvSpPr>
            <p:cNvPr id="7" name="칸 바탕"/>
            <p:cNvSpPr/>
            <p:nvPr/>
          </p:nvSpPr>
          <p:spPr>
            <a:xfrm>
              <a:off x="1417319" y="1828800"/>
              <a:ext cx="488426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윗선"/>
            <p:cNvSpPr/>
            <p:nvPr/>
          </p:nvSpPr>
          <p:spPr>
            <a:xfrm>
              <a:off x="1417319" y="1828800"/>
              <a:ext cx="488426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칸 제목 띠"/>
            <p:cNvSpPr/>
            <p:nvPr/>
          </p:nvSpPr>
          <p:spPr>
            <a:xfrm>
              <a:off x="1600199" y="2011680"/>
              <a:ext cx="451850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현재</a:t>
              </a:r>
            </a:p>
          </p:txBody>
        </p:sp>
        <p:sp>
          <p:nvSpPr>
            <p:cNvPr id="10" name="칸 내용"/>
            <p:cNvSpPr txBox="1"/>
            <p:nvPr/>
          </p:nvSpPr>
          <p:spPr>
            <a:xfrm>
              <a:off x="1691639" y="2788920"/>
              <a:ext cx="433562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오른쪽 칸"/>
          <p:cNvGrpSpPr/>
          <p:nvPr/>
        </p:nvGrpSpPr>
        <p:grpSpPr>
          <a:xfrm>
            <a:off x="6667347" y="1828800"/>
            <a:ext cx="4884267" cy="3566160"/>
            <a:chOff x="6667347" y="1828800"/>
            <a:chExt cx="4884267" cy="3566160"/>
          </a:xfrm>
        </p:grpSpPr>
        <p:sp>
          <p:nvSpPr>
            <p:cNvPr id="12" name="칸 바탕"/>
            <p:cNvSpPr/>
            <p:nvPr/>
          </p:nvSpPr>
          <p:spPr>
            <a:xfrm>
              <a:off x="6667347" y="1828800"/>
              <a:ext cx="488426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윗선"/>
            <p:cNvSpPr/>
            <p:nvPr/>
          </p:nvSpPr>
          <p:spPr>
            <a:xfrm>
              <a:off x="6667347" y="1828800"/>
              <a:ext cx="488426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칸 제목 띠"/>
            <p:cNvSpPr/>
            <p:nvPr/>
          </p:nvSpPr>
          <p:spPr>
            <a:xfrm>
              <a:off x="6850227" y="2011680"/>
              <a:ext cx="451850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제안 후</a:t>
              </a:r>
            </a:p>
          </p:txBody>
        </p:sp>
        <p:sp>
          <p:nvSpPr>
            <p:cNvPr id="15" name="칸 내용"/>
            <p:cNvSpPr txBox="1"/>
            <p:nvPr/>
          </p:nvSpPr>
          <p:spPr>
            <a:xfrm>
              <a:off x="6941667" y="2788920"/>
              <a:ext cx="433562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AMBER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DEB27-B804-42CB-8E9A-13DDC8620522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차트"/>
          <p:cNvGraphicFramePr>
            <a:graphicFrameLocks noGrp="1"/>
          </p:cNvGraphicFramePr>
          <p:nvPr/>
        </p:nvGraphicFramePr>
        <p:xfrm>
          <a:off x="1417319" y="1828800"/>
          <a:ext cx="702533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차트 안내"/>
          <p:cNvSpPr txBox="1"/>
          <p:nvPr/>
        </p:nvSpPr>
        <p:spPr>
          <a:xfrm>
            <a:off x="871697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cover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AMBER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FC0581-C441-48A3-88FF-959F3BE01C51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1417319" y="1828800"/>
          <a:ext cx="1013429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533573"/>
                <a:gridCol w="2533573"/>
                <a:gridCol w="2533573"/>
                <a:gridCol w="253357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단계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기간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담당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AMBER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AB92CD-0615-42DE-9B83-586597DBDE1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AMBER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사업 제안 발표 템플릿">
  <a:themeElements>
    <a:clrScheme name="사업 제안 발표 템플릿">
      <a:dk1>
        <a:srgbClr val="FBF6EE"/>
      </a:dk1>
      <a:lt1>
        <a:srgbClr val="281F19"/>
      </a:lt1>
      <a:dk2>
        <a:srgbClr val="F2DFC3"/>
      </a:dk2>
      <a:lt2>
        <a:srgbClr val="1A1410"/>
      </a:lt2>
      <a:accent1>
        <a:srgbClr val="E0963A"/>
      </a:accent1>
      <a:accent2>
        <a:srgbClr val="A8715A"/>
      </a:accent2>
      <a:accent3>
        <a:srgbClr val="100C0A"/>
      </a:accent3>
      <a:accent4>
        <a:srgbClr val="3A2C23"/>
      </a:accent4>
      <a:accent5>
        <a:srgbClr val="E8A94E"/>
      </a:accent5>
      <a:accent6>
        <a:srgbClr val="7D5544"/>
      </a:accent6>
      <a:hlink>
        <a:srgbClr val="F2DFC3"/>
      </a:hlink>
      <a:folHlink>
        <a:srgbClr val="100C0A"/>
      </a:folHlink>
    </a:clrScheme>
    <a:fontScheme name="사업 제안 발표 템플릿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>사업 제안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