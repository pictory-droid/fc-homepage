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9C00360-DBB8-4592-9ECA-4CE91240A624}">
          <p14:sldIdLst>
            <p14:sldId id="256"/>
          </p14:sldIdLst>
        </p14:section>
        <p14:section name="본문" id="{0175F034-4C09-42F8-8888-C042BF81D28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0F652BA9-F941-46F1-8B96-BC75CF96DE0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B503DC1-65A8-475A-BE6A-424E61C9DD41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12064" y="6274612"/>
            <a:ext cx="438912" cy="160934"/>
            <a:chOff x="512064" y="6274612"/>
            <a:chExt cx="438912" cy="160934"/>
          </a:xfrm>
        </p:grpSpPr>
        <p:sp>
          <p:nvSpPr>
            <p:cNvPr id="5" name="Wave 4"/>
            <p:cNvSpPr/>
            <p:nvPr/>
          </p:nvSpPr>
          <p:spPr>
            <a:xfrm>
              <a:off x="512064" y="6274612"/>
              <a:ext cx="438912" cy="16093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794095" y="346557"/>
            <a:ext cx="603504" cy="221284"/>
            <a:chOff x="5794095" y="346557"/>
            <a:chExt cx="603504" cy="221284"/>
          </a:xfrm>
        </p:grpSpPr>
        <p:sp>
          <p:nvSpPr>
            <p:cNvPr id="9" name="Wave 8"/>
            <p:cNvSpPr/>
            <p:nvPr/>
          </p:nvSpPr>
          <p:spPr>
            <a:xfrm>
              <a:off x="5794095" y="346557"/>
              <a:ext cx="603504" cy="22128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348C3D8-D61E-4793-B34F-B378B5E3F6C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12064" y="6274612"/>
            <a:ext cx="438912" cy="160934"/>
            <a:chOff x="512064" y="6274612"/>
            <a:chExt cx="438912" cy="160934"/>
          </a:xfrm>
        </p:grpSpPr>
        <p:sp>
          <p:nvSpPr>
            <p:cNvPr id="5" name="Wave 4"/>
            <p:cNvSpPr/>
            <p:nvPr/>
          </p:nvSpPr>
          <p:spPr>
            <a:xfrm>
              <a:off x="512064" y="6274612"/>
              <a:ext cx="438912" cy="160934"/>
            </a:xfrm>
            <a:prstGeom prst="wav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F085843-859E-4C3D-9D96-2421B841F0F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6" name="Wave 5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끝나고 한 줄로 정리해 보는 시간이 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F1E8E-115D-4A2F-AB16-311BA3A8DB6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5AECE-629E-4B7F-B5C2-64EBFDC3E2E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556F-E0A4-4881-A0BE-0DCD4A75CCD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D22BD-37E4-4332-9368-D2266ECF285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819CD-E9BB-43D8-A49A-88E20D8E67B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DF61-0112-401A-A978-98C2B653C80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C5B30-031E-4727-908C-05DBF811985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3A644F"/>
      </a:dk2>
      <a:lt2>
        <a:srgbClr val="EBF7EF"/>
      </a:lt2>
      <a:accent1>
        <a:srgbClr val="89CCA0"/>
      </a:accent1>
      <a:accent2>
        <a:srgbClr val="8FBDB5"/>
      </a:accent2>
      <a:accent3>
        <a:srgbClr val="2C4E37"/>
      </a:accent3>
      <a:accent4>
        <a:srgbClr val="CEEED9"/>
      </a:accent4>
      <a:accent5>
        <a:srgbClr val="A3CAE0"/>
      </a:accent5>
      <a:accent6>
        <a:srgbClr val="D2E6BC"/>
      </a:accent6>
      <a:hlink>
        <a:srgbClr val="3A644F"/>
      </a:hlink>
      <a:folHlink>
        <a:srgbClr val="2C4E37"/>
      </a:folHlink>
    </a:clrScheme>
    <a:fontScheme name="교육·강의 발표 템플릿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