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731E2B2-4ED7-409F-ABB7-F5DD021A8DCD}">
          <p14:sldIdLst>
            <p14:sldId id="256"/>
          </p14:sldIdLst>
        </p14:section>
        <p14:section name="본문" id="{335C55B2-6B7F-4CB3-BA59-C48523856E58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CFBD8425-6604-402F-8234-9041D543CD33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04FFC031-8C8D-416A-AA16-87ED03E32FD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0D3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6AB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913D6B38-AC7A-4AFF-97BB-5EBC1DDF300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6EEE210F-E2A4-4598-9DDD-A40800E5B19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이번 분기 진행 상황을 보고드립니다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DFC0-9E32-49C5-8187-2B3EDFDA171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88036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393192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731520" y="4983479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8992-CE38-44E7-AB10-9CF98F0EF7E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4FB4-A1A9-4D6B-AD91-DD39CFAA0BE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BD3E-857B-4B0E-9B85-45D076121206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계획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윗선"/>
            <p:cNvSpPr/>
            <p:nvPr/>
          </p:nvSpPr>
          <p:spPr>
            <a:xfrm>
              <a:off x="6278727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실적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E209-AC95-4647-983C-C6D264BAA34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96A2-6409-4C71-A2E1-ECF32BEFC96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8171-771C-4CD7-900C-F9E91837D94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3830"/>
      </a:dk1>
      <a:lt1>
        <a:srgbClr val="FCFCF9"/>
      </a:lt1>
      <a:dk2>
        <a:srgbClr val="2E4437"/>
      </a:dk2>
      <a:lt2>
        <a:srgbClr val="F6F4EA"/>
      </a:lt2>
      <a:accent1>
        <a:srgbClr val="7D9481"/>
      </a:accent1>
      <a:accent2>
        <a:srgbClr val="B5A173"/>
      </a:accent2>
      <a:accent3>
        <a:srgbClr val="2A3830"/>
      </a:accent3>
      <a:accent4>
        <a:srgbClr val="DEE1D5"/>
      </a:accent4>
      <a:accent5>
        <a:srgbClr val="B99C5C"/>
      </a:accent5>
      <a:accent6>
        <a:srgbClr val="D2C6A9"/>
      </a:accent6>
      <a:hlink>
        <a:srgbClr val="2E4437"/>
      </a:hlink>
      <a:folHlink>
        <a:srgbClr val="2A3830"/>
      </a:folHlink>
    </a:clrScheme>
    <a:fontScheme name="업무 보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