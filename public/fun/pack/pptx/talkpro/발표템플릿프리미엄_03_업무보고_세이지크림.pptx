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69A8B39-8499-4A56-B78F-E02189D62CEF}">
          <p14:sldIdLst>
            <p14:sldId id="256"/>
          </p14:sldIdLst>
        </p14:section>
        <p14:section name="본문" id="{4D38CCC0-3196-40EB-A388-AC942EEB0CB2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C26C7450-D132-4B2D-B319-5F6F09343FB4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sp>
        <p:nvSpPr>
          <p:cNvPr id="6" name="Oval 5"/>
          <p:cNvSpPr/>
          <p:nvPr/>
        </p:nvSpPr>
        <p:spPr>
          <a:xfrm>
            <a:off x="8716975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8690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9565538" y="335584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9D1D91E5-9D2D-4BDF-8C5C-BADC3F106BF2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609584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609584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6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609584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0D3D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609584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6ABA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6583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629107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731520" y="6199632"/>
            <a:ext cx="10728655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sp>
        <p:nvSpPr>
          <p:cNvPr id="6" name="Oval 5"/>
          <p:cNvSpPr/>
          <p:nvPr/>
        </p:nvSpPr>
        <p:spPr>
          <a:xfrm>
            <a:off x="8716975" y="137159"/>
            <a:ext cx="6583680" cy="6583680"/>
          </a:xfrm>
          <a:prstGeom prst="ellipse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38690" y="1058875"/>
            <a:ext cx="4740249" cy="4740249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9565538" y="3355848"/>
            <a:ext cx="146304" cy="146304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D009731E-13F2-4698-9010-8122EC165383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747E2930-3FE6-4449-A974-87C0AF355C8E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SAGE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지금까지의 진행 상황을 보고드립니다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업무 보고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A9B90-A58B-49A1-99B0-6ABEEFBA1F7F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005840" y="205740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추진 경과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3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731520" y="288036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1005840" y="310896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주요 성과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0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731520" y="393192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1005840" y="41605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이슈와 대응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6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7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윗선"/>
            <p:cNvSpPr/>
            <p:nvPr/>
          </p:nvSpPr>
          <p:spPr>
            <a:xfrm>
              <a:off x="731520" y="4983479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1005840" y="5212079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30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향후 계획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74939-935E-4E21-93B1-36B6BFDDEA0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6A8292-CF95-44F2-A8B3-BCF332B4E84E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진행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성과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이슈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8E1D8-DD03-40A8-9C5D-A36DADF0861F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518144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계획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윗선"/>
            <p:cNvSpPr/>
            <p:nvPr/>
          </p:nvSpPr>
          <p:spPr>
            <a:xfrm>
              <a:off x="6278727" y="1828800"/>
              <a:ext cx="518144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실적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E311E-7CD3-4EE4-B23A-DD5B4D109DB6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E4139-F81A-4386-AB21-C4D943A09B4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목표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실적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달성률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89EBD3-2705-4B5F-9492-153650DD55E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SAGE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업무 보고 발표 템플릿">
  <a:themeElements>
    <a:clrScheme name="업무 보고 발표 템플릿">
      <a:dk1>
        <a:srgbClr val="2B3830"/>
      </a:dk1>
      <a:lt1>
        <a:srgbClr val="FCFCF9"/>
      </a:lt1>
      <a:dk2>
        <a:srgbClr val="2E4437"/>
      </a:dk2>
      <a:lt2>
        <a:srgbClr val="F6F4EA"/>
      </a:lt2>
      <a:accent1>
        <a:srgbClr val="7D9481"/>
      </a:accent1>
      <a:accent2>
        <a:srgbClr val="B5A173"/>
      </a:accent2>
      <a:accent3>
        <a:srgbClr val="2A3830"/>
      </a:accent3>
      <a:accent4>
        <a:srgbClr val="DEE1D5"/>
      </a:accent4>
      <a:accent5>
        <a:srgbClr val="B99C5C"/>
      </a:accent5>
      <a:accent6>
        <a:srgbClr val="D2C6A9"/>
      </a:accent6>
      <a:hlink>
        <a:srgbClr val="2E4437"/>
      </a:hlink>
      <a:folHlink>
        <a:srgbClr val="2A3830"/>
      </a:folHlink>
    </a:clrScheme>
    <a:fontScheme name="업무 보고 발표 템플릿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>업무 보고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