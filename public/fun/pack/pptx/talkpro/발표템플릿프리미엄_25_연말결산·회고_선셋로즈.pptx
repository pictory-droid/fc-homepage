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64E533B-BA10-4A4B-B9E3-F50C467D9F3A}">
          <p14:sldIdLst>
            <p14:sldId id="256"/>
          </p14:sldIdLst>
        </p14:section>
        <p14:section name="본문" id="{A69AEF63-61BA-476B-BEFD-F7149C6A088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E4B6E93-CB13-4EF6-8560-ED39858CCB4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8B87546-EB42-4686-9BA4-2B8A43847967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95E38E9-43CE-46C3-8474-BA279A7893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C71EF46-6679-4117-B4F8-8C43A494399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중간 점검을 하며 남은 일정을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81B0-C7DE-45B7-9751-81ACA6FA264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A7E8E-1E1C-4EB0-B757-0709B10BCD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1A2-D6AC-4031-954E-775CF5B3A8B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45F1-0CBE-495B-A7F4-D9E2251ED2A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F6AF-5D70-44E0-A8E2-A7B616DF11B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C36-246A-4B19-BE0C-875928B22A9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E9B3-B74D-4BD2-AA1D-EB6D0211C2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연말 결산·회고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