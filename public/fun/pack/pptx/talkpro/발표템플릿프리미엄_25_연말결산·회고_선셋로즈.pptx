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D465014B-3703-4155-8DB9-397071E8255E}">
          <p14:sldIdLst>
            <p14:sldId id="256"/>
          </p14:sldIdLst>
        </p14:section>
        <p14:section name="본문" id="{DCF69361-394F-44D4-A434-9A45D09DDF06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70ACD79A-FC19-47BC-A892-0448A3E2A0C6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7DF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D1C2C7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2E3EFCF4-04F6-43DA-80CD-DEFFFD33281D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chemeClr val="bg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28BF53FE-C9C4-4A74-BC68-BEC3D369D70D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FCB5E97B-51C4-4A2C-9D58-32F890C6EF23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SUNSET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상반기를 마치며 남은 반년을 점검합니다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연말 결산·회고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4D2CA-E58A-4133-82F2-E4C9E59A36FD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005840" y="205740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올해의 한 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3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813816" y="2962656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1005840" y="310896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잘한 일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20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813816" y="4014215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1005840" y="41605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아쉬운 일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6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7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안쪽 선"/>
            <p:cNvSpPr/>
            <p:nvPr/>
          </p:nvSpPr>
          <p:spPr>
            <a:xfrm>
              <a:off x="813816" y="5065775"/>
              <a:ext cx="1056406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/>
            <p:nvPr/>
          </p:nvSpPr>
          <p:spPr>
            <a:xfrm>
              <a:off x="1005840" y="5212079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30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내년의 다짐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86BED-2C36-499A-B93D-666BD09FCCCA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6F851-2FFB-4538-B3F3-3B37FA4AA001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잘한 점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4481474" y="1911095"/>
              <a:ext cx="322874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배운 점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8149132" y="1911095"/>
              <a:ext cx="322874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다음 목표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44C10-949D-4A95-A41C-3BBC62690CCE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501685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올해 초</a:t>
              </a:r>
            </a:p>
          </p:txBody>
        </p:sp>
        <p:sp>
          <p:nvSpPr>
            <p:cNvPr id="9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0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1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안쪽 선"/>
            <p:cNvSpPr/>
            <p:nvPr/>
          </p:nvSpPr>
          <p:spPr>
            <a:xfrm>
              <a:off x="6361023" y="1911095"/>
              <a:ext cx="501685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올해 말</a:t>
              </a:r>
            </a:p>
          </p:txBody>
        </p:sp>
        <p:sp>
          <p:nvSpPr>
            <p:cNvPr id="14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73F52-EDA6-40B0-B445-C7071C03F3B0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171C2-EA6C-4CF9-9A6C-20BEEDF21158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한 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배운 점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점수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26710-B7FB-4C96-A930-CF66DBE0980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SUNSET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연말 결산·회고 발표 템플릿">
  <a:themeElements>
    <a:clrScheme name="연말 결산·회고 발표 템플릿">
      <a:dk1>
        <a:srgbClr val="48373D"/>
      </a:dk1>
      <a:lt1>
        <a:srgbClr val="FFFCFA"/>
      </a:lt1>
      <a:dk2>
        <a:srgbClr val="5B1E33"/>
      </a:dk2>
      <a:lt2>
        <a:srgbClr val="FFF4EE"/>
      </a:lt2>
      <a:accent1>
        <a:srgbClr val="D2506A"/>
      </a:accent1>
      <a:accent2>
        <a:srgbClr val="F0A15E"/>
      </a:accent2>
      <a:accent3>
        <a:srgbClr val="926D7A"/>
      </a:accent3>
      <a:accent4>
        <a:srgbClr val="F6D3D4"/>
      </a:accent4>
      <a:accent5>
        <a:srgbClr val="D4A265"/>
      </a:accent5>
      <a:accent6>
        <a:srgbClr val="F7C69F"/>
      </a:accent6>
      <a:hlink>
        <a:srgbClr val="5B1E33"/>
      </a:hlink>
      <a:folHlink>
        <a:srgbClr val="926D7A"/>
      </a:folHlink>
    </a:clrScheme>
    <a:fontScheme name="연말 결산·회고 발표 템플릿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>연말 결산·회고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