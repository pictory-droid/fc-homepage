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B021F77-D2A5-4744-ABAF-F5005D0D5C74}">
          <p14:sldIdLst>
            <p14:sldId id="256"/>
          </p14:sldIdLst>
        </p14:section>
        <p14:section name="본문" id="{3C10137C-B016-4EE8-A781-A0F2556A70A9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584CF522-77C8-4CD2-ACF4-2BA4256CD814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9753356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487667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5A03815-1F23-4FC3-8821-7ED3996A7E51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76782"/>
            <a:ext cx="320040" cy="275234"/>
            <a:chOff x="11208715" y="776782"/>
            <a:chExt cx="320040" cy="275234"/>
          </a:xfrm>
        </p:grpSpPr>
        <p:sp>
          <p:nvSpPr>
            <p:cNvPr id="5" name="Hexagon 4"/>
            <p:cNvSpPr/>
            <p:nvPr/>
          </p:nvSpPr>
          <p:spPr>
            <a:xfrm>
              <a:off x="11208715" y="776782"/>
              <a:ext cx="320040" cy="275234"/>
            </a:xfrm>
            <a:prstGeom prst="hexag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9753356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487667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346ECA1-A886-4059-A1D4-D45DF1CC069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76782"/>
            <a:ext cx="320040" cy="275234"/>
            <a:chOff x="11208715" y="776782"/>
            <a:chExt cx="320040" cy="275234"/>
          </a:xfrm>
        </p:grpSpPr>
        <p:sp>
          <p:nvSpPr>
            <p:cNvPr id="5" name="Hexagon 4"/>
            <p:cNvSpPr/>
            <p:nvPr/>
          </p:nvSpPr>
          <p:spPr>
            <a:xfrm>
              <a:off x="11208715" y="776782"/>
              <a:ext cx="320040" cy="275234"/>
            </a:xfrm>
            <a:prstGeom prst="hexag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E171199-EB8B-412E-A5BE-66BDA0BCD85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50484"/>
            <a:ext cx="548640" cy="471830"/>
            <a:chOff x="5821527" y="5250484"/>
            <a:chExt cx="548640" cy="471830"/>
          </a:xfrm>
        </p:grpSpPr>
        <p:sp>
          <p:nvSpPr>
            <p:cNvPr id="7" name="Hexagon 6"/>
            <p:cNvSpPr/>
            <p:nvPr/>
          </p:nvSpPr>
          <p:spPr>
            <a:xfrm>
              <a:off x="5821527" y="5250484"/>
              <a:ext cx="548640" cy="471830"/>
            </a:xfrm>
            <a:prstGeom prst="hexagon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잘한 일과 못한 일을 솔직하게 적었습니다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53BB3-E152-4128-AC91-6C4D942F1996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749808" y="288036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749808" y="393192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위쪽 띠"/>
            <p:cNvSpPr/>
            <p:nvPr/>
          </p:nvSpPr>
          <p:spPr>
            <a:xfrm>
              <a:off x="749808" y="4983479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7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74405-C62A-4360-A561-73985A47951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C0DF-7B42-4EF9-9648-BB651727CCE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1E3C-46BF-4E01-A4F7-D1B23DA8E8D2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올해 초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위쪽 띠"/>
            <p:cNvSpPr/>
            <p:nvPr/>
          </p:nvSpPr>
          <p:spPr>
            <a:xfrm>
              <a:off x="6297015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올해 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3A9DE-0AF7-4EF3-BB4D-E740B35CE97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01FEA-2A2A-4750-AAAA-68E28D55E19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F685-C670-46CF-8D12-AFBA8C7EE4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2B2724"/>
      </a:dk1>
      <a:lt1>
        <a:srgbClr val="FFFFFF"/>
      </a:lt1>
      <a:dk2>
        <a:srgbClr val="64613A"/>
      </a:dk2>
      <a:lt2>
        <a:srgbClr val="F9E4E8"/>
      </a:lt2>
      <a:accent1>
        <a:srgbClr val="D87384"/>
      </a:accent1>
      <a:accent2>
        <a:srgbClr val="7CB9C5"/>
      </a:accent2>
      <a:accent3>
        <a:srgbClr val="4E2C32"/>
      </a:accent3>
      <a:accent4>
        <a:srgbClr val="F4C7CF"/>
      </a:accent4>
      <a:accent5>
        <a:srgbClr val="E0D8A3"/>
      </a:accent5>
      <a:accent6>
        <a:srgbClr val="E4BCE6"/>
      </a:accent6>
      <a:hlink>
        <a:srgbClr val="64613A"/>
      </a:hlink>
      <a:folHlink>
        <a:srgbClr val="4E2C32"/>
      </a:folHlink>
    </a:clrScheme>
    <a:fontScheme name="연말 결산·회고 발표 템플릿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