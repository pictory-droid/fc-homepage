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17AD2E9-0C03-428B-A478-C6ECA8FBD0CB}">
          <p14:sldIdLst>
            <p14:sldId id="256"/>
          </p14:sldIdLst>
        </p14:section>
        <p14:section name="본문" id="{8EF08BD2-C3A8-48EC-9DFE-2CEFC4AE135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7E3777CE-2EE8-4A65-8E6A-F66BE5A02837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11AC36C-85E7-424D-856B-F5CB4CFDBCE3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Block Arc 4"/>
            <p:cNvSpPr/>
            <p:nvPr/>
          </p:nvSpPr>
          <p:spPr>
            <a:xfrm>
              <a:off x="11277295" y="6172200"/>
              <a:ext cx="365760" cy="36576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1A33185-231D-4B05-B056-8737A95C532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Block Arc 4"/>
            <p:cNvSpPr/>
            <p:nvPr/>
          </p:nvSpPr>
          <p:spPr>
            <a:xfrm>
              <a:off x="11277295" y="6172200"/>
              <a:ext cx="365760" cy="36576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07FA22E-B017-4812-BE4D-BAD3E6FF5AB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 개편에 맞춰 준비한 제안입니다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AD46C-69DE-4AD8-9B9D-B77B1E45C96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C41-AB2D-4321-BCCA-8A2D9CAFB38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6010-531B-422D-ABC7-F8D02BE68E5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9DDF-DD82-4DD6-A3E0-60C93304291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535A-FFAF-4924-9F9A-532D10F626D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61122-FAA9-4189-9E79-9FE31E19ED3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BAF2B-BC80-41AB-91A4-A9D3B6AB92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사업 제안 발표 템플릿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