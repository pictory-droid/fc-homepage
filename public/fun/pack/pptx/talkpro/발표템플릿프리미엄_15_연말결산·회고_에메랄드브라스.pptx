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AAEFD56-EB16-491A-BCF8-AD63A14552E8}">
          <p14:sldIdLst>
            <p14:sldId id="256"/>
          </p14:sldIdLst>
        </p14:section>
        <p14:section name="본문" id="{1D5C25CA-83B4-404C-AF84-76D18FD61A7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11ECA059-FB59-4A65-83F1-80A5066A3AF4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627C8DF-0498-4781-9FC6-977453579252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F4565F0-04AA-445B-B168-AF5C49B83D3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08A0A84-D2A5-4B12-8A22-419DA5A5EB1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봄에 세운 목표를 지금 기준으로 다시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ED2F0-8B1F-4F36-B1CD-3EECC4488728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A934A-4C9F-4E58-BDDA-479DE60299C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E5D63-4A6B-438D-A041-1FA53CA5EC5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68DDD5-32F1-4DAC-A3FF-22478B952404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32166-59F8-4EEA-9EAC-3F483137CFE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714DF8-F079-41F7-A094-C6A886DE6A0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8AFE2-65CE-47EB-A45D-41A4316BDB3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연말 결산·회고 발표 템플릿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