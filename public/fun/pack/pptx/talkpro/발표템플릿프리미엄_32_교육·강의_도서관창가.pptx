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199D3A7-ACFA-4EF2-A58B-8A177DCDDE3E}">
          <p14:sldIdLst>
            <p14:sldId id="256"/>
          </p14:sldIdLst>
        </p14:section>
        <p14:section name="본문" id="{80D914F8-CF34-4B18-9842-26309CFD7CB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629A841-C1A9-4142-9F94-281D11D37CF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1097243" y="731519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4613434-4F08-4BC7-99D8-9F1140394329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Donut 4"/>
            <p:cNvSpPr/>
            <p:nvPr/>
          </p:nvSpPr>
          <p:spPr>
            <a:xfrm>
              <a:off x="11208715" y="7543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1097243" y="731519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4F8D3E1-5DF4-463A-B961-687E8BF4161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Donut 4"/>
            <p:cNvSpPr/>
            <p:nvPr/>
          </p:nvSpPr>
          <p:spPr>
            <a:xfrm>
              <a:off x="11208715" y="7543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28B79F4-3665-405D-96A1-64719868A21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Donut 6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예습 없이도 따라올 수 있게 만들었습니다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7D11-3F26-40A4-AE46-7D3ACEF21A36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BE8D-ADA5-4380-8E7B-A6AF3088B33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AAF7-F14D-48E4-8921-5A3928A907A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6391-2062-4CB9-B74B-B12FD6DBA8C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373B-DD73-4F77-90C0-A20B74E386F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C482-E9CB-47AC-9CB6-A81CB344C26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7936-CE56-4F2D-9507-87F2EC17E63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4F643A"/>
      </a:dk2>
      <a:lt2>
        <a:srgbClr val="F5EAE2"/>
      </a:lt2>
      <a:accent1>
        <a:srgbClr val="CF9D7C"/>
      </a:accent1>
      <a:accent2>
        <a:srgbClr val="8393BE"/>
      </a:accent2>
      <a:accent3>
        <a:srgbClr val="4E3A2C"/>
      </a:accent3>
      <a:accent4>
        <a:srgbClr val="F0DACB"/>
      </a:accent4>
      <a:accent5>
        <a:srgbClr val="C6E0A3"/>
      </a:accent5>
      <a:accent6>
        <a:srgbClr val="E6BCD0"/>
      </a:accent6>
      <a:hlink>
        <a:srgbClr val="4F643A"/>
      </a:hlink>
      <a:folHlink>
        <a:srgbClr val="4E3A2C"/>
      </a:folHlink>
    </a:clrScheme>
    <a:fontScheme name="교육·강의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