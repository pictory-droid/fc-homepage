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DF5A7AC-69EB-497D-82C6-148C5D8668C2}">
          <p14:sldIdLst>
            <p14:sldId id="256"/>
          </p14:sldIdLst>
        </p14:section>
        <p14:section name="본문" id="{5FB81738-F87E-4B7E-8462-71200A35C511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539EF131-3301-4A0E-AEA5-DA83A430F162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CCE8B9D0-459A-4924-851F-FE872EFBC429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18C4D248-430A-43DD-8B00-CE9BEC9F841A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8A4FA362-9931-4523-819A-9E3EDBBF1EB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7" name="Diamond 6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상반기를 마치며 남은 반년을 점검합니다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24383-99F0-4E83-9714-00FC9D52A245}" type="slidenum">
              <a:rPr lang="en-US"/>
              <a:t>‹#›</a:t>
            </a:fld>
            <a:endParaRPr lang="en-US"/>
          </a:p>
        </p:txBody>
      </p:sp>
      <p:grpSp>
        <p:nvGrpSpPr>
          <p:cNvPr id="6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7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위쪽 띠"/>
            <p:cNvSpPr/>
            <p:nvPr/>
          </p:nvSpPr>
          <p:spPr>
            <a:xfrm>
              <a:off x="749808" y="288036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sp>
          <p:nvSpPr>
            <p:cNvPr id="17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8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9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위쪽 띠"/>
            <p:cNvSpPr/>
            <p:nvPr/>
          </p:nvSpPr>
          <p:spPr>
            <a:xfrm>
              <a:off x="749808" y="393192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2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sp>
          <p:nvSpPr>
            <p:cNvPr id="23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4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5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위쪽 띠"/>
            <p:cNvSpPr/>
            <p:nvPr/>
          </p:nvSpPr>
          <p:spPr>
            <a:xfrm>
              <a:off x="749808" y="4983479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8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sp>
          <p:nvSpPr>
            <p:cNvPr id="29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CFEA5-47E7-4136-BC8D-17DACFC8357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627C7-4810-44EA-887A-BB43ECCADEFA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9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40834-74DB-471F-876F-8EE5B5DCF808}" type="slidenum">
              <a:rPr lang="en-US"/>
              <a:t>‹#›</a:t>
            </a:fld>
            <a:endParaRPr lang="en-US"/>
          </a:p>
        </p:txBody>
      </p:sp>
      <p:grpSp>
        <p:nvGrpSpPr>
          <p:cNvPr id="6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7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위쪽 띠"/>
            <p:cNvSpPr/>
            <p:nvPr/>
          </p:nvSpPr>
          <p:spPr>
            <a:xfrm>
              <a:off x="749808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올해 초</a:t>
              </a:r>
            </a:p>
          </p:txBody>
        </p:sp>
        <p:sp>
          <p:nvSpPr>
            <p:cNvPr id="10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2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6297015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올해 말</a:t>
              </a:r>
            </a:p>
          </p:txBody>
        </p:sp>
        <p:sp>
          <p:nvSpPr>
            <p:cNvPr id="15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F3C1F-8C37-4812-9351-F512B1F70E37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65D9B-7846-4A57-9DAC-E1FBBF3F18D9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51197-700A-4C6A-9028-D4F6998C7D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2B2724"/>
      </a:dk1>
      <a:lt1>
        <a:srgbClr val="FFFFFF"/>
      </a:lt1>
      <a:dk2>
        <a:srgbClr val="643A48"/>
      </a:dk2>
      <a:lt2>
        <a:srgbClr val="F9DEEC"/>
      </a:lt2>
      <a:accent1>
        <a:srgbClr val="E27EB0"/>
      </a:accent1>
      <a:accent2>
        <a:srgbClr val="CF8686"/>
      </a:accent2>
      <a:accent3>
        <a:srgbClr val="4E2C3D"/>
      </a:accent3>
      <a:accent4>
        <a:srgbClr val="F7C5DE"/>
      </a:accent4>
      <a:accent5>
        <a:srgbClr val="E0C4A3"/>
      </a:accent5>
      <a:accent6>
        <a:srgbClr val="D7BCE6"/>
      </a:accent6>
      <a:hlink>
        <a:srgbClr val="643A48"/>
      </a:hlink>
      <a:folHlink>
        <a:srgbClr val="4E2C3D"/>
      </a:folHlink>
    </a:clrScheme>
    <a:fontScheme name="연말 결산·회고 발표 템플릿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