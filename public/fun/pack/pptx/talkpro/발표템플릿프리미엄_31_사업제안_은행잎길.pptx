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9459365-B476-4623-9AB4-CFB58C273A9E}">
          <p14:sldIdLst>
            <p14:sldId id="256"/>
          </p14:sldIdLst>
        </p14:section>
        <p14:section name="본문" id="{FC8B3C55-A5B9-45F0-8EF5-2D1F7C30CAD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0F99DC7-3FC2-48A9-A00C-550AF9CBF80B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9F78BFB-C715-4688-A3E5-4E602761CB3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66BB3B2F-8575-436C-A028-300AD01B08B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54F4074-C747-4039-838A-87AE7F508A1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비용과 일정부터 확인해 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8CADB-25EB-4334-9C25-63100C3EA398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7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2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5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7EB31-C463-4941-846D-3520D031448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3CCD-8EB3-4DDB-8D5D-EF654C85B29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EF170-9A68-424D-B75F-74DD704DCFD3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3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15292-5EF5-4545-964A-93AC57DEC75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F1B38-688F-41DB-A064-16264BAD2533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1F53-11E6-49D7-B4AB-ABE508129BC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사업 제안 발표 템플릿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