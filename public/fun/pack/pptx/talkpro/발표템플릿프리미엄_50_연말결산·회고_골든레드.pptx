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381956D-AA8F-4B7C-AA3D-8F82FD670576}">
          <p14:sldIdLst>
            <p14:sldId id="256"/>
          </p14:sldIdLst>
        </p14:section>
        <p14:section name="본문" id="{094FCDD8-4711-4746-8BB0-080098E6686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F15D3312-81E7-4000-A6DE-1FBC1678BBAD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7EA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429DD8A-7827-4028-99B2-24EE7B384203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1094415" y="822959"/>
            <a:ext cx="822960" cy="521208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755885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755885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CF7EA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755885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EB5A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755885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D817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10820095" y="0"/>
            <a:ext cx="137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0042855" y="0"/>
            <a:ext cx="77724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9585655" y="0"/>
            <a:ext cx="4572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11335" y="0"/>
            <a:ext cx="2743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174175" y="0"/>
            <a:ext cx="13716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2E0719B1-058B-4F66-8A2F-B2625A01882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046493A0-BA00-49A9-B68E-336B25E73ADB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LUCKY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앞으로 가져갈 것과 두고 갈 것을 나눴습니다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9A726-D4C8-43DB-9FBD-72B7874609F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60120" y="201168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960120" y="306324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960120" y="41148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 txBox="1"/>
            <p:nvPr/>
          </p:nvSpPr>
          <p:spPr>
            <a:xfrm>
              <a:off x="960120" y="5166359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3B69A-9DBD-4950-8D87-D37E7E4BB4C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F4AB-262D-4130-885A-1CDC748DD3E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00005-801F-4D97-998F-DEB90425B48D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초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FFFFFF"/>
                  </a:solidFill>
                </a:rPr>
                <a:t>올해 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7500A-4609-44A9-8719-104C8128D83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388C1-D7A6-4B8E-A37E-C617C1E3AA8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8E6E29-B2DD-4579-8EC1-91BA82CAFEF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LUCKY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LUCKY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FCF7EA"/>
      </a:dk1>
      <a:lt1>
        <a:srgbClr val="2F1119"/>
      </a:lt1>
      <a:dk2>
        <a:srgbClr val="F6E3B4"/>
      </a:dk2>
      <a:lt2>
        <a:srgbClr val="1E0B10"/>
      </a:lt2>
      <a:accent1>
        <a:srgbClr val="E2B659"/>
      </a:accent1>
      <a:accent2>
        <a:srgbClr val="C0283C"/>
      </a:accent2>
      <a:accent3>
        <a:srgbClr val="13070A"/>
      </a:accent3>
      <a:accent4>
        <a:srgbClr val="431924"/>
      </a:accent4>
      <a:accent5>
        <a:srgbClr val="EAC871"/>
      </a:accent5>
      <a:accent6>
        <a:srgbClr val="8F1F2F"/>
      </a:accent6>
      <a:hlink>
        <a:srgbClr val="F6E3B4"/>
      </a:hlink>
      <a:folHlink>
        <a:srgbClr val="13070A"/>
      </a:folHlink>
    </a:clrScheme>
    <a:fontScheme name="연말 결산·회고 발표 템플릿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