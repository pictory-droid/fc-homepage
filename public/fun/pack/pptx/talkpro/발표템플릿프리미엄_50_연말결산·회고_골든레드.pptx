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6F5A654-8D47-4E2D-9ACC-E4CF1D1E0311}">
          <p14:sldIdLst>
            <p14:sldId id="256"/>
          </p14:sldIdLst>
        </p14:section>
        <p14:section name="본문" id="{839E50C2-4FA1-4089-8E47-355BBF29C67A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A714155B-B16A-4221-904A-F8A337E3C095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936064D-8211-406A-926E-45C741A65225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634CEDF-5D00-4A54-91BD-BB6E02DF50F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A04131A-E0A7-4230-8186-97974DF51F4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LUCKY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내년에 가져갈 것과 두고 갈 것을 나눴습니다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6C8344-B8EF-4417-BF6D-400E421DE0A1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 txBox="1"/>
            <p:nvPr/>
          </p:nvSpPr>
          <p:spPr>
            <a:xfrm>
              <a:off x="960120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E365F-13CC-404D-8CDE-CE4F1719177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D72CF-F277-4C2B-BF81-23F76D9DF86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F01C9-D90D-4301-8074-C57C34C43084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초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올해 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C1246-D1B9-4BDA-9462-2D4B2834CBB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7E8F5-F763-450A-9281-88F80D369B3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A58EA-F135-4901-ADE7-58E9AA020C0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LUCKY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FCF7EA"/>
      </a:dk1>
      <a:lt1>
        <a:srgbClr val="2F1119"/>
      </a:lt1>
      <a:dk2>
        <a:srgbClr val="F6E3B4"/>
      </a:dk2>
      <a:lt2>
        <a:srgbClr val="1E0B10"/>
      </a:lt2>
      <a:accent1>
        <a:srgbClr val="E2B659"/>
      </a:accent1>
      <a:accent2>
        <a:srgbClr val="C0283C"/>
      </a:accent2>
      <a:accent3>
        <a:srgbClr val="13070A"/>
      </a:accent3>
      <a:accent4>
        <a:srgbClr val="431924"/>
      </a:accent4>
      <a:accent5>
        <a:srgbClr val="EAC871"/>
      </a:accent5>
      <a:accent6>
        <a:srgbClr val="8F1F2F"/>
      </a:accent6>
      <a:hlink>
        <a:srgbClr val="F6E3B4"/>
      </a:hlink>
      <a:folHlink>
        <a:srgbClr val="13070A"/>
      </a:folHlink>
    </a:clrScheme>
    <a:fontScheme name="연말 결산·회고 발표 템플릿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