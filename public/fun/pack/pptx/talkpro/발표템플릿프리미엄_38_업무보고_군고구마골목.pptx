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B2AECCA-9267-4B71-91CB-6939082C5F56}">
          <p14:sldIdLst>
            <p14:sldId id="256"/>
          </p14:sldIdLst>
        </p14:section>
        <p14:section name="본문" id="{A572CF59-FDB3-4A10-8FFE-14856B78E303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B90295CA-CBC1-486B-9E52-737DB3AC70A2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25D99555-6446-452D-B313-061617E8D573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E493C6A7-F7FB-46D2-9FEC-B265D54A0E2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B6EC628-99DF-41D0-A9EF-79A1ABAE488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목표 대비 실적을 비교했습니다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FA4D-CBB7-4092-B1A1-A29B1AE1055F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1168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914400" y="306324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914400" y="41148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 txBox="1"/>
            <p:nvPr/>
          </p:nvSpPr>
          <p:spPr>
            <a:xfrm>
              <a:off x="914400" y="5166359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2B246-F08A-41FC-9071-26E1F26142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D77F8-6F07-48F8-A2AC-89E02280954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C74A-F117-4220-80BA-29CAAB2E140A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계획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실적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325E-30FC-4833-A449-22BD6EFF38F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6A4DE-54F6-4802-897A-6CFD090F79A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DE164-C796-4C6C-ABD2-BD59A284BB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B2724"/>
      </a:dk1>
      <a:lt1>
        <a:srgbClr val="FFFFFF"/>
      </a:lt1>
      <a:dk2>
        <a:srgbClr val="62643A"/>
      </a:dk2>
      <a:lt2>
        <a:srgbClr val="F5E9E2"/>
      </a:lt2>
      <a:accent1>
        <a:srgbClr val="CF9B7C"/>
      </a:accent1>
      <a:accent2>
        <a:srgbClr val="83BE99"/>
      </a:accent2>
      <a:accent3>
        <a:srgbClr val="4E392C"/>
      </a:accent3>
      <a:accent4>
        <a:srgbClr val="F0D9CB"/>
      </a:accent4>
      <a:accent5>
        <a:srgbClr val="C8E0A3"/>
      </a:accent5>
      <a:accent6>
        <a:srgbClr val="E6BCD1"/>
      </a:accent6>
      <a:hlink>
        <a:srgbClr val="62643A"/>
      </a:hlink>
      <a:folHlink>
        <a:srgbClr val="4E392C"/>
      </a:folHlink>
    </a:clrScheme>
    <a:fontScheme name="업무 보고 발표 템플릿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