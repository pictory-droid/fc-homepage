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3A797C7-DF8D-4B9C-9218-6055035297DA}">
          <p14:sldIdLst>
            <p14:sldId id="256"/>
          </p14:sldIdLst>
        </p14:section>
        <p14:section name="본문" id="{D181074A-0E3E-48E9-9F09-87B7C66EF78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4B192BC-7777-4DE0-A023-102815D4C5D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30FC2C3-689A-4362-AC8E-EB7F3AEC6660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9505E49-156C-4330-9545-20B79917B53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7A9C5F4-09F6-4D59-B696-E6AB2801DF7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여름 모임 일정을 먼저 안내합니다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3E8-BEC3-41F3-9D8D-193E2031435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0915C-95B1-4F8D-AC3D-0834250C795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662D-986E-490F-B3EB-267896A1E62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A484-F8F2-432B-AFF8-26DEE0F8C7A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B19C-F410-4E79-B88E-71F66C26F71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977FA-2927-431B-9707-49937B065B5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5C041-8748-4719-A90C-1973E5FDDAA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