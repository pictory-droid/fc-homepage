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8BC37D10-FBEB-4E78-A5D1-848649DC7225}">
          <p14:sldIdLst>
            <p14:sldId id="256"/>
          </p14:sldIdLst>
        </p14:section>
        <p14:section name="본문" id="{3D6E3073-C5B5-498E-9F78-FA11287B60D6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9B56B259-55D9-4E4D-9980-AAF2449EAD90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FD9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2B7BB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6C07CC7A-DDC1-4A7F-81F6-F8707211F41F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6613928" y="777240"/>
            <a:ext cx="5303520" cy="5303520"/>
          </a:xfrm>
          <a:prstGeom prst="ellipse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116848" y="1280160"/>
            <a:ext cx="4297680" cy="429768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619768" y="1783080"/>
            <a:ext cx="3291840" cy="329184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122688" y="2286000"/>
            <a:ext cx="2286000" cy="2286000"/>
          </a:xfrm>
          <a:prstGeom prst="ellipse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가운데 원"/>
          <p:cNvSpPr/>
          <p:nvPr/>
        </p:nvSpPr>
        <p:spPr>
          <a:xfrm>
            <a:off x="8442728" y="2606040"/>
            <a:ext cx="1645920" cy="164592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장식"/>
          <p:cNvGrpSpPr/>
          <p:nvPr/>
        </p:nvGrpSpPr>
        <p:grpSpPr>
          <a:xfrm>
            <a:off x="8899928" y="3063240"/>
            <a:ext cx="731520" cy="731520"/>
            <a:chOff x="8899928" y="3063240"/>
            <a:chExt cx="731520" cy="731520"/>
          </a:xfrm>
        </p:grpSpPr>
        <p:sp>
          <p:nvSpPr>
            <p:cNvPr id="8" name="4-Point Star 7"/>
            <p:cNvSpPr/>
            <p:nvPr/>
          </p:nvSpPr>
          <p:spPr>
            <a:xfrm>
              <a:off x="8899928" y="3063240"/>
              <a:ext cx="731520" cy="731520"/>
            </a:xfrm>
            <a:prstGeom prst="star4">
              <a:avLst>
                <a:gd name="adj" fmla="val 14000"/>
              </a:avLst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9" name="Connector 8"/>
          <p:cNvCxnSpPr/>
          <p:nvPr/>
        </p:nvCxnSpPr>
        <p:spPr>
          <a:xfrm>
            <a:off x="6248168" y="3429000"/>
            <a:ext cx="60350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0" name="Oval 9"/>
          <p:cNvSpPr/>
          <p:nvPr/>
        </p:nvSpPr>
        <p:spPr>
          <a:xfrm>
            <a:off x="11178182" y="1605609"/>
            <a:ext cx="237744" cy="2377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D380050D-9D42-4C12-AC9A-402F9D63178D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59371525-C0B5-452E-AB90-78890F99BBF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모임이 시작된 날부터 지금까지입니다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모임·동호회 소개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976EC0-D71C-4FC3-AD61-D12E8F364D63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60120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우리 모임 소개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960120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이야기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960120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함께하는 사람들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 txBox="1"/>
            <p:nvPr/>
          </p:nvSpPr>
          <p:spPr>
            <a:xfrm>
              <a:off x="960120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방법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1E6F25-67FF-43F3-8AD9-0909848D863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44A85-5306-4084-95CF-85DC89122C12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모임의 취지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활동 내용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참여 혜택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5512A4-D326-42CC-B0B1-D18152CF081C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처음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2CFBAB-087E-4DE2-B290-96D83011593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B629D1-832F-4DD4-B053-06A5314E0EBA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A0DD8-E148-464C-9320-00029C1FE21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ROSE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모임·동호회 소개 발표 템플릿">
  <a:themeElements>
    <a:clrScheme name="모임·동호회 소개 발표 템플릿">
      <a:dk1>
        <a:srgbClr val="48373D"/>
      </a:dk1>
      <a:lt1>
        <a:srgbClr val="FEFCFB"/>
      </a:lt1>
      <a:dk2>
        <a:srgbClr val="4C2230"/>
      </a:dk2>
      <a:lt2>
        <a:srgbClr val="FBF4F2"/>
      </a:lt2>
      <a:accent1>
        <a:srgbClr val="B3626E"/>
      </a:accent1>
      <a:accent2>
        <a:srgbClr val="9A7A5E"/>
      </a:accent2>
      <a:accent3>
        <a:srgbClr val="6E545D"/>
      </a:accent3>
      <a:accent4>
        <a:srgbClr val="EDD7D8"/>
      </a:accent4>
      <a:accent5>
        <a:srgbClr val="B88A60"/>
      </a:accent5>
      <a:accent6>
        <a:srgbClr val="C6B1A1"/>
      </a:accent6>
      <a:hlink>
        <a:srgbClr val="4C2230"/>
      </a:hlink>
      <a:folHlink>
        <a:srgbClr val="6E545D"/>
      </a:folHlink>
    </a:clrScheme>
    <a:fontScheme name="모임·동호회 소개 발표 템플릿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>모임·동호회 소개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