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57B4761-4B5C-4641-8503-CE3962B31B03}">
          <p14:sldIdLst>
            <p14:sldId id="256"/>
          </p14:sldIdLst>
        </p14:section>
        <p14:section name="본문" id="{0C75E7F0-95D7-42B7-A42B-344F1F1B4082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98402870-5E2D-4804-BE8B-EEEE253CB86E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FD9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2B7BB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D849747-B2A0-40CC-98FB-F2450FB17E9D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9F67124-8D15-43AA-986A-3F7EDD85D01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E04613F-24B8-4233-9A90-D2EF0CACEF15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모임이 시작된 날부터 지금까지입니다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8B966-569C-4E7D-A907-4D899BB8F5A6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01168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960120" y="306324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960120" y="41148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 txBox="1"/>
            <p:nvPr/>
          </p:nvSpPr>
          <p:spPr>
            <a:xfrm>
              <a:off x="960120" y="5166359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49D6-6E3C-4746-9B65-61032D217F4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F1D0-F669-4C5E-9517-FC29517DF67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CD40C-1E98-42B3-AAA3-2E4FAF1DD970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처음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E0DE-FB26-4D8E-84D3-5CF3DDD06AD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F7601-1B43-4CDA-AFB8-5ABD9858759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FC7-FB44-434D-965A-7C73BDA4261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48373D"/>
      </a:dk1>
      <a:lt1>
        <a:srgbClr val="FEFCFB"/>
      </a:lt1>
      <a:dk2>
        <a:srgbClr val="4C2230"/>
      </a:dk2>
      <a:lt2>
        <a:srgbClr val="FBF4F2"/>
      </a:lt2>
      <a:accent1>
        <a:srgbClr val="B3626E"/>
      </a:accent1>
      <a:accent2>
        <a:srgbClr val="9A7A5E"/>
      </a:accent2>
      <a:accent3>
        <a:srgbClr val="6E545D"/>
      </a:accent3>
      <a:accent4>
        <a:srgbClr val="EDD7D8"/>
      </a:accent4>
      <a:accent5>
        <a:srgbClr val="B88A60"/>
      </a:accent5>
      <a:accent6>
        <a:srgbClr val="C6B1A1"/>
      </a:accent6>
      <a:hlink>
        <a:srgbClr val="4C2230"/>
      </a:hlink>
      <a:folHlink>
        <a:srgbClr val="6E545D"/>
      </a:folHlink>
    </a:clrScheme>
    <a:fontScheme name="모임·동호회 소개 발표 템플릿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