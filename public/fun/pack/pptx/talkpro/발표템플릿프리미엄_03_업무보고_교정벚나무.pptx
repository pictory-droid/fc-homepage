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4440352-08F5-4C82-95EC-1F40F427F390}">
          <p14:sldIdLst>
            <p14:sldId id="256"/>
          </p14:sldIdLst>
        </p14:section>
        <p14:section name="본문" id="{6C3618D9-42DA-4554-812B-FBB857FE1ABF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C0820C44-6556-4ED6-BC7F-A3EE7397D012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Plus 5"/>
            <p:cNvSpPr/>
            <p:nvPr/>
          </p:nvSpPr>
          <p:spPr>
            <a:xfrm>
              <a:off x="4023250" y="3063240"/>
              <a:ext cx="731520" cy="731520"/>
            </a:xfrm>
            <a:prstGeom prst="mathPlus">
              <a:avLst>
                <a:gd name="adj1" fmla="val 2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923C597-DCF7-4EBA-8F5A-11458C2FC3C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Plus 5"/>
            <p:cNvSpPr/>
            <p:nvPr/>
          </p:nvSpPr>
          <p:spPr>
            <a:xfrm>
              <a:off x="4023250" y="3063240"/>
              <a:ext cx="731520" cy="731520"/>
            </a:xfrm>
            <a:prstGeom prst="mathPlus">
              <a:avLst>
                <a:gd name="adj1" fmla="val 24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CB23607E-AB6A-47BB-9269-D6952D48288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5E9D3A70-81F2-4E28-B05A-6398048AC97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Plus 6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이번 분기 진행 상황을 보고드립니다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2DE29-6FDC-448A-BC60-5035C5E719E1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sp>
          <p:nvSpPr>
            <p:cNvPr id="15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6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7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sp>
          <p:nvSpPr>
            <p:cNvPr id="20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1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2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4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sp>
          <p:nvSpPr>
            <p:cNvPr id="25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15A73-2A7E-4FBB-A992-281A4F2533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0E598-A3A0-4C4F-83BC-5B31353F8960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64407-C204-4BD5-8858-0311F66051D5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7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계획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13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4260-4220-4C3E-B5AE-0A4A626297BC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667A-22D6-498B-B026-86BD6F0A6D01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881B3-B482-4393-B6B6-B7244DF4F4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2724"/>
      </a:dk1>
      <a:lt1>
        <a:srgbClr val="FFFFFF"/>
      </a:lt1>
      <a:dk2>
        <a:srgbClr val="64603A"/>
      </a:dk2>
      <a:lt2>
        <a:srgbClr val="F9E4E9"/>
      </a:lt2>
      <a:accent1>
        <a:srgbClr val="D8738C"/>
      </a:accent1>
      <a:accent2>
        <a:srgbClr val="7CB3C5"/>
      </a:accent2>
      <a:accent3>
        <a:srgbClr val="4E2C35"/>
      </a:accent3>
      <a:accent4>
        <a:srgbClr val="F4C7D3"/>
      </a:accent4>
      <a:accent5>
        <a:srgbClr val="E0D3A3"/>
      </a:accent5>
      <a:accent6>
        <a:srgbClr val="E1BCE6"/>
      </a:accent6>
      <a:hlink>
        <a:srgbClr val="64603A"/>
      </a:hlink>
      <a:folHlink>
        <a:srgbClr val="4E2C35"/>
      </a:folHlink>
    </a:clrScheme>
    <a:fontScheme name="업무 보고 발표 템플릿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