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97149EA-0C1D-4AAA-8B80-6AF55DC50CD0}">
          <p14:sldIdLst>
            <p14:sldId id="256"/>
          </p14:sldIdLst>
        </p14:section>
        <p14:section name="본문" id="{9078C5C5-0E22-4F4F-8791-88A33EF160F0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B75B8FAD-EA77-4098-B872-A0410D2011CA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B98ABBF6-988F-4C26-A625-1D66E9FF3EA7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Plus 4"/>
            <p:cNvSpPr/>
            <p:nvPr/>
          </p:nvSpPr>
          <p:spPr>
            <a:xfrm>
              <a:off x="548640" y="6172200"/>
              <a:ext cx="365760" cy="365760"/>
            </a:xfrm>
            <a:prstGeom prst="mathPlus">
              <a:avLst>
                <a:gd name="adj1" fmla="val 24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B817FA4E-E92D-42C2-B802-1F65D714E0A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Plus 4"/>
            <p:cNvSpPr/>
            <p:nvPr/>
          </p:nvSpPr>
          <p:spPr>
            <a:xfrm>
              <a:off x="548640" y="6172200"/>
              <a:ext cx="365760" cy="365760"/>
            </a:xfrm>
            <a:prstGeom prst="mathPlus">
              <a:avLst>
                <a:gd name="adj1" fmla="val 24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ED1967D-7378-4D8F-B566-118C190C477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lus 5"/>
            <p:cNvSpPr/>
            <p:nvPr/>
          </p:nvSpPr>
          <p:spPr>
            <a:xfrm>
              <a:off x="5821527" y="5212080"/>
              <a:ext cx="548640" cy="548640"/>
            </a:xfrm>
            <a:prstGeom prst="mathPlus">
              <a:avLst>
                <a:gd name="adj1" fmla="val 24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 달에 한 번, 이렇게 모입니다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EDF49-EC67-408B-90F1-D0BB8C42EB29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299008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10896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04164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1605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731520" y="5093207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1005840" y="5212079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67FC7-4AEA-4FB7-A329-F024D5F9EB6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741BE-1C18-41CF-BA81-46B88F9D7A5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0760-7CE7-477C-89FD-638D9887A8A1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처음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지금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4CCD-8DD8-4DAA-B2CB-7203F39366B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8F8CE-1494-4199-AEEB-9F6D82BEBE0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8B467-6D7C-42B3-A628-ECB9E35D66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2B2724"/>
      </a:dk1>
      <a:lt1>
        <a:srgbClr val="FFFFFF"/>
      </a:lt1>
      <a:dk2>
        <a:srgbClr val="3A644D"/>
      </a:dk2>
      <a:lt2>
        <a:srgbClr val="DEF9F0"/>
      </a:lt2>
      <a:accent1>
        <a:srgbClr val="7EE2C1"/>
      </a:accent1>
      <a:accent2>
        <a:srgbClr val="86CF86"/>
      </a:accent2>
      <a:accent3>
        <a:srgbClr val="2C4E43"/>
      </a:accent3>
      <a:accent4>
        <a:srgbClr val="C5F7E6"/>
      </a:accent4>
      <a:accent5>
        <a:srgbClr val="A3B6E0"/>
      </a:accent5>
      <a:accent6>
        <a:srgbClr val="C5E6BC"/>
      </a:accent6>
      <a:hlink>
        <a:srgbClr val="3A644D"/>
      </a:hlink>
      <a:folHlink>
        <a:srgbClr val="2C4E43"/>
      </a:folHlink>
    </a:clrScheme>
    <a:fontScheme name="모임·동호회 소개 발표 템플릿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