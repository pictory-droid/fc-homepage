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C03B7A1-9742-4C82-821B-CADE09F0EEE8}">
          <p14:sldIdLst>
            <p14:sldId id="256"/>
          </p14:sldIdLst>
        </p14:section>
        <p14:section name="본문" id="{56FB966D-C575-4E0B-BD13-7431826EFF67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88F3E20E-37A0-42FD-AE9F-5AB04E5FFB54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FC55FD7-D50C-40AD-8FD8-359C3D10375A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BF7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22C52D54-5681-4C4A-969E-DB73C070D82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4597A63-2E40-46CA-AFCD-1E11CEFA045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가장 달라진 점은 이것입니다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175A-5170-4EA0-A583-32804F2B985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6802-2318-4507-83B9-079EB410544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6C54-E1E4-484D-960E-7272DEEF836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E03D-1FBB-4F6A-BEAE-463F426C6446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초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B443-2DBA-437E-A409-B980561E739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7F585-D6A5-4710-95EA-8186642CA10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103D-8FE1-458F-ACBD-BB7F50FD7DE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FBF7ED"/>
      </a:dk1>
      <a:lt1>
        <a:srgbClr val="18181B"/>
      </a:lt1>
      <a:dk2>
        <a:srgbClr val="F0E3BD"/>
      </a:dk2>
      <a:lt2>
        <a:srgbClr val="0D0D0F"/>
      </a:lt2>
      <a:accent1>
        <a:srgbClr val="D4AF5A"/>
      </a:accent1>
      <a:accent2>
        <a:srgbClr val="8C8C92"/>
      </a:accent2>
      <a:accent3>
        <a:srgbClr val="080809"/>
      </a:accent3>
      <a:accent4>
        <a:srgbClr val="25252A"/>
      </a:accent4>
      <a:accent5>
        <a:srgbClr val="E0C070"/>
      </a:accent5>
      <a:accent6>
        <a:srgbClr val="66666B"/>
      </a:accent6>
      <a:hlink>
        <a:srgbClr val="F0E3BD"/>
      </a:hlink>
      <a:folHlink>
        <a:srgbClr val="080809"/>
      </a:folHlink>
    </a:clrScheme>
    <a:fontScheme name="연말 결산·회고 발표 템플릿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