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20DC95E-EF19-467F-972A-EE039B8FD425}">
          <p14:sldIdLst>
            <p14:sldId id="256"/>
          </p14:sldIdLst>
        </p14:section>
        <p14:section name="본문" id="{77460076-5846-4DA7-A618-D250B2C363F9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4159EFFE-9C8F-4436-B34A-EB552FCBDA1D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BF7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8B5A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27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C9C39E86-F47B-433C-B5A9-A45429BE0BC4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BF7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8B5A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27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FEB80C22-685D-4B99-AC3F-FE678EFCD136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A3192900-1CB0-4D43-8F91-14B1A6095D9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ONYX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올해 가장 달라진 점은 이것입니다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연말 결산·회고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60907-F7DB-44F8-A955-E1856D6A68B9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05740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올해의 한 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10896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일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1605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아쉬운 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1005840" y="5212079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내년의 다짐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C3F4C-1975-4219-9E64-81B54D6EF59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BA6236-A0B2-4DC4-951B-02AA890AE270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점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배운 점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다음 목표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1FA16-A73F-4D68-A187-281CC754D491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초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말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875C2-90BA-4856-B2C8-AF86A8A46C27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E5FEF-E06A-4177-A769-8B507AABDAE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한 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배운 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점수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19AD65-E58A-480A-B435-3AA9DCDFE59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ONYX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연말 결산·회고 발표 템플릿">
  <a:themeElements>
    <a:clrScheme name="연말 결산·회고 발표 템플릿">
      <a:dk1>
        <a:srgbClr val="FBF7ED"/>
      </a:dk1>
      <a:lt1>
        <a:srgbClr val="18181B"/>
      </a:lt1>
      <a:dk2>
        <a:srgbClr val="F0E3BD"/>
      </a:dk2>
      <a:lt2>
        <a:srgbClr val="0D0D0F"/>
      </a:lt2>
      <a:accent1>
        <a:srgbClr val="D4AF5A"/>
      </a:accent1>
      <a:accent2>
        <a:srgbClr val="8C8C92"/>
      </a:accent2>
      <a:accent3>
        <a:srgbClr val="080809"/>
      </a:accent3>
      <a:accent4>
        <a:srgbClr val="25252A"/>
      </a:accent4>
      <a:accent5>
        <a:srgbClr val="E0C070"/>
      </a:accent5>
      <a:accent6>
        <a:srgbClr val="66666B"/>
      </a:accent6>
      <a:hlink>
        <a:srgbClr val="F0E3BD"/>
      </a:hlink>
      <a:folHlink>
        <a:srgbClr val="080809"/>
      </a:folHlink>
    </a:clrScheme>
    <a:fontScheme name="연말 결산·회고 발표 템플릿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>연말 결산·회고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