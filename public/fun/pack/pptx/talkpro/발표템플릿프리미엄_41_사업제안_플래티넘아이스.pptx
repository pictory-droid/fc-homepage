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ADF7024-C2F9-483B-BD78-9A665157AC3D}">
          <p14:sldIdLst>
            <p14:sldId id="256"/>
          </p14:sldIdLst>
        </p14:section>
        <p14:section name="본문" id="{FC3513A9-BF7E-41F9-A550-97D7BA778E4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E06319ED-C5C8-4D74-B512-498CD7EFD2A4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F8C9755B-B119-4642-A530-2D58F9B86C13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CD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CC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3A9C3B56-E98F-4664-BDED-1B5D90E582A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990A862-23BF-476B-8B13-8F398FED500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3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7" name="Diamond 3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40" name="Connector 3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다음 예산에 반영할 안을 가져왔습니다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274FB-12EB-4F69-8287-0F5AD1FC4E9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54FD1-9B99-4137-8850-916065306A4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F9EA-7492-485A-A4B0-BA7D201355D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11C2-63E2-4D44-BA22-D67F59A58DFF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7AB9-842F-4E12-80B4-9B776DA0B0E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479F-9746-4AE2-B075-04DFB2AC139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3652-1FFD-4CBD-A2DC-5B60F45FB3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373F48"/>
      </a:dk1>
      <a:lt1>
        <a:srgbClr val="FBFCFD"/>
      </a:lt1>
      <a:dk2>
        <a:srgbClr val="1F3045"/>
      </a:dk2>
      <a:lt2>
        <a:srgbClr val="F1F4F7"/>
      </a:lt2>
      <a:accent1>
        <a:srgbClr val="5E7894"/>
      </a:accent1>
      <a:accent2>
        <a:srgbClr val="38B6CF"/>
      </a:accent2>
      <a:accent3>
        <a:srgbClr val="55606D"/>
      </a:accent3>
      <a:accent4>
        <a:srgbClr val="D4DBE3"/>
      </a:accent4>
      <a:accent5>
        <a:srgbClr val="BCC6D0"/>
      </a:accent5>
      <a:accent6>
        <a:srgbClr val="8BD2E1"/>
      </a:accent6>
      <a:hlink>
        <a:srgbClr val="1F3045"/>
      </a:hlink>
      <a:folHlink>
        <a:srgbClr val="55606D"/>
      </a:folHlink>
    </a:clrScheme>
    <a:fontScheme name="사업 제안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