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15FF8BE-3E8F-43AA-B3FF-863027CA8DE6}">
          <p14:sldIdLst>
            <p14:sldId id="256"/>
          </p14:sldIdLst>
        </p14:section>
        <p14:section name="본문" id="{BB6055DB-E8F1-4DF0-B580-8D11A4792F19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7D50079C-23B3-4784-B725-158D9061F441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FD15522B-649E-44A1-AC6D-225808263B9F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CD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CC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E24D9E6B-70D1-404C-B094-DA00BC15AB3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9F649022-F962-4334-956F-41CE5C43CF5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3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7" name="Diamond 3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40" name="Connector 3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41" name="Diamond 4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내년 예산에 반영할 안을 가져왔습니다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 제안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13661-8A70-48BC-9193-08E8A957443B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문제와 기회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해결 방법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기대 효과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 계획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D152D-1CF8-4D91-8BB8-BCB0D85314F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0F6C3-2CB9-4B25-A48C-0B2E623D6C8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현황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제안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효과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0295D-C230-47B5-A6CA-791D92E2187B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현재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1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제안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3879-ED08-4450-A68A-F0246A2BB03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BA4F-35EA-4249-9F5E-98A0FBB1B91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4C03A6-CED8-4392-9709-F7BEBA0A358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사업 제안 발표 템플릿">
  <a:themeElements>
    <a:clrScheme name="사업 제안 발표 템플릿">
      <a:dk1>
        <a:srgbClr val="373F48"/>
      </a:dk1>
      <a:lt1>
        <a:srgbClr val="FBFCFD"/>
      </a:lt1>
      <a:dk2>
        <a:srgbClr val="1F3045"/>
      </a:dk2>
      <a:lt2>
        <a:srgbClr val="F1F4F7"/>
      </a:lt2>
      <a:accent1>
        <a:srgbClr val="5E7894"/>
      </a:accent1>
      <a:accent2>
        <a:srgbClr val="38B6CF"/>
      </a:accent2>
      <a:accent3>
        <a:srgbClr val="55606D"/>
      </a:accent3>
      <a:accent4>
        <a:srgbClr val="D4DBE3"/>
      </a:accent4>
      <a:accent5>
        <a:srgbClr val="BCC6D0"/>
      </a:accent5>
      <a:accent6>
        <a:srgbClr val="8BD2E1"/>
      </a:accent6>
      <a:hlink>
        <a:srgbClr val="1F3045"/>
      </a:hlink>
      <a:folHlink>
        <a:srgbClr val="55606D"/>
      </a:folHlink>
    </a:clrScheme>
    <a:fontScheme name="사업 제안 발표 템플릿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>사업 제안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