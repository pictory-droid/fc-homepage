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DDFEDE5-8E0A-4F7B-8A90-4FCBF89187F4}">
          <p14:sldIdLst>
            <p14:sldId id="256"/>
          </p14:sldIdLst>
        </p14:section>
        <p14:section name="본문" id="{2EEBD606-6EFD-4504-B2B3-CA4784BA7821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4C67368C-5FDA-4822-8431-4197C640D18F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1188720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1572768"/>
            <a:ext cx="8534186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306324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3749040"/>
            <a:ext cx="7315017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마름모 띠"/>
          <p:cNvGrpSpPr/>
          <p:nvPr/>
        </p:nvGrpSpPr>
        <p:grpSpPr>
          <a:xfrm>
            <a:off x="-283464" y="6007608"/>
            <a:ext cx="13322808" cy="850392"/>
            <a:chOff x="-283464" y="6007608"/>
            <a:chExt cx="13322808" cy="850392"/>
          </a:xfrm>
        </p:grpSpPr>
        <p:sp>
          <p:nvSpPr>
            <p:cNvPr id="3" name="Diamond 2"/>
            <p:cNvSpPr/>
            <p:nvPr/>
          </p:nvSpPr>
          <p:spPr>
            <a:xfrm>
              <a:off x="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566928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1133856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Diamond 5"/>
            <p:cNvSpPr/>
            <p:nvPr/>
          </p:nvSpPr>
          <p:spPr>
            <a:xfrm>
              <a:off x="170078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Diamond 6"/>
            <p:cNvSpPr/>
            <p:nvPr/>
          </p:nvSpPr>
          <p:spPr>
            <a:xfrm>
              <a:off x="2267712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Diamond 7"/>
            <p:cNvSpPr/>
            <p:nvPr/>
          </p:nvSpPr>
          <p:spPr>
            <a:xfrm>
              <a:off x="2834640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340156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mond 9"/>
            <p:cNvSpPr/>
            <p:nvPr/>
          </p:nvSpPr>
          <p:spPr>
            <a:xfrm>
              <a:off x="3968496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mond 10"/>
            <p:cNvSpPr/>
            <p:nvPr/>
          </p:nvSpPr>
          <p:spPr>
            <a:xfrm>
              <a:off x="4535424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mond 11"/>
            <p:cNvSpPr/>
            <p:nvPr/>
          </p:nvSpPr>
          <p:spPr>
            <a:xfrm>
              <a:off x="5102352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5669280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mond 13"/>
            <p:cNvSpPr/>
            <p:nvPr/>
          </p:nvSpPr>
          <p:spPr>
            <a:xfrm>
              <a:off x="6236208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mond 14"/>
            <p:cNvSpPr/>
            <p:nvPr/>
          </p:nvSpPr>
          <p:spPr>
            <a:xfrm>
              <a:off x="6803136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mond 15"/>
            <p:cNvSpPr/>
            <p:nvPr/>
          </p:nvSpPr>
          <p:spPr>
            <a:xfrm>
              <a:off x="7370064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mond 16"/>
            <p:cNvSpPr/>
            <p:nvPr/>
          </p:nvSpPr>
          <p:spPr>
            <a:xfrm>
              <a:off x="7936992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mond 17"/>
            <p:cNvSpPr/>
            <p:nvPr/>
          </p:nvSpPr>
          <p:spPr>
            <a:xfrm>
              <a:off x="850392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mond 18"/>
            <p:cNvSpPr/>
            <p:nvPr/>
          </p:nvSpPr>
          <p:spPr>
            <a:xfrm>
              <a:off x="9070848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mond 19"/>
            <p:cNvSpPr/>
            <p:nvPr/>
          </p:nvSpPr>
          <p:spPr>
            <a:xfrm>
              <a:off x="9637776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mond 20"/>
            <p:cNvSpPr/>
            <p:nvPr/>
          </p:nvSpPr>
          <p:spPr>
            <a:xfrm>
              <a:off x="1020470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mond 21"/>
            <p:cNvSpPr/>
            <p:nvPr/>
          </p:nvSpPr>
          <p:spPr>
            <a:xfrm>
              <a:off x="10771632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mond 22"/>
            <p:cNvSpPr/>
            <p:nvPr/>
          </p:nvSpPr>
          <p:spPr>
            <a:xfrm>
              <a:off x="11338560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mond 23"/>
            <p:cNvSpPr/>
            <p:nvPr/>
          </p:nvSpPr>
          <p:spPr>
            <a:xfrm>
              <a:off x="1190548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mond 24"/>
            <p:cNvSpPr/>
            <p:nvPr/>
          </p:nvSpPr>
          <p:spPr>
            <a:xfrm>
              <a:off x="12472416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mond 25"/>
            <p:cNvSpPr/>
            <p:nvPr/>
          </p:nvSpPr>
          <p:spPr>
            <a:xfrm>
              <a:off x="-283464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mond 26"/>
            <p:cNvSpPr/>
            <p:nvPr/>
          </p:nvSpPr>
          <p:spPr>
            <a:xfrm>
              <a:off x="28346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mond 27"/>
            <p:cNvSpPr/>
            <p:nvPr/>
          </p:nvSpPr>
          <p:spPr>
            <a:xfrm>
              <a:off x="850392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mond 28"/>
            <p:cNvSpPr/>
            <p:nvPr/>
          </p:nvSpPr>
          <p:spPr>
            <a:xfrm>
              <a:off x="1417319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mond 29"/>
            <p:cNvSpPr/>
            <p:nvPr/>
          </p:nvSpPr>
          <p:spPr>
            <a:xfrm>
              <a:off x="1984248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mond 30"/>
            <p:cNvSpPr/>
            <p:nvPr/>
          </p:nvSpPr>
          <p:spPr>
            <a:xfrm>
              <a:off x="255117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mond 31"/>
            <p:cNvSpPr/>
            <p:nvPr/>
          </p:nvSpPr>
          <p:spPr>
            <a:xfrm>
              <a:off x="3118103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mond 32"/>
            <p:cNvSpPr/>
            <p:nvPr/>
          </p:nvSpPr>
          <p:spPr>
            <a:xfrm>
              <a:off x="3685032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mond 33"/>
            <p:cNvSpPr/>
            <p:nvPr/>
          </p:nvSpPr>
          <p:spPr>
            <a:xfrm>
              <a:off x="4251960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mond 34"/>
            <p:cNvSpPr/>
            <p:nvPr/>
          </p:nvSpPr>
          <p:spPr>
            <a:xfrm>
              <a:off x="4818888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mond 35"/>
            <p:cNvSpPr/>
            <p:nvPr/>
          </p:nvSpPr>
          <p:spPr>
            <a:xfrm>
              <a:off x="5385816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mond 36"/>
            <p:cNvSpPr/>
            <p:nvPr/>
          </p:nvSpPr>
          <p:spPr>
            <a:xfrm>
              <a:off x="5952744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mond 37"/>
            <p:cNvSpPr/>
            <p:nvPr/>
          </p:nvSpPr>
          <p:spPr>
            <a:xfrm>
              <a:off x="6519672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mond 38"/>
            <p:cNvSpPr/>
            <p:nvPr/>
          </p:nvSpPr>
          <p:spPr>
            <a:xfrm>
              <a:off x="7086600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mond 39"/>
            <p:cNvSpPr/>
            <p:nvPr/>
          </p:nvSpPr>
          <p:spPr>
            <a:xfrm>
              <a:off x="7653527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mond 40"/>
            <p:cNvSpPr/>
            <p:nvPr/>
          </p:nvSpPr>
          <p:spPr>
            <a:xfrm>
              <a:off x="8220456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Diamond 41"/>
            <p:cNvSpPr/>
            <p:nvPr/>
          </p:nvSpPr>
          <p:spPr>
            <a:xfrm>
              <a:off x="8787384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mond 42"/>
            <p:cNvSpPr/>
            <p:nvPr/>
          </p:nvSpPr>
          <p:spPr>
            <a:xfrm>
              <a:off x="9354311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mond 43"/>
            <p:cNvSpPr/>
            <p:nvPr/>
          </p:nvSpPr>
          <p:spPr>
            <a:xfrm>
              <a:off x="9921240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mond 44"/>
            <p:cNvSpPr/>
            <p:nvPr/>
          </p:nvSpPr>
          <p:spPr>
            <a:xfrm>
              <a:off x="10488167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mond 45"/>
            <p:cNvSpPr/>
            <p:nvPr/>
          </p:nvSpPr>
          <p:spPr>
            <a:xfrm>
              <a:off x="1105509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mond 46"/>
            <p:cNvSpPr/>
            <p:nvPr/>
          </p:nvSpPr>
          <p:spPr>
            <a:xfrm>
              <a:off x="1162202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mond 47"/>
            <p:cNvSpPr/>
            <p:nvPr/>
          </p:nvSpPr>
          <p:spPr>
            <a:xfrm>
              <a:off x="12188952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9" name="Connector 48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50" name="Diamond 49"/>
          <p:cNvSpPr/>
          <p:nvPr/>
        </p:nvSpPr>
        <p:spPr>
          <a:xfrm>
            <a:off x="6004407" y="475488"/>
            <a:ext cx="182880" cy="182880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09BF94E9-9DBC-450F-B91B-3F3F6F0744BA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1188720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1572768"/>
            <a:ext cx="8534186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306324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0E5E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3749040"/>
            <a:ext cx="7315017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4CDC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마름모 띠"/>
          <p:cNvGrpSpPr/>
          <p:nvPr/>
        </p:nvGrpSpPr>
        <p:grpSpPr>
          <a:xfrm>
            <a:off x="-283464" y="6007608"/>
            <a:ext cx="13322808" cy="850392"/>
            <a:chOff x="-283464" y="6007608"/>
            <a:chExt cx="13322808" cy="850392"/>
          </a:xfrm>
        </p:grpSpPr>
        <p:sp>
          <p:nvSpPr>
            <p:cNvPr id="3" name="Diamond 2"/>
            <p:cNvSpPr/>
            <p:nvPr/>
          </p:nvSpPr>
          <p:spPr>
            <a:xfrm>
              <a:off x="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566928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113385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Diamond 5"/>
            <p:cNvSpPr/>
            <p:nvPr/>
          </p:nvSpPr>
          <p:spPr>
            <a:xfrm>
              <a:off x="170078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Diamond 6"/>
            <p:cNvSpPr/>
            <p:nvPr/>
          </p:nvSpPr>
          <p:spPr>
            <a:xfrm>
              <a:off x="2267712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Diamond 7"/>
            <p:cNvSpPr/>
            <p:nvPr/>
          </p:nvSpPr>
          <p:spPr>
            <a:xfrm>
              <a:off x="2834640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340156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mond 9"/>
            <p:cNvSpPr/>
            <p:nvPr/>
          </p:nvSpPr>
          <p:spPr>
            <a:xfrm>
              <a:off x="3968496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mond 10"/>
            <p:cNvSpPr/>
            <p:nvPr/>
          </p:nvSpPr>
          <p:spPr>
            <a:xfrm>
              <a:off x="4535424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mond 11"/>
            <p:cNvSpPr/>
            <p:nvPr/>
          </p:nvSpPr>
          <p:spPr>
            <a:xfrm>
              <a:off x="5102352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5669280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mond 13"/>
            <p:cNvSpPr/>
            <p:nvPr/>
          </p:nvSpPr>
          <p:spPr>
            <a:xfrm>
              <a:off x="6236208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mond 14"/>
            <p:cNvSpPr/>
            <p:nvPr/>
          </p:nvSpPr>
          <p:spPr>
            <a:xfrm>
              <a:off x="6803136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mond 15"/>
            <p:cNvSpPr/>
            <p:nvPr/>
          </p:nvSpPr>
          <p:spPr>
            <a:xfrm>
              <a:off x="7370064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mond 16"/>
            <p:cNvSpPr/>
            <p:nvPr/>
          </p:nvSpPr>
          <p:spPr>
            <a:xfrm>
              <a:off x="7936992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mond 17"/>
            <p:cNvSpPr/>
            <p:nvPr/>
          </p:nvSpPr>
          <p:spPr>
            <a:xfrm>
              <a:off x="850392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mond 18"/>
            <p:cNvSpPr/>
            <p:nvPr/>
          </p:nvSpPr>
          <p:spPr>
            <a:xfrm>
              <a:off x="9070848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mond 19"/>
            <p:cNvSpPr/>
            <p:nvPr/>
          </p:nvSpPr>
          <p:spPr>
            <a:xfrm>
              <a:off x="9637776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mond 20"/>
            <p:cNvSpPr/>
            <p:nvPr/>
          </p:nvSpPr>
          <p:spPr>
            <a:xfrm>
              <a:off x="1020470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mond 21"/>
            <p:cNvSpPr/>
            <p:nvPr/>
          </p:nvSpPr>
          <p:spPr>
            <a:xfrm>
              <a:off x="10771632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mond 22"/>
            <p:cNvSpPr/>
            <p:nvPr/>
          </p:nvSpPr>
          <p:spPr>
            <a:xfrm>
              <a:off x="11338560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mond 23"/>
            <p:cNvSpPr/>
            <p:nvPr/>
          </p:nvSpPr>
          <p:spPr>
            <a:xfrm>
              <a:off x="1190548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mond 24"/>
            <p:cNvSpPr/>
            <p:nvPr/>
          </p:nvSpPr>
          <p:spPr>
            <a:xfrm>
              <a:off x="1247241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mond 25"/>
            <p:cNvSpPr/>
            <p:nvPr/>
          </p:nvSpPr>
          <p:spPr>
            <a:xfrm>
              <a:off x="-28346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mond 26"/>
            <p:cNvSpPr/>
            <p:nvPr/>
          </p:nvSpPr>
          <p:spPr>
            <a:xfrm>
              <a:off x="28346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mond 27"/>
            <p:cNvSpPr/>
            <p:nvPr/>
          </p:nvSpPr>
          <p:spPr>
            <a:xfrm>
              <a:off x="850392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mond 28"/>
            <p:cNvSpPr/>
            <p:nvPr/>
          </p:nvSpPr>
          <p:spPr>
            <a:xfrm>
              <a:off x="1417319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mond 29"/>
            <p:cNvSpPr/>
            <p:nvPr/>
          </p:nvSpPr>
          <p:spPr>
            <a:xfrm>
              <a:off x="1984248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mond 30"/>
            <p:cNvSpPr/>
            <p:nvPr/>
          </p:nvSpPr>
          <p:spPr>
            <a:xfrm>
              <a:off x="255117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mond 31"/>
            <p:cNvSpPr/>
            <p:nvPr/>
          </p:nvSpPr>
          <p:spPr>
            <a:xfrm>
              <a:off x="3118103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mond 32"/>
            <p:cNvSpPr/>
            <p:nvPr/>
          </p:nvSpPr>
          <p:spPr>
            <a:xfrm>
              <a:off x="3685032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mond 33"/>
            <p:cNvSpPr/>
            <p:nvPr/>
          </p:nvSpPr>
          <p:spPr>
            <a:xfrm>
              <a:off x="4251960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mond 34"/>
            <p:cNvSpPr/>
            <p:nvPr/>
          </p:nvSpPr>
          <p:spPr>
            <a:xfrm>
              <a:off x="4818888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mond 35"/>
            <p:cNvSpPr/>
            <p:nvPr/>
          </p:nvSpPr>
          <p:spPr>
            <a:xfrm>
              <a:off x="5385816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mond 36"/>
            <p:cNvSpPr/>
            <p:nvPr/>
          </p:nvSpPr>
          <p:spPr>
            <a:xfrm>
              <a:off x="5952744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mond 37"/>
            <p:cNvSpPr/>
            <p:nvPr/>
          </p:nvSpPr>
          <p:spPr>
            <a:xfrm>
              <a:off x="6519672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mond 38"/>
            <p:cNvSpPr/>
            <p:nvPr/>
          </p:nvSpPr>
          <p:spPr>
            <a:xfrm>
              <a:off x="7086600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mond 39"/>
            <p:cNvSpPr/>
            <p:nvPr/>
          </p:nvSpPr>
          <p:spPr>
            <a:xfrm>
              <a:off x="7653527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mond 40"/>
            <p:cNvSpPr/>
            <p:nvPr/>
          </p:nvSpPr>
          <p:spPr>
            <a:xfrm>
              <a:off x="8220456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Diamond 41"/>
            <p:cNvSpPr/>
            <p:nvPr/>
          </p:nvSpPr>
          <p:spPr>
            <a:xfrm>
              <a:off x="878738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mond 42"/>
            <p:cNvSpPr/>
            <p:nvPr/>
          </p:nvSpPr>
          <p:spPr>
            <a:xfrm>
              <a:off x="9354311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mond 43"/>
            <p:cNvSpPr/>
            <p:nvPr/>
          </p:nvSpPr>
          <p:spPr>
            <a:xfrm>
              <a:off x="9921240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mond 44"/>
            <p:cNvSpPr/>
            <p:nvPr/>
          </p:nvSpPr>
          <p:spPr>
            <a:xfrm>
              <a:off x="10488167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mond 45"/>
            <p:cNvSpPr/>
            <p:nvPr/>
          </p:nvSpPr>
          <p:spPr>
            <a:xfrm>
              <a:off x="1105509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mond 46"/>
            <p:cNvSpPr/>
            <p:nvPr/>
          </p:nvSpPr>
          <p:spPr>
            <a:xfrm>
              <a:off x="1162202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mond 47"/>
            <p:cNvSpPr/>
            <p:nvPr/>
          </p:nvSpPr>
          <p:spPr>
            <a:xfrm>
              <a:off x="12188952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9" name="Connector 48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50" name="Diamond 49"/>
          <p:cNvSpPr/>
          <p:nvPr/>
        </p:nvSpPr>
        <p:spPr>
          <a:xfrm>
            <a:off x="6004407" y="475488"/>
            <a:ext cx="182880" cy="182880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C8C7B984-BDDC-4B2C-9B0E-D6908DFAB64C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1417319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7889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4160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5532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1417319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7889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4160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5532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388D1107-F465-471D-B71F-29D98AB06098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AQUA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문제 된 부분과 조치 결과를 정리했습니다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업무 보고 · 발표자 이름</a:t>
            </a:r>
          </a:p>
          <a:p>
            <a:r>
              <a:rPr lang="ko-KR"/>
              <a:t>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AQUA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20DDC-6BB5-4DE4-A65E-D5E060E7B022}" type="slidenum">
              <a:rPr lang="en-US"/>
              <a:t>‹#›</a:t>
            </a:fld>
            <a:endParaRPr lang="en-US"/>
          </a:p>
        </p:txBody>
      </p:sp>
      <p:grpSp>
        <p:nvGrpSpPr>
          <p:cNvPr id="6" name="줄 1"/>
          <p:cNvGrpSpPr/>
          <p:nvPr/>
        </p:nvGrpSpPr>
        <p:grpSpPr>
          <a:xfrm>
            <a:off x="1417319" y="1828800"/>
            <a:ext cx="10134295" cy="914400"/>
            <a:chOff x="1417319" y="1828800"/>
            <a:chExt cx="10134295" cy="914400"/>
          </a:xfrm>
        </p:grpSpPr>
        <p:sp>
          <p:nvSpPr>
            <p:cNvPr id="7" name="줄 바탕">
              <a:hlinkClick action="ppaction://hlinksldjump" r:id="rId3"/>
            </p:cNvPr>
            <p:cNvSpPr/>
            <p:nvPr/>
          </p:nvSpPr>
          <p:spPr>
            <a:xfrm>
              <a:off x="1417319" y="1828800"/>
              <a:ext cx="1013429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윗선"/>
            <p:cNvSpPr/>
            <p:nvPr/>
          </p:nvSpPr>
          <p:spPr>
            <a:xfrm>
              <a:off x="1417319" y="1828800"/>
              <a:ext cx="1013429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번호 1"/>
            <p:cNvSpPr txBox="1"/>
            <p:nvPr/>
          </p:nvSpPr>
          <p:spPr>
            <a:xfrm>
              <a:off x="1645919" y="210312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10" name="번호 밑줄"/>
            <p:cNvCxnSpPr/>
            <p:nvPr/>
          </p:nvCxnSpPr>
          <p:spPr>
            <a:xfrm>
              <a:off x="1691639" y="2441448"/>
              <a:ext cx="457200" cy="0"/>
            </a:xfrm>
            <a:prstGeom prst="line">
              <a:avLst/>
            </a:prstGeom>
            <a:ln w="12700" cap="rnd">
              <a:solidFill>
                <a:schemeClr val="accent1"/>
              </a:solidFill>
            </a:ln>
          </p:spPr>
        </p:cxnSp>
        <p:sp>
          <p:nvSpPr>
            <p:cNvPr id="11" name="줄 제목"/>
            <p:cNvSpPr txBox="1"/>
            <p:nvPr/>
          </p:nvSpPr>
          <p:spPr>
            <a:xfrm>
              <a:off x="24231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추진 경과</a:t>
              </a:r>
            </a:p>
          </p:txBody>
        </p:sp>
        <p:cxnSp>
          <p:nvCxnSpPr>
            <p:cNvPr id="12" name="구분선"/>
            <p:cNvCxnSpPr/>
            <p:nvPr/>
          </p:nvCxnSpPr>
          <p:spPr>
            <a:xfrm>
              <a:off x="5257800" y="1993392"/>
              <a:ext cx="0" cy="58521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3" name="줄 내용"/>
            <p:cNvSpPr txBox="1"/>
            <p:nvPr/>
          </p:nvSpPr>
          <p:spPr>
            <a:xfrm>
              <a:off x="5440680" y="187451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4" name="줄 2"/>
          <p:cNvGrpSpPr/>
          <p:nvPr/>
        </p:nvGrpSpPr>
        <p:grpSpPr>
          <a:xfrm>
            <a:off x="1417319" y="2880360"/>
            <a:ext cx="10134295" cy="914400"/>
            <a:chOff x="1417319" y="2880360"/>
            <a:chExt cx="10134295" cy="914400"/>
          </a:xfrm>
        </p:grpSpPr>
        <p:sp>
          <p:nvSpPr>
            <p:cNvPr id="15" name="줄 바탕">
              <a:hlinkClick action="ppaction://hlinksldjump" r:id="rId4"/>
            </p:cNvPr>
            <p:cNvSpPr/>
            <p:nvPr/>
          </p:nvSpPr>
          <p:spPr>
            <a:xfrm>
              <a:off x="1417319" y="2880360"/>
              <a:ext cx="1013429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윗선"/>
            <p:cNvSpPr/>
            <p:nvPr/>
          </p:nvSpPr>
          <p:spPr>
            <a:xfrm>
              <a:off x="1417319" y="2880360"/>
              <a:ext cx="1013429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번호 2"/>
            <p:cNvSpPr txBox="1"/>
            <p:nvPr/>
          </p:nvSpPr>
          <p:spPr>
            <a:xfrm>
              <a:off x="1645919" y="315467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8" name="번호 밑줄"/>
            <p:cNvCxnSpPr/>
            <p:nvPr/>
          </p:nvCxnSpPr>
          <p:spPr>
            <a:xfrm>
              <a:off x="1691639" y="3493008"/>
              <a:ext cx="457200" cy="0"/>
            </a:xfrm>
            <a:prstGeom prst="line">
              <a:avLst/>
            </a:prstGeom>
            <a:ln w="12700" cap="rnd">
              <a:solidFill>
                <a:schemeClr val="accent1"/>
              </a:solidFill>
            </a:ln>
          </p:spPr>
        </p:cxnSp>
        <p:sp>
          <p:nvSpPr>
            <p:cNvPr id="19" name="줄 제목"/>
            <p:cNvSpPr txBox="1"/>
            <p:nvPr/>
          </p:nvSpPr>
          <p:spPr>
            <a:xfrm>
              <a:off x="24231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주요 성과</a:t>
              </a:r>
            </a:p>
          </p:txBody>
        </p:sp>
        <p:cxnSp>
          <p:nvCxnSpPr>
            <p:cNvPr id="20" name="구분선"/>
            <p:cNvCxnSpPr/>
            <p:nvPr/>
          </p:nvCxnSpPr>
          <p:spPr>
            <a:xfrm>
              <a:off x="5257800" y="3044952"/>
              <a:ext cx="0" cy="58521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1" name="줄 내용"/>
            <p:cNvSpPr txBox="1"/>
            <p:nvPr/>
          </p:nvSpPr>
          <p:spPr>
            <a:xfrm>
              <a:off x="5440680" y="292607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2" name="줄 3"/>
          <p:cNvGrpSpPr/>
          <p:nvPr/>
        </p:nvGrpSpPr>
        <p:grpSpPr>
          <a:xfrm>
            <a:off x="1417319" y="3931920"/>
            <a:ext cx="10134295" cy="914400"/>
            <a:chOff x="1417319" y="3931920"/>
            <a:chExt cx="10134295" cy="914400"/>
          </a:xfrm>
        </p:grpSpPr>
        <p:sp>
          <p:nvSpPr>
            <p:cNvPr id="23" name="줄 바탕">
              <a:hlinkClick action="ppaction://hlinksldjump" r:id="rId5"/>
            </p:cNvPr>
            <p:cNvSpPr/>
            <p:nvPr/>
          </p:nvSpPr>
          <p:spPr>
            <a:xfrm>
              <a:off x="1417319" y="3931920"/>
              <a:ext cx="1013429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윗선"/>
            <p:cNvSpPr/>
            <p:nvPr/>
          </p:nvSpPr>
          <p:spPr>
            <a:xfrm>
              <a:off x="1417319" y="3931920"/>
              <a:ext cx="1013429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3"/>
            <p:cNvSpPr txBox="1"/>
            <p:nvPr/>
          </p:nvSpPr>
          <p:spPr>
            <a:xfrm>
              <a:off x="1645919" y="420624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6" name="번호 밑줄"/>
            <p:cNvCxnSpPr/>
            <p:nvPr/>
          </p:nvCxnSpPr>
          <p:spPr>
            <a:xfrm>
              <a:off x="1691639" y="4544568"/>
              <a:ext cx="457200" cy="0"/>
            </a:xfrm>
            <a:prstGeom prst="line">
              <a:avLst/>
            </a:prstGeom>
            <a:ln w="12700" cap="rnd">
              <a:solidFill>
                <a:schemeClr val="accent1"/>
              </a:solidFill>
            </a:ln>
          </p:spPr>
        </p:cxnSp>
        <p:sp>
          <p:nvSpPr>
            <p:cNvPr id="27" name="줄 제목"/>
            <p:cNvSpPr txBox="1"/>
            <p:nvPr/>
          </p:nvSpPr>
          <p:spPr>
            <a:xfrm>
              <a:off x="24231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이슈와 대응</a:t>
              </a:r>
            </a:p>
          </p:txBody>
        </p:sp>
        <p:cxnSp>
          <p:nvCxnSpPr>
            <p:cNvPr id="28" name="구분선"/>
            <p:cNvCxnSpPr/>
            <p:nvPr/>
          </p:nvCxnSpPr>
          <p:spPr>
            <a:xfrm>
              <a:off x="5257800" y="4096511"/>
              <a:ext cx="0" cy="585217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9" name="줄 내용"/>
            <p:cNvSpPr txBox="1"/>
            <p:nvPr/>
          </p:nvSpPr>
          <p:spPr>
            <a:xfrm>
              <a:off x="5440680" y="397763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30" name="줄 4"/>
          <p:cNvGrpSpPr/>
          <p:nvPr/>
        </p:nvGrpSpPr>
        <p:grpSpPr>
          <a:xfrm>
            <a:off x="1417319" y="4983479"/>
            <a:ext cx="10134295" cy="914400"/>
            <a:chOff x="1417319" y="4983479"/>
            <a:chExt cx="10134295" cy="914400"/>
          </a:xfrm>
        </p:grpSpPr>
        <p:sp>
          <p:nvSpPr>
            <p:cNvPr id="31" name="줄 바탕">
              <a:hlinkClick action="ppaction://hlinksldjump" r:id="rId6"/>
            </p:cNvPr>
            <p:cNvSpPr/>
            <p:nvPr/>
          </p:nvSpPr>
          <p:spPr>
            <a:xfrm>
              <a:off x="1417319" y="4983479"/>
              <a:ext cx="1013429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윗선"/>
            <p:cNvSpPr/>
            <p:nvPr/>
          </p:nvSpPr>
          <p:spPr>
            <a:xfrm>
              <a:off x="1417319" y="4983479"/>
              <a:ext cx="1013429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번호 4"/>
            <p:cNvSpPr txBox="1"/>
            <p:nvPr/>
          </p:nvSpPr>
          <p:spPr>
            <a:xfrm>
              <a:off x="1645919" y="525779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No.04</a:t>
              </a:r>
            </a:p>
          </p:txBody>
        </p:sp>
        <p:cxnSp>
          <p:nvCxnSpPr>
            <p:cNvPr id="34" name="번호 밑줄"/>
            <p:cNvCxnSpPr/>
            <p:nvPr/>
          </p:nvCxnSpPr>
          <p:spPr>
            <a:xfrm>
              <a:off x="1691639" y="5596127"/>
              <a:ext cx="457200" cy="0"/>
            </a:xfrm>
            <a:prstGeom prst="line">
              <a:avLst/>
            </a:prstGeom>
            <a:ln w="12700" cap="rnd">
              <a:solidFill>
                <a:schemeClr val="accent1"/>
              </a:solidFill>
            </a:ln>
          </p:spPr>
        </p:cxnSp>
        <p:sp>
          <p:nvSpPr>
            <p:cNvPr id="35" name="줄 제목"/>
            <p:cNvSpPr txBox="1"/>
            <p:nvPr/>
          </p:nvSpPr>
          <p:spPr>
            <a:xfrm>
              <a:off x="24231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향후 계획</a:t>
              </a:r>
            </a:p>
          </p:txBody>
        </p:sp>
        <p:cxnSp>
          <p:nvCxnSpPr>
            <p:cNvPr id="36" name="구분선"/>
            <p:cNvCxnSpPr/>
            <p:nvPr/>
          </p:nvCxnSpPr>
          <p:spPr>
            <a:xfrm>
              <a:off x="5257800" y="5148071"/>
              <a:ext cx="0" cy="585217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37" name="줄 내용"/>
            <p:cNvSpPr txBox="1"/>
            <p:nvPr/>
          </p:nvSpPr>
          <p:spPr>
            <a:xfrm>
              <a:off x="5440680" y="502919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AQUA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D04FC-E3A0-48BA-AE5B-4F2D678467A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AQUA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83446-FFD5-4E1E-A635-465A0335FE12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1417319" y="1828800"/>
            <a:ext cx="3195218" cy="3474720"/>
            <a:chOff x="1417319" y="1828800"/>
            <a:chExt cx="3195218" cy="3474720"/>
          </a:xfrm>
        </p:grpSpPr>
        <p:sp>
          <p:nvSpPr>
            <p:cNvPr id="7" name="카드 바탕"/>
            <p:cNvSpPr/>
            <p:nvPr/>
          </p:nvSpPr>
          <p:spPr>
            <a:xfrm>
              <a:off x="1417319" y="1828800"/>
              <a:ext cx="319521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윗선"/>
            <p:cNvSpPr/>
            <p:nvPr/>
          </p:nvSpPr>
          <p:spPr>
            <a:xfrm>
              <a:off x="1417319" y="1828800"/>
              <a:ext cx="319521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번호 1"/>
            <p:cNvSpPr txBox="1"/>
            <p:nvPr/>
          </p:nvSpPr>
          <p:spPr>
            <a:xfrm>
              <a:off x="1600199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10" name="번호 밑줄"/>
            <p:cNvCxnSpPr/>
            <p:nvPr/>
          </p:nvCxnSpPr>
          <p:spPr>
            <a:xfrm>
              <a:off x="1645919" y="2468880"/>
              <a:ext cx="457201" cy="0"/>
            </a:xfrm>
            <a:prstGeom prst="line">
              <a:avLst/>
            </a:prstGeom>
            <a:ln w="12700" cap="rnd">
              <a:solidFill>
                <a:schemeClr val="accent1"/>
              </a:solidFill>
            </a:ln>
          </p:spPr>
        </p:cxnSp>
        <p:sp>
          <p:nvSpPr>
            <p:cNvPr id="11" name="카드 제목"/>
            <p:cNvSpPr txBox="1"/>
            <p:nvPr/>
          </p:nvSpPr>
          <p:spPr>
            <a:xfrm>
              <a:off x="160019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진행</a:t>
              </a:r>
            </a:p>
          </p:txBody>
        </p:sp>
        <p:cxnSp>
          <p:nvCxnSpPr>
            <p:cNvPr id="12" name="구분선"/>
            <p:cNvCxnSpPr/>
            <p:nvPr/>
          </p:nvCxnSpPr>
          <p:spPr>
            <a:xfrm>
              <a:off x="1645919" y="3364991"/>
              <a:ext cx="273801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3" name="카드 내용"/>
            <p:cNvSpPr txBox="1"/>
            <p:nvPr/>
          </p:nvSpPr>
          <p:spPr>
            <a:xfrm>
              <a:off x="1600199" y="3456432"/>
              <a:ext cx="282945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4" name="카드 2"/>
          <p:cNvGrpSpPr/>
          <p:nvPr/>
        </p:nvGrpSpPr>
        <p:grpSpPr>
          <a:xfrm>
            <a:off x="4886858" y="1828800"/>
            <a:ext cx="3195218" cy="3474720"/>
            <a:chOff x="4886858" y="1828800"/>
            <a:chExt cx="3195218" cy="3474720"/>
          </a:xfrm>
        </p:grpSpPr>
        <p:sp>
          <p:nvSpPr>
            <p:cNvPr id="15" name="카드 바탕"/>
            <p:cNvSpPr/>
            <p:nvPr/>
          </p:nvSpPr>
          <p:spPr>
            <a:xfrm>
              <a:off x="4886858" y="1828800"/>
              <a:ext cx="319521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윗선"/>
            <p:cNvSpPr/>
            <p:nvPr/>
          </p:nvSpPr>
          <p:spPr>
            <a:xfrm>
              <a:off x="4886858" y="1828800"/>
              <a:ext cx="319521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번호 2"/>
            <p:cNvSpPr txBox="1"/>
            <p:nvPr/>
          </p:nvSpPr>
          <p:spPr>
            <a:xfrm>
              <a:off x="506973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8" name="번호 밑줄"/>
            <p:cNvCxnSpPr/>
            <p:nvPr/>
          </p:nvCxnSpPr>
          <p:spPr>
            <a:xfrm>
              <a:off x="5115458" y="2468880"/>
              <a:ext cx="457200" cy="0"/>
            </a:xfrm>
            <a:prstGeom prst="line">
              <a:avLst/>
            </a:prstGeom>
            <a:ln w="12700" cap="rnd">
              <a:solidFill>
                <a:schemeClr val="accent1"/>
              </a:solidFill>
            </a:ln>
          </p:spPr>
        </p:cxnSp>
        <p:sp>
          <p:nvSpPr>
            <p:cNvPr id="19" name="카드 제목"/>
            <p:cNvSpPr txBox="1"/>
            <p:nvPr/>
          </p:nvSpPr>
          <p:spPr>
            <a:xfrm>
              <a:off x="506973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성과</a:t>
              </a:r>
            </a:p>
          </p:txBody>
        </p:sp>
        <p:cxnSp>
          <p:nvCxnSpPr>
            <p:cNvPr id="20" name="구분선"/>
            <p:cNvCxnSpPr/>
            <p:nvPr/>
          </p:nvCxnSpPr>
          <p:spPr>
            <a:xfrm>
              <a:off x="5115458" y="3364991"/>
              <a:ext cx="273801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1" name="카드 내용"/>
            <p:cNvSpPr txBox="1"/>
            <p:nvPr/>
          </p:nvSpPr>
          <p:spPr>
            <a:xfrm>
              <a:off x="5069738" y="3456432"/>
              <a:ext cx="282945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22" name="카드 3"/>
          <p:cNvGrpSpPr/>
          <p:nvPr/>
        </p:nvGrpSpPr>
        <p:grpSpPr>
          <a:xfrm>
            <a:off x="8356396" y="1828800"/>
            <a:ext cx="3195218" cy="3474720"/>
            <a:chOff x="8356396" y="1828800"/>
            <a:chExt cx="3195218" cy="3474720"/>
          </a:xfrm>
        </p:grpSpPr>
        <p:sp>
          <p:nvSpPr>
            <p:cNvPr id="23" name="카드 바탕"/>
            <p:cNvSpPr/>
            <p:nvPr/>
          </p:nvSpPr>
          <p:spPr>
            <a:xfrm>
              <a:off x="8356396" y="1828800"/>
              <a:ext cx="319521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윗선"/>
            <p:cNvSpPr/>
            <p:nvPr/>
          </p:nvSpPr>
          <p:spPr>
            <a:xfrm>
              <a:off x="8356396" y="1828800"/>
              <a:ext cx="319521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3"/>
            <p:cNvSpPr txBox="1"/>
            <p:nvPr/>
          </p:nvSpPr>
          <p:spPr>
            <a:xfrm>
              <a:off x="853927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6" name="번호 밑줄"/>
            <p:cNvCxnSpPr/>
            <p:nvPr/>
          </p:nvCxnSpPr>
          <p:spPr>
            <a:xfrm>
              <a:off x="8584996" y="2468880"/>
              <a:ext cx="457200" cy="0"/>
            </a:xfrm>
            <a:prstGeom prst="line">
              <a:avLst/>
            </a:prstGeom>
            <a:ln w="12700" cap="rnd">
              <a:solidFill>
                <a:schemeClr val="accent1"/>
              </a:solidFill>
            </a:ln>
          </p:spPr>
        </p:cxnSp>
        <p:sp>
          <p:nvSpPr>
            <p:cNvPr id="27" name="카드 제목"/>
            <p:cNvSpPr txBox="1"/>
            <p:nvPr/>
          </p:nvSpPr>
          <p:spPr>
            <a:xfrm>
              <a:off x="853927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이슈</a:t>
              </a:r>
            </a:p>
          </p:txBody>
        </p:sp>
        <p:cxnSp>
          <p:nvCxnSpPr>
            <p:cNvPr id="28" name="구분선"/>
            <p:cNvCxnSpPr/>
            <p:nvPr/>
          </p:nvCxnSpPr>
          <p:spPr>
            <a:xfrm>
              <a:off x="8584996" y="3364991"/>
              <a:ext cx="273801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9" name="카드 내용"/>
            <p:cNvSpPr txBox="1"/>
            <p:nvPr/>
          </p:nvSpPr>
          <p:spPr>
            <a:xfrm>
              <a:off x="8539276" y="3456432"/>
              <a:ext cx="282945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AQUA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1C954E-6A54-42CA-B07A-44A88F3B516F}" type="slidenum">
              <a:rPr lang="en-US"/>
              <a:t>‹#›</a:t>
            </a:fld>
            <a:endParaRPr lang="en-US"/>
          </a:p>
        </p:txBody>
      </p:sp>
      <p:grpSp>
        <p:nvGrpSpPr>
          <p:cNvPr id="6" name="왼쪽 칸"/>
          <p:cNvGrpSpPr/>
          <p:nvPr/>
        </p:nvGrpSpPr>
        <p:grpSpPr>
          <a:xfrm>
            <a:off x="1417319" y="1828800"/>
            <a:ext cx="4884267" cy="3566160"/>
            <a:chOff x="1417319" y="1828800"/>
            <a:chExt cx="4884267" cy="3566160"/>
          </a:xfrm>
        </p:grpSpPr>
        <p:sp>
          <p:nvSpPr>
            <p:cNvPr id="7" name="칸 바탕"/>
            <p:cNvSpPr/>
            <p:nvPr/>
          </p:nvSpPr>
          <p:spPr>
            <a:xfrm>
              <a:off x="1417319" y="1828800"/>
              <a:ext cx="488426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윗선"/>
            <p:cNvSpPr/>
            <p:nvPr/>
          </p:nvSpPr>
          <p:spPr>
            <a:xfrm>
              <a:off x="1417319" y="1828800"/>
              <a:ext cx="4884267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칸 제목 띠"/>
            <p:cNvSpPr/>
            <p:nvPr/>
          </p:nvSpPr>
          <p:spPr>
            <a:xfrm>
              <a:off x="1600199" y="2011680"/>
              <a:ext cx="451850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계획</a:t>
              </a:r>
            </a:p>
          </p:txBody>
        </p:sp>
        <p:sp>
          <p:nvSpPr>
            <p:cNvPr id="10" name="칸 내용"/>
            <p:cNvSpPr txBox="1"/>
            <p:nvPr/>
          </p:nvSpPr>
          <p:spPr>
            <a:xfrm>
              <a:off x="1691639" y="2788920"/>
              <a:ext cx="433562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오른쪽 칸"/>
          <p:cNvGrpSpPr/>
          <p:nvPr/>
        </p:nvGrpSpPr>
        <p:grpSpPr>
          <a:xfrm>
            <a:off x="6667347" y="1828800"/>
            <a:ext cx="4884267" cy="3566160"/>
            <a:chOff x="6667347" y="1828800"/>
            <a:chExt cx="4884267" cy="3566160"/>
          </a:xfrm>
        </p:grpSpPr>
        <p:sp>
          <p:nvSpPr>
            <p:cNvPr id="12" name="칸 바탕"/>
            <p:cNvSpPr/>
            <p:nvPr/>
          </p:nvSpPr>
          <p:spPr>
            <a:xfrm>
              <a:off x="6667347" y="1828800"/>
              <a:ext cx="488426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윗선"/>
            <p:cNvSpPr/>
            <p:nvPr/>
          </p:nvSpPr>
          <p:spPr>
            <a:xfrm>
              <a:off x="6667347" y="1828800"/>
              <a:ext cx="4884267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칸 제목 띠"/>
            <p:cNvSpPr/>
            <p:nvPr/>
          </p:nvSpPr>
          <p:spPr>
            <a:xfrm>
              <a:off x="6850227" y="2011680"/>
              <a:ext cx="451850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실적</a:t>
              </a:r>
            </a:p>
          </p:txBody>
        </p:sp>
        <p:sp>
          <p:nvSpPr>
            <p:cNvPr id="15" name="칸 내용"/>
            <p:cNvSpPr txBox="1"/>
            <p:nvPr/>
          </p:nvSpPr>
          <p:spPr>
            <a:xfrm>
              <a:off x="6941667" y="2788920"/>
              <a:ext cx="433562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AQUA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9A38A4-76FD-4669-B26D-9C15CE5119DE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차트"/>
          <p:cNvGraphicFramePr>
            <a:graphicFrameLocks noGrp="1"/>
          </p:cNvGraphicFramePr>
          <p:nvPr/>
        </p:nvGraphicFramePr>
        <p:xfrm>
          <a:off x="1417319" y="1828800"/>
          <a:ext cx="702533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차트 안내"/>
          <p:cNvSpPr txBox="1"/>
          <p:nvPr/>
        </p:nvSpPr>
        <p:spPr>
          <a:xfrm>
            <a:off x="871697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AQUA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29CB8-D00A-4F3B-B8EF-3CB28637E69D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1417319" y="1828800"/>
          <a:ext cx="1013429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533573"/>
                <a:gridCol w="2533573"/>
                <a:gridCol w="2533573"/>
                <a:gridCol w="253357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목표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실적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달성률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AQUA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EE7C-8E30-4147-AB56-A5E3FC9D8EB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AQUA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업무 보고 발표 템플릿">
  <a:themeElements>
    <a:clrScheme name="업무 보고 발표 템플릿">
      <a:dk1>
        <a:srgbClr val="374648"/>
      </a:dk1>
      <a:lt1>
        <a:srgbClr val="FBFDFD"/>
      </a:lt1>
      <a:dk2>
        <a:srgbClr val="123D44"/>
      </a:dk2>
      <a:lt2>
        <a:srgbClr val="F0F7F7"/>
      </a:lt2>
      <a:accent1>
        <a:srgbClr val="2F8F9A"/>
      </a:accent1>
      <a:accent2>
        <a:srgbClr val="8FB5BD"/>
      </a:accent2>
      <a:accent3>
        <a:srgbClr val="72898D"/>
      </a:accent3>
      <a:accent4>
        <a:srgbClr val="C9E2E4"/>
      </a:accent4>
      <a:accent5>
        <a:srgbClr val="B2C4C8"/>
      </a:accent5>
      <a:accent6>
        <a:srgbClr val="BBD3D7"/>
      </a:accent6>
      <a:hlink>
        <a:srgbClr val="123D44"/>
      </a:hlink>
      <a:folHlink>
        <a:srgbClr val="72898D"/>
      </a:folHlink>
    </a:clrScheme>
    <a:fontScheme name="업무 보고 발표 템플릿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>업무 보고 발표 자료</dc:subject>
  <dc:creator>반딧불이의 곳간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