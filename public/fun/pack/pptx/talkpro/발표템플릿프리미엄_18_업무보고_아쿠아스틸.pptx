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757E439-370B-4B26-AF3E-C469BABD431B}">
          <p14:sldIdLst>
            <p14:sldId id="256"/>
          </p14:sldIdLst>
        </p14:section>
        <p14:section name="본문" id="{6A2CAB6E-9C96-49B9-BB4F-CA0BDAD0BD2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349C632-B92F-491F-A211-9102AE1EC7A9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D01976A-01D6-41BE-ABD0-6C441D1659B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D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E4B81DA5-24BF-4797-8B68-28300A11380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0EDA7034-2095-4E07-9CDF-B8A49AE0BD8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문제 된 부분과 조치 결과를 정리했습니다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0B485-B87B-40C4-9DAA-7987EB8F2810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1417319" y="1828800"/>
            <a:ext cx="10134295" cy="914400"/>
            <a:chOff x="1417319" y="1828800"/>
            <a:chExt cx="1013429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1417319" y="182880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45919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1691639" y="2441448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1" name="줄 제목"/>
            <p:cNvSpPr txBox="1"/>
            <p:nvPr/>
          </p:nvSpPr>
          <p:spPr>
            <a:xfrm>
              <a:off x="24231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52578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3" name="줄 내용"/>
            <p:cNvSpPr txBox="1"/>
            <p:nvPr/>
          </p:nvSpPr>
          <p:spPr>
            <a:xfrm>
              <a:off x="5440680" y="187451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4" name="줄 2"/>
          <p:cNvGrpSpPr/>
          <p:nvPr/>
        </p:nvGrpSpPr>
        <p:grpSpPr>
          <a:xfrm>
            <a:off x="1417319" y="2880360"/>
            <a:ext cx="10134295" cy="914400"/>
            <a:chOff x="1417319" y="2880360"/>
            <a:chExt cx="10134295" cy="914400"/>
          </a:xfrm>
        </p:grpSpPr>
        <p:sp>
          <p:nvSpPr>
            <p:cNvPr id="15" name="줄 바탕">
              <a:hlinkClick action="ppaction://hlinksldjump" r:id="rId4"/>
            </p:cNvPr>
            <p:cNvSpPr/>
            <p:nvPr/>
          </p:nvSpPr>
          <p:spPr>
            <a:xfrm>
              <a:off x="1417319" y="288036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윗선"/>
            <p:cNvSpPr/>
            <p:nvPr/>
          </p:nvSpPr>
          <p:spPr>
            <a:xfrm>
              <a:off x="1417319" y="288036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1645919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1691639" y="3493008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9" name="줄 제목"/>
            <p:cNvSpPr txBox="1"/>
            <p:nvPr/>
          </p:nvSpPr>
          <p:spPr>
            <a:xfrm>
              <a:off x="24231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52578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1" name="줄 내용"/>
            <p:cNvSpPr txBox="1"/>
            <p:nvPr/>
          </p:nvSpPr>
          <p:spPr>
            <a:xfrm>
              <a:off x="5440680" y="292607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2" name="줄 3"/>
          <p:cNvGrpSpPr/>
          <p:nvPr/>
        </p:nvGrpSpPr>
        <p:grpSpPr>
          <a:xfrm>
            <a:off x="1417319" y="3931920"/>
            <a:ext cx="10134295" cy="914400"/>
            <a:chOff x="1417319" y="3931920"/>
            <a:chExt cx="10134295" cy="914400"/>
          </a:xfrm>
        </p:grpSpPr>
        <p:sp>
          <p:nvSpPr>
            <p:cNvPr id="23" name="줄 바탕">
              <a:hlinkClick action="ppaction://hlinksldjump" r:id="rId5"/>
            </p:cNvPr>
            <p:cNvSpPr/>
            <p:nvPr/>
          </p:nvSpPr>
          <p:spPr>
            <a:xfrm>
              <a:off x="1417319" y="393192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윗선"/>
            <p:cNvSpPr/>
            <p:nvPr/>
          </p:nvSpPr>
          <p:spPr>
            <a:xfrm>
              <a:off x="1417319" y="393192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1645919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1691639" y="4544568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27" name="줄 제목"/>
            <p:cNvSpPr txBox="1"/>
            <p:nvPr/>
          </p:nvSpPr>
          <p:spPr>
            <a:xfrm>
              <a:off x="24231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52578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9" name="줄 내용"/>
            <p:cNvSpPr txBox="1"/>
            <p:nvPr/>
          </p:nvSpPr>
          <p:spPr>
            <a:xfrm>
              <a:off x="5440680" y="397763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30" name="줄 4"/>
          <p:cNvGrpSpPr/>
          <p:nvPr/>
        </p:nvGrpSpPr>
        <p:grpSpPr>
          <a:xfrm>
            <a:off x="1417319" y="4983479"/>
            <a:ext cx="10134295" cy="914400"/>
            <a:chOff x="1417319" y="4983479"/>
            <a:chExt cx="10134295" cy="914400"/>
          </a:xfrm>
        </p:grpSpPr>
        <p:sp>
          <p:nvSpPr>
            <p:cNvPr id="31" name="줄 바탕">
              <a:hlinkClick action="ppaction://hlinksldjump" r:id="rId6"/>
            </p:cNvPr>
            <p:cNvSpPr/>
            <p:nvPr/>
          </p:nvSpPr>
          <p:spPr>
            <a:xfrm>
              <a:off x="1417319" y="4983479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윗선"/>
            <p:cNvSpPr/>
            <p:nvPr/>
          </p:nvSpPr>
          <p:spPr>
            <a:xfrm>
              <a:off x="1417319" y="4983479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번호 4"/>
            <p:cNvSpPr txBox="1"/>
            <p:nvPr/>
          </p:nvSpPr>
          <p:spPr>
            <a:xfrm>
              <a:off x="1645919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34" name="번호 밑줄"/>
            <p:cNvCxnSpPr/>
            <p:nvPr/>
          </p:nvCxnSpPr>
          <p:spPr>
            <a:xfrm>
              <a:off x="1691639" y="5596127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35" name="줄 제목"/>
            <p:cNvSpPr txBox="1"/>
            <p:nvPr/>
          </p:nvSpPr>
          <p:spPr>
            <a:xfrm>
              <a:off x="24231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36" name="구분선"/>
            <p:cNvCxnSpPr/>
            <p:nvPr/>
          </p:nvCxnSpPr>
          <p:spPr>
            <a:xfrm>
              <a:off x="52578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37" name="줄 내용"/>
            <p:cNvSpPr txBox="1"/>
            <p:nvPr/>
          </p:nvSpPr>
          <p:spPr>
            <a:xfrm>
              <a:off x="5440680" y="502919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9934C-5B23-4492-9632-6AAF94E4F1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5320E-19B6-4145-A526-A187C787830C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474720"/>
            <a:chOff x="1417319" y="1828800"/>
            <a:chExt cx="3195218" cy="347472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0019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1645919" y="2468880"/>
              <a:ext cx="457201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1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3" name="카드 내용"/>
            <p:cNvSpPr txBox="1"/>
            <p:nvPr/>
          </p:nvSpPr>
          <p:spPr>
            <a:xfrm>
              <a:off x="1600199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4" name="카드 2"/>
          <p:cNvGrpSpPr/>
          <p:nvPr/>
        </p:nvGrpSpPr>
        <p:grpSpPr>
          <a:xfrm>
            <a:off x="4886858" y="1828800"/>
            <a:ext cx="3195218" cy="3474720"/>
            <a:chOff x="4886858" y="1828800"/>
            <a:chExt cx="3195218" cy="3474720"/>
          </a:xfrm>
        </p:grpSpPr>
        <p:sp>
          <p:nvSpPr>
            <p:cNvPr id="15" name="카드 바탕"/>
            <p:cNvSpPr/>
            <p:nvPr/>
          </p:nvSpPr>
          <p:spPr>
            <a:xfrm>
              <a:off x="4886858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윗선"/>
            <p:cNvSpPr/>
            <p:nvPr/>
          </p:nvSpPr>
          <p:spPr>
            <a:xfrm>
              <a:off x="4886858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506973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5115458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9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1" name="카드 내용"/>
            <p:cNvSpPr txBox="1"/>
            <p:nvPr/>
          </p:nvSpPr>
          <p:spPr>
            <a:xfrm>
              <a:off x="5069738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2" name="카드 3"/>
          <p:cNvGrpSpPr/>
          <p:nvPr/>
        </p:nvGrpSpPr>
        <p:grpSpPr>
          <a:xfrm>
            <a:off x="8356396" y="1828800"/>
            <a:ext cx="3195218" cy="3474720"/>
            <a:chOff x="8356396" y="1828800"/>
            <a:chExt cx="3195218" cy="3474720"/>
          </a:xfrm>
        </p:grpSpPr>
        <p:sp>
          <p:nvSpPr>
            <p:cNvPr id="23" name="카드 바탕"/>
            <p:cNvSpPr/>
            <p:nvPr/>
          </p:nvSpPr>
          <p:spPr>
            <a:xfrm>
              <a:off x="8356396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윗선"/>
            <p:cNvSpPr/>
            <p:nvPr/>
          </p:nvSpPr>
          <p:spPr>
            <a:xfrm>
              <a:off x="8356396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853927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8584996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27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8539276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B5504-A32A-48F2-A84E-34549BB3F8DF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1417319" y="1828800"/>
            <a:ext cx="4884267" cy="3566160"/>
            <a:chOff x="1417319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1417319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160019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계획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691639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667347" y="1828800"/>
            <a:ext cx="4884267" cy="3566160"/>
            <a:chOff x="666734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666734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윗선"/>
            <p:cNvSpPr/>
            <p:nvPr/>
          </p:nvSpPr>
          <p:spPr>
            <a:xfrm>
              <a:off x="6667347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85022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94166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5CC73-9D54-472C-B438-AE7DCFF2A25C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1417319" y="1828800"/>
          <a:ext cx="702533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71697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1B078-6A18-40F7-8416-3E33FD322ABF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AQUA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E605-9143-4839-9C04-3881E3033D0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374648"/>
      </a:dk1>
      <a:lt1>
        <a:srgbClr val="FBFDFD"/>
      </a:lt1>
      <a:dk2>
        <a:srgbClr val="123D44"/>
      </a:dk2>
      <a:lt2>
        <a:srgbClr val="F0F7F7"/>
      </a:lt2>
      <a:accent1>
        <a:srgbClr val="2F8F9A"/>
      </a:accent1>
      <a:accent2>
        <a:srgbClr val="8FB5BD"/>
      </a:accent2>
      <a:accent3>
        <a:srgbClr val="72898D"/>
      </a:accent3>
      <a:accent4>
        <a:srgbClr val="C9E2E4"/>
      </a:accent4>
      <a:accent5>
        <a:srgbClr val="B2C4C8"/>
      </a:accent5>
      <a:accent6>
        <a:srgbClr val="BBD3D7"/>
      </a:accent6>
      <a:hlink>
        <a:srgbClr val="123D44"/>
      </a:hlink>
      <a:folHlink>
        <a:srgbClr val="72898D"/>
      </a:folHlink>
    </a:clrScheme>
    <a:fontScheme name="업무 보고 발표 템플릿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