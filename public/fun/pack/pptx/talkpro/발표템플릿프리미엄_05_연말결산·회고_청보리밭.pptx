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F2C746D-2710-4CFB-B3BC-854E107857E3}">
          <p14:sldIdLst>
            <p14:sldId id="256"/>
          </p14:sldIdLst>
        </p14:section>
        <p14:section name="본문" id="{6C3E82F9-9AEE-42A9-9CDF-8717B5ECA2CA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09939003-0C73-4543-9C6F-8DBC87C1E4B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4-Point Star 10"/>
            <p:cNvSpPr/>
            <p:nvPr/>
          </p:nvSpPr>
          <p:spPr>
            <a:xfrm>
              <a:off x="5867247" y="1143000"/>
              <a:ext cx="457200" cy="45720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1D1036B1-92EF-4018-865E-31C7302A6B7F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4-Point Star 10"/>
            <p:cNvSpPr/>
            <p:nvPr/>
          </p:nvSpPr>
          <p:spPr>
            <a:xfrm>
              <a:off x="5867247" y="1143000"/>
              <a:ext cx="457200" cy="45720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FA05E036-DD11-428B-934A-57AB17D4C5D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6AA07E1-3A53-417D-AAA1-FD549DCEA02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청보리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올해 한 일을 월별로 돌아봅니다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2252D-EAC3-462E-9CEB-10A9F12E8AB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88036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393192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749808" y="4983479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C18A3-E6F1-4560-987A-9EF000B5490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A1E8C-C917-405F-BDBA-DBD5B638253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0E6DF-57DD-4724-B834-6DF045B2651C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위쪽 띠"/>
            <p:cNvSpPr/>
            <p:nvPr/>
          </p:nvSpPr>
          <p:spPr>
            <a:xfrm>
              <a:off x="6297015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EEDC0-FA69-4AD7-B1F1-70DDB3462B2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01D1-4498-4F25-BB6E-AEDF3EC39B3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B9301-0CCD-4B67-8AA5-51753DD7C81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청보리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2B2724"/>
      </a:dk1>
      <a:lt1>
        <a:srgbClr val="FFFFFF"/>
      </a:lt1>
      <a:dk2>
        <a:srgbClr val="55643A"/>
      </a:dk2>
      <a:lt2>
        <a:srgbClr val="EDF9E4"/>
      </a:lt2>
      <a:accent1>
        <a:srgbClr val="9DD873"/>
      </a:accent1>
      <a:accent2>
        <a:srgbClr val="C5BF7C"/>
      </a:accent2>
      <a:accent3>
        <a:srgbClr val="3A4E2C"/>
      </a:accent3>
      <a:accent4>
        <a:srgbClr val="DAF4C7"/>
      </a:accent4>
      <a:accent5>
        <a:srgbClr val="A3E0C9"/>
      </a:accent5>
      <a:accent6>
        <a:srgbClr val="E6DABC"/>
      </a:accent6>
      <a:hlink>
        <a:srgbClr val="55643A"/>
      </a:hlink>
      <a:folHlink>
        <a:srgbClr val="3A4E2C"/>
      </a:folHlink>
    </a:clrScheme>
    <a:fontScheme name="연말 결산·회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