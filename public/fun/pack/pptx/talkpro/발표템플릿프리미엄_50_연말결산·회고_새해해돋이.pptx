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ABB0CF5E-203F-4529-AD66-C2FF9349D33B}">
          <p14:sldIdLst>
            <p14:sldId id="256"/>
          </p14:sldIdLst>
        </p14:section>
        <p14:section name="본문" id="{3AE5A1CE-EDF8-4252-A1A1-1DF5747F01A8}">
          <p14:sldIdLst>
            <p14:sldId id="257"/>
            <p14:sldId id="258"/>
            <p14:sldId id="259"/>
            <p14:sldId id="260"/>
            <p14:sldId id="261"/>
            <p14:sldId id="262"/>
            <p14:sldId id="263"/>
          </p14:sldIdLst>
        </p14:section>
        <p14:section name="마무리" id="{8FB7D74B-4074-4F14-9010-7B0F9D3EE1BF}">
          <p14:sldIdLst>
            <p14:sldId id="264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목표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1분기</c:v>
                </c:pt>
                <c:pt idx="1">
                  <c:v>2분기</c:v>
                </c:pt>
                <c:pt idx="2">
                  <c:v>3분기</c:v>
                </c:pt>
                <c:pt idx="3">
                  <c:v>4분기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60</c:v>
                </c:pt>
                <c:pt idx="1">
                  <c:v>70</c:v>
                </c:pt>
                <c:pt idx="2">
                  <c:v>80</c:v>
                </c:pt>
                <c:pt idx="3">
                  <c:v>90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실적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1분기</c:v>
                </c:pt>
                <c:pt idx="1">
                  <c:v>2분기</c:v>
                </c:pt>
                <c:pt idx="2">
                  <c:v>3분기</c:v>
                </c:pt>
                <c:pt idx="3">
                  <c:v>4분기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55</c:v>
                </c:pt>
                <c:pt idx="1">
                  <c:v>72</c:v>
                </c:pt>
                <c:pt idx="2">
                  <c:v>78</c:v>
                </c:pt>
                <c:pt idx="3">
                  <c:v>95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1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 w="9525">
            <a:solidFill>
              <a:schemeClr val="accent4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6350">
              <a:solidFill>
                <a:schemeClr val="accent4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100">
          <a:solidFill>
            <a:schemeClr val="tx1"/>
          </a:solidFill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날짜·발표자는 아래 안내 문구를 눌러 고치세요.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목차의 각 줄을 누르면 해당 쪽으로 이동합니다(슬라이드 쇼에서). 줄을 지우거나 늘려도 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발표 전체를 한 문장으로 줄여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카드 제목과 내용을 고치세요. 카드는 슬라이드 쇼에서 차례로 나타납니다.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왼쪽과 오른쪽 칸의 제목·내용을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차트를 우클릭 &gt; [데이터 편집]으로 숫자를 바꾸면 그래프가 자동으로 바뀝니다. 지금 숫자는 예시입니다.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표의 칸을 눌러 내용을 입력하세요. 행은 Tab 키로 추가됩니다.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질문 받는 시간입니다.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마지막 쪽입니다.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사진"/>
          <p:cNvSpPr>
            <a:spLocks noGrp="1"/>
          </p:cNvSpPr>
          <p:nvPr>
            <p:ph type="pic" sz="quarter" idx="13"/>
          </p:nvPr>
        </p:nvSpPr>
        <p:spPr>
          <a:xfrm>
            <a:off x="1347185" y="813816"/>
            <a:ext cx="3401476" cy="5230368"/>
          </a:xfrm>
          <a:prstGeom prst="round2SameRect">
            <a:avLst>
              <a:gd name="adj1" fmla="val 50000"/>
              <a:gd name="adj2" fmla="val 0"/>
            </a:avLst>
          </a:prstGeo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사진을 넣으려면 아이콘을 누르세요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6095847" y="1645920"/>
            <a:ext cx="512051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ctrTitle"/>
          </p:nvPr>
        </p:nvSpPr>
        <p:spPr>
          <a:xfrm>
            <a:off x="6095847" y="2029968"/>
            <a:ext cx="512051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4" name="한 줄 문구"/>
          <p:cNvSpPr>
            <a:spLocks noGrp="1"/>
          </p:cNvSpPr>
          <p:nvPr>
            <p:ph type="subTitle" idx="1"/>
          </p:nvPr>
        </p:nvSpPr>
        <p:spPr>
          <a:xfrm>
            <a:off x="6095847" y="3703320"/>
            <a:ext cx="512051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5" name="안내 문구"/>
          <p:cNvSpPr>
            <a:spLocks noGrp="1"/>
          </p:cNvSpPr>
          <p:nvPr>
            <p:ph type="body" sz="quarter" idx="11"/>
          </p:nvPr>
        </p:nvSpPr>
        <p:spPr>
          <a:xfrm>
            <a:off x="6095847" y="4480559"/>
            <a:ext cx="512051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뒤 아치"/>
          <p:cNvSpPr/>
          <p:nvPr/>
        </p:nvSpPr>
        <p:spPr>
          <a:xfrm>
            <a:off x="1676369" y="1097280"/>
            <a:ext cx="3657508" cy="521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아치 틀"/>
          <p:cNvSpPr/>
          <p:nvPr/>
        </p:nvSpPr>
        <p:spPr>
          <a:xfrm>
            <a:off x="1219169" y="685800"/>
            <a:ext cx="3657508" cy="54864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bg1"/>
          </a:solidFill>
          <a:ln>
            <a:noFill/>
          </a:ln>
          <a:effectLst>
            <a:outerShdw blurRad="330200" dist="101600" dir="5400000" algn="t" rotWithShape="0">
              <a:schemeClr val="tx2">
                <a:alpha val="14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4" name="사진 바탕"/>
          <p:cNvSpPr/>
          <p:nvPr/>
        </p:nvSpPr>
        <p:spPr>
          <a:xfrm>
            <a:off x="1347185" y="813816"/>
            <a:ext cx="3401476" cy="5230368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사진을 넣어 주세요</a:t>
            </a:r>
          </a:p>
        </p:txBody>
      </p:sp>
      <p:sp>
        <p:nvSpPr>
          <p:cNvPr id="5" name="포인트 원"/>
          <p:cNvSpPr/>
          <p:nvPr/>
        </p:nvSpPr>
        <p:spPr>
          <a:xfrm>
            <a:off x="807689" y="4983480"/>
            <a:ext cx="822960" cy="822960"/>
          </a:xfrm>
          <a:prstGeom prst="ellipse">
            <a:avLst/>
          </a:prstGeom>
          <a:solidFill>
            <a:schemeClr val="accent2">
              <a:alpha val="88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274320"/>
            <a:ext cx="11277295" cy="2743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3535527" y="594360"/>
            <a:ext cx="5120640" cy="86868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6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638647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33B504E8-84DD-4563-9618-6995FBCE0A01}" type="slidenum">
              <a:rPr lang="en-US"/>
              <a:t>‹#›</a:t>
            </a:fld>
          </a:p>
        </p:txBody>
      </p:sp>
      <p:sp>
        <p:nvSpPr>
          <p:cNvPr id="2" name="제목 알약"/>
          <p:cNvSpPr/>
          <p:nvPr/>
        </p:nvSpPr>
        <p:spPr>
          <a:xfrm>
            <a:off x="3261207" y="594360"/>
            <a:ext cx="5669280" cy="86868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grpSp>
        <p:nvGrpSpPr>
          <p:cNvPr id="3" name="테마 장식"/>
          <p:cNvGrpSpPr/>
          <p:nvPr/>
        </p:nvGrpSpPr>
        <p:grpSpPr>
          <a:xfrm>
            <a:off x="571500" y="6263182"/>
            <a:ext cx="320040" cy="275234"/>
            <a:chOff x="571500" y="6263182"/>
            <a:chExt cx="320040" cy="275234"/>
          </a:xfrm>
        </p:grpSpPr>
        <p:sp>
          <p:nvSpPr>
            <p:cNvPr id="4" name="Hexagon 3"/>
            <p:cNvSpPr/>
            <p:nvPr/>
          </p:nvSpPr>
          <p:spPr>
            <a:xfrm>
              <a:off x="571500" y="6263182"/>
              <a:ext cx="320040" cy="275234"/>
            </a:xfrm>
            <a:prstGeom prst="hexagon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" name="테마 장식"/>
          <p:cNvGrpSpPr/>
          <p:nvPr/>
        </p:nvGrpSpPr>
        <p:grpSpPr>
          <a:xfrm>
            <a:off x="11300155" y="6263182"/>
            <a:ext cx="320040" cy="275234"/>
            <a:chOff x="11300155" y="6263182"/>
            <a:chExt cx="320040" cy="275234"/>
          </a:xfrm>
        </p:grpSpPr>
        <p:sp>
          <p:nvSpPr>
            <p:cNvPr id="6" name="Hexagon 5"/>
            <p:cNvSpPr/>
            <p:nvPr/>
          </p:nvSpPr>
          <p:spPr>
            <a:xfrm>
              <a:off x="11300155" y="6263182"/>
              <a:ext cx="320040" cy="275234"/>
            </a:xfrm>
            <a:prstGeom prst="hexagon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사진"/>
          <p:cNvSpPr>
            <a:spLocks noGrp="1"/>
          </p:cNvSpPr>
          <p:nvPr>
            <p:ph type="pic" sz="quarter" idx="13"/>
          </p:nvPr>
        </p:nvSpPr>
        <p:spPr>
          <a:xfrm>
            <a:off x="1347185" y="813816"/>
            <a:ext cx="3401476" cy="5230368"/>
          </a:xfrm>
          <a:prstGeom prst="round2SameRect">
            <a:avLst>
              <a:gd name="adj1" fmla="val 50000"/>
              <a:gd name="adj2" fmla="val 0"/>
            </a:avLst>
          </a:prstGeo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사진을 넣으려면 아이콘을 누르세요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6095847" y="1645920"/>
            <a:ext cx="512051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accent4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title"/>
          </p:nvPr>
        </p:nvSpPr>
        <p:spPr>
          <a:xfrm>
            <a:off x="6095847" y="2029968"/>
            <a:ext cx="512051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4" name="한 줄 문구"/>
          <p:cNvSpPr>
            <a:spLocks noGrp="1"/>
          </p:cNvSpPr>
          <p:nvPr>
            <p:ph type="subTitle" idx="1"/>
          </p:nvPr>
        </p:nvSpPr>
        <p:spPr>
          <a:xfrm>
            <a:off x="6095847" y="3703320"/>
            <a:ext cx="512051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5" name="안내 문구"/>
          <p:cNvSpPr>
            <a:spLocks noGrp="1"/>
          </p:cNvSpPr>
          <p:nvPr>
            <p:ph type="body" sz="quarter" idx="11"/>
          </p:nvPr>
        </p:nvSpPr>
        <p:spPr>
          <a:xfrm>
            <a:off x="6095847" y="4480559"/>
            <a:ext cx="512051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accent4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뒤 아치"/>
          <p:cNvSpPr/>
          <p:nvPr/>
        </p:nvSpPr>
        <p:spPr>
          <a:xfrm>
            <a:off x="1676369" y="1097280"/>
            <a:ext cx="3657508" cy="521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아치 틀"/>
          <p:cNvSpPr/>
          <p:nvPr/>
        </p:nvSpPr>
        <p:spPr>
          <a:xfrm>
            <a:off x="1219169" y="685800"/>
            <a:ext cx="3657508" cy="54864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bg1"/>
          </a:solidFill>
          <a:ln>
            <a:noFill/>
          </a:ln>
          <a:effectLst>
            <a:outerShdw blurRad="330200" dist="101600" dir="5400000" algn="t" rotWithShape="0">
              <a:schemeClr val="tx2">
                <a:alpha val="14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4" name="사진 바탕"/>
          <p:cNvSpPr/>
          <p:nvPr/>
        </p:nvSpPr>
        <p:spPr>
          <a:xfrm>
            <a:off x="1347185" y="813816"/>
            <a:ext cx="3401476" cy="5230368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사진을 넣어 주세요</a:t>
            </a:r>
          </a:p>
        </p:txBody>
      </p:sp>
      <p:sp>
        <p:nvSpPr>
          <p:cNvPr id="5" name="포인트 원"/>
          <p:cNvSpPr/>
          <p:nvPr/>
        </p:nvSpPr>
        <p:spPr>
          <a:xfrm>
            <a:off x="807689" y="4983480"/>
            <a:ext cx="822960" cy="822960"/>
          </a:xfrm>
          <a:prstGeom prst="ellipse">
            <a:avLst/>
          </a:prstGeom>
          <a:solidFill>
            <a:schemeClr val="accent2">
              <a:alpha val="88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274320"/>
            <a:ext cx="11277295" cy="2743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3535527" y="594360"/>
            <a:ext cx="5120640" cy="86868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6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638647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26D8BE17-8D08-4E4C-AA3B-4EC7172A9CDB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제목 알약"/>
          <p:cNvSpPr/>
          <p:nvPr/>
        </p:nvSpPr>
        <p:spPr>
          <a:xfrm>
            <a:off x="3261207" y="594360"/>
            <a:ext cx="5669280" cy="86868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grpSp>
        <p:nvGrpSpPr>
          <p:cNvPr id="3" name="테마 장식"/>
          <p:cNvGrpSpPr/>
          <p:nvPr/>
        </p:nvGrpSpPr>
        <p:grpSpPr>
          <a:xfrm>
            <a:off x="571500" y="6263182"/>
            <a:ext cx="320040" cy="275234"/>
            <a:chOff x="571500" y="6263182"/>
            <a:chExt cx="320040" cy="275234"/>
          </a:xfrm>
        </p:grpSpPr>
        <p:sp>
          <p:nvSpPr>
            <p:cNvPr id="4" name="Hexagon 3"/>
            <p:cNvSpPr/>
            <p:nvPr/>
          </p:nvSpPr>
          <p:spPr>
            <a:xfrm>
              <a:off x="571500" y="6263182"/>
              <a:ext cx="320040" cy="275234"/>
            </a:xfrm>
            <a:prstGeom prst="hexagon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" name="테마 장식"/>
          <p:cNvGrpSpPr/>
          <p:nvPr/>
        </p:nvGrpSpPr>
        <p:grpSpPr>
          <a:xfrm>
            <a:off x="11300155" y="6263182"/>
            <a:ext cx="320040" cy="275234"/>
            <a:chOff x="11300155" y="6263182"/>
            <a:chExt cx="320040" cy="275234"/>
          </a:xfrm>
        </p:grpSpPr>
        <p:sp>
          <p:nvSpPr>
            <p:cNvPr id="6" name="Hexagon 5"/>
            <p:cNvSpPr/>
            <p:nvPr/>
          </p:nvSpPr>
          <p:spPr>
            <a:xfrm>
              <a:off x="11300155" y="6263182"/>
              <a:ext cx="320040" cy="275234"/>
            </a:xfrm>
            <a:prstGeom prst="hexagon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쪽 번호"/>
          <p:cNvSpPr>
            <a:spLocks noGrp="1"/>
          </p:cNvSpPr>
          <p:nvPr>
            <p:ph type="sldNum" sz="quarter" idx="12"/>
          </p:nvPr>
        </p:nvSpPr>
        <p:spPr>
          <a:xfrm>
            <a:off x="5638647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F1CB3CA1-C154-4A4F-A2F4-07DDD28A1E4A}" type="slidenum">
              <a:rPr lang="en-US"/>
              <a:t>‹#›</a:t>
            </a:fld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84048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grpSp>
        <p:nvGrpSpPr>
          <p:cNvPr id="2" name="따옴표 장식"/>
          <p:cNvGrpSpPr/>
          <p:nvPr/>
        </p:nvGrpSpPr>
        <p:grpSpPr>
          <a:xfrm>
            <a:off x="5437479" y="1371600"/>
            <a:ext cx="1316736" cy="548640"/>
            <a:chOff x="5437479" y="1371600"/>
            <a:chExt cx="1316736" cy="548640"/>
          </a:xfrm>
        </p:grpSpPr>
        <p:sp>
          <p:nvSpPr>
            <p:cNvPr id="3" name="따옴표 방울"/>
            <p:cNvSpPr/>
            <p:nvPr/>
          </p:nvSpPr>
          <p:spPr>
            <a:xfrm rot="16200000">
              <a:off x="5437479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" name="따옴표 방울"/>
            <p:cNvSpPr/>
            <p:nvPr/>
          </p:nvSpPr>
          <p:spPr>
            <a:xfrm rot="16200000">
              <a:off x="6205575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" name="테마 장식"/>
          <p:cNvGrpSpPr/>
          <p:nvPr/>
        </p:nvGrpSpPr>
        <p:grpSpPr>
          <a:xfrm>
            <a:off x="5821527" y="5250484"/>
            <a:ext cx="548640" cy="471830"/>
            <a:chOff x="5821527" y="5250484"/>
            <a:chExt cx="548640" cy="471830"/>
          </a:xfrm>
        </p:grpSpPr>
        <p:sp>
          <p:nvSpPr>
            <p:cNvPr id="6" name="Hexagon 5"/>
            <p:cNvSpPr/>
            <p:nvPr/>
          </p:nvSpPr>
          <p:spPr>
            <a:xfrm>
              <a:off x="5821527" y="5250484"/>
              <a:ext cx="548640" cy="471830"/>
            </a:xfrm>
            <a:prstGeom prst="hexagon">
              <a:avLst/>
            </a:prstGeom>
            <a:solidFill>
              <a:schemeClr val="accent1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slide" Target="slide4.xml"/><Relationship Id="rId4" Type="http://schemas.openxmlformats.org/officeDocument/2006/relationships/slide" Target="slide5.xml"/><Relationship Id="rId5" Type="http://schemas.openxmlformats.org/officeDocument/2006/relationships/slide" Target="slide6.xml"/><Relationship Id="rId6" Type="http://schemas.openxmlformats.org/officeDocument/2006/relationships/slide" Target="slide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chart" Target="../charts/char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WINTER  ·  PRESENTATION</a:t>
            </a:r>
          </a:p>
        </p:txBody>
      </p:sp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발표 제목을 입력하세요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내년에 가져갈 것과 두고 갈 것을 나눴습니다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연말 결산·회고 · 발표자 이름</a:t>
            </a:r>
          </a:p>
          <a:p>
            <a:r>
              <a:rPr lang="ko-KR"/>
              <a:t>0000. 00. 00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CONTENTS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목차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FED84-EFD0-49EA-879D-28DF68173CF3}" type="slidenum">
              <a:rPr lang="en-US"/>
              <a:t>‹#›</a:t>
            </a:fld>
            <a:endParaRPr lang="en-US"/>
          </a:p>
        </p:txBody>
      </p:sp>
      <p:grpSp>
        <p:nvGrpSpPr>
          <p:cNvPr id="5" name="줄 1"/>
          <p:cNvGrpSpPr/>
          <p:nvPr/>
        </p:nvGrpSpPr>
        <p:grpSpPr>
          <a:xfrm>
            <a:off x="731520" y="1828800"/>
            <a:ext cx="10728655" cy="914400"/>
            <a:chOff x="731520" y="1828800"/>
            <a:chExt cx="10728655" cy="914400"/>
          </a:xfrm>
        </p:grpSpPr>
        <p:sp>
          <p:nvSpPr>
            <p:cNvPr id="6" name="줄 바탕">
              <a:hlinkClick action="ppaction://hlinksldjump" r:id="rId3"/>
            </p:cNvPr>
            <p:cNvSpPr/>
            <p:nvPr/>
          </p:nvSpPr>
          <p:spPr>
            <a:xfrm>
              <a:off x="731520" y="1828800"/>
              <a:ext cx="10728655" cy="91440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위쪽 띠"/>
            <p:cNvSpPr/>
            <p:nvPr/>
          </p:nvSpPr>
          <p:spPr>
            <a:xfrm>
              <a:off x="749808" y="1828800"/>
              <a:ext cx="10692079" cy="822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번호 1"/>
            <p:cNvSpPr/>
            <p:nvPr/>
          </p:nvSpPr>
          <p:spPr>
            <a:xfrm>
              <a:off x="1005840" y="2057400"/>
              <a:ext cx="457200" cy="457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bg1"/>
                  </a:solidFill>
                </a:rPr>
                <a:t>1</a:t>
              </a:r>
            </a:p>
          </p:txBody>
        </p:sp>
        <p:sp>
          <p:nvSpPr>
            <p:cNvPr id="9" name="줄 제목"/>
            <p:cNvSpPr txBox="1"/>
            <p:nvPr/>
          </p:nvSpPr>
          <p:spPr>
            <a:xfrm>
              <a:off x="1737360" y="1874519"/>
              <a:ext cx="2926080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올해의 한 줄</a:t>
              </a:r>
            </a:p>
          </p:txBody>
        </p:sp>
        <p:sp>
          <p:nvSpPr>
            <p:cNvPr id="10" name="줄 내용"/>
            <p:cNvSpPr txBox="1"/>
            <p:nvPr/>
          </p:nvSpPr>
          <p:spPr>
            <a:xfrm>
              <a:off x="4754880" y="1874519"/>
              <a:ext cx="6430975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한 줄로 내용을 적어 주세요</a:t>
              </a:r>
            </a:p>
          </p:txBody>
        </p:sp>
      </p:grpSp>
      <p:grpSp>
        <p:nvGrpSpPr>
          <p:cNvPr id="11" name="줄 2"/>
          <p:cNvGrpSpPr/>
          <p:nvPr/>
        </p:nvGrpSpPr>
        <p:grpSpPr>
          <a:xfrm>
            <a:off x="731520" y="2880360"/>
            <a:ext cx="10728655" cy="914400"/>
            <a:chOff x="731520" y="2880360"/>
            <a:chExt cx="10728655" cy="914400"/>
          </a:xfrm>
        </p:grpSpPr>
        <p:sp>
          <p:nvSpPr>
            <p:cNvPr id="12" name="줄 바탕">
              <a:hlinkClick action="ppaction://hlinksldjump" r:id="rId4"/>
            </p:cNvPr>
            <p:cNvSpPr/>
            <p:nvPr/>
          </p:nvSpPr>
          <p:spPr>
            <a:xfrm>
              <a:off x="731520" y="2880360"/>
              <a:ext cx="10728655" cy="91440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위쪽 띠"/>
            <p:cNvSpPr/>
            <p:nvPr/>
          </p:nvSpPr>
          <p:spPr>
            <a:xfrm>
              <a:off x="749808" y="2880360"/>
              <a:ext cx="10692079" cy="822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번호 2"/>
            <p:cNvSpPr/>
            <p:nvPr/>
          </p:nvSpPr>
          <p:spPr>
            <a:xfrm>
              <a:off x="1005840" y="3108960"/>
              <a:ext cx="457200" cy="457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bg1"/>
                  </a:solidFill>
                </a:rPr>
                <a:t>2</a:t>
              </a:r>
            </a:p>
          </p:txBody>
        </p:sp>
        <p:sp>
          <p:nvSpPr>
            <p:cNvPr id="15" name="줄 제목"/>
            <p:cNvSpPr txBox="1"/>
            <p:nvPr/>
          </p:nvSpPr>
          <p:spPr>
            <a:xfrm>
              <a:off x="1737360" y="2926079"/>
              <a:ext cx="2926080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잘한 일</a:t>
              </a:r>
            </a:p>
          </p:txBody>
        </p:sp>
        <p:sp>
          <p:nvSpPr>
            <p:cNvPr id="16" name="줄 내용"/>
            <p:cNvSpPr txBox="1"/>
            <p:nvPr/>
          </p:nvSpPr>
          <p:spPr>
            <a:xfrm>
              <a:off x="4754880" y="2926079"/>
              <a:ext cx="6430975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한 줄로 내용을 적어 주세요</a:t>
              </a:r>
            </a:p>
          </p:txBody>
        </p:sp>
      </p:grpSp>
      <p:grpSp>
        <p:nvGrpSpPr>
          <p:cNvPr id="17" name="줄 3"/>
          <p:cNvGrpSpPr/>
          <p:nvPr/>
        </p:nvGrpSpPr>
        <p:grpSpPr>
          <a:xfrm>
            <a:off x="731520" y="3931920"/>
            <a:ext cx="10728655" cy="914400"/>
            <a:chOff x="731520" y="3931920"/>
            <a:chExt cx="10728655" cy="914400"/>
          </a:xfrm>
        </p:grpSpPr>
        <p:sp>
          <p:nvSpPr>
            <p:cNvPr id="18" name="줄 바탕">
              <a:hlinkClick action="ppaction://hlinksldjump" r:id="rId5"/>
            </p:cNvPr>
            <p:cNvSpPr/>
            <p:nvPr/>
          </p:nvSpPr>
          <p:spPr>
            <a:xfrm>
              <a:off x="731520" y="3931920"/>
              <a:ext cx="10728655" cy="91440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위쪽 띠"/>
            <p:cNvSpPr/>
            <p:nvPr/>
          </p:nvSpPr>
          <p:spPr>
            <a:xfrm>
              <a:off x="749808" y="3931920"/>
              <a:ext cx="10692079" cy="822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" name="번호 3"/>
            <p:cNvSpPr/>
            <p:nvPr/>
          </p:nvSpPr>
          <p:spPr>
            <a:xfrm>
              <a:off x="1005840" y="4160520"/>
              <a:ext cx="457200" cy="457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bg1"/>
                  </a:solidFill>
                </a:rPr>
                <a:t>3</a:t>
              </a:r>
            </a:p>
          </p:txBody>
        </p:sp>
        <p:sp>
          <p:nvSpPr>
            <p:cNvPr id="21" name="줄 제목"/>
            <p:cNvSpPr txBox="1"/>
            <p:nvPr/>
          </p:nvSpPr>
          <p:spPr>
            <a:xfrm>
              <a:off x="1737360" y="3977639"/>
              <a:ext cx="2926080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아쉬운 일</a:t>
              </a:r>
            </a:p>
          </p:txBody>
        </p:sp>
        <p:sp>
          <p:nvSpPr>
            <p:cNvPr id="22" name="줄 내용"/>
            <p:cNvSpPr txBox="1"/>
            <p:nvPr/>
          </p:nvSpPr>
          <p:spPr>
            <a:xfrm>
              <a:off x="4754880" y="3977639"/>
              <a:ext cx="6430975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한 줄로 내용을 적어 주세요</a:t>
              </a:r>
            </a:p>
          </p:txBody>
        </p:sp>
      </p:grpSp>
      <p:grpSp>
        <p:nvGrpSpPr>
          <p:cNvPr id="23" name="줄 4"/>
          <p:cNvGrpSpPr/>
          <p:nvPr/>
        </p:nvGrpSpPr>
        <p:grpSpPr>
          <a:xfrm>
            <a:off x="731520" y="4983479"/>
            <a:ext cx="10728655" cy="914400"/>
            <a:chOff x="731520" y="4983479"/>
            <a:chExt cx="10728655" cy="914400"/>
          </a:xfrm>
        </p:grpSpPr>
        <p:sp>
          <p:nvSpPr>
            <p:cNvPr id="24" name="줄 바탕">
              <a:hlinkClick action="ppaction://hlinksldjump" r:id="rId6"/>
            </p:cNvPr>
            <p:cNvSpPr/>
            <p:nvPr/>
          </p:nvSpPr>
          <p:spPr>
            <a:xfrm>
              <a:off x="731520" y="4983479"/>
              <a:ext cx="10728655" cy="91440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5" name="위쪽 띠"/>
            <p:cNvSpPr/>
            <p:nvPr/>
          </p:nvSpPr>
          <p:spPr>
            <a:xfrm>
              <a:off x="749808" y="4983479"/>
              <a:ext cx="10692079" cy="822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6" name="번호 4"/>
            <p:cNvSpPr/>
            <p:nvPr/>
          </p:nvSpPr>
          <p:spPr>
            <a:xfrm>
              <a:off x="1005840" y="5212079"/>
              <a:ext cx="457200" cy="457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bg1"/>
                  </a:solidFill>
                </a:rPr>
                <a:t>4</a:t>
              </a:r>
            </a:p>
          </p:txBody>
        </p:sp>
        <p:sp>
          <p:nvSpPr>
            <p:cNvPr id="27" name="줄 제목"/>
            <p:cNvSpPr txBox="1"/>
            <p:nvPr/>
          </p:nvSpPr>
          <p:spPr>
            <a:xfrm>
              <a:off x="1737360" y="5029199"/>
              <a:ext cx="2926080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내년의 다짐</a:t>
              </a:r>
            </a:p>
          </p:txBody>
        </p:sp>
        <p:sp>
          <p:nvSpPr>
            <p:cNvPr id="28" name="줄 내용"/>
            <p:cNvSpPr txBox="1"/>
            <p:nvPr/>
          </p:nvSpPr>
          <p:spPr>
            <a:xfrm>
              <a:off x="4754880" y="5029199"/>
              <a:ext cx="6430975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한 줄로 내용을 적어 주세요</a:t>
              </a:r>
            </a:p>
          </p:txBody>
        </p:sp>
      </p:grp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350"/>
                            </p:stCondLst>
                            <p:childTnLst>
                              <p:par>
                                <p:cTn id="1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MESSAGE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한 문장으로 말하면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404DA7-4F6C-4750-9CA4-AB586FDA9F26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push dir="l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POINTS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핵심 3가지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8EB75-B842-434D-AFB4-E2839BE44FD4}" type="slidenum">
              <a:rPr lang="en-US"/>
              <a:t>‹#›</a:t>
            </a:fld>
            <a:endParaRPr lang="en-US"/>
          </a:p>
        </p:txBody>
      </p:sp>
      <p:grpSp>
        <p:nvGrpSpPr>
          <p:cNvPr id="5" name="카드 1"/>
          <p:cNvGrpSpPr/>
          <p:nvPr/>
        </p:nvGrpSpPr>
        <p:grpSpPr>
          <a:xfrm>
            <a:off x="731520" y="1828800"/>
            <a:ext cx="3393338" cy="3474720"/>
            <a:chOff x="731520" y="1828800"/>
            <a:chExt cx="3393338" cy="3474720"/>
          </a:xfrm>
        </p:grpSpPr>
        <p:sp>
          <p:nvSpPr>
            <p:cNvPr id="6" name="카드 바탕"/>
            <p:cNvSpPr/>
            <p:nvPr/>
          </p:nvSpPr>
          <p:spPr>
            <a:xfrm>
              <a:off x="731520" y="1828800"/>
              <a:ext cx="3393338" cy="347472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위쪽 띠"/>
            <p:cNvSpPr/>
            <p:nvPr/>
          </p:nvSpPr>
          <p:spPr>
            <a:xfrm>
              <a:off x="749808" y="1828800"/>
              <a:ext cx="3356762" cy="822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번호 1"/>
            <p:cNvSpPr/>
            <p:nvPr/>
          </p:nvSpPr>
          <p:spPr>
            <a:xfrm>
              <a:off x="960120" y="2084832"/>
              <a:ext cx="457200" cy="457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bg1"/>
                  </a:solidFill>
                </a:rPr>
                <a:t>1</a:t>
              </a:r>
            </a:p>
          </p:txBody>
        </p:sp>
        <p:sp>
          <p:nvSpPr>
            <p:cNvPr id="9" name="카드 제목"/>
            <p:cNvSpPr txBox="1"/>
            <p:nvPr/>
          </p:nvSpPr>
          <p:spPr>
            <a:xfrm>
              <a:off x="914400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잘한 점</a:t>
              </a:r>
            </a:p>
          </p:txBody>
        </p:sp>
        <p:sp>
          <p:nvSpPr>
            <p:cNvPr id="10" name="카드 내용"/>
            <p:cNvSpPr txBox="1"/>
            <p:nvPr/>
          </p:nvSpPr>
          <p:spPr>
            <a:xfrm>
              <a:off x="914400" y="3383280"/>
              <a:ext cx="3027578" cy="17830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1" name="카드 2"/>
          <p:cNvGrpSpPr/>
          <p:nvPr/>
        </p:nvGrpSpPr>
        <p:grpSpPr>
          <a:xfrm>
            <a:off x="4399178" y="1828800"/>
            <a:ext cx="3393338" cy="3474720"/>
            <a:chOff x="4399178" y="1828800"/>
            <a:chExt cx="3393338" cy="3474720"/>
          </a:xfrm>
        </p:grpSpPr>
        <p:sp>
          <p:nvSpPr>
            <p:cNvPr id="12" name="카드 바탕"/>
            <p:cNvSpPr/>
            <p:nvPr/>
          </p:nvSpPr>
          <p:spPr>
            <a:xfrm>
              <a:off x="4399178" y="1828800"/>
              <a:ext cx="3393338" cy="347472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위쪽 띠"/>
            <p:cNvSpPr/>
            <p:nvPr/>
          </p:nvSpPr>
          <p:spPr>
            <a:xfrm>
              <a:off x="4417466" y="1828800"/>
              <a:ext cx="3356762" cy="822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번호 2"/>
            <p:cNvSpPr/>
            <p:nvPr/>
          </p:nvSpPr>
          <p:spPr>
            <a:xfrm>
              <a:off x="4627778" y="2084832"/>
              <a:ext cx="457200" cy="457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bg1"/>
                  </a:solidFill>
                </a:rPr>
                <a:t>2</a:t>
              </a:r>
            </a:p>
          </p:txBody>
        </p:sp>
        <p:sp>
          <p:nvSpPr>
            <p:cNvPr id="15" name="카드 제목"/>
            <p:cNvSpPr txBox="1"/>
            <p:nvPr/>
          </p:nvSpPr>
          <p:spPr>
            <a:xfrm>
              <a:off x="4582058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배운 점</a:t>
              </a:r>
            </a:p>
          </p:txBody>
        </p:sp>
        <p:sp>
          <p:nvSpPr>
            <p:cNvPr id="16" name="카드 내용"/>
            <p:cNvSpPr txBox="1"/>
            <p:nvPr/>
          </p:nvSpPr>
          <p:spPr>
            <a:xfrm>
              <a:off x="4582058" y="3383280"/>
              <a:ext cx="3027578" cy="17830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7" name="카드 3"/>
          <p:cNvGrpSpPr/>
          <p:nvPr/>
        </p:nvGrpSpPr>
        <p:grpSpPr>
          <a:xfrm>
            <a:off x="8066836" y="1828800"/>
            <a:ext cx="3393338" cy="3474720"/>
            <a:chOff x="8066836" y="1828800"/>
            <a:chExt cx="3393338" cy="3474720"/>
          </a:xfrm>
        </p:grpSpPr>
        <p:sp>
          <p:nvSpPr>
            <p:cNvPr id="18" name="카드 바탕"/>
            <p:cNvSpPr/>
            <p:nvPr/>
          </p:nvSpPr>
          <p:spPr>
            <a:xfrm>
              <a:off x="8066836" y="1828800"/>
              <a:ext cx="3393338" cy="347472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위쪽 띠"/>
            <p:cNvSpPr/>
            <p:nvPr/>
          </p:nvSpPr>
          <p:spPr>
            <a:xfrm>
              <a:off x="8085124" y="1828800"/>
              <a:ext cx="3356762" cy="822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" name="번호 3"/>
            <p:cNvSpPr/>
            <p:nvPr/>
          </p:nvSpPr>
          <p:spPr>
            <a:xfrm>
              <a:off x="8295436" y="2084832"/>
              <a:ext cx="457200" cy="457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bg1"/>
                  </a:solidFill>
                </a:rPr>
                <a:t>3</a:t>
              </a:r>
            </a:p>
          </p:txBody>
        </p:sp>
        <p:sp>
          <p:nvSpPr>
            <p:cNvPr id="21" name="카드 제목"/>
            <p:cNvSpPr txBox="1"/>
            <p:nvPr/>
          </p:nvSpPr>
          <p:spPr>
            <a:xfrm>
              <a:off x="8249716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다음 목표</a:t>
              </a:r>
            </a:p>
          </p:txBody>
        </p:sp>
        <p:sp>
          <p:nvSpPr>
            <p:cNvPr id="22" name="카드 내용"/>
            <p:cNvSpPr txBox="1"/>
            <p:nvPr/>
          </p:nvSpPr>
          <p:spPr>
            <a:xfrm>
              <a:off x="8249716" y="3383280"/>
              <a:ext cx="3027578" cy="17830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COMPARE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한눈에 비교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A6705D-C6CC-48A8-B2AB-150B9A08F599}" type="slidenum">
              <a:rPr lang="en-US"/>
              <a:t>‹#›</a:t>
            </a:fld>
            <a:endParaRPr lang="en-US"/>
          </a:p>
        </p:txBody>
      </p:sp>
      <p:grpSp>
        <p:nvGrpSpPr>
          <p:cNvPr id="5" name="왼쪽 칸"/>
          <p:cNvGrpSpPr/>
          <p:nvPr/>
        </p:nvGrpSpPr>
        <p:grpSpPr>
          <a:xfrm>
            <a:off x="731520" y="1828800"/>
            <a:ext cx="5181447" cy="3566160"/>
            <a:chOff x="731520" y="1828800"/>
            <a:chExt cx="5181447" cy="3566160"/>
          </a:xfrm>
        </p:grpSpPr>
        <p:sp>
          <p:nvSpPr>
            <p:cNvPr id="6" name="칸 바탕"/>
            <p:cNvSpPr/>
            <p:nvPr/>
          </p:nvSpPr>
          <p:spPr>
            <a:xfrm>
              <a:off x="731520" y="1828800"/>
              <a:ext cx="5181447" cy="356616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위쪽 띠"/>
            <p:cNvSpPr/>
            <p:nvPr/>
          </p:nvSpPr>
          <p:spPr>
            <a:xfrm>
              <a:off x="749808" y="1828800"/>
              <a:ext cx="5144871" cy="822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칸 제목 알약"/>
            <p:cNvSpPr/>
            <p:nvPr/>
          </p:nvSpPr>
          <p:spPr>
            <a:xfrm>
              <a:off x="914400" y="2011680"/>
              <a:ext cx="4815687" cy="59436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700" b="1" i="0" lang="ko-KR">
                  <a:solidFill>
                    <a:schemeClr val="tx1"/>
                  </a:solidFill>
                </a:rPr>
                <a:t>올해 초</a:t>
              </a:r>
            </a:p>
          </p:txBody>
        </p:sp>
        <p:sp>
          <p:nvSpPr>
            <p:cNvPr id="9" name="칸 내용"/>
            <p:cNvSpPr txBox="1"/>
            <p:nvPr/>
          </p:nvSpPr>
          <p:spPr>
            <a:xfrm>
              <a:off x="1005840" y="2788920"/>
              <a:ext cx="4632807" cy="24688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0" name="오른쪽 칸"/>
          <p:cNvGrpSpPr/>
          <p:nvPr/>
        </p:nvGrpSpPr>
        <p:grpSpPr>
          <a:xfrm>
            <a:off x="6278727" y="1828800"/>
            <a:ext cx="5181447" cy="3566160"/>
            <a:chOff x="6278727" y="1828800"/>
            <a:chExt cx="5181447" cy="3566160"/>
          </a:xfrm>
        </p:grpSpPr>
        <p:sp>
          <p:nvSpPr>
            <p:cNvPr id="11" name="칸 바탕"/>
            <p:cNvSpPr/>
            <p:nvPr/>
          </p:nvSpPr>
          <p:spPr>
            <a:xfrm>
              <a:off x="6278727" y="1828800"/>
              <a:ext cx="5181447" cy="356616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위쪽 띠"/>
            <p:cNvSpPr/>
            <p:nvPr/>
          </p:nvSpPr>
          <p:spPr>
            <a:xfrm>
              <a:off x="6297015" y="1828800"/>
              <a:ext cx="5144871" cy="822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칸 제목 알약"/>
            <p:cNvSpPr/>
            <p:nvPr/>
          </p:nvSpPr>
          <p:spPr>
            <a:xfrm>
              <a:off x="6461607" y="2011680"/>
              <a:ext cx="4815687" cy="594360"/>
            </a:xfrm>
            <a:prstGeom prst="roundRect">
              <a:avLst>
                <a:gd name="adj" fmla="val 50000"/>
              </a:avLst>
            </a:prstGeom>
            <a:solidFill>
              <a:schemeClr val="tx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700" b="1" i="0" lang="ko-KR">
                  <a:solidFill>
                    <a:schemeClr val="bg1"/>
                  </a:solidFill>
                </a:rPr>
                <a:t>올해 말</a:t>
              </a:r>
            </a:p>
          </p:txBody>
        </p:sp>
        <p:sp>
          <p:nvSpPr>
            <p:cNvPr id="14" name="칸 내용"/>
            <p:cNvSpPr txBox="1"/>
            <p:nvPr/>
          </p:nvSpPr>
          <p:spPr>
            <a:xfrm>
              <a:off x="6553047" y="2788920"/>
              <a:ext cx="4632807" cy="24688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NUMBERS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숫자로 보기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8FA84F-B573-42AD-83B2-0D5A6FF44F98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차트"/>
          <p:cNvGraphicFramePr>
            <a:graphicFrameLocks noGrp="1"/>
          </p:cNvGraphicFramePr>
          <p:nvPr/>
        </p:nvGraphicFramePr>
        <p:xfrm>
          <a:off x="731520" y="1828800"/>
          <a:ext cx="7619695" cy="40690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6" name="차트 안내"/>
          <p:cNvSpPr txBox="1"/>
          <p:nvPr/>
        </p:nvSpPr>
        <p:spPr>
          <a:xfrm>
            <a:off x="8625535" y="2103120"/>
            <a:ext cx="2834640" cy="1097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3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예시 숫자입니다</a:t>
            </a:r>
          </a:p>
          <a:p>
            <a:pPr algn="l">
              <a:lnSpc>
                <a:spcPct val="140000"/>
              </a:lnSpc>
            </a:pPr>
            <a:r>
              <a:rPr sz="13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차트를 우클릭해서</a:t>
            </a:r>
          </a:p>
          <a:p>
            <a:pPr algn="l">
              <a:lnSpc>
                <a:spcPct val="140000"/>
              </a:lnSpc>
            </a:pPr>
            <a:r>
              <a:rPr sz="13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데이터를 고치세요</a:t>
            </a:r>
          </a:p>
        </p:txBody>
      </p:sp>
    </p:spTree>
  </p:cSld>
  <p:clrMapOvr>
    <a:masterClrMapping/>
  </p:clrMapOvr>
  <p:transition spd="med">
    <p:push dir="l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SCHEDULE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일정·현황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41DA5C-A5E3-4263-B5C8-B8106A9AFF9A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731520" y="1828800"/>
          <a:ext cx="10728652" cy="3950208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2682163"/>
                <a:gridCol w="2682163"/>
                <a:gridCol w="2682163"/>
                <a:gridCol w="2682163"/>
              </a:tblGrid>
              <a:tr h="658368"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chemeClr val="tx1"/>
                          </a:solidFill>
                        </a:rPr>
                        <a:t>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chemeClr val="tx1"/>
                          </a:solidFill>
                        </a:rPr>
                        <a:t>한 일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chemeClr val="tx1"/>
                          </a:solidFill>
                        </a:rPr>
                        <a:t>배운 점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chemeClr val="tx1"/>
                          </a:solidFill>
                        </a:rPr>
                        <a:t>점수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1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2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3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4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5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push dir="l"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Q &amp; A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질문과 의견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F12C21-AEFC-4D38-BED8-510C52D7901A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push dir="l"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WINTER  ·  PRESENTATION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감사합니다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끝까지 들어 주셔서 고맙습니다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문의 · 연락처를 입력하세요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연말 결산·회고 발표 템플릿">
  <a:themeElements>
    <a:clrScheme name="연말 결산·회고 발표 템플릿">
      <a:dk1>
        <a:srgbClr val="2B2724"/>
      </a:dk1>
      <a:lt1>
        <a:srgbClr val="FFFFFF"/>
      </a:lt1>
      <a:dk2>
        <a:srgbClr val="64523A"/>
      </a:dk2>
      <a:lt2>
        <a:srgbClr val="F7F0EB"/>
      </a:lt2>
      <a:accent1>
        <a:srgbClr val="CCA489"/>
      </a:accent1>
      <a:accent2>
        <a:srgbClr val="BDB88F"/>
      </a:accent2>
      <a:accent3>
        <a:srgbClr val="4E3A2C"/>
      </a:accent3>
      <a:accent4>
        <a:srgbClr val="EEDBCE"/>
      </a:accent4>
      <a:accent5>
        <a:srgbClr val="C6E0A3"/>
      </a:accent5>
      <a:accent6>
        <a:srgbClr val="E6BCD0"/>
      </a:accent6>
      <a:hlink>
        <a:srgbClr val="64523A"/>
      </a:hlink>
      <a:folHlink>
        <a:srgbClr val="4E3A2C"/>
      </a:folHlink>
    </a:clrScheme>
    <a:fontScheme name="연말 결산·회고 발표 템플릿">
      <a:majorFont>
        <a:latin typeface="Candara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연말 결산·회고 발표 템플릿</dc:title>
  <dc:subject>연말 결산·회고 발표 자료</dc:subject>
  <dc:creator>우체국보험 상담 안내</dc:creator>
  <cp:keywords>발표,PPT,템플릿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