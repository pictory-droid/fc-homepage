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8A9D66F5-F47B-4E05-A1FE-879A8F9AF471}">
          <p14:sldIdLst>
            <p14:sldId id="256"/>
          </p14:sldIdLst>
        </p14:section>
        <p14:section name="본문" id="{588D35AB-EDB3-437F-9FBF-32FB8BC53EEF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마무리" id="{2B46D4E5-83C7-4DBC-B6D2-1421A8A70506}">
          <p14:sldIdLst>
            <p14:sldId id="26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목표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70</c:v>
                </c:pt>
                <c:pt idx="2">
                  <c:v>80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1분기</c:v>
                </c:pt>
                <c:pt idx="1">
                  <c:v>2분기</c:v>
                </c:pt>
                <c:pt idx="2">
                  <c:v>3분기</c:v>
                </c:pt>
                <c:pt idx="3">
                  <c:v>4분기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</c:v>
                </c:pt>
                <c:pt idx="1">
                  <c:v>72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>
            <a:solidFill>
              <a:schemeClr val="accent4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6350">
              <a:solidFill>
                <a:schemeClr val="accent4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100">
          <a:solidFill>
            <a:schemeClr val="tx1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날짜·발표자는 아래 안내 문구를 눌러 고치세요.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목차의 각 줄을 누르면 해당 쪽으로 이동합니다(슬라이드 쇼에서). 줄을 지우거나 늘려도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 전체를 한 문장으로 줄여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카드 제목과 내용을 고치세요. 카드는 슬라이드 쇼에서 차례로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왼쪽과 오른쪽 칸의 제목·내용을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차트를 우클릭 &gt; [데이터 편집]으로 숫자를 바꾸면 그래프가 자동으로 바뀝니다. 지금 숫자는 예시입니다.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 행은 Tab 키로 추가됩니다.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 받는 시간입니다.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쪽입니다.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tx2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4-Point Star 10"/>
            <p:cNvSpPr/>
            <p:nvPr/>
          </p:nvSpPr>
          <p:spPr>
            <a:xfrm>
              <a:off x="5867247" y="1143000"/>
              <a:ext cx="457200" cy="45720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CBC76C52-F30E-4957-8BBB-71CA063800F7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4-Point Star 3"/>
            <p:cNvSpPr/>
            <p:nvPr/>
          </p:nvSpPr>
          <p:spPr>
            <a:xfrm>
              <a:off x="5958687" y="1344168"/>
              <a:ext cx="274320" cy="27432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12"/>
          </p:nvPr>
        </p:nvSpPr>
        <p:spPr>
          <a:xfrm>
            <a:off x="975335" y="1508760"/>
            <a:ext cx="731520" cy="384048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3000" b="0" spc="600">
                <a:solidFill>
                  <a:schemeClr val="accent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2438339" y="1783080"/>
            <a:ext cx="7315017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2438339" y="2167128"/>
            <a:ext cx="7315017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2438339" y="3840480"/>
            <a:ext cx="7315017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4617720"/>
            <a:ext cx="7315017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cxnSp>
        <p:nvCxnSpPr>
          <p:cNvPr id="2" name="Connector 1"/>
          <p:cNvCxnSpPr/>
          <p:nvPr/>
        </p:nvCxnSpPr>
        <p:spPr>
          <a:xfrm>
            <a:off x="384048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384048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10984687" y="384048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1807647" y="384048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384048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384048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10984687" y="6473952"/>
            <a:ext cx="822960" cy="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1807647" y="5650992"/>
            <a:ext cx="0" cy="822960"/>
          </a:xfrm>
          <a:prstGeom prst="line">
            <a:avLst/>
          </a:prstGeom>
          <a:ln w="19050" cap="rnd">
            <a:solidFill>
              <a:schemeClr val="accent4"/>
            </a:solidFill>
          </a:ln>
        </p:spPr>
      </p:cxnSp>
      <p:grpSp>
        <p:nvGrpSpPr>
          <p:cNvPr id="10" name="테마 장식"/>
          <p:cNvGrpSpPr/>
          <p:nvPr/>
        </p:nvGrpSpPr>
        <p:grpSpPr>
          <a:xfrm>
            <a:off x="5867247" y="1143000"/>
            <a:ext cx="457200" cy="457200"/>
            <a:chOff x="5867247" y="1143000"/>
            <a:chExt cx="457200" cy="457200"/>
          </a:xfrm>
        </p:grpSpPr>
        <p:sp>
          <p:nvSpPr>
            <p:cNvPr id="11" name="4-Point Star 10"/>
            <p:cNvSpPr/>
            <p:nvPr/>
          </p:nvSpPr>
          <p:spPr>
            <a:xfrm>
              <a:off x="5867247" y="1143000"/>
              <a:ext cx="457200" cy="45720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12" name="Connector 11"/>
          <p:cNvCxnSpPr/>
          <p:nvPr/>
        </p:nvCxnSpPr>
        <p:spPr>
          <a:xfrm>
            <a:off x="49071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6507327" y="1371600"/>
            <a:ext cx="777240" cy="0"/>
          </a:xfrm>
          <a:prstGeom prst="line">
            <a:avLst/>
          </a:prstGeom>
          <a:ln w="12700" cap="rnd">
            <a:solidFill>
              <a:schemeClr val="accent1"/>
            </a:solidFill>
          </a:ln>
        </p:spPr>
      </p:cxn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B110AFF-3475-4403-94B7-BEA371E4AFFA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44168"/>
            <a:ext cx="274320" cy="274320"/>
            <a:chOff x="5958687" y="1344168"/>
            <a:chExt cx="274320" cy="274320"/>
          </a:xfrm>
        </p:grpSpPr>
        <p:sp>
          <p:nvSpPr>
            <p:cNvPr id="4" name="4-Point Star 3"/>
            <p:cNvSpPr/>
            <p:nvPr/>
          </p:nvSpPr>
          <p:spPr>
            <a:xfrm>
              <a:off x="5958687" y="1344168"/>
              <a:ext cx="274320" cy="274320"/>
            </a:xfrm>
            <a:prstGeom prst="star4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5CD68B2-AD0D-451B-A3FB-AAE2E728FEF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" Target="slide6.xml"/><Relationship Id="rId6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억새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발표 제목을 입력하세요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가을 행사 준비 상황을 공유합니다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모임·동호회 소개 · 발표자 이름</a:t>
            </a:r>
          </a:p>
          <a:p>
            <a:r>
              <a:rPr lang="ko-KR"/>
              <a:t>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CONTENTS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목차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995C85-554E-494C-9225-45E68E2BCD67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914400"/>
            <a:chOff x="731520" y="1828800"/>
            <a:chExt cx="10728655" cy="914400"/>
          </a:xfrm>
        </p:grpSpPr>
        <p:sp>
          <p:nvSpPr>
            <p:cNvPr id="6" name="줄 바탕">
              <a:hlinkClick action="ppaction://hlinksldjump" r:id="rId3"/>
            </p:cNvPr>
            <p:cNvSpPr/>
            <p:nvPr/>
          </p:nvSpPr>
          <p:spPr>
            <a:xfrm>
              <a:off x="731520" y="182880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1005840" y="205740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우리 모임 소개</a:t>
              </a:r>
            </a:p>
          </p:txBody>
        </p:sp>
        <p:sp>
          <p:nvSpPr>
            <p:cNvPr id="10" name="줄 내용"/>
            <p:cNvSpPr txBox="1"/>
            <p:nvPr/>
          </p:nvSpPr>
          <p:spPr>
            <a:xfrm>
              <a:off x="4754880" y="187451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1" name="줄 2"/>
          <p:cNvGrpSpPr/>
          <p:nvPr/>
        </p:nvGrpSpPr>
        <p:grpSpPr>
          <a:xfrm>
            <a:off x="731520" y="2880360"/>
            <a:ext cx="10728655" cy="914400"/>
            <a:chOff x="731520" y="2880360"/>
            <a:chExt cx="10728655" cy="914400"/>
          </a:xfrm>
        </p:grpSpPr>
        <p:sp>
          <p:nvSpPr>
            <p:cNvPr id="12" name="줄 바탕">
              <a:hlinkClick action="ppaction://hlinksldjump" r:id="rId4"/>
            </p:cNvPr>
            <p:cNvSpPr/>
            <p:nvPr/>
          </p:nvSpPr>
          <p:spPr>
            <a:xfrm>
              <a:off x="731520" y="288036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731520" y="299008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1005840" y="310896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줄 제목"/>
            <p:cNvSpPr txBox="1"/>
            <p:nvPr/>
          </p:nvSpPr>
          <p:spPr>
            <a:xfrm>
              <a:off x="1737360" y="292607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이야기</a:t>
              </a:r>
            </a:p>
          </p:txBody>
        </p:sp>
        <p:sp>
          <p:nvSpPr>
            <p:cNvPr id="16" name="줄 내용"/>
            <p:cNvSpPr txBox="1"/>
            <p:nvPr/>
          </p:nvSpPr>
          <p:spPr>
            <a:xfrm>
              <a:off x="4754880" y="292607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17" name="줄 3"/>
          <p:cNvGrpSpPr/>
          <p:nvPr/>
        </p:nvGrpSpPr>
        <p:grpSpPr>
          <a:xfrm>
            <a:off x="731520" y="3931920"/>
            <a:ext cx="10728655" cy="914400"/>
            <a:chOff x="731520" y="3931920"/>
            <a:chExt cx="10728655" cy="914400"/>
          </a:xfrm>
        </p:grpSpPr>
        <p:sp>
          <p:nvSpPr>
            <p:cNvPr id="18" name="줄 바탕">
              <a:hlinkClick action="ppaction://hlinksldjump" r:id="rId5"/>
            </p:cNvPr>
            <p:cNvSpPr/>
            <p:nvPr/>
          </p:nvSpPr>
          <p:spPr>
            <a:xfrm>
              <a:off x="731520" y="3931920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731520" y="4041648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1005840" y="4160520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줄 제목"/>
            <p:cNvSpPr txBox="1"/>
            <p:nvPr/>
          </p:nvSpPr>
          <p:spPr>
            <a:xfrm>
              <a:off x="1737360" y="397763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함께하는 사람들</a:t>
              </a:r>
            </a:p>
          </p:txBody>
        </p:sp>
        <p:sp>
          <p:nvSpPr>
            <p:cNvPr id="22" name="줄 내용"/>
            <p:cNvSpPr txBox="1"/>
            <p:nvPr/>
          </p:nvSpPr>
          <p:spPr>
            <a:xfrm>
              <a:off x="4754880" y="397763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  <p:grpSp>
        <p:nvGrpSpPr>
          <p:cNvPr id="23" name="줄 4"/>
          <p:cNvGrpSpPr/>
          <p:nvPr/>
        </p:nvGrpSpPr>
        <p:grpSpPr>
          <a:xfrm>
            <a:off x="731520" y="4983479"/>
            <a:ext cx="10728655" cy="914400"/>
            <a:chOff x="731520" y="4983479"/>
            <a:chExt cx="10728655" cy="914400"/>
          </a:xfrm>
        </p:grpSpPr>
        <p:sp>
          <p:nvSpPr>
            <p:cNvPr id="24" name="줄 바탕">
              <a:hlinkClick action="ppaction://hlinksldjump" r:id="rId6"/>
            </p:cNvPr>
            <p:cNvSpPr/>
            <p:nvPr/>
          </p:nvSpPr>
          <p:spPr>
            <a:xfrm>
              <a:off x="731520" y="4983479"/>
              <a:ext cx="10728655" cy="91440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731520" y="5093207"/>
              <a:ext cx="64008" cy="69494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1005840" y="5212079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7" name="줄 제목"/>
            <p:cNvSpPr txBox="1"/>
            <p:nvPr/>
          </p:nvSpPr>
          <p:spPr>
            <a:xfrm>
              <a:off x="1737360" y="5029199"/>
              <a:ext cx="2926080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방법</a:t>
              </a:r>
            </a:p>
          </p:txBody>
        </p:sp>
        <p:sp>
          <p:nvSpPr>
            <p:cNvPr id="28" name="줄 내용"/>
            <p:cNvSpPr txBox="1"/>
            <p:nvPr/>
          </p:nvSpPr>
          <p:spPr>
            <a:xfrm>
              <a:off x="4754880" y="5029199"/>
              <a:ext cx="6430975" cy="82296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한 줄로 내용을 적어 주세요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 문장으로 말하면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405FAD-A114-4AA8-BF3B-3511DA9E39A7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POINTS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핵심 3가지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8EE74-F630-46C3-BA61-63D54D6A82C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474720"/>
            <a:chOff x="731520" y="1828800"/>
            <a:chExt cx="3393338" cy="347472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모임의 취지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4399178" y="1828800"/>
            <a:ext cx="3393338" cy="3474720"/>
            <a:chOff x="4399178" y="1828800"/>
            <a:chExt cx="3393338" cy="3474720"/>
          </a:xfrm>
        </p:grpSpPr>
        <p:sp>
          <p:nvSpPr>
            <p:cNvPr id="12" name="카드 바탕"/>
            <p:cNvSpPr/>
            <p:nvPr/>
          </p:nvSpPr>
          <p:spPr>
            <a:xfrm>
              <a:off x="4399178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4399178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활동 내용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4582058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8066836" y="1828800"/>
            <a:ext cx="3393338" cy="3474720"/>
            <a:chOff x="8066836" y="1828800"/>
            <a:chExt cx="3393338" cy="3474720"/>
          </a:xfrm>
        </p:grpSpPr>
        <p:sp>
          <p:nvSpPr>
            <p:cNvPr id="18" name="카드 바탕"/>
            <p:cNvSpPr/>
            <p:nvPr/>
          </p:nvSpPr>
          <p:spPr>
            <a:xfrm>
              <a:off x="8066836" y="1828800"/>
              <a:ext cx="3393338" cy="347472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8066836" y="1938528"/>
              <a:ext cx="64008" cy="32552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참여 혜택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8249716" y="3383280"/>
              <a:ext cx="3027578" cy="17830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>
                <a:lnSpc>
                  <a:spcPct val="130000"/>
                </a:lnSpc>
              </a:pPr>
              <a:r>
                <a:rPr sz="16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COMPARE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한눈에 비교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6DB150-FBD7-4A68-86CD-CE2E29FB5F75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처음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지금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NUMBERS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숫자로 보기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CCAED-D41D-4015-8FF3-D6E99F0D60D0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차트"/>
          <p:cNvGraphicFramePr>
            <a:graphicFrameLocks noGrp="1"/>
          </p:cNvGraphicFramePr>
          <p:nvPr/>
        </p:nvGraphicFramePr>
        <p:xfrm>
          <a:off x="731520" y="1828800"/>
          <a:ext cx="7619695" cy="4069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차트 안내"/>
          <p:cNvSpPr txBox="1"/>
          <p:nvPr/>
        </p:nvSpPr>
        <p:spPr>
          <a:xfrm>
            <a:off x="8625535" y="2103120"/>
            <a:ext cx="2834640" cy="10972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예시 숫자입니다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차트를 우클릭해서</a:t>
            </a:r>
          </a:p>
          <a:p>
            <a:pPr algn="l">
              <a:lnSpc>
                <a:spcPct val="140000"/>
              </a:lnSpc>
            </a:pPr>
            <a:r>
              <a:rPr sz="13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데이터를 고치세요</a:t>
            </a:r>
          </a:p>
        </p:txBody>
      </p:sp>
    </p:spTree>
  </p:cSld>
  <p:clrMapOvr>
    <a:masterClrMapping/>
  </p:clrMapOvr>
  <p:transition spd="med">
    <p:pull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SCHEDULE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일정·현황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B74B13-648C-4A7D-9BD9-5581A4EB121F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2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682163"/>
                <a:gridCol w="2682163"/>
                <a:gridCol w="2682163"/>
                <a:gridCol w="2682163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날짜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활동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장소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참석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1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2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3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4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5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내용 입력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Q &amp; A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질문과 의견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FADFE0-8A44-4263-999C-C6CE4D171E0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ll dir="r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lang="ko-KR"/>
              <a:t>억새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PRESENTATION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감사합니다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끝까지 들어 주셔서 고맙습니다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문의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모임·동호회 소개 발표 템플릿">
  <a:themeElements>
    <a:clrScheme name="모임·동호회 소개 발표 템플릿">
      <a:dk1>
        <a:srgbClr val="2B2724"/>
      </a:dk1>
      <a:lt1>
        <a:srgbClr val="FFFFFF"/>
      </a:lt1>
      <a:dk2>
        <a:srgbClr val="644C3A"/>
      </a:dk2>
      <a:lt2>
        <a:srgbClr val="F5EEE2"/>
      </a:lt2>
      <a:accent1>
        <a:srgbClr val="CFAE7C"/>
      </a:accent1>
      <a:accent2>
        <a:srgbClr val="BE8983"/>
      </a:accent2>
      <a:accent3>
        <a:srgbClr val="4E412C"/>
      </a:accent3>
      <a:accent4>
        <a:srgbClr val="F0E2CB"/>
      </a:accent4>
      <a:accent5>
        <a:srgbClr val="BAE0A3"/>
      </a:accent5>
      <a:accent6>
        <a:srgbClr val="E6BCC7"/>
      </a:accent6>
      <a:hlink>
        <a:srgbClr val="644C3A"/>
      </a:hlink>
      <a:folHlink>
        <a:srgbClr val="4E412C"/>
      </a:folHlink>
    </a:clrScheme>
    <a:fontScheme name="모임·동호회 소개 발표 템플릿">
      <a:majorFont>
        <a:latin typeface="Trebuchet MS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모임·동호회 소개 발표 템플릿</dc:title>
  <dc:subject>모임·동호회 소개 발표 자료</dc:subject>
  <dc:creator>우체국보험 상담 안내</dc:creator>
  <cp:keywords>발표,PPT,템플릿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