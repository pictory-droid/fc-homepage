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D54642B-6942-4701-9952-30D1B9988095}">
          <p14:sldIdLst>
            <p14:sldId id="256"/>
          </p14:sldIdLst>
        </p14:section>
        <p14:section name="본문" id="{D1495E9C-07B8-4A87-87EE-8001B35B766D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BF9EEE2-4BB0-440D-9073-0D7DD0D4356C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040A003F-D677-4AE8-999A-94A891B1E722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82880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2438339" y="221284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8620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6D2D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6344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1A9A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1463003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1380707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1398995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1398995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897AA8D9-B12D-4160-87F1-E0E91D7C7D4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tx2"/>
                </a:solidFill>
              </a:defRPr>
            </a:lvl1pPr>
          </a:lstStyle>
          <a:p>
            <a:fld id="{6E57CA25-887E-4F49-A828-1948BF49E7D1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오늘 배울 것은 세 가지입니다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54ED1D-4180-4263-920A-AC00E2A05A4C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6A1A0B-C5B8-4F75-9C8B-A0CB3277BC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5660-1683-44C1-A2A4-57990DA9296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7DBCB-7334-40D3-A48D-56BB00154FDD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5">
                  <a:alpha val="60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6A93-B0A5-47EC-8458-C4DD10DEF46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FA711-8EFD-40DA-A51F-26BD4D3AE4B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673CE-A8CD-4C0E-BF36-C2D21C1F2E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BLUSH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433534"/>
      </a:dk1>
      <a:lt1>
        <a:srgbClr val="FEFCFB"/>
      </a:lt1>
      <a:dk2>
        <a:srgbClr val="5A3B38"/>
      </a:dk2>
      <a:lt2>
        <a:srgbClr val="FBF4F1"/>
      </a:lt2>
      <a:accent1>
        <a:srgbClr val="D4A39B"/>
      </a:accent1>
      <a:accent2>
        <a:srgbClr val="B48866"/>
      </a:accent2>
      <a:accent3>
        <a:srgbClr val="463331"/>
      </a:accent3>
      <a:accent4>
        <a:srgbClr val="F3E4E0"/>
      </a:accent4>
      <a:accent5>
        <a:srgbClr val="C9AA7C"/>
      </a:accent5>
      <a:accent6>
        <a:srgbClr val="D4B9A5"/>
      </a:accent6>
      <a:hlink>
        <a:srgbClr val="5A3B38"/>
      </a:hlink>
      <a:folHlink>
        <a:srgbClr val="463331"/>
      </a:folHlink>
    </a:clrScheme>
    <a:fontScheme name="교육·강의 발표 템플릿">
      <a:majorFont>
        <a:latin typeface="Gill Sans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