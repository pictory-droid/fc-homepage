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693E9B99-2913-40CF-895D-3392FCBB5238}">
          <p14:sldIdLst>
            <p14:sldId id="256"/>
          </p14:sldIdLst>
        </p14:section>
        <p14:section name="본문" id="{357DE8B0-9EC3-4FF6-B045-7C3BDDE2A3B1}">
          <p14:sldIdLst>
            <p14:sldId id="257"/>
            <p14:sldId id="258"/>
            <p14:sldId id="259"/>
            <p14:sldId id="260"/>
            <p14:sldId id="261"/>
            <p14:sldId id="262"/>
            <p14:sldId id="263"/>
          </p14:sldIdLst>
        </p14:section>
        <p14:section name="마무리" id="{2676D654-F1EC-493C-9361-9810572C8C2D}">
          <p14:sldIdLst>
            <p14:sldId id="264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목표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1분기</c:v>
                </c:pt>
                <c:pt idx="1">
                  <c:v>2분기</c:v>
                </c:pt>
                <c:pt idx="2">
                  <c:v>3분기</c:v>
                </c:pt>
                <c:pt idx="3">
                  <c:v>4분기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60</c:v>
                </c:pt>
                <c:pt idx="1">
                  <c:v>70</c:v>
                </c:pt>
                <c:pt idx="2">
                  <c:v>80</c:v>
                </c:pt>
                <c:pt idx="3">
                  <c:v>90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실적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1분기</c:v>
                </c:pt>
                <c:pt idx="1">
                  <c:v>2분기</c:v>
                </c:pt>
                <c:pt idx="2">
                  <c:v>3분기</c:v>
                </c:pt>
                <c:pt idx="3">
                  <c:v>4분기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55</c:v>
                </c:pt>
                <c:pt idx="1">
                  <c:v>72</c:v>
                </c:pt>
                <c:pt idx="2">
                  <c:v>78</c:v>
                </c:pt>
                <c:pt idx="3">
                  <c:v>95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1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 w="9525">
            <a:solidFill>
              <a:schemeClr val="accent4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6350">
              <a:solidFill>
                <a:schemeClr val="accent4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100">
          <a:solidFill>
            <a:schemeClr val="tx1"/>
          </a:solidFill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표지입니다. 날짜·발표자는 아래 안내 문구를 눌러 고치세요. 제목·글은 눌러서 바로 고치세요. 사진 자리는 가운데 아이콘을 누르면 사진을 넣을 수 있고, 모양에 맞춰 자동으로 잘려요.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목차의 각 줄을 누르면 해당 쪽으로 이동합니다(슬라이드 쇼에서). 줄을 지우거나 늘려도 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발표 전체를 한 문장으로 줄여 적어 보세요.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카드 제목과 내용을 고치세요. 카드는 슬라이드 쇼에서 차례로 나타납니다.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왼쪽과 오른쪽 칸의 제목·내용을 고치세요.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차트를 우클릭 &gt; [데이터 편집]으로 숫자를 바꾸면 그래프가 자동으로 바뀝니다. 지금 숫자는 예시입니다.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표의 칸을 눌러 내용을 입력하세요. 행은 Tab 키로 추가됩니다.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질문 받는 시간입니다.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마지막 쪽입니다.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2438339" y="1828800"/>
            <a:ext cx="7315017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ctrTitle"/>
          </p:nvPr>
        </p:nvSpPr>
        <p:spPr>
          <a:xfrm>
            <a:off x="2438339" y="2212848"/>
            <a:ext cx="7315017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2438339" y="3886200"/>
            <a:ext cx="7315017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2438339" y="4663440"/>
            <a:ext cx="7315017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cxnSp>
        <p:nvCxnSpPr>
          <p:cNvPr id="2" name="Connector 1"/>
          <p:cNvCxnSpPr/>
          <p:nvPr/>
        </p:nvCxnSpPr>
        <p:spPr>
          <a:xfrm>
            <a:off x="1463003" y="685800"/>
            <a:ext cx="0" cy="548640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3" name="Diamond 2"/>
          <p:cNvSpPr/>
          <p:nvPr/>
        </p:nvSpPr>
        <p:spPr>
          <a:xfrm>
            <a:off x="1380707" y="3346704"/>
            <a:ext cx="164592" cy="16459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윗 표시"/>
          <p:cNvSpPr/>
          <p:nvPr/>
        </p:nvSpPr>
        <p:spPr>
          <a:xfrm>
            <a:off x="1398995" y="594360"/>
            <a:ext cx="128016" cy="128016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아랫 표시"/>
          <p:cNvSpPr/>
          <p:nvPr/>
        </p:nvSpPr>
        <p:spPr>
          <a:xfrm>
            <a:off x="1398995" y="6135624"/>
            <a:ext cx="128016" cy="128016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731520" y="365760"/>
            <a:ext cx="963137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731520" y="658368"/>
            <a:ext cx="1072865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8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10545775" y="365760"/>
            <a:ext cx="91440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100" b="1" spc="200">
                <a:solidFill>
                  <a:schemeClr val="tx2"/>
                </a:solidFill>
              </a:defRPr>
            </a:lvl1pPr>
          </a:lstStyle>
          <a:p>
            <a:fld id="{7061CAC3-582A-470E-B2E1-FC92BB97DC0A}" type="slidenum">
              <a:rPr lang="en-US"/>
              <a:t>‹#›</a:t>
            </a:fld>
          </a:p>
        </p:txBody>
      </p:sp>
      <p:cxnSp>
        <p:nvCxnSpPr>
          <p:cNvPr id="2" name="머리말 선"/>
          <p:cNvCxnSpPr/>
          <p:nvPr/>
        </p:nvCxnSpPr>
        <p:spPr>
          <a:xfrm>
            <a:off x="731520" y="1572768"/>
            <a:ext cx="10728655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무리">
    <p:bg>
      <p:bgPr>
        <a:gradFill rotWithShape="1">
          <a:gsLst>
            <a:gs pos="0">
              <a:schemeClr val="accent3"/>
            </a:gs>
            <a:gs pos="100000">
              <a:schemeClr val="tx2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2438339" y="1828800"/>
            <a:ext cx="7315017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2438339" y="2212848"/>
            <a:ext cx="7315017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0" spc="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2438339" y="3886200"/>
            <a:ext cx="7315017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D6D2D2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2438339" y="4663440"/>
            <a:ext cx="7315017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B1A9A8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cxnSp>
        <p:nvCxnSpPr>
          <p:cNvPr id="2" name="Connector 1"/>
          <p:cNvCxnSpPr/>
          <p:nvPr/>
        </p:nvCxnSpPr>
        <p:spPr>
          <a:xfrm>
            <a:off x="1463003" y="685800"/>
            <a:ext cx="0" cy="548640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3" name="Diamond 2"/>
          <p:cNvSpPr/>
          <p:nvPr/>
        </p:nvSpPr>
        <p:spPr>
          <a:xfrm>
            <a:off x="1380707" y="3346704"/>
            <a:ext cx="164592" cy="164592"/>
          </a:xfrm>
          <a:prstGeom prst="diamond">
            <a:avLst/>
          </a:prstGeom>
          <a:solidFill>
            <a:schemeClr val="tx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윗 표시"/>
          <p:cNvSpPr/>
          <p:nvPr/>
        </p:nvSpPr>
        <p:spPr>
          <a:xfrm>
            <a:off x="1398995" y="594360"/>
            <a:ext cx="128016" cy="128016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아랫 표시"/>
          <p:cNvSpPr/>
          <p:nvPr/>
        </p:nvSpPr>
        <p:spPr>
          <a:xfrm>
            <a:off x="1398995" y="6135624"/>
            <a:ext cx="128016" cy="128016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 + 사진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731520" y="365760"/>
            <a:ext cx="963137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731520" y="658368"/>
            <a:ext cx="1072865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8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10545775" y="365760"/>
            <a:ext cx="91440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100" b="1" spc="200">
                <a:solidFill>
                  <a:schemeClr val="tx2"/>
                </a:solidFill>
              </a:defRPr>
            </a:lvl1pPr>
          </a:lstStyle>
          <a:p>
            <a:fld id="{BC66CD7C-C43F-4201-950F-9DABB03C937B}" type="slidenum">
              <a:rPr lang="en-US"/>
              <a:t>‹#›</a:t>
            </a:fld>
          </a:p>
        </p:txBody>
      </p:sp>
      <p:sp>
        <p:nvSpPr>
          <p:cNvPr id="104" name="사진 1"/>
          <p:cNvSpPr>
            <a:spLocks noGrp="1"/>
          </p:cNvSpPr>
          <p:nvPr>
            <p:ph type="pic" sz="quarter" idx="13"/>
          </p:nvPr>
        </p:nvSpPr>
        <p:spPr>
          <a:xfrm>
            <a:off x="7315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5" name="사진 2"/>
          <p:cNvSpPr>
            <a:spLocks noGrp="1"/>
          </p:cNvSpPr>
          <p:nvPr>
            <p:ph type="pic" sz="quarter" idx="14"/>
          </p:nvPr>
        </p:nvSpPr>
        <p:spPr>
          <a:xfrm>
            <a:off x="21031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6" name="사진 3"/>
          <p:cNvSpPr>
            <a:spLocks noGrp="1"/>
          </p:cNvSpPr>
          <p:nvPr>
            <p:ph type="pic" sz="quarter" idx="15"/>
          </p:nvPr>
        </p:nvSpPr>
        <p:spPr>
          <a:xfrm>
            <a:off x="34747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7" name="사진 4"/>
          <p:cNvSpPr>
            <a:spLocks noGrp="1"/>
          </p:cNvSpPr>
          <p:nvPr>
            <p:ph type="pic" sz="quarter" idx="16"/>
          </p:nvPr>
        </p:nvSpPr>
        <p:spPr>
          <a:xfrm>
            <a:off x="48463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8" name="사진 5"/>
          <p:cNvSpPr>
            <a:spLocks noGrp="1"/>
          </p:cNvSpPr>
          <p:nvPr>
            <p:ph type="pic" sz="quarter" idx="17"/>
          </p:nvPr>
        </p:nvSpPr>
        <p:spPr>
          <a:xfrm>
            <a:off x="7315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9" name="사진 6"/>
          <p:cNvSpPr>
            <a:spLocks noGrp="1"/>
          </p:cNvSpPr>
          <p:nvPr>
            <p:ph type="pic" sz="quarter" idx="18"/>
          </p:nvPr>
        </p:nvSpPr>
        <p:spPr>
          <a:xfrm>
            <a:off x="21031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0" name="사진 7"/>
          <p:cNvSpPr>
            <a:spLocks noGrp="1"/>
          </p:cNvSpPr>
          <p:nvPr>
            <p:ph type="pic" sz="quarter" idx="19"/>
          </p:nvPr>
        </p:nvSpPr>
        <p:spPr>
          <a:xfrm>
            <a:off x="34747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1" name="사진 8"/>
          <p:cNvSpPr>
            <a:spLocks noGrp="1"/>
          </p:cNvSpPr>
          <p:nvPr>
            <p:ph type="pic" sz="quarter" idx="20"/>
          </p:nvPr>
        </p:nvSpPr>
        <p:spPr>
          <a:xfrm>
            <a:off x="48463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cxnSp>
        <p:nvCxnSpPr>
          <p:cNvPr id="2" name="머리말 선"/>
          <p:cNvCxnSpPr/>
          <p:nvPr/>
        </p:nvCxnSpPr>
        <p:spPr>
          <a:xfrm>
            <a:off x="731520" y="1572768"/>
            <a:ext cx="10728655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한 문장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731520" y="365760"/>
            <a:ext cx="963137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10545775" y="365760"/>
            <a:ext cx="91440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100" b="1" spc="200">
                <a:solidFill>
                  <a:schemeClr val="tx2"/>
                </a:solidFill>
              </a:defRPr>
            </a:lvl1pPr>
          </a:lstStyle>
          <a:p>
            <a:fld id="{23021FE0-93B5-4DE3-A1CD-6C186A043327}" type="slidenum">
              <a:rPr lang="en-US"/>
              <a:t>‹#›</a:t>
            </a:fld>
          </a:p>
        </p:txBody>
      </p:sp>
      <p:sp>
        <p:nvSpPr>
          <p:cNvPr id="103" name="한 문장"/>
          <p:cNvSpPr>
            <a:spLocks noGrp="1"/>
          </p:cNvSpPr>
          <p:nvPr>
            <p:ph type="title"/>
          </p:nvPr>
        </p:nvSpPr>
        <p:spPr>
          <a:xfrm>
            <a:off x="1463003" y="2331720"/>
            <a:ext cx="9265688" cy="2331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34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한 문장으로 말하면</a:t>
            </a:r>
          </a:p>
        </p:txBody>
      </p:sp>
      <p:grpSp>
        <p:nvGrpSpPr>
          <p:cNvPr id="2" name="따옴표 장식"/>
          <p:cNvGrpSpPr/>
          <p:nvPr/>
        </p:nvGrpSpPr>
        <p:grpSpPr>
          <a:xfrm>
            <a:off x="5592927" y="1520189"/>
            <a:ext cx="1005840" cy="251460"/>
            <a:chOff x="5592927" y="1520189"/>
            <a:chExt cx="1005840" cy="251460"/>
          </a:xfrm>
        </p:grpSpPr>
        <p:sp>
          <p:nvSpPr>
            <p:cNvPr id="3" name="Diamond 2"/>
            <p:cNvSpPr/>
            <p:nvPr/>
          </p:nvSpPr>
          <p:spPr>
            <a:xfrm>
              <a:off x="5970117" y="1520189"/>
              <a:ext cx="251460" cy="251460"/>
            </a:xfrm>
            <a:prstGeom prst="diamond">
              <a:avLst/>
            </a:prstGeom>
            <a:solidFill>
              <a:schemeClr val="accent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4" name="Connector 3"/>
            <p:cNvCxnSpPr/>
            <p:nvPr/>
          </p:nvCxnSpPr>
          <p:spPr>
            <a:xfrm>
              <a:off x="559292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  <p:cxnSp>
          <p:nvCxnSpPr>
            <p:cNvPr id="5" name="Connector 4"/>
            <p:cNvCxnSpPr/>
            <p:nvPr/>
          </p:nvCxnSpPr>
          <p:spPr>
            <a:xfrm>
              <a:off x="630158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</p:grpSp>
      <p:cxnSp>
        <p:nvCxnSpPr>
          <p:cNvPr id="6" name="Connector 5"/>
          <p:cNvCxnSpPr/>
          <p:nvPr/>
        </p:nvCxnSpPr>
        <p:spPr>
          <a:xfrm>
            <a:off x="5547207" y="5349240"/>
            <a:ext cx="109728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7" name="Diamond 6"/>
          <p:cNvSpPr/>
          <p:nvPr/>
        </p:nvSpPr>
        <p:spPr>
          <a:xfrm>
            <a:off x="6036411" y="5289804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slide" Target="slide4.xml"/><Relationship Id="rId4" Type="http://schemas.openxmlformats.org/officeDocument/2006/relationships/slide" Target="slide5.xml"/><Relationship Id="rId5" Type="http://schemas.openxmlformats.org/officeDocument/2006/relationships/slide" Target="slide6.xml"/><Relationship Id="rId6" Type="http://schemas.openxmlformats.org/officeDocument/2006/relationships/slide" Target="slide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chart" Target="../charts/char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BLUSH  ·  PRESENTATION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/>
              <a:t>발표 제목을 입력하세요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오늘 배울 것은 세 가지입니다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교육·강의 · 발표자 이름</a:t>
            </a:r>
          </a:p>
          <a:p>
            <a:r>
              <a:rPr lang="ko-KR"/>
              <a:t>0000. 00. 00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CONTENTS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목차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B466B2-01EE-459C-9667-852A2B4E6111}" type="slidenum">
              <a:rPr lang="en-US"/>
              <a:t>‹#›</a:t>
            </a:fld>
            <a:endParaRPr lang="en-US"/>
          </a:p>
        </p:txBody>
      </p:sp>
      <p:grpSp>
        <p:nvGrpSpPr>
          <p:cNvPr id="5" name="줄 1"/>
          <p:cNvGrpSpPr/>
          <p:nvPr/>
        </p:nvGrpSpPr>
        <p:grpSpPr>
          <a:xfrm>
            <a:off x="731520" y="1828800"/>
            <a:ext cx="10728655" cy="914400"/>
            <a:chOff x="731520" y="1828800"/>
            <a:chExt cx="10728655" cy="914400"/>
          </a:xfrm>
        </p:grpSpPr>
        <p:sp>
          <p:nvSpPr>
            <p:cNvPr id="6" name="줄 바탕">
              <a:hlinkClick action="ppaction://hlinksldjump" r:id="rId3"/>
            </p:cNvPr>
            <p:cNvSpPr/>
            <p:nvPr/>
          </p:nvSpPr>
          <p:spPr>
            <a:xfrm>
              <a:off x="731520" y="1828800"/>
              <a:ext cx="10728655" cy="91440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accent5">
                  <a:alpha val="60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번호 1"/>
            <p:cNvSpPr/>
            <p:nvPr/>
          </p:nvSpPr>
          <p:spPr>
            <a:xfrm>
              <a:off x="1005840" y="2057400"/>
              <a:ext cx="457200" cy="457200"/>
            </a:xfrm>
            <a:prstGeom prst="ellipse">
              <a:avLst/>
            </a:prstGeom>
            <a:noFill/>
            <a:ln w="15875">
              <a:solidFill>
                <a:schemeClr val="accent5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1</a:t>
              </a:r>
            </a:p>
          </p:txBody>
        </p:sp>
        <p:sp>
          <p:nvSpPr>
            <p:cNvPr id="8" name="줄 제목"/>
            <p:cNvSpPr txBox="1"/>
            <p:nvPr/>
          </p:nvSpPr>
          <p:spPr>
            <a:xfrm>
              <a:off x="1737360" y="1874519"/>
              <a:ext cx="2926080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오늘의 목표</a:t>
              </a:r>
            </a:p>
          </p:txBody>
        </p:sp>
        <p:cxnSp>
          <p:nvCxnSpPr>
            <p:cNvPr id="9" name="구분선"/>
            <p:cNvCxnSpPr/>
            <p:nvPr/>
          </p:nvCxnSpPr>
          <p:spPr>
            <a:xfrm>
              <a:off x="4572000" y="1993392"/>
              <a:ext cx="0" cy="585216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0" name="줄 내용"/>
            <p:cNvSpPr txBox="1"/>
            <p:nvPr/>
          </p:nvSpPr>
          <p:spPr>
            <a:xfrm>
              <a:off x="4754880" y="1874519"/>
              <a:ext cx="6430975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한 줄로 내용을 적어 주세요</a:t>
              </a:r>
            </a:p>
          </p:txBody>
        </p:sp>
      </p:grpSp>
      <p:grpSp>
        <p:nvGrpSpPr>
          <p:cNvPr id="11" name="줄 2"/>
          <p:cNvGrpSpPr/>
          <p:nvPr/>
        </p:nvGrpSpPr>
        <p:grpSpPr>
          <a:xfrm>
            <a:off x="731520" y="2880360"/>
            <a:ext cx="10728655" cy="914400"/>
            <a:chOff x="731520" y="2880360"/>
            <a:chExt cx="10728655" cy="914400"/>
          </a:xfrm>
        </p:grpSpPr>
        <p:sp>
          <p:nvSpPr>
            <p:cNvPr id="12" name="줄 바탕">
              <a:hlinkClick action="ppaction://hlinksldjump" r:id="rId4"/>
            </p:cNvPr>
            <p:cNvSpPr/>
            <p:nvPr/>
          </p:nvSpPr>
          <p:spPr>
            <a:xfrm>
              <a:off x="731520" y="2880360"/>
              <a:ext cx="10728655" cy="91440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accent5">
                  <a:alpha val="60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번호 2"/>
            <p:cNvSpPr/>
            <p:nvPr/>
          </p:nvSpPr>
          <p:spPr>
            <a:xfrm>
              <a:off x="1005840" y="3108960"/>
              <a:ext cx="457200" cy="457200"/>
            </a:xfrm>
            <a:prstGeom prst="ellipse">
              <a:avLst/>
            </a:prstGeom>
            <a:noFill/>
            <a:ln w="15875">
              <a:solidFill>
                <a:schemeClr val="accent5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2</a:t>
              </a:r>
            </a:p>
          </p:txBody>
        </p:sp>
        <p:sp>
          <p:nvSpPr>
            <p:cNvPr id="14" name="줄 제목"/>
            <p:cNvSpPr txBox="1"/>
            <p:nvPr/>
          </p:nvSpPr>
          <p:spPr>
            <a:xfrm>
              <a:off x="1737360" y="2926079"/>
              <a:ext cx="2926080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핵심 개념</a:t>
              </a:r>
            </a:p>
          </p:txBody>
        </p:sp>
        <p:cxnSp>
          <p:nvCxnSpPr>
            <p:cNvPr id="15" name="구분선"/>
            <p:cNvCxnSpPr/>
            <p:nvPr/>
          </p:nvCxnSpPr>
          <p:spPr>
            <a:xfrm>
              <a:off x="4572000" y="3044952"/>
              <a:ext cx="0" cy="585216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6" name="줄 내용"/>
            <p:cNvSpPr txBox="1"/>
            <p:nvPr/>
          </p:nvSpPr>
          <p:spPr>
            <a:xfrm>
              <a:off x="4754880" y="2926079"/>
              <a:ext cx="6430975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한 줄로 내용을 적어 주세요</a:t>
              </a:r>
            </a:p>
          </p:txBody>
        </p:sp>
      </p:grpSp>
      <p:grpSp>
        <p:nvGrpSpPr>
          <p:cNvPr id="17" name="줄 3"/>
          <p:cNvGrpSpPr/>
          <p:nvPr/>
        </p:nvGrpSpPr>
        <p:grpSpPr>
          <a:xfrm>
            <a:off x="731520" y="3931920"/>
            <a:ext cx="10728655" cy="914400"/>
            <a:chOff x="731520" y="3931920"/>
            <a:chExt cx="10728655" cy="914400"/>
          </a:xfrm>
        </p:grpSpPr>
        <p:sp>
          <p:nvSpPr>
            <p:cNvPr id="18" name="줄 바탕">
              <a:hlinkClick action="ppaction://hlinksldjump" r:id="rId5"/>
            </p:cNvPr>
            <p:cNvSpPr/>
            <p:nvPr/>
          </p:nvSpPr>
          <p:spPr>
            <a:xfrm>
              <a:off x="731520" y="3931920"/>
              <a:ext cx="10728655" cy="91440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accent5">
                  <a:alpha val="60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번호 3"/>
            <p:cNvSpPr/>
            <p:nvPr/>
          </p:nvSpPr>
          <p:spPr>
            <a:xfrm>
              <a:off x="1005840" y="4160520"/>
              <a:ext cx="457200" cy="457200"/>
            </a:xfrm>
            <a:prstGeom prst="ellipse">
              <a:avLst/>
            </a:prstGeom>
            <a:noFill/>
            <a:ln w="15875">
              <a:solidFill>
                <a:schemeClr val="accent5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3</a:t>
              </a:r>
            </a:p>
          </p:txBody>
        </p:sp>
        <p:sp>
          <p:nvSpPr>
            <p:cNvPr id="20" name="줄 제목"/>
            <p:cNvSpPr txBox="1"/>
            <p:nvPr/>
          </p:nvSpPr>
          <p:spPr>
            <a:xfrm>
              <a:off x="1737360" y="3977639"/>
              <a:ext cx="2926080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실습과 예시</a:t>
              </a:r>
            </a:p>
          </p:txBody>
        </p:sp>
        <p:cxnSp>
          <p:nvCxnSpPr>
            <p:cNvPr id="21" name="구분선"/>
            <p:cNvCxnSpPr/>
            <p:nvPr/>
          </p:nvCxnSpPr>
          <p:spPr>
            <a:xfrm>
              <a:off x="4572000" y="4096511"/>
              <a:ext cx="0" cy="585217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2" name="줄 내용"/>
            <p:cNvSpPr txBox="1"/>
            <p:nvPr/>
          </p:nvSpPr>
          <p:spPr>
            <a:xfrm>
              <a:off x="4754880" y="3977639"/>
              <a:ext cx="6430975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한 줄로 내용을 적어 주세요</a:t>
              </a:r>
            </a:p>
          </p:txBody>
        </p:sp>
      </p:grpSp>
      <p:grpSp>
        <p:nvGrpSpPr>
          <p:cNvPr id="23" name="줄 4"/>
          <p:cNvGrpSpPr/>
          <p:nvPr/>
        </p:nvGrpSpPr>
        <p:grpSpPr>
          <a:xfrm>
            <a:off x="731520" y="4983479"/>
            <a:ext cx="10728655" cy="914400"/>
            <a:chOff x="731520" y="4983479"/>
            <a:chExt cx="10728655" cy="914400"/>
          </a:xfrm>
        </p:grpSpPr>
        <p:sp>
          <p:nvSpPr>
            <p:cNvPr id="24" name="줄 바탕">
              <a:hlinkClick action="ppaction://hlinksldjump" r:id="rId6"/>
            </p:cNvPr>
            <p:cNvSpPr/>
            <p:nvPr/>
          </p:nvSpPr>
          <p:spPr>
            <a:xfrm>
              <a:off x="731520" y="4983479"/>
              <a:ext cx="10728655" cy="91440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accent5">
                  <a:alpha val="60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" name="번호 4"/>
            <p:cNvSpPr/>
            <p:nvPr/>
          </p:nvSpPr>
          <p:spPr>
            <a:xfrm>
              <a:off x="1005840" y="5212079"/>
              <a:ext cx="457200" cy="457200"/>
            </a:xfrm>
            <a:prstGeom prst="ellipse">
              <a:avLst/>
            </a:prstGeom>
            <a:noFill/>
            <a:ln w="15875">
              <a:solidFill>
                <a:schemeClr val="accent5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4</a:t>
              </a:r>
            </a:p>
          </p:txBody>
        </p:sp>
        <p:sp>
          <p:nvSpPr>
            <p:cNvPr id="26" name="줄 제목"/>
            <p:cNvSpPr txBox="1"/>
            <p:nvPr/>
          </p:nvSpPr>
          <p:spPr>
            <a:xfrm>
              <a:off x="1737360" y="5029199"/>
              <a:ext cx="2926080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정리와 질문</a:t>
              </a:r>
            </a:p>
          </p:txBody>
        </p:sp>
        <p:cxnSp>
          <p:nvCxnSpPr>
            <p:cNvPr id="27" name="구분선"/>
            <p:cNvCxnSpPr/>
            <p:nvPr/>
          </p:nvCxnSpPr>
          <p:spPr>
            <a:xfrm>
              <a:off x="4572000" y="5148071"/>
              <a:ext cx="0" cy="585217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8" name="줄 내용"/>
            <p:cNvSpPr txBox="1"/>
            <p:nvPr/>
          </p:nvSpPr>
          <p:spPr>
            <a:xfrm>
              <a:off x="4754880" y="5029199"/>
              <a:ext cx="6430975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한 줄로 내용을 적어 주세요</a:t>
              </a:r>
            </a:p>
          </p:txBody>
        </p:sp>
      </p:grp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350"/>
                            </p:stCondLst>
                            <p:childTnLst>
                              <p:par>
                                <p:cTn id="16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MESSAGE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한 문장으로 말하면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58293C-8F2E-4EFF-A7BA-35FBB4E79A5A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push dir="l"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POINTS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핵심 3가지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2888F1-4319-4265-905E-AD5DC41D148F}" type="slidenum">
              <a:rPr lang="en-US"/>
              <a:t>‹#›</a:t>
            </a:fld>
            <a:endParaRPr lang="en-US"/>
          </a:p>
        </p:txBody>
      </p:sp>
      <p:grpSp>
        <p:nvGrpSpPr>
          <p:cNvPr id="5" name="카드 1"/>
          <p:cNvGrpSpPr/>
          <p:nvPr/>
        </p:nvGrpSpPr>
        <p:grpSpPr>
          <a:xfrm>
            <a:off x="731520" y="1828800"/>
            <a:ext cx="3393338" cy="3474720"/>
            <a:chOff x="731520" y="1828800"/>
            <a:chExt cx="3393338" cy="3474720"/>
          </a:xfrm>
        </p:grpSpPr>
        <p:sp>
          <p:nvSpPr>
            <p:cNvPr id="6" name="카드 바탕"/>
            <p:cNvSpPr/>
            <p:nvPr/>
          </p:nvSpPr>
          <p:spPr>
            <a:xfrm>
              <a:off x="731520" y="1828800"/>
              <a:ext cx="3393338" cy="347472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accent5">
                  <a:alpha val="60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번호 1"/>
            <p:cNvSpPr/>
            <p:nvPr/>
          </p:nvSpPr>
          <p:spPr>
            <a:xfrm>
              <a:off x="960120" y="2084832"/>
              <a:ext cx="457200" cy="457200"/>
            </a:xfrm>
            <a:prstGeom prst="ellipse">
              <a:avLst/>
            </a:prstGeom>
            <a:noFill/>
            <a:ln w="15875">
              <a:solidFill>
                <a:schemeClr val="accent5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1</a:t>
              </a:r>
            </a:p>
          </p:txBody>
        </p:sp>
        <p:sp>
          <p:nvSpPr>
            <p:cNvPr id="8" name="카드 제목"/>
            <p:cNvSpPr txBox="1"/>
            <p:nvPr/>
          </p:nvSpPr>
          <p:spPr>
            <a:xfrm>
              <a:off x="914400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알아야 할 것</a:t>
              </a:r>
            </a:p>
          </p:txBody>
        </p:sp>
        <p:cxnSp>
          <p:nvCxnSpPr>
            <p:cNvPr id="9" name="구분선"/>
            <p:cNvCxnSpPr/>
            <p:nvPr/>
          </p:nvCxnSpPr>
          <p:spPr>
            <a:xfrm>
              <a:off x="960120" y="3364991"/>
              <a:ext cx="2936138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0" name="카드 내용"/>
            <p:cNvSpPr txBox="1"/>
            <p:nvPr/>
          </p:nvSpPr>
          <p:spPr>
            <a:xfrm>
              <a:off x="914400" y="3456432"/>
              <a:ext cx="3027578" cy="1737359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grpSp>
        <p:nvGrpSpPr>
          <p:cNvPr id="11" name="카드 2"/>
          <p:cNvGrpSpPr/>
          <p:nvPr/>
        </p:nvGrpSpPr>
        <p:grpSpPr>
          <a:xfrm>
            <a:off x="4399178" y="1828800"/>
            <a:ext cx="3393338" cy="3474720"/>
            <a:chOff x="4399178" y="1828800"/>
            <a:chExt cx="3393338" cy="3474720"/>
          </a:xfrm>
        </p:grpSpPr>
        <p:sp>
          <p:nvSpPr>
            <p:cNvPr id="12" name="카드 바탕"/>
            <p:cNvSpPr/>
            <p:nvPr/>
          </p:nvSpPr>
          <p:spPr>
            <a:xfrm>
              <a:off x="4399178" y="1828800"/>
              <a:ext cx="3393338" cy="347472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accent5">
                  <a:alpha val="60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번호 2"/>
            <p:cNvSpPr/>
            <p:nvPr/>
          </p:nvSpPr>
          <p:spPr>
            <a:xfrm>
              <a:off x="4627778" y="2084832"/>
              <a:ext cx="457200" cy="457200"/>
            </a:xfrm>
            <a:prstGeom prst="ellipse">
              <a:avLst/>
            </a:prstGeom>
            <a:noFill/>
            <a:ln w="15875">
              <a:solidFill>
                <a:schemeClr val="accent5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2</a:t>
              </a:r>
            </a:p>
          </p:txBody>
        </p:sp>
        <p:sp>
          <p:nvSpPr>
            <p:cNvPr id="14" name="카드 제목"/>
            <p:cNvSpPr txBox="1"/>
            <p:nvPr/>
          </p:nvSpPr>
          <p:spPr>
            <a:xfrm>
              <a:off x="4582058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해 볼 것</a:t>
              </a:r>
            </a:p>
          </p:txBody>
        </p:sp>
        <p:cxnSp>
          <p:nvCxnSpPr>
            <p:cNvPr id="15" name="구분선"/>
            <p:cNvCxnSpPr/>
            <p:nvPr/>
          </p:nvCxnSpPr>
          <p:spPr>
            <a:xfrm>
              <a:off x="4627778" y="3364991"/>
              <a:ext cx="2936138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6" name="카드 내용"/>
            <p:cNvSpPr txBox="1"/>
            <p:nvPr/>
          </p:nvSpPr>
          <p:spPr>
            <a:xfrm>
              <a:off x="4582058" y="3456432"/>
              <a:ext cx="3027578" cy="1737359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grpSp>
        <p:nvGrpSpPr>
          <p:cNvPr id="17" name="카드 3"/>
          <p:cNvGrpSpPr/>
          <p:nvPr/>
        </p:nvGrpSpPr>
        <p:grpSpPr>
          <a:xfrm>
            <a:off x="8066836" y="1828800"/>
            <a:ext cx="3393338" cy="3474720"/>
            <a:chOff x="8066836" y="1828800"/>
            <a:chExt cx="3393338" cy="3474720"/>
          </a:xfrm>
        </p:grpSpPr>
        <p:sp>
          <p:nvSpPr>
            <p:cNvPr id="18" name="카드 바탕"/>
            <p:cNvSpPr/>
            <p:nvPr/>
          </p:nvSpPr>
          <p:spPr>
            <a:xfrm>
              <a:off x="8066836" y="1828800"/>
              <a:ext cx="3393338" cy="347472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accent5">
                  <a:alpha val="60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번호 3"/>
            <p:cNvSpPr/>
            <p:nvPr/>
          </p:nvSpPr>
          <p:spPr>
            <a:xfrm>
              <a:off x="8295436" y="2084832"/>
              <a:ext cx="457200" cy="457200"/>
            </a:xfrm>
            <a:prstGeom prst="ellipse">
              <a:avLst/>
            </a:prstGeom>
            <a:noFill/>
            <a:ln w="15875">
              <a:solidFill>
                <a:schemeClr val="accent5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3</a:t>
              </a:r>
            </a:p>
          </p:txBody>
        </p:sp>
        <p:sp>
          <p:nvSpPr>
            <p:cNvPr id="20" name="카드 제목"/>
            <p:cNvSpPr txBox="1"/>
            <p:nvPr/>
          </p:nvSpPr>
          <p:spPr>
            <a:xfrm>
              <a:off x="8249716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기억할 것</a:t>
              </a:r>
            </a:p>
          </p:txBody>
        </p:sp>
        <p:cxnSp>
          <p:nvCxnSpPr>
            <p:cNvPr id="21" name="구분선"/>
            <p:cNvCxnSpPr/>
            <p:nvPr/>
          </p:nvCxnSpPr>
          <p:spPr>
            <a:xfrm>
              <a:off x="8295436" y="3364991"/>
              <a:ext cx="2936139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2" name="카드 내용"/>
            <p:cNvSpPr txBox="1"/>
            <p:nvPr/>
          </p:nvSpPr>
          <p:spPr>
            <a:xfrm>
              <a:off x="8249716" y="3456432"/>
              <a:ext cx="3027578" cy="1737359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COMPARE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한눈에 비교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D4894-9EE3-4315-9486-EF859B2E2E08}" type="slidenum">
              <a:rPr lang="en-US"/>
              <a:t>‹#›</a:t>
            </a:fld>
            <a:endParaRPr lang="en-US"/>
          </a:p>
        </p:txBody>
      </p:sp>
      <p:grpSp>
        <p:nvGrpSpPr>
          <p:cNvPr id="5" name="왼쪽 칸"/>
          <p:cNvGrpSpPr/>
          <p:nvPr/>
        </p:nvGrpSpPr>
        <p:grpSpPr>
          <a:xfrm>
            <a:off x="731520" y="1828800"/>
            <a:ext cx="5181447" cy="3566160"/>
            <a:chOff x="731520" y="1828800"/>
            <a:chExt cx="5181447" cy="3566160"/>
          </a:xfrm>
        </p:grpSpPr>
        <p:sp>
          <p:nvSpPr>
            <p:cNvPr id="6" name="칸 바탕"/>
            <p:cNvSpPr/>
            <p:nvPr/>
          </p:nvSpPr>
          <p:spPr>
            <a:xfrm>
              <a:off x="731520" y="1828800"/>
              <a:ext cx="5181447" cy="356616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accent5">
                  <a:alpha val="60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칸 제목 띠"/>
            <p:cNvSpPr/>
            <p:nvPr/>
          </p:nvSpPr>
          <p:spPr>
            <a:xfrm>
              <a:off x="914400" y="2011680"/>
              <a:ext cx="4815687" cy="59436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700" b="1" i="0" lang="ko-KR">
                  <a:solidFill>
                    <a:srgbClr val="1A1613"/>
                  </a:solidFill>
                </a:rPr>
                <a:t>알기 전</a:t>
              </a:r>
            </a:p>
          </p:txBody>
        </p:sp>
        <p:sp>
          <p:nvSpPr>
            <p:cNvPr id="8" name="칸 내용"/>
            <p:cNvSpPr txBox="1"/>
            <p:nvPr/>
          </p:nvSpPr>
          <p:spPr>
            <a:xfrm>
              <a:off x="1005840" y="2788920"/>
              <a:ext cx="4632807" cy="246888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grpSp>
        <p:nvGrpSpPr>
          <p:cNvPr id="9" name="오른쪽 칸"/>
          <p:cNvGrpSpPr/>
          <p:nvPr/>
        </p:nvGrpSpPr>
        <p:grpSpPr>
          <a:xfrm>
            <a:off x="6278727" y="1828800"/>
            <a:ext cx="5181447" cy="3566160"/>
            <a:chOff x="6278727" y="1828800"/>
            <a:chExt cx="5181447" cy="3566160"/>
          </a:xfrm>
        </p:grpSpPr>
        <p:sp>
          <p:nvSpPr>
            <p:cNvPr id="10" name="칸 바탕"/>
            <p:cNvSpPr/>
            <p:nvPr/>
          </p:nvSpPr>
          <p:spPr>
            <a:xfrm>
              <a:off x="6278727" y="1828800"/>
              <a:ext cx="5181447" cy="356616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accent5">
                  <a:alpha val="60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칸 제목 띠"/>
            <p:cNvSpPr/>
            <p:nvPr/>
          </p:nvSpPr>
          <p:spPr>
            <a:xfrm>
              <a:off x="6461607" y="2011680"/>
              <a:ext cx="4815687" cy="59436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700" b="1" i="0" lang="ko-KR">
                  <a:solidFill>
                    <a:srgbClr val="1A1613"/>
                  </a:solidFill>
                </a:rPr>
                <a:t>알고 난 후</a:t>
              </a:r>
            </a:p>
          </p:txBody>
        </p:sp>
        <p:sp>
          <p:nvSpPr>
            <p:cNvPr id="12" name="칸 내용"/>
            <p:cNvSpPr txBox="1"/>
            <p:nvPr/>
          </p:nvSpPr>
          <p:spPr>
            <a:xfrm>
              <a:off x="6553047" y="2788920"/>
              <a:ext cx="4632807" cy="246888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1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NUMBERS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숫자로 보기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3FA9C8-911A-46F4-97DC-26829E76DE83}" type="slidenum">
              <a:rPr lang="en-US"/>
              <a:t>‹#›</a:t>
            </a:fld>
            <a:endParaRPr lang="en-US"/>
          </a:p>
        </p:txBody>
      </p:sp>
      <p:graphicFrame>
        <p:nvGraphicFramePr>
          <p:cNvPr id="5" name="차트"/>
          <p:cNvGraphicFramePr>
            <a:graphicFrameLocks noGrp="1"/>
          </p:cNvGraphicFramePr>
          <p:nvPr/>
        </p:nvGraphicFramePr>
        <p:xfrm>
          <a:off x="731520" y="1828800"/>
          <a:ext cx="7619695" cy="40690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차트 안내"/>
          <p:cNvSpPr txBox="1"/>
          <p:nvPr/>
        </p:nvSpPr>
        <p:spPr>
          <a:xfrm>
            <a:off x="8625535" y="2103120"/>
            <a:ext cx="2834640" cy="1097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13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예시 숫자입니다</a:t>
            </a:r>
          </a:p>
          <a:p>
            <a:pPr algn="l">
              <a:lnSpc>
                <a:spcPct val="140000"/>
              </a:lnSpc>
            </a:pPr>
            <a:r>
              <a:rPr sz="13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차트를 우클릭해서</a:t>
            </a:r>
          </a:p>
          <a:p>
            <a:pPr algn="l">
              <a:lnSpc>
                <a:spcPct val="140000"/>
              </a:lnSpc>
            </a:pPr>
            <a:r>
              <a:rPr sz="13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데이터를 고치세요</a:t>
            </a:r>
          </a:p>
        </p:txBody>
      </p:sp>
    </p:spTree>
  </p:cSld>
  <p:clrMapOvr>
    <a:masterClrMapping/>
  </p:clrMapOvr>
  <p:transition spd="med">
    <p:push dir="l"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SCHEDULE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일정·현황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2E8A9C-56C9-4471-8B3A-EB126EC0D416}" type="slidenum">
              <a:rPr lang="en-US"/>
              <a:t>‹#›</a:t>
            </a:fld>
            <a:endParaRPr lang="en-US"/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731520" y="1828800"/>
          <a:ext cx="10728652" cy="3950208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682163"/>
                <a:gridCol w="2682163"/>
                <a:gridCol w="2682163"/>
                <a:gridCol w="2682163"/>
              </a:tblGrid>
              <a:tr h="658368">
                <a:tc>
                  <a:txBody>
                    <a:bodyPr wrap="square"/>
                    <a:lstStyle/>
                    <a:p>
                      <a:pPr algn="ctr"/>
                      <a:r>
                        <a:rPr sz="1500" b="1" lang="ko-KR">
                          <a:solidFill>
                            <a:srgbClr val="1A1613"/>
                          </a:solidFill>
                        </a:rPr>
                        <a:t>차시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lang="ko-KR">
                          <a:solidFill>
                            <a:srgbClr val="1A1613"/>
                          </a:solidFill>
                        </a:rPr>
                        <a:t>주제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lang="ko-KR">
                          <a:solidFill>
                            <a:srgbClr val="1A1613"/>
                          </a:solidFill>
                        </a:rPr>
                        <a:t>시간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lang="ko-KR">
                          <a:solidFill>
                            <a:srgbClr val="1A1613"/>
                          </a:solidFill>
                        </a:rPr>
                        <a:t>준비물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1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내용 입력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2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내용 입력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3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내용 입력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4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내용 입력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5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내용 입력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push dir="l"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Q &amp; A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질문과 의견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2F2738-9284-455D-94DA-FE0AE13CCA81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push dir="l"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BLUSH  ·  PRESENTATION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감사합니다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끝까지 들어 주셔서 고맙습니다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문의 · 연락처를 입력하세요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교육·강의 발표 템플릿">
  <a:themeElements>
    <a:clrScheme name="교육·강의 발표 템플릿">
      <a:dk1>
        <a:srgbClr val="433534"/>
      </a:dk1>
      <a:lt1>
        <a:srgbClr val="FEFCFB"/>
      </a:lt1>
      <a:dk2>
        <a:srgbClr val="5A3B38"/>
      </a:dk2>
      <a:lt2>
        <a:srgbClr val="FBF4F1"/>
      </a:lt2>
      <a:accent1>
        <a:srgbClr val="D4A39B"/>
      </a:accent1>
      <a:accent2>
        <a:srgbClr val="B48866"/>
      </a:accent2>
      <a:accent3>
        <a:srgbClr val="463331"/>
      </a:accent3>
      <a:accent4>
        <a:srgbClr val="F3E4E0"/>
      </a:accent4>
      <a:accent5>
        <a:srgbClr val="C9AA7C"/>
      </a:accent5>
      <a:accent6>
        <a:srgbClr val="D4B9A5"/>
      </a:accent6>
      <a:hlink>
        <a:srgbClr val="5A3B38"/>
      </a:hlink>
      <a:folHlink>
        <a:srgbClr val="463331"/>
      </a:folHlink>
    </a:clrScheme>
    <a:fontScheme name="교육·강의 발표 템플릿">
      <a:majorFont>
        <a:latin typeface="Gill Sans MT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교육·강의 발표 템플릿</dc:title>
  <dc:subject>교육·강의 발표 자료</dc:subject>
  <dc:creator>우체국보험 상담 안내</dc:creator>
  <cp:keywords>발표,PPT,템플릿</cp:keywords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템플릿</cp:category>
  <dc:language>ko-KR</dc:language>
</cp:coreProperties>
</file>