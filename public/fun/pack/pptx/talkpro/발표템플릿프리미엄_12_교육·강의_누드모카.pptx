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B68A2D9-4BD2-4592-AB3F-27153B5A5C11}">
          <p14:sldIdLst>
            <p14:sldId id="256"/>
          </p14:sldIdLst>
        </p14:section>
        <p14:section name="본문" id="{569BBEA5-1030-4F32-AD09-EC4AEE414E48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C9F24040-0AAD-44E5-82AE-0081891974C3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00149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242428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242428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242428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5D3D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242428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FAAA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02325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389019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3456331" y="2862072"/>
            <a:ext cx="1133856" cy="11338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840379" y="3246120"/>
            <a:ext cx="365760" cy="365760"/>
            <a:chOff x="3840379" y="3246120"/>
            <a:chExt cx="365760" cy="365760"/>
          </a:xfrm>
        </p:grpSpPr>
        <p:sp>
          <p:nvSpPr>
            <p:cNvPr id="6" name="Diamond 5"/>
            <p:cNvSpPr/>
            <p:nvPr/>
          </p:nvSpPr>
          <p:spPr>
            <a:xfrm>
              <a:off x="3840379" y="3246120"/>
              <a:ext cx="365760" cy="3657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7153F043-2760-42F8-9536-8679E79CEE44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00149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242428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242428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242428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242428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023259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389019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3456331" y="2862072"/>
            <a:ext cx="1133856" cy="1133856"/>
          </a:xfrm>
          <a:prstGeom prst="ellipse">
            <a:avLst/>
          </a:prstGeom>
          <a:solidFill>
            <a:schemeClr val="bg2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840379" y="3246120"/>
            <a:ext cx="365760" cy="365760"/>
            <a:chOff x="3840379" y="3246120"/>
            <a:chExt cx="365760" cy="365760"/>
          </a:xfrm>
        </p:grpSpPr>
        <p:sp>
          <p:nvSpPr>
            <p:cNvPr id="6" name="Diamond 5"/>
            <p:cNvSpPr/>
            <p:nvPr/>
          </p:nvSpPr>
          <p:spPr>
            <a:xfrm>
              <a:off x="3840379" y="3246120"/>
              <a:ext cx="365760" cy="3657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D3E70319-483A-4748-A778-CA5BB592112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0534F02A-6C4B-4E8C-AF87-44FC4E27672B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NUDE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NUDE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어려운 말은 빼고 설명드립니다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1357-1B96-4164-9E0F-889B2AED65F3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731520" y="2880360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10896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0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731520" y="3931920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1005840" y="41605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6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7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옆 선"/>
            <p:cNvSpPr/>
            <p:nvPr/>
          </p:nvSpPr>
          <p:spPr>
            <a:xfrm>
              <a:off x="731520" y="4983479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1005840" y="5212079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30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984C-235A-4FB0-AC56-07898E94A78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CB3A1-415A-4C15-9649-D15C081064A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474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4399178" y="1828800"/>
              <a:ext cx="54864" cy="3474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8066836" y="1828800"/>
              <a:ext cx="54864" cy="3474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3A6F9-AB3B-46F4-BB67-8D14D7E00D0D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알기 전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옆 선"/>
            <p:cNvSpPr/>
            <p:nvPr/>
          </p:nvSpPr>
          <p:spPr>
            <a:xfrm>
              <a:off x="6278727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알고 난 후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4A34-9ACC-4856-92F2-B2B5FDE049D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269F7-DA63-464D-845D-131FA148755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00D74-609D-4DED-A085-2C27DBE9876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NUDE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NUDE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403531"/>
      </a:dk1>
      <a:lt1>
        <a:srgbClr val="FDFBF9"/>
      </a:lt1>
      <a:dk2>
        <a:srgbClr val="42302A"/>
      </a:dk2>
      <a:lt2>
        <a:srgbClr val="F8F1EA"/>
      </a:lt2>
      <a:accent1>
        <a:srgbClr val="A47F67"/>
      </a:accent1>
      <a:accent2>
        <a:srgbClr val="7B5A48"/>
      </a:accent2>
      <a:accent3>
        <a:srgbClr val="403531"/>
      </a:accent3>
      <a:accent4>
        <a:srgbClr val="E7DAD0"/>
      </a:accent4>
      <a:accent5>
        <a:srgbClr val="B89B7B"/>
      </a:accent5>
      <a:accent6>
        <a:srgbClr val="B39E91"/>
      </a:accent6>
      <a:hlink>
        <a:srgbClr val="42302A"/>
      </a:hlink>
      <a:folHlink>
        <a:srgbClr val="403531"/>
      </a:folHlink>
    </a:clrScheme>
    <a:fontScheme name="교육·강의 발표 템플릿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