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5ADBB27-159A-4790-8ACE-964CB6B7D940}">
          <p14:sldIdLst>
            <p14:sldId id="256"/>
          </p14:sldIdLst>
        </p14:section>
        <p14:section name="본문" id="{AF42A407-1169-468F-A744-A8D776F746B1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4F23E929-CF01-48EA-88CA-990FBF0B14E7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3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A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840379" y="3246120"/>
            <a:ext cx="365760" cy="365760"/>
            <a:chOff x="3840379" y="3246120"/>
            <a:chExt cx="365760" cy="365760"/>
          </a:xfrm>
        </p:grpSpPr>
        <p:sp>
          <p:nvSpPr>
            <p:cNvPr id="6" name="Diamond 5"/>
            <p:cNvSpPr/>
            <p:nvPr/>
          </p:nvSpPr>
          <p:spPr>
            <a:xfrm>
              <a:off x="3840379" y="3246120"/>
              <a:ext cx="365760" cy="3657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C53F507-E40F-4688-89B1-D539E8AA236B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840379" y="3246120"/>
            <a:ext cx="365760" cy="365760"/>
            <a:chOff x="3840379" y="3246120"/>
            <a:chExt cx="365760" cy="365760"/>
          </a:xfrm>
        </p:grpSpPr>
        <p:sp>
          <p:nvSpPr>
            <p:cNvPr id="6" name="Diamond 5"/>
            <p:cNvSpPr/>
            <p:nvPr/>
          </p:nvSpPr>
          <p:spPr>
            <a:xfrm>
              <a:off x="3840379" y="3246120"/>
              <a:ext cx="365760" cy="3657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754A882-FFE0-4C70-9287-B38D011AA90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7DE9D29B-7CD8-422F-97AF-5AA47A98261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NUDE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어려운 말은 빼고 설명드립니다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8D94E-30EA-4844-9E4E-19F25D07D1C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731520" y="288036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731520" y="393192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731520" y="4983479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100584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AC40D-7A89-41C5-9D3F-B5CB345D943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B8EAB-C946-4370-8017-D0F04820908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A21E2-B2D1-48F2-ABB1-F3F7875505B1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알기 전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옆 선"/>
            <p:cNvSpPr/>
            <p:nvPr/>
          </p:nvSpPr>
          <p:spPr>
            <a:xfrm>
              <a:off x="627872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알고 난 후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E1780-2019-44CF-A07D-A82FEE6FC78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B5A08-DA5F-400B-9169-7DAB7FCEA30F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764BB-FC8E-4468-BD4A-378E99F0B6D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NUDE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403531"/>
      </a:dk1>
      <a:lt1>
        <a:srgbClr val="FDFBF9"/>
      </a:lt1>
      <a:dk2>
        <a:srgbClr val="42302A"/>
      </a:dk2>
      <a:lt2>
        <a:srgbClr val="F8F1EA"/>
      </a:lt2>
      <a:accent1>
        <a:srgbClr val="A47F67"/>
      </a:accent1>
      <a:accent2>
        <a:srgbClr val="7B5A48"/>
      </a:accent2>
      <a:accent3>
        <a:srgbClr val="403531"/>
      </a:accent3>
      <a:accent4>
        <a:srgbClr val="E7DAD0"/>
      </a:accent4>
      <a:accent5>
        <a:srgbClr val="B89B7B"/>
      </a:accent5>
      <a:accent6>
        <a:srgbClr val="B39E91"/>
      </a:accent6>
      <a:hlink>
        <a:srgbClr val="42302A"/>
      </a:hlink>
      <a:folHlink>
        <a:srgbClr val="403531"/>
      </a:folHlink>
    </a:clrScheme>
    <a:fontScheme name="교육·강의 발표 템플릿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