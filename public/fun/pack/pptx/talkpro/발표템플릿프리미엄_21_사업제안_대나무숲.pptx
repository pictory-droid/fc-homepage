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B23DAD8-3F0D-4DE6-A85B-A6485941DC8F}">
          <p14:sldIdLst>
            <p14:sldId id="256"/>
          </p14:sldIdLst>
        </p14:section>
        <p14:section name="본문" id="{23E99F74-4205-4AB9-9C0F-C3F2B698B98D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828A0F7F-3445-4E9C-A90A-9D848E54F080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03503"/>
            <a:ext cx="347472" cy="347472"/>
            <a:chOff x="9424227" y="603503"/>
            <a:chExt cx="347472" cy="347472"/>
          </a:xfrm>
        </p:grpSpPr>
        <p:sp>
          <p:nvSpPr>
            <p:cNvPr id="10" name="4-Point Star 9"/>
            <p:cNvSpPr/>
            <p:nvPr/>
          </p:nvSpPr>
          <p:spPr>
            <a:xfrm>
              <a:off x="9424227" y="603503"/>
              <a:ext cx="347472" cy="347472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87C6287-3EE8-4B35-839E-63C6927A7295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03503"/>
            <a:ext cx="347472" cy="347472"/>
            <a:chOff x="9424227" y="603503"/>
            <a:chExt cx="347472" cy="347472"/>
          </a:xfrm>
        </p:grpSpPr>
        <p:sp>
          <p:nvSpPr>
            <p:cNvPr id="10" name="4-Point Star 9"/>
            <p:cNvSpPr/>
            <p:nvPr/>
          </p:nvSpPr>
          <p:spPr>
            <a:xfrm>
              <a:off x="9424227" y="603503"/>
              <a:ext cx="347472" cy="347472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96153B6-B9C9-4106-8715-4A357B7C6BA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B5514B4-E28C-4B0E-B649-704512E6042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4-Point Star 6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휴가철 전에 결정이 필요한 안건입니다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F8867-531C-4FA1-BE6F-DC26B08D42EA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BBC-9FA2-4446-8ED8-FDB9C55E35D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0D96-8083-4799-950F-37CABB4FECB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8719-45B3-4B68-87BB-B7B7401DF82F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6F0D-F218-4C69-AE03-C61C1D3E160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18D46-788A-45A6-949E-F668E9758F8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5872-99BA-4A74-9B61-EE3F076F58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2B2724"/>
      </a:dk1>
      <a:lt1>
        <a:srgbClr val="FFFFFF"/>
      </a:lt1>
      <a:dk2>
        <a:srgbClr val="3A4A64"/>
      </a:dk2>
      <a:lt2>
        <a:srgbClr val="DEF9EC"/>
      </a:lt2>
      <a:accent1>
        <a:srgbClr val="7EE2B0"/>
      </a:accent1>
      <a:accent2>
        <a:srgbClr val="CF8693"/>
      </a:accent2>
      <a:accent3>
        <a:srgbClr val="2C4E3D"/>
      </a:accent3>
      <a:accent4>
        <a:srgbClr val="C5F7DE"/>
      </a:accent4>
      <a:accent5>
        <a:srgbClr val="A3C0E0"/>
      </a:accent5>
      <a:accent6>
        <a:srgbClr val="CCE6BC"/>
      </a:accent6>
      <a:hlink>
        <a:srgbClr val="3A4A64"/>
      </a:hlink>
      <a:folHlink>
        <a:srgbClr val="2C4E3D"/>
      </a:folHlink>
    </a:clrScheme>
    <a:fontScheme name="사업 제안 발표 템플릿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