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82682D3-AA39-4AA6-817B-7909A766715D}">
          <p14:sldIdLst>
            <p14:sldId id="256"/>
          </p14:sldIdLst>
        </p14:section>
        <p14:section name="본문" id="{D452DA7C-A8E8-4769-895C-812FDFC53061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85CF1825-C3C7-402D-97FD-BAA712295B8C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462985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36434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536434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36434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36434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709050" y="822959"/>
            <a:ext cx="0" cy="5212081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3703210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3950098" y="3268065"/>
            <a:ext cx="877824" cy="321868"/>
            <a:chOff x="3950098" y="3268065"/>
            <a:chExt cx="877824" cy="321868"/>
          </a:xfrm>
        </p:grpSpPr>
        <p:sp>
          <p:nvSpPr>
            <p:cNvPr id="6" name="Wave 5"/>
            <p:cNvSpPr/>
            <p:nvPr/>
          </p:nvSpPr>
          <p:spPr>
            <a:xfrm>
              <a:off x="3950098" y="3268065"/>
              <a:ext cx="877824" cy="321868"/>
            </a:xfrm>
            <a:prstGeom prst="wav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63D268C-5A45-4742-8003-952AEA765780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39496" y="6330391"/>
            <a:ext cx="384048" cy="140817"/>
            <a:chOff x="539496" y="6330391"/>
            <a:chExt cx="384048" cy="140817"/>
          </a:xfrm>
        </p:grpSpPr>
        <p:sp>
          <p:nvSpPr>
            <p:cNvPr id="4" name="Wave 3"/>
            <p:cNvSpPr/>
            <p:nvPr/>
          </p:nvSpPr>
          <p:spPr>
            <a:xfrm>
              <a:off x="539496" y="6330391"/>
              <a:ext cx="384048" cy="140817"/>
            </a:xfrm>
            <a:prstGeom prst="wav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268151" y="6330391"/>
            <a:ext cx="384048" cy="140817"/>
            <a:chOff x="11268151" y="6330391"/>
            <a:chExt cx="384048" cy="140817"/>
          </a:xfrm>
        </p:grpSpPr>
        <p:sp>
          <p:nvSpPr>
            <p:cNvPr id="6" name="Wave 5"/>
            <p:cNvSpPr/>
            <p:nvPr/>
          </p:nvSpPr>
          <p:spPr>
            <a:xfrm>
              <a:off x="11268151" y="6330391"/>
              <a:ext cx="384048" cy="140817"/>
            </a:xfrm>
            <a:prstGeom prst="wav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462985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36434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536434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36434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36434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709050" y="822959"/>
            <a:ext cx="0" cy="5212081"/>
          </a:xfrm>
          <a:prstGeom prst="line">
            <a:avLst/>
          </a:prstGeom>
          <a:ln w="9525" cap="rnd">
            <a:solidFill>
              <a:schemeClr val="accent4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3703210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3950098" y="3268065"/>
            <a:ext cx="877824" cy="321868"/>
            <a:chOff x="3950098" y="3268065"/>
            <a:chExt cx="877824" cy="321868"/>
          </a:xfrm>
        </p:grpSpPr>
        <p:sp>
          <p:nvSpPr>
            <p:cNvPr id="6" name="Wave 5"/>
            <p:cNvSpPr/>
            <p:nvPr/>
          </p:nvSpPr>
          <p:spPr>
            <a:xfrm>
              <a:off x="3950098" y="3268065"/>
              <a:ext cx="877824" cy="321868"/>
            </a:xfrm>
            <a:prstGeom prst="wav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F47BFEF-8AD0-43E2-8A83-D1B02D88F71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39496" y="6330391"/>
            <a:ext cx="384048" cy="140817"/>
            <a:chOff x="539496" y="6330391"/>
            <a:chExt cx="384048" cy="140817"/>
          </a:xfrm>
        </p:grpSpPr>
        <p:sp>
          <p:nvSpPr>
            <p:cNvPr id="4" name="Wave 3"/>
            <p:cNvSpPr/>
            <p:nvPr/>
          </p:nvSpPr>
          <p:spPr>
            <a:xfrm>
              <a:off x="539496" y="6330391"/>
              <a:ext cx="384048" cy="140817"/>
            </a:xfrm>
            <a:prstGeom prst="wav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268151" y="6330391"/>
            <a:ext cx="384048" cy="140817"/>
            <a:chOff x="11268151" y="6330391"/>
            <a:chExt cx="384048" cy="140817"/>
          </a:xfrm>
        </p:grpSpPr>
        <p:sp>
          <p:nvSpPr>
            <p:cNvPr id="6" name="Wave 5"/>
            <p:cNvSpPr/>
            <p:nvPr/>
          </p:nvSpPr>
          <p:spPr>
            <a:xfrm>
              <a:off x="11268151" y="6330391"/>
              <a:ext cx="384048" cy="140817"/>
            </a:xfrm>
            <a:prstGeom prst="wav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07CB1A6-068B-4335-A09D-6670904C8BFD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766663" y="5365699"/>
            <a:ext cx="658368" cy="241401"/>
            <a:chOff x="5766663" y="5365699"/>
            <a:chExt cx="658368" cy="241401"/>
          </a:xfrm>
        </p:grpSpPr>
        <p:sp>
          <p:nvSpPr>
            <p:cNvPr id="6" name="Wave 5"/>
            <p:cNvSpPr/>
            <p:nvPr/>
          </p:nvSpPr>
          <p:spPr>
            <a:xfrm>
              <a:off x="5766663" y="5365699"/>
              <a:ext cx="658368" cy="241401"/>
            </a:xfrm>
            <a:prstGeom prst="wav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첫눈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올해 새로 오신 분들께 인사드립니다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모임·동호회 소개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809D7-82E8-4F9D-86A4-51A5C1F6F1A0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01168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우리 모임 소개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731520" y="2990088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914400" y="306324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이야기</a:t>
              </a:r>
            </a:p>
          </p:txBody>
        </p: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731520" y="4041648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 txBox="1"/>
            <p:nvPr/>
          </p:nvSpPr>
          <p:spPr>
            <a:xfrm>
              <a:off x="914400" y="41148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함께하는 사람들</a:t>
              </a:r>
            </a:p>
          </p:txBody>
        </p: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포인트 막대"/>
            <p:cNvSpPr/>
            <p:nvPr/>
          </p:nvSpPr>
          <p:spPr>
            <a:xfrm>
              <a:off x="731520" y="5093207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 txBox="1"/>
            <p:nvPr/>
          </p:nvSpPr>
          <p:spPr>
            <a:xfrm>
              <a:off x="914400" y="5166359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04</a:t>
              </a:r>
            </a:p>
          </p:txBody>
        </p:sp>
        <p:sp>
          <p:nvSpPr>
            <p:cNvPr id="27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방법</a:t>
              </a:r>
            </a:p>
          </p:txBody>
        </p: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B27AA-0623-4CAA-99EC-27BDC71A11C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8734E-0038-4012-829A-6CFBCA050540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2552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모임의 취지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4399178" y="1938528"/>
              <a:ext cx="64008" cy="32552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내용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8066836" y="1938528"/>
              <a:ext cx="64008" cy="32552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혜택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EC84-DEAF-4526-A7AF-916473574611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처음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포인트 막대"/>
            <p:cNvSpPr/>
            <p:nvPr/>
          </p:nvSpPr>
          <p:spPr>
            <a:xfrm>
              <a:off x="627872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지금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6F233-6C55-4C85-9C64-48799FBD2B18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B5517-407B-4C56-8F30-67C6F57E7A3B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활동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장소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참석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28A91-AFB7-4D49-958C-B1D4DB89AA7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첫눈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모임·동호회 소개 발표 템플릿">
  <a:themeElements>
    <a:clrScheme name="모임·동호회 소개 발표 템플릿">
      <a:dk1>
        <a:srgbClr val="2B2724"/>
      </a:dk1>
      <a:lt1>
        <a:srgbClr val="FFFFFF"/>
      </a:lt1>
      <a:dk2>
        <a:srgbClr val="573A64"/>
      </a:dk2>
      <a:lt2>
        <a:srgbClr val="EBF1F7"/>
      </a:lt2>
      <a:accent1>
        <a:srgbClr val="89A9CC"/>
      </a:accent1>
      <a:accent2>
        <a:srgbClr val="BBBD8F"/>
      </a:accent2>
      <a:accent3>
        <a:srgbClr val="2C3C4E"/>
      </a:accent3>
      <a:accent4>
        <a:srgbClr val="CEDDEE"/>
      </a:accent4>
      <a:accent5>
        <a:srgbClr val="C6A3E0"/>
      </a:accent5>
      <a:accent6>
        <a:srgbClr val="BCE6D8"/>
      </a:accent6>
      <a:hlink>
        <a:srgbClr val="573A64"/>
      </a:hlink>
      <a:folHlink>
        <a:srgbClr val="2C3C4E"/>
      </a:folHlink>
    </a:clrScheme>
    <a:fontScheme name="모임·동호회 소개 발표 템플릿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>모임·동호회 소개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