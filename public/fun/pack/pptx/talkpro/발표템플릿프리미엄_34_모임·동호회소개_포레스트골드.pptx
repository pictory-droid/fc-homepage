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968CD7D-A0BD-4746-A02E-0CA68E5F3C3F}">
          <p14:sldIdLst>
            <p14:sldId id="256"/>
          </p14:sldIdLst>
        </p14:section>
        <p14:section name="본문" id="{72A8272C-D4C5-4EDF-AC76-847E176D8322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085A4E67-4164-4F5C-9673-063FE32768BE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8F5EB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9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A8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274246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166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086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06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2103046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2560246" y="3063240"/>
            <a:ext cx="731520" cy="731520"/>
            <a:chOff x="2560246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2560246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1A16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-91513" y="3429000"/>
            <a:ext cx="6035039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4838500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D745191B-F1B4-41BE-9446-01C277A3CAFE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8F5EB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9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A8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274246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166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086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06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2103046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2560246" y="3063240"/>
            <a:ext cx="731520" cy="731520"/>
            <a:chOff x="2560246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2560246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1A16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-91513" y="3429000"/>
            <a:ext cx="6035039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4838500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14B40328-BEC9-4DAC-95E4-A76C8ED64CD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61D014CB-F8F3-49AD-AAC8-FD00E36663C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FOREST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회비와 운영 방식을 설명드립니다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B23FE-85DD-4860-97F6-BDAB07A187FD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1168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960120" y="306324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960120" y="41148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960120" y="5166359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37EB5-D6E6-40BE-9FEB-027D527FB8B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EC3C2-675A-4DCD-86C8-B11166E08D2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8F300-74CB-4DE8-BB0B-D0C494A924EF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처음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2152F-A90C-4340-8BC5-36680F409F5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294A7-21C7-4FEB-9B0E-5127C7D3FB4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EB23-742F-4B2F-9ADB-FB4E4704F20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FOREST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F8F5EB"/>
      </a:dk1>
      <a:lt1>
        <a:srgbClr val="162E24"/>
      </a:lt1>
      <a:dk2>
        <a:srgbClr val="E7DDB8"/>
      </a:dk2>
      <a:lt2>
        <a:srgbClr val="0F1F18"/>
      </a:lt2>
      <a:accent1>
        <a:srgbClr val="C6A55E"/>
      </a:accent1>
      <a:accent2>
        <a:srgbClr val="5F8F6E"/>
      </a:accent2>
      <a:accent3>
        <a:srgbClr val="09130F"/>
      </a:accent3>
      <a:accent4>
        <a:srgbClr val="204133"/>
      </a:accent4>
      <a:accent5>
        <a:srgbClr val="D3B873"/>
      </a:accent5>
      <a:accent6>
        <a:srgbClr val="476D54"/>
      </a:accent6>
      <a:hlink>
        <a:srgbClr val="E7DDB8"/>
      </a:hlink>
      <a:folHlink>
        <a:srgbClr val="09130F"/>
      </a:folHlink>
    </a:clrScheme>
    <a:fontScheme name="모임·동호회 소개 발표 템플릿">
      <a:majorFont>
        <a:latin typeface="Book Antiqu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