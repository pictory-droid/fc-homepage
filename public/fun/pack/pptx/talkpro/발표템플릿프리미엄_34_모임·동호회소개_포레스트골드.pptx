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20ED7CD9-5CD4-44DD-9403-FBCA9FEEA1E7}">
          <p14:sldIdLst>
            <p14:sldId id="256"/>
          </p14:sldIdLst>
        </p14:section>
        <p14:section name="본문" id="{03055144-01EB-4555-9063-23E12A539CFD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F5D24BB8-7210-478E-A8DC-4AF251F68463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9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A8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DD224EFB-D0C1-4E9F-BFBA-D4DF6B51984F}" type="slidenum">
              <a:rPr lang="en-US"/>
              <a:t>‹#›</a:t>
            </a:fld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8F5EB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7B9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A82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274246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166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80086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83006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2103046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2560246" y="3063240"/>
            <a:ext cx="731520" cy="731520"/>
            <a:chOff x="2560246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2560246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-91513" y="3429000"/>
            <a:ext cx="6035039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4838500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749808"/>
            <a:ext cx="10728655" cy="7315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30F41205-42D5-4A22-802F-090B715DEC4C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548640" y="475488"/>
            <a:ext cx="110944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199632"/>
            <a:ext cx="7315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D81D6418-F0EC-4FF9-9BCC-A2D4D91053F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바깥 선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347472" y="347472"/>
            <a:ext cx="11496751" cy="6163056"/>
          </a:xfrm>
          <a:prstGeom prst="rect">
            <a:avLst/>
          </a:prstGeom>
          <a:noFill/>
          <a:ln w="31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01167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844223" y="201167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01167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844223" y="6510528"/>
            <a:ext cx="146304" cy="146304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8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9" name="Diamond 8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" name="Connector 9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1" name="Connector 10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2" name="Connector 11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3" name="Diamond 12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FOREST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회비와 운영 방식을 설명드립니다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모임·동호회 소개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858DC-4F19-4839-9D35-763B13B03C31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1168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우리 모임 소개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960120" y="306324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이야기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960120" y="41148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함께하는 사람들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960120" y="5166359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방법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FA9351-B9F9-489F-A58F-34914C8C176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A6B0D-D9C4-4957-9C1F-8C2504DE6391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모임의 취지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내용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혜택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232F19-E016-4F98-90FC-09D6D0161762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처음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039CF-EA52-463B-BF7D-90BA21144876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15F73-A20D-40DF-A240-F067499E547B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날짜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활동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장소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참석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B2BAF-85B6-4506-A3B1-6AC9D5409BB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FOREST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모임·동호회 소개 발표 템플릿">
  <a:themeElements>
    <a:clrScheme name="모임·동호회 소개 발표 템플릿">
      <a:dk1>
        <a:srgbClr val="F8F5EB"/>
      </a:dk1>
      <a:lt1>
        <a:srgbClr val="162E24"/>
      </a:lt1>
      <a:dk2>
        <a:srgbClr val="E7DDB8"/>
      </a:dk2>
      <a:lt2>
        <a:srgbClr val="0F1F18"/>
      </a:lt2>
      <a:accent1>
        <a:srgbClr val="C6A55E"/>
      </a:accent1>
      <a:accent2>
        <a:srgbClr val="5F8F6E"/>
      </a:accent2>
      <a:accent3>
        <a:srgbClr val="09130F"/>
      </a:accent3>
      <a:accent4>
        <a:srgbClr val="204133"/>
      </a:accent4>
      <a:accent5>
        <a:srgbClr val="D3B873"/>
      </a:accent5>
      <a:accent6>
        <a:srgbClr val="476D54"/>
      </a:accent6>
      <a:hlink>
        <a:srgbClr val="E7DDB8"/>
      </a:hlink>
      <a:folHlink>
        <a:srgbClr val="09130F"/>
      </a:folHlink>
    </a:clrScheme>
    <a:fontScheme name="모임·동호회 소개 발표 템플릿">
      <a:majorFont>
        <a:latin typeface="Book Antiqu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>모임·동호회 소개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