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E38223BC-29E9-4022-8CB0-5D1CF2F1386E}">
          <p14:sldIdLst>
            <p14:sldId id="256"/>
          </p14:sldIdLst>
        </p14:section>
        <p14:section name="본문" id="{685D4FF8-162E-443A-A379-99ED7B5B6D57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00DBED6F-8DD7-4A3E-8A99-23E6E53424B2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4F1B9C4E-5AEB-4A09-9C45-707243E68C4D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8D5D4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5AEA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A3E73D06-BDDA-44B6-83EE-3D7A43E60527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0DC5FE1A-DCC2-4E80-B695-4E485230CF08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IVORY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지금 바로 시작할 수 있는 제안입니다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사업 제안 · 발표자 이름</a:t>
            </a:r>
          </a:p>
          <a:p>
            <a:r>
              <a:rPr lang="ko-KR"/>
              <a:t>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4EC04-4935-4BAD-B818-4B5387D6B57E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10564063" cy="749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60120" y="201168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문제와 기회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3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안쪽 선"/>
            <p:cNvSpPr/>
            <p:nvPr/>
          </p:nvSpPr>
          <p:spPr>
            <a:xfrm>
              <a:off x="813816" y="2962656"/>
              <a:ext cx="10564063" cy="749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 txBox="1"/>
            <p:nvPr/>
          </p:nvSpPr>
          <p:spPr>
            <a:xfrm>
              <a:off x="960120" y="306324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6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해결 방법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20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안쪽 선"/>
            <p:cNvSpPr/>
            <p:nvPr/>
          </p:nvSpPr>
          <p:spPr>
            <a:xfrm>
              <a:off x="813816" y="4014215"/>
              <a:ext cx="10564063" cy="749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 txBox="1"/>
            <p:nvPr/>
          </p:nvSpPr>
          <p:spPr>
            <a:xfrm>
              <a:off x="960120" y="41148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3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기대 효과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6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7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안쪽 선"/>
            <p:cNvSpPr/>
            <p:nvPr/>
          </p:nvSpPr>
          <p:spPr>
            <a:xfrm>
              <a:off x="813816" y="5065775"/>
              <a:ext cx="10564063" cy="749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번호 4"/>
            <p:cNvSpPr txBox="1"/>
            <p:nvPr/>
          </p:nvSpPr>
          <p:spPr>
            <a:xfrm>
              <a:off x="960120" y="5166359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04</a:t>
              </a:r>
            </a:p>
          </p:txBody>
        </p:sp>
        <p:sp>
          <p:nvSpPr>
            <p:cNvPr id="30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진행 계획</a:t>
              </a:r>
            </a:p>
          </p:txBody>
        </p:sp>
        <p:cxnSp>
          <p:nvCxnSpPr>
            <p:cNvPr id="31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2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0F906-7789-48A6-8E75-18836C35763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CEA550-0577-42ED-B3E3-979E04A14278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3228746" cy="3310127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현황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안쪽 선"/>
            <p:cNvSpPr/>
            <p:nvPr/>
          </p:nvSpPr>
          <p:spPr>
            <a:xfrm>
              <a:off x="4481474" y="1911095"/>
              <a:ext cx="3228746" cy="3310127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제안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안쪽 선"/>
            <p:cNvSpPr/>
            <p:nvPr/>
          </p:nvSpPr>
          <p:spPr>
            <a:xfrm>
              <a:off x="8149132" y="1911095"/>
              <a:ext cx="3228746" cy="3310127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효과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9B90B-DFC4-449E-A193-760FF21F7E9E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5016855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현재</a:t>
              </a:r>
            </a:p>
          </p:txBody>
        </p:sp>
        <p:sp>
          <p:nvSpPr>
            <p:cNvPr id="9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0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1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안쪽 선"/>
            <p:cNvSpPr/>
            <p:nvPr/>
          </p:nvSpPr>
          <p:spPr>
            <a:xfrm>
              <a:off x="6361023" y="1911095"/>
              <a:ext cx="5016855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FFFFFF"/>
                  </a:solidFill>
                </a:rPr>
                <a:t>제안 후</a:t>
              </a:r>
            </a:p>
          </p:txBody>
        </p:sp>
        <p:sp>
          <p:nvSpPr>
            <p:cNvPr id="14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86797F-4474-4681-8ABF-244E51223E3A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53689-A92B-4A86-8A18-619A32562495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단계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내용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기간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담당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DADCF-8E24-48A9-B224-1D4523C3B4A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IVORY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사업 제안 발표 템플릿">
  <a:themeElements>
    <a:clrScheme name="사업 제안 발표 템플릿">
      <a:dk1>
        <a:srgbClr val="483A37"/>
      </a:dk1>
      <a:lt1>
        <a:srgbClr val="FEFCFB"/>
      </a:lt1>
      <a:dk2>
        <a:srgbClr val="4B2F2B"/>
      </a:dk2>
      <a:lt2>
        <a:srgbClr val="FAF5EF"/>
      </a:lt2>
      <a:accent1>
        <a:srgbClr val="B97A6E"/>
      </a:accent1>
      <a:accent2>
        <a:srgbClr val="8E5F57"/>
      </a:accent2>
      <a:accent3>
        <a:srgbClr val="4F3E3B"/>
      </a:accent3>
      <a:accent4>
        <a:srgbClr val="EDDCD5"/>
      </a:accent4>
      <a:accent5>
        <a:srgbClr val="C9A27A"/>
      </a:accent5>
      <a:accent6>
        <a:srgbClr val="BFA29B"/>
      </a:accent6>
      <a:hlink>
        <a:srgbClr val="4B2F2B"/>
      </a:hlink>
      <a:folHlink>
        <a:srgbClr val="4F3E3B"/>
      </a:folHlink>
    </a:clrScheme>
    <a:fontScheme name="사업 제안 발표 템플릿">
      <a:majorFont>
        <a:latin typeface="Bodoni MT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사업 제안 발표 템플릿</dc:title>
  <dc:subject>사업 제안 발표 자료</dc:subject>
  <dc:creator>반딧불이의 곳간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