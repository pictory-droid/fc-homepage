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7EF6DE4-B7BB-450B-8490-8A1E34D92B64}">
          <p14:sldIdLst>
            <p14:sldId id="256"/>
          </p14:sldIdLst>
        </p14:section>
        <p14:section name="본문" id="{7571B4E1-DFE7-4DC3-89E4-1B4E0F362DA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6683B638-5E2C-47CD-AF62-292344CCBEB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F7E13D8-3A8E-45DB-A34C-5B7D9157BBB2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8D5D4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5AEA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1E4F1BC-9D31-46D6-83A5-A0A54C2A80B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1678A49-07F8-4EA7-8A2C-B9B0361D3B0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상반기에 시작할 수 있는 제안입니다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E858B-1BD1-4DEB-8B2B-01B30E569B1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2962656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01421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안쪽 선"/>
            <p:cNvSpPr/>
            <p:nvPr/>
          </p:nvSpPr>
          <p:spPr>
            <a:xfrm>
              <a:off x="813816" y="5065775"/>
              <a:ext cx="1056406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78BF3-3F48-44A4-91C7-FF2E8B9C253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DF9F-7EEB-4CBF-BEC5-3E85D62E423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8A7D-7233-4BD6-BE61-935565A8195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안쪽 선"/>
            <p:cNvSpPr/>
            <p:nvPr/>
          </p:nvSpPr>
          <p:spPr>
            <a:xfrm>
              <a:off x="6361023" y="1911095"/>
              <a:ext cx="501685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제안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2914-2995-4150-A1E4-E065F51A09D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E3D9-6522-442C-B157-F73E8FA712F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42CB-8E6C-46E3-A207-21F7777139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IVORY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483A37"/>
      </a:dk1>
      <a:lt1>
        <a:srgbClr val="FEFCFB"/>
      </a:lt1>
      <a:dk2>
        <a:srgbClr val="4B2F2B"/>
      </a:dk2>
      <a:lt2>
        <a:srgbClr val="FAF5EF"/>
      </a:lt2>
      <a:accent1>
        <a:srgbClr val="B97A6E"/>
      </a:accent1>
      <a:accent2>
        <a:srgbClr val="8E5F57"/>
      </a:accent2>
      <a:accent3>
        <a:srgbClr val="4F3E3B"/>
      </a:accent3>
      <a:accent4>
        <a:srgbClr val="EDDCD5"/>
      </a:accent4>
      <a:accent5>
        <a:srgbClr val="C9A27A"/>
      </a:accent5>
      <a:accent6>
        <a:srgbClr val="BFA29B"/>
      </a:accent6>
      <a:hlink>
        <a:srgbClr val="4B2F2B"/>
      </a:hlink>
      <a:folHlink>
        <a:srgbClr val="4F3E3B"/>
      </a:folHlink>
    </a:clrScheme>
    <a:fontScheme name="사업 제안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