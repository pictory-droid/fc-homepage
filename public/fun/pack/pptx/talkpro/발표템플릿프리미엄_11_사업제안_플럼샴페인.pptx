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44E2B63-7C1A-4504-957D-0C91A35860BA}">
          <p14:sldIdLst>
            <p14:sldId id="256"/>
          </p14:sldIdLst>
        </p14:section>
        <p14:section name="본문" id="{A20C106A-ABA2-413B-8791-9F2868F2AB64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1B071CFA-8B62-4FC4-A6AF-C1A067D4F56E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rgbClr val="F9F4E8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6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B848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rgbClr val="F9F4E8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25A086B8-E077-4A9E-936B-2020BE934922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rgbClr val="F9F4E8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6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B848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rgbClr val="F9F4E8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062B3750-4A18-4614-9AFC-09437FBDCD09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FA26267C-9C40-45B4-811C-454B5EE10862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PLUM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세 장으로 줄인 제안서입니다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 제안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32A5A-707F-4EE1-8764-0AA83AFF5EE2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1056406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60120" y="2103120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1005840" y="244144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문제와 기회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3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4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안쪽 선"/>
            <p:cNvSpPr/>
            <p:nvPr/>
          </p:nvSpPr>
          <p:spPr>
            <a:xfrm>
              <a:off x="813816" y="2962656"/>
              <a:ext cx="1056406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960120" y="315467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7" name="번호 밑줄"/>
            <p:cNvCxnSpPr/>
            <p:nvPr/>
          </p:nvCxnSpPr>
          <p:spPr>
            <a:xfrm>
              <a:off x="1005840" y="349300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8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해결 방법</a:t>
              </a:r>
            </a:p>
          </p:txBody>
        </p:sp>
        <p:cxnSp>
          <p:nvCxnSpPr>
            <p:cNvPr id="19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0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1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22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안쪽 선"/>
            <p:cNvSpPr/>
            <p:nvPr/>
          </p:nvSpPr>
          <p:spPr>
            <a:xfrm>
              <a:off x="813816" y="4014215"/>
              <a:ext cx="1056406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번호 3"/>
            <p:cNvSpPr txBox="1"/>
            <p:nvPr/>
          </p:nvSpPr>
          <p:spPr>
            <a:xfrm>
              <a:off x="960120" y="4206240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5" name="번호 밑줄"/>
            <p:cNvCxnSpPr/>
            <p:nvPr/>
          </p:nvCxnSpPr>
          <p:spPr>
            <a:xfrm>
              <a:off x="1005840" y="454456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6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기대 효과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9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30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안쪽 선"/>
            <p:cNvSpPr/>
            <p:nvPr/>
          </p:nvSpPr>
          <p:spPr>
            <a:xfrm>
              <a:off x="813816" y="5065775"/>
              <a:ext cx="1056406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번호 4"/>
            <p:cNvSpPr txBox="1"/>
            <p:nvPr/>
          </p:nvSpPr>
          <p:spPr>
            <a:xfrm>
              <a:off x="960120" y="525779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No.04</a:t>
              </a:r>
            </a:p>
          </p:txBody>
        </p:sp>
        <p:cxnSp>
          <p:nvCxnSpPr>
            <p:cNvPr id="33" name="번호 밑줄"/>
            <p:cNvCxnSpPr/>
            <p:nvPr/>
          </p:nvCxnSpPr>
          <p:spPr>
            <a:xfrm>
              <a:off x="1005840" y="5596127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34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 계획</a:t>
              </a:r>
            </a:p>
          </p:txBody>
        </p:sp>
        <p:cxnSp>
          <p:nvCxnSpPr>
            <p:cNvPr id="35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6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678E3-ED8E-4348-B853-AD01DD4DCC9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2CF0A-36BD-4FF5-B2C4-32643B10EADF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3228746" cy="3310127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현황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4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안쪽 선"/>
            <p:cNvSpPr/>
            <p:nvPr/>
          </p:nvSpPr>
          <p:spPr>
            <a:xfrm>
              <a:off x="4481474" y="1911095"/>
              <a:ext cx="3228746" cy="3310127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458205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7" name="번호 밑줄"/>
            <p:cNvCxnSpPr/>
            <p:nvPr/>
          </p:nvCxnSpPr>
          <p:spPr>
            <a:xfrm>
              <a:off x="462777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8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제안</a:t>
              </a:r>
            </a:p>
          </p:txBody>
        </p:sp>
        <p:cxnSp>
          <p:nvCxnSpPr>
            <p:cNvPr id="19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0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21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22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안쪽 선"/>
            <p:cNvSpPr/>
            <p:nvPr/>
          </p:nvSpPr>
          <p:spPr>
            <a:xfrm>
              <a:off x="8149132" y="1911095"/>
              <a:ext cx="3228746" cy="3310127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번호 3"/>
            <p:cNvSpPr txBox="1"/>
            <p:nvPr/>
          </p:nvSpPr>
          <p:spPr>
            <a:xfrm>
              <a:off x="824971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5" name="번호 밑줄"/>
            <p:cNvCxnSpPr/>
            <p:nvPr/>
          </p:nvCxnSpPr>
          <p:spPr>
            <a:xfrm>
              <a:off x="829543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6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효과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4224-624F-40F6-A219-33D339C6255E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5016855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현재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안쪽 선"/>
            <p:cNvSpPr/>
            <p:nvPr/>
          </p:nvSpPr>
          <p:spPr>
            <a:xfrm>
              <a:off x="6361023" y="1911095"/>
              <a:ext cx="5016855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제안 후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930D7-D066-407B-88D8-D757AE05223E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348E6-30B0-443F-AD10-A85315738AA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단계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기간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788D2-3D72-4AB8-980E-4FBE60F29BD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PLUM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사업 제안 발표 템플릿">
  <a:themeElements>
    <a:clrScheme name="사업 제안 발표 템플릿">
      <a:dk1>
        <a:srgbClr val="F9F4E8"/>
      </a:dk1>
      <a:lt1>
        <a:srgbClr val="2A1E2E"/>
      </a:lt1>
      <a:dk2>
        <a:srgbClr val="EAD6AE"/>
      </a:dk2>
      <a:lt2>
        <a:srgbClr val="1D1520"/>
      </a:lt2>
      <a:accent1>
        <a:srgbClr val="D2B27E"/>
      </a:accent1>
      <a:accent2>
        <a:srgbClr val="B67C9A"/>
      </a:accent2>
      <a:accent3>
        <a:srgbClr val="120D14"/>
      </a:accent3>
      <a:accent4>
        <a:srgbClr val="39293F"/>
      </a:accent4>
      <a:accent5>
        <a:srgbClr val="DDC08C"/>
      </a:accent5>
      <a:accent6>
        <a:srgbClr val="885D75"/>
      </a:accent6>
      <a:hlink>
        <a:srgbClr val="EAD6AE"/>
      </a:hlink>
      <a:folHlink>
        <a:srgbClr val="120D14"/>
      </a:folHlink>
    </a:clrScheme>
    <a:fontScheme name="사업 제안 발표 템플릿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>사업 제안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