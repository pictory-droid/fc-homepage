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FAB57AE-0F93-4C47-853F-944A3D924FF4}">
          <p14:sldIdLst>
            <p14:sldId id="256"/>
          </p14:sldIdLst>
        </p14:section>
        <p14:section name="본문" id="{B43FD25F-4B56-4158-9A3B-417BCCE6B899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1687FF69-115E-414B-B6E0-5EDCBDA322FC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34B189F-0D8B-4D5E-AF8E-64202F284B45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58B8117-2E56-4A29-9E81-44EF8D4AAD0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5663C7C-850F-4B2B-A7A5-01DCD553EB2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세 장으로 줄인 제안서입니다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F1C0C-5AEF-4EF4-93D9-BDF5524B19E3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2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9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30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3BD81-151B-4C39-935E-4303EEC22D7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BA5FF-C4AF-4207-91F9-A5F9209D65E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F0490-3073-41BF-85AA-51888B3A07A0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1B832-6765-40B8-A889-E07C4B9ED34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C5DE9-2D20-4ADA-97BA-AAAA4B31187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FF9A8-F6FF-4E5A-B750-1EF78EAFD20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사업 제안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