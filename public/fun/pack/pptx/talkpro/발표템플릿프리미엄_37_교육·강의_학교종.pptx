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A7CDC6C0-8754-4280-BC3B-D52CC7670BFB}">
          <p14:sldIdLst>
            <p14:sldId id="256"/>
          </p14:sldIdLst>
        </p14:section>
        <p14:section name="본문" id="{0E560EE2-F61C-40F5-A2C9-07E13A5B57A9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C37C6CEB-F583-4C5E-A34D-D230A06CE01C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3367963" y="891539"/>
            <a:ext cx="545576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3367963" y="1275587"/>
            <a:ext cx="545576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3367963" y="2948939"/>
            <a:ext cx="5455767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743145" y="5554980"/>
            <a:ext cx="670540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편지지"/>
          <p:cNvSpPr/>
          <p:nvPr/>
        </p:nvSpPr>
        <p:spPr>
          <a:xfrm>
            <a:off x="3047923" y="617219"/>
            <a:ext cx="6095847" cy="493775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봉투 앞면"/>
          <p:cNvSpPr/>
          <p:nvPr/>
        </p:nvSpPr>
        <p:spPr>
          <a:xfrm>
            <a:off x="2194505" y="3291839"/>
            <a:ext cx="7802685" cy="3291840"/>
          </a:xfrm>
          <a:custGeom>
            <a:avLst/>
            <a:gdLst/>
            <a:ahLst/>
            <a:cxnLst/>
            <a:rect l="l" t="t" r="r" b="b"/>
            <a:pathLst>
              <a:path w="7802685" h="3291840">
                <a:moveTo>
                  <a:pt x="0" y="0"/>
                </a:moveTo>
                <a:lnTo>
                  <a:pt x="3901342" y="1508761"/>
                </a:lnTo>
                <a:lnTo>
                  <a:pt x="7802685" y="0"/>
                </a:lnTo>
                <a:lnTo>
                  <a:pt x="7802685" y="3291840"/>
                </a:lnTo>
                <a:lnTo>
                  <a:pt x="0" y="329184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194505" y="3291839"/>
            <a:ext cx="3901342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6095847" y="3291839"/>
            <a:ext cx="3901343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sp>
        <p:nvSpPr>
          <p:cNvPr id="6" name="봉인"/>
          <p:cNvSpPr/>
          <p:nvPr/>
        </p:nvSpPr>
        <p:spPr>
          <a:xfrm>
            <a:off x="5684367" y="4389120"/>
            <a:ext cx="822959" cy="822959"/>
          </a:xfrm>
          <a:prstGeom prst="star12">
            <a:avLst/>
          </a:prstGeom>
          <a:solidFill>
            <a:schemeClr val="accent2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" name="봉인 하트"/>
          <p:cNvSpPr/>
          <p:nvPr/>
        </p:nvSpPr>
        <p:spPr>
          <a:xfrm>
            <a:off x="5944971" y="4663440"/>
            <a:ext cx="301751" cy="274320"/>
          </a:xfrm>
          <a:prstGeom prst="hear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558851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90371" y="457200"/>
            <a:ext cx="3169804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8DD4F6DC-2262-4721-9C6C-8E3F10D53A04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11208715" y="754380"/>
            <a:ext cx="320040" cy="320040"/>
            <a:chOff x="11208715" y="754380"/>
            <a:chExt cx="320040" cy="320040"/>
          </a:xfrm>
        </p:grpSpPr>
        <p:sp>
          <p:nvSpPr>
            <p:cNvPr id="5" name="4-Point Star 4"/>
            <p:cNvSpPr/>
            <p:nvPr/>
          </p:nvSpPr>
          <p:spPr>
            <a:xfrm>
              <a:off x="11208715" y="754380"/>
              <a:ext cx="320040" cy="320040"/>
            </a:xfrm>
            <a:prstGeom prst="star4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3367963" y="891539"/>
            <a:ext cx="545576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367963" y="1275587"/>
            <a:ext cx="545576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3367963" y="2948939"/>
            <a:ext cx="5455767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743145" y="5554980"/>
            <a:ext cx="670540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편지지"/>
          <p:cNvSpPr/>
          <p:nvPr/>
        </p:nvSpPr>
        <p:spPr>
          <a:xfrm>
            <a:off x="3047923" y="617219"/>
            <a:ext cx="6095847" cy="493775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봉투 앞면"/>
          <p:cNvSpPr/>
          <p:nvPr/>
        </p:nvSpPr>
        <p:spPr>
          <a:xfrm>
            <a:off x="2194505" y="3291839"/>
            <a:ext cx="7802685" cy="3291840"/>
          </a:xfrm>
          <a:custGeom>
            <a:avLst/>
            <a:gdLst/>
            <a:ahLst/>
            <a:cxnLst/>
            <a:rect l="l" t="t" r="r" b="b"/>
            <a:pathLst>
              <a:path w="7802685" h="3291840">
                <a:moveTo>
                  <a:pt x="0" y="0"/>
                </a:moveTo>
                <a:lnTo>
                  <a:pt x="3901342" y="1508761"/>
                </a:lnTo>
                <a:lnTo>
                  <a:pt x="7802685" y="0"/>
                </a:lnTo>
                <a:lnTo>
                  <a:pt x="7802685" y="3291840"/>
                </a:lnTo>
                <a:lnTo>
                  <a:pt x="0" y="329184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194505" y="3291839"/>
            <a:ext cx="3901342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6095847" y="3291839"/>
            <a:ext cx="3901343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sp>
        <p:nvSpPr>
          <p:cNvPr id="6" name="봉인"/>
          <p:cNvSpPr/>
          <p:nvPr/>
        </p:nvSpPr>
        <p:spPr>
          <a:xfrm>
            <a:off x="5684367" y="4389120"/>
            <a:ext cx="822959" cy="822959"/>
          </a:xfrm>
          <a:prstGeom prst="star12">
            <a:avLst/>
          </a:prstGeom>
          <a:solidFill>
            <a:schemeClr val="accent2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" name="봉인 하트"/>
          <p:cNvSpPr/>
          <p:nvPr/>
        </p:nvSpPr>
        <p:spPr>
          <a:xfrm>
            <a:off x="5944971" y="4663440"/>
            <a:ext cx="301751" cy="274320"/>
          </a:xfrm>
          <a:prstGeom prst="hear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558851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90371" y="457200"/>
            <a:ext cx="3169804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883F517D-AAF3-42E6-BE4F-AE0A31913BA5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11208715" y="754380"/>
            <a:ext cx="320040" cy="320040"/>
            <a:chOff x="11208715" y="754380"/>
            <a:chExt cx="320040" cy="320040"/>
          </a:xfrm>
        </p:grpSpPr>
        <p:sp>
          <p:nvSpPr>
            <p:cNvPr id="5" name="4-Point Star 4"/>
            <p:cNvSpPr/>
            <p:nvPr/>
          </p:nvSpPr>
          <p:spPr>
            <a:xfrm>
              <a:off x="11208715" y="754380"/>
              <a:ext cx="320040" cy="320040"/>
            </a:xfrm>
            <a:prstGeom prst="star4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9797D4A1-F8C4-4AD0-BB01-7012B26EB89F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7" name="4-Point Star 6"/>
            <p:cNvSpPr/>
            <p:nvPr/>
          </p:nvSpPr>
          <p:spPr>
            <a:xfrm>
              <a:off x="5821527" y="5212080"/>
              <a:ext cx="548640" cy="548640"/>
            </a:xfrm>
            <a:prstGeom prst="star4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실습 먼저, 설명은 나중에 하겠습니다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교육·강의 · 발표자 이름</a:t>
            </a:r>
          </a:p>
          <a:p>
            <a:r>
              <a:rPr lang="ko-KR"/>
              <a:t>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0B5D3-30F5-4F95-AB31-42B2A3644967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914400" y="2011680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오늘의 목표</a:t>
              </a:r>
            </a:p>
          </p:txBody>
        </p:sp>
        <p:sp>
          <p:nvSpPr>
            <p:cNvPr id="9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0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1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 txBox="1"/>
            <p:nvPr/>
          </p:nvSpPr>
          <p:spPr>
            <a:xfrm>
              <a:off x="914400" y="3063240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3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핵심 개념</a:t>
              </a:r>
            </a:p>
          </p:txBody>
        </p:sp>
        <p:sp>
          <p:nvSpPr>
            <p:cNvPr id="14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5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16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 txBox="1"/>
            <p:nvPr/>
          </p:nvSpPr>
          <p:spPr>
            <a:xfrm>
              <a:off x="914400" y="4114800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18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실습과 예시</a:t>
              </a:r>
            </a:p>
          </p:txBody>
        </p:sp>
        <p:sp>
          <p:nvSpPr>
            <p:cNvPr id="19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0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1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4"/>
            <p:cNvSpPr txBox="1"/>
            <p:nvPr/>
          </p:nvSpPr>
          <p:spPr>
            <a:xfrm>
              <a:off x="914400" y="5166359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04</a:t>
              </a:r>
            </a:p>
          </p:txBody>
        </p:sp>
        <p:sp>
          <p:nvSpPr>
            <p:cNvPr id="23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정리와 질문</a:t>
              </a:r>
            </a:p>
          </p:txBody>
        </p:sp>
        <p:sp>
          <p:nvSpPr>
            <p:cNvPr id="24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A3042-8BE6-431E-AFBB-07840BF6FC6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BC94A-58CB-4FB1-A8A0-382A069B4F0D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868680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알아야 할 것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 txBox="1"/>
            <p:nvPr/>
          </p:nvSpPr>
          <p:spPr>
            <a:xfrm>
              <a:off x="4536338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해 볼 것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 txBox="1"/>
            <p:nvPr/>
          </p:nvSpPr>
          <p:spPr>
            <a:xfrm>
              <a:off x="8203996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기억할 것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1770A-FB37-49B6-A6F1-8C41F3EDF688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칸 제목 알약"/>
            <p:cNvSpPr/>
            <p:nvPr/>
          </p:nvSpPr>
          <p:spPr>
            <a:xfrm>
              <a:off x="914400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tx1"/>
                  </a:solidFill>
                </a:rPr>
                <a:t>알기 전</a:t>
              </a:r>
            </a:p>
          </p:txBody>
        </p:sp>
        <p:sp>
          <p:nvSpPr>
            <p:cNvPr id="8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9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0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칸 제목 알약"/>
            <p:cNvSpPr/>
            <p:nvPr/>
          </p:nvSpPr>
          <p:spPr>
            <a:xfrm>
              <a:off x="6461607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bg1"/>
                  </a:solidFill>
                </a:rPr>
                <a:t>알고 난 후</a:t>
              </a:r>
            </a:p>
          </p:txBody>
        </p:sp>
        <p:sp>
          <p:nvSpPr>
            <p:cNvPr id="12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DD4C5-B305-49CA-8C93-37B31DA4F1CC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pull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C689B-5BD6-4B67-BEBE-7C54124BFDEE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차시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주제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시간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준비물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ll dir="r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8E3DD-224F-4A64-A0F0-030756AC0B9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교육·강의 발표 템플릿">
  <a:themeElements>
    <a:clrScheme name="교육·강의 발표 템플릿">
      <a:dk1>
        <a:srgbClr val="2B2724"/>
      </a:dk1>
      <a:lt1>
        <a:srgbClr val="FFFFFF"/>
      </a:lt1>
      <a:dk2>
        <a:srgbClr val="5E3A64"/>
      </a:dk2>
      <a:lt2>
        <a:srgbClr val="E2E5F5"/>
      </a:lt2>
      <a:accent1>
        <a:srgbClr val="7C87CF"/>
      </a:accent1>
      <a:accent2>
        <a:srgbClr val="BEB683"/>
      </a:accent2>
      <a:accent3>
        <a:srgbClr val="2C314E"/>
      </a:accent3>
      <a:accent4>
        <a:srgbClr val="CBD0F0"/>
      </a:accent4>
      <a:accent5>
        <a:srgbClr val="DAA3E0"/>
      </a:accent5>
      <a:accent6>
        <a:srgbClr val="BCE6E6"/>
      </a:accent6>
      <a:hlink>
        <a:srgbClr val="5E3A64"/>
      </a:hlink>
      <a:folHlink>
        <a:srgbClr val="2C314E"/>
      </a:folHlink>
    </a:clrScheme>
    <a:fontScheme name="교육·강의 발표 템플릿">
      <a:majorFont>
        <a:latin typeface="Segoe UI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교육·강의 발표 템플릿</dc:title>
  <dc:subject>교육·강의 발표 자료</dc:subject>
  <dc:creator>우체국보험 상담 안내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