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F8EF0AC-D1C8-42AF-9299-771383D9F79E}">
          <p14:sldIdLst>
            <p14:sldId id="256"/>
          </p14:sldIdLst>
        </p14:section>
        <p14:section name="본문" id="{FBBE105A-31C1-4A67-A30C-FE2C5CF193C7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5323D838-0312-47B6-964A-F15B604E63DD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265670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71655" y="822959"/>
            <a:ext cx="0" cy="5212081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7116884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7436924" y="3063240"/>
            <a:ext cx="731520" cy="731520"/>
            <a:chOff x="7436924" y="3063240"/>
            <a:chExt cx="731520" cy="731520"/>
          </a:xfrm>
        </p:grpSpPr>
        <p:sp>
          <p:nvSpPr>
            <p:cNvPr id="6" name="Plus 5"/>
            <p:cNvSpPr/>
            <p:nvPr/>
          </p:nvSpPr>
          <p:spPr>
            <a:xfrm>
              <a:off x="7436924" y="3063240"/>
              <a:ext cx="731520" cy="731520"/>
            </a:xfrm>
            <a:prstGeom prst="mathPlus">
              <a:avLst>
                <a:gd name="adj1" fmla="val 24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C5D371C2-FDE2-4EE2-AA49-63158CDF0F7E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10500055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45720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265670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71655" y="822959"/>
            <a:ext cx="0" cy="5212081"/>
          </a:xfrm>
          <a:prstGeom prst="line">
            <a:avLst/>
          </a:prstGeom>
          <a:ln w="9525" cap="rnd">
            <a:solidFill>
              <a:schemeClr val="accent4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7116884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7436924" y="3063240"/>
            <a:ext cx="731520" cy="731520"/>
            <a:chOff x="7436924" y="3063240"/>
            <a:chExt cx="731520" cy="731520"/>
          </a:xfrm>
        </p:grpSpPr>
        <p:sp>
          <p:nvSpPr>
            <p:cNvPr id="6" name="Plus 5"/>
            <p:cNvSpPr/>
            <p:nvPr/>
          </p:nvSpPr>
          <p:spPr>
            <a:xfrm>
              <a:off x="7436924" y="3063240"/>
              <a:ext cx="731520" cy="731520"/>
            </a:xfrm>
            <a:prstGeom prst="mathPlus">
              <a:avLst>
                <a:gd name="adj1" fmla="val 24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1378203C-D974-4114-A23A-77AA5C0E3547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10500055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45720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662E98D-E30E-4E17-A080-0A860BE2702F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Plus 5"/>
            <p:cNvSpPr/>
            <p:nvPr/>
          </p:nvSpPr>
          <p:spPr>
            <a:xfrm>
              <a:off x="5821527" y="5212080"/>
              <a:ext cx="548640" cy="548640"/>
            </a:xfrm>
            <a:prstGeom prst="mathPlus">
              <a:avLst>
                <a:gd name="adj1" fmla="val 2400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한가위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질문은 말씀 중에 바로 해 주세요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교육·강의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FBE5-B195-4B65-B0E3-DD54B6627193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오늘의 목표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1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핵심 개념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6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실습과 예시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0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1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정리와 질문</a:t>
              </a:r>
            </a:p>
          </p:txBody>
        </p:sp>
        <p:sp>
          <p:nvSpPr>
            <p:cNvPr id="24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DF459-ABD1-4907-B251-F3E9185DC2A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A6CD-1217-46F4-AC0B-11768CEEDE39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알아야 할 것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 볼 것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기억할 것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34AC7-4393-437F-B5A0-2D91C8F84D4F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알기 전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알고 난 후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130B-E5FF-40E8-84B3-149466B09ED9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C937-438D-466B-BA96-59D9AACD3E29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차시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주제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준비물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D33EF-B30C-4797-9528-4C24A91F9C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한가위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교육·강의 발표 템플릿">
  <a:themeElements>
    <a:clrScheme name="교육·강의 발표 템플릿">
      <a:dk1>
        <a:srgbClr val="2B2724"/>
      </a:dk1>
      <a:lt1>
        <a:srgbClr val="FFFFFF"/>
      </a:lt1>
      <a:dk2>
        <a:srgbClr val="56643A"/>
      </a:dk2>
      <a:lt2>
        <a:srgbClr val="F5EFE2"/>
      </a:lt2>
      <a:accent1>
        <a:srgbClr val="CFB47C"/>
      </a:accent1>
      <a:accent2>
        <a:srgbClr val="83BEAA"/>
      </a:accent2>
      <a:accent3>
        <a:srgbClr val="4E432C"/>
      </a:accent3>
      <a:accent4>
        <a:srgbClr val="F0E4CB"/>
      </a:accent4>
      <a:accent5>
        <a:srgbClr val="B6E0A3"/>
      </a:accent5>
      <a:accent6>
        <a:srgbClr val="E6BCC5"/>
      </a:accent6>
      <a:hlink>
        <a:srgbClr val="56643A"/>
      </a:hlink>
      <a:folHlink>
        <a:srgbClr val="4E432C"/>
      </a:folHlink>
    </a:clrScheme>
    <a:fontScheme name="교육·강의 발표 템플릿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>교육·강의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