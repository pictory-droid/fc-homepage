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1CE30B94-6E39-4293-9BD4-18B1DBAB8AB8}">
          <p14:sldIdLst>
            <p14:sldId id="256"/>
          </p14:sldIdLst>
        </p14:section>
        <p14:section name="본문" id="{87A67A34-D8ED-496E-BAF7-FDD40749F2CF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1ADCC1B8-4902-4395-AA0F-BBE7B3C5332D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274320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3657508" y="1645920"/>
            <a:ext cx="755885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3657508" y="2029968"/>
            <a:ext cx="755885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3657508" y="3703320"/>
            <a:ext cx="755885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3657508" y="4480559"/>
            <a:ext cx="755885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0" y="0"/>
            <a:ext cx="1371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1371600" y="0"/>
            <a:ext cx="77724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2148840" y="0"/>
            <a:ext cx="4572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2606040" y="0"/>
            <a:ext cx="27432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2880360" y="0"/>
            <a:ext cx="13716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637215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2432F9E8-CA8E-4358-B918-ECE063DD4C03}" type="slidenum">
              <a:rPr lang="en-US"/>
              <a:t>‹#›</a:t>
            </a:fld>
          </a:p>
        </p:txBody>
      </p:sp>
      <p:sp>
        <p:nvSpPr>
          <p:cNvPr id="2" name="색 탭"/>
          <p:cNvSpPr/>
          <p:nvPr/>
        </p:nvSpPr>
        <p:spPr>
          <a:xfrm>
            <a:off x="0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31520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828800" y="1536192"/>
            <a:ext cx="9631375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10637215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tx2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274320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0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3657508" y="1645920"/>
            <a:ext cx="755885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3657508" y="2029968"/>
            <a:ext cx="755885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3657508" y="3703320"/>
            <a:ext cx="755885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1D1D5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3657508" y="4480559"/>
            <a:ext cx="755885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A6A7AF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0" y="0"/>
            <a:ext cx="1371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1371600" y="0"/>
            <a:ext cx="77724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2148840" y="0"/>
            <a:ext cx="4572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2606040" y="0"/>
            <a:ext cx="27432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2880360" y="0"/>
            <a:ext cx="13716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637215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1E9B90AB-56A8-4AC3-9744-F5841CBAB264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색 탭"/>
          <p:cNvSpPr/>
          <p:nvPr/>
        </p:nvSpPr>
        <p:spPr>
          <a:xfrm>
            <a:off x="0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31520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828800" y="1536192"/>
            <a:ext cx="9631375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10637215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637215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342BF096-33DD-40CE-9867-4BEFF673A9B5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색 탭"/>
          <p:cNvSpPr/>
          <p:nvPr/>
        </p:nvSpPr>
        <p:spPr>
          <a:xfrm>
            <a:off x="0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알약"/>
          <p:cNvSpPr/>
          <p:nvPr/>
        </p:nvSpPr>
        <p:spPr>
          <a:xfrm>
            <a:off x="10637215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OPAL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OPAL  ·  PRESENTATION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한 장 요약을 먼저 확인해 주십시오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업무 보고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AA67C-65DF-4305-ACC3-751591E0A539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1005840" y="205740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추진 경과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4572000" y="1993392"/>
              <a:ext cx="0" cy="585216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2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1005840" y="310896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2</a:t>
              </a:r>
            </a:p>
          </p:txBody>
        </p:sp>
        <p:sp>
          <p:nvSpPr>
            <p:cNvPr id="14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주요 성과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572000" y="3044952"/>
              <a:ext cx="0" cy="585216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6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7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18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1005840" y="41605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3</a:t>
              </a:r>
            </a:p>
          </p:txBody>
        </p:sp>
        <p:sp>
          <p:nvSpPr>
            <p:cNvPr id="20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이슈와 대응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4572000" y="4096511"/>
              <a:ext cx="0" cy="585217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22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3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4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번호 4"/>
            <p:cNvSpPr/>
            <p:nvPr/>
          </p:nvSpPr>
          <p:spPr>
            <a:xfrm>
              <a:off x="1005840" y="5212079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4</a:t>
              </a:r>
            </a:p>
          </p:txBody>
        </p:sp>
        <p:sp>
          <p:nvSpPr>
            <p:cNvPr id="26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향후 계획</a:t>
              </a:r>
            </a:p>
          </p:txBody>
        </p:sp>
        <p:cxnSp>
          <p:nvCxnSpPr>
            <p:cNvPr id="27" name="구분선"/>
            <p:cNvCxnSpPr/>
            <p:nvPr/>
          </p:nvCxnSpPr>
          <p:spPr>
            <a:xfrm>
              <a:off x="4572000" y="5148071"/>
              <a:ext cx="0" cy="585217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28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A1EA3-75D5-47B7-ADC0-D4EF864EBC6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70B7B-70AA-49E4-82F7-84C978986A51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진행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성과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이슈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11CFC-220B-4F10-8A0A-5D3C31000DB3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칸 제목 띠"/>
            <p:cNvSpPr/>
            <p:nvPr/>
          </p:nvSpPr>
          <p:spPr>
            <a:xfrm>
              <a:off x="914400" y="2011680"/>
              <a:ext cx="4815687" cy="5943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계획</a:t>
              </a:r>
            </a:p>
          </p:txBody>
        </p:sp>
        <p:sp>
          <p:nvSpPr>
            <p:cNvPr id="8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9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0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칸 제목 띠"/>
            <p:cNvSpPr/>
            <p:nvPr/>
          </p:nvSpPr>
          <p:spPr>
            <a:xfrm>
              <a:off x="6461607" y="2011680"/>
              <a:ext cx="4815687" cy="5943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실적</a:t>
              </a:r>
            </a:p>
          </p:txBody>
        </p:sp>
        <p:sp>
          <p:nvSpPr>
            <p:cNvPr id="12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210F6-79B5-4F0D-96D8-D29D2950923E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pull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06AAE-A021-4B2F-8600-0D4FB1B1FE89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목표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실적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달성률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2D06B-215B-437A-9F4B-369F1ABF34E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OPAL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OPAL  ·  PRESENTATION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업무 보고 발표 템플릿">
  <a:themeElements>
    <a:clrScheme name="업무 보고 발표 템플릿">
      <a:dk1>
        <a:srgbClr val="2F303D"/>
      </a:dk1>
      <a:lt1>
        <a:srgbClr val="FDFDFC"/>
      </a:lt1>
      <a:dk2>
        <a:srgbClr val="3C3F5C"/>
      </a:dk2>
      <a:lt2>
        <a:srgbClr val="F8F7F5"/>
      </a:lt2>
      <a:accent1>
        <a:srgbClr val="9A9DBA"/>
      </a:accent1>
      <a:accent2>
        <a:srgbClr val="D6B7A8"/>
      </a:accent2>
      <a:accent3>
        <a:srgbClr val="2C2E40"/>
      </a:accent3>
      <a:accent4>
        <a:srgbClr val="E5E5E9"/>
      </a:accent4>
      <a:accent5>
        <a:srgbClr val="C6B9AF"/>
      </a:accent5>
      <a:accent6>
        <a:srgbClr val="E5D4CB"/>
      </a:accent6>
      <a:hlink>
        <a:srgbClr val="3C3F5C"/>
      </a:hlink>
      <a:folHlink>
        <a:srgbClr val="2C2E40"/>
      </a:folHlink>
    </a:clrScheme>
    <a:fontScheme name="업무 보고 발표 템플릿">
      <a:majorFont>
        <a:latin typeface="Candar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업무 보고 발표 템플릿</dc:title>
  <dc:subject>업무 보고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