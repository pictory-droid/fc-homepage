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E16AB0A-E891-44D4-9C7B-3B72E03168B9}">
          <p14:sldIdLst>
            <p14:sldId id="256"/>
          </p14:sldIdLst>
        </p14:section>
        <p14:section name="본문" id="{13DEC49E-6EE7-4FF3-A5B5-470E3C533DA7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67729372-47DA-4338-9A91-6B49E0B50B77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A28AEE26-1436-4DB0-9FF3-2FD56A2CE826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1D1D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6A7A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47A8ED69-BCF4-41D8-BD4A-AA01C55E94D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BBC56017-1794-4F2B-8636-EEBF99D3D1B4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OPAL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OPAL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한 장 요약을 먼저 확인해 주십시오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업무 보고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68B8A-BAB4-4350-B421-7B450630EF63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추진 경과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주요 성과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이슈와 대응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향후 계획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29B126-58D2-4DC6-81F1-08204BB1319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4A6BD-6C28-486B-BB19-D9E9D21159C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성과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12F5-97B0-4466-AF5A-BC4C4DE14516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계획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실적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94A02-9548-4E52-B023-D2347251F3B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C147F-A58D-4CFA-8CC6-9BDF5B27EF24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목표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실적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달성률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0D04B-2C0F-4F38-B0EA-A904AA0C0D0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OPAL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OPAL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업무 보고 발표 템플릿">
  <a:themeElements>
    <a:clrScheme name="업무 보고 발표 템플릿">
      <a:dk1>
        <a:srgbClr val="2F303D"/>
      </a:dk1>
      <a:lt1>
        <a:srgbClr val="FDFDFC"/>
      </a:lt1>
      <a:dk2>
        <a:srgbClr val="3C3F5C"/>
      </a:dk2>
      <a:lt2>
        <a:srgbClr val="F8F7F5"/>
      </a:lt2>
      <a:accent1>
        <a:srgbClr val="9A9DBA"/>
      </a:accent1>
      <a:accent2>
        <a:srgbClr val="D6B7A8"/>
      </a:accent2>
      <a:accent3>
        <a:srgbClr val="2C2E40"/>
      </a:accent3>
      <a:accent4>
        <a:srgbClr val="E5E5E9"/>
      </a:accent4>
      <a:accent5>
        <a:srgbClr val="C6B9AF"/>
      </a:accent5>
      <a:accent6>
        <a:srgbClr val="E5D4CB"/>
      </a:accent6>
      <a:hlink>
        <a:srgbClr val="3C3F5C"/>
      </a:hlink>
      <a:folHlink>
        <a:srgbClr val="2C2E40"/>
      </a:folHlink>
    </a:clrScheme>
    <a:fontScheme name="업무 보고 발표 템플릿">
      <a:majorFont>
        <a:latin typeface="Candara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>업무 보고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