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A197FCA-8B3D-4A7A-8AD2-23928550B395}">
          <p14:sldIdLst>
            <p14:sldId id="256"/>
          </p14:sldIdLst>
        </p14:section>
        <p14:section name="본문" id="{27762FB4-AC7A-4CDD-B980-5897E4FF3BF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3362275A-5432-4AD1-B080-6F8B4012EE4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03503"/>
            <a:ext cx="347472" cy="347472"/>
            <a:chOff x="9424227" y="603503"/>
            <a:chExt cx="347472" cy="347472"/>
          </a:xfrm>
        </p:grpSpPr>
        <p:sp>
          <p:nvSpPr>
            <p:cNvPr id="10" name="4-Point Star 9"/>
            <p:cNvSpPr/>
            <p:nvPr/>
          </p:nvSpPr>
          <p:spPr>
            <a:xfrm>
              <a:off x="9424227" y="603503"/>
              <a:ext cx="347472" cy="347472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023E3F5-9C0F-47F5-824E-F40D7E4DFA4F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4-Point Star 3"/>
            <p:cNvSpPr/>
            <p:nvPr/>
          </p:nvSpPr>
          <p:spPr>
            <a:xfrm>
              <a:off x="571500" y="62407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4-Point Star 5"/>
            <p:cNvSpPr/>
            <p:nvPr/>
          </p:nvSpPr>
          <p:spPr>
            <a:xfrm>
              <a:off x="11300155" y="62407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03503"/>
            <a:ext cx="347472" cy="347472"/>
            <a:chOff x="9424227" y="603503"/>
            <a:chExt cx="347472" cy="347472"/>
          </a:xfrm>
        </p:grpSpPr>
        <p:sp>
          <p:nvSpPr>
            <p:cNvPr id="10" name="4-Point Star 9"/>
            <p:cNvSpPr/>
            <p:nvPr/>
          </p:nvSpPr>
          <p:spPr>
            <a:xfrm>
              <a:off x="9424227" y="603503"/>
              <a:ext cx="347472" cy="347472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C5BC654-71B4-49DC-BB96-8D2833E6E24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4-Point Star 3"/>
            <p:cNvSpPr/>
            <p:nvPr/>
          </p:nvSpPr>
          <p:spPr>
            <a:xfrm>
              <a:off x="571500" y="62407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4-Point Star 5"/>
            <p:cNvSpPr/>
            <p:nvPr/>
          </p:nvSpPr>
          <p:spPr>
            <a:xfrm>
              <a:off x="11300155" y="62407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6AAC832-90F4-4456-998F-9BE1B7F756F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해 숫자를 모아 보니 이렇습니다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0DA0-075D-4DD6-8089-5539FDBCF0B1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F5F98-B368-4CD5-A388-8DBAB7D942B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CDB95-6907-4C99-9057-0C907B5B746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40C34-FD0B-4C24-96A9-195D58F272B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DB3EE-B1EE-41DD-B82B-37B8D288E1C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A6E6C-008A-4118-B4FD-2A9468886B4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0190-863A-42F5-B338-5EEEE17394F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50643A"/>
      </a:dk2>
      <a:lt2>
        <a:srgbClr val="F7F3EB"/>
      </a:lt2>
      <a:accent1>
        <a:srgbClr val="CCB489"/>
      </a:accent1>
      <a:accent2>
        <a:srgbClr val="8FB7BD"/>
      </a:accent2>
      <a:accent3>
        <a:srgbClr val="4E422C"/>
      </a:accent3>
      <a:accent4>
        <a:srgbClr val="EEE2CE"/>
      </a:accent4>
      <a:accent5>
        <a:srgbClr val="B8E0A3"/>
      </a:accent5>
      <a:accent6>
        <a:srgbClr val="E6BCC6"/>
      </a:accent6>
      <a:hlink>
        <a:srgbClr val="50643A"/>
      </a:hlink>
      <a:folHlink>
        <a:srgbClr val="4E422C"/>
      </a:folHlink>
    </a:clrScheme>
    <a:fontScheme name="연말 결산·회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