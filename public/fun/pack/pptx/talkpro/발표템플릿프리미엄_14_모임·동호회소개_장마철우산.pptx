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EB1D469-E3D2-4E3E-8EF2-790A09D3213D}">
          <p14:sldIdLst>
            <p14:sldId id="256"/>
          </p14:sldIdLst>
        </p14:section>
        <p14:section name="본문" id="{AC00DECC-C027-45A6-8513-EC25EAEA42D3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4D85B0E4-9D57-4312-91F7-432E3F996860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5D953103-3E30-4C5F-9765-A221E361265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EFEC4066-E5BC-4920-ACF1-6A9B5AA15470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34120D41-BC3C-41C3-8424-D2A70110987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Pie 6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누가 어떤 일을 하는 모임인지 알려 드립니다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B6BB-AB28-4404-A155-373C36346DCD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7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포인트 막대"/>
            <p:cNvSpPr/>
            <p:nvPr/>
          </p:nvSpPr>
          <p:spPr>
            <a:xfrm>
              <a:off x="731520" y="193852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914400" y="201168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포인트 막대"/>
            <p:cNvSpPr/>
            <p:nvPr/>
          </p:nvSpPr>
          <p:spPr>
            <a:xfrm>
              <a:off x="731520" y="299008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914400" y="306324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sp>
          <p:nvSpPr>
            <p:cNvPr id="17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8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9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포인트 막대"/>
            <p:cNvSpPr/>
            <p:nvPr/>
          </p:nvSpPr>
          <p:spPr>
            <a:xfrm>
              <a:off x="731520" y="404164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914400" y="41148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2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sp>
          <p:nvSpPr>
            <p:cNvPr id="23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4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5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포인트 막대"/>
            <p:cNvSpPr/>
            <p:nvPr/>
          </p:nvSpPr>
          <p:spPr>
            <a:xfrm>
              <a:off x="731520" y="5093207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번호 4"/>
            <p:cNvSpPr txBox="1"/>
            <p:nvPr/>
          </p:nvSpPr>
          <p:spPr>
            <a:xfrm>
              <a:off x="914400" y="5166359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8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sp>
          <p:nvSpPr>
            <p:cNvPr id="29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F969-DB00-4D17-BF23-57D9FF0356C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AAAE-FA96-4741-BFED-E8768BF9DD01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포인트 막대"/>
            <p:cNvSpPr/>
            <p:nvPr/>
          </p:nvSpPr>
          <p:spPr>
            <a:xfrm>
              <a:off x="731520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sp>
          <p:nvSpPr>
            <p:cNvPr id="11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포인트 막대"/>
            <p:cNvSpPr/>
            <p:nvPr/>
          </p:nvSpPr>
          <p:spPr>
            <a:xfrm>
              <a:off x="4399178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sp>
          <p:nvSpPr>
            <p:cNvPr id="17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9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포인트 막대"/>
            <p:cNvSpPr/>
            <p:nvPr/>
          </p:nvSpPr>
          <p:spPr>
            <a:xfrm>
              <a:off x="8066836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2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sp>
          <p:nvSpPr>
            <p:cNvPr id="23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18124-93F1-49C5-927B-855A08A2A0D6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7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처음</a:t>
              </a:r>
            </a:p>
          </p:txBody>
        </p:sp>
        <p:sp>
          <p:nvSpPr>
            <p:cNvPr id="10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2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지금</a:t>
              </a:r>
            </a:p>
          </p:txBody>
        </p:sp>
        <p:sp>
          <p:nvSpPr>
            <p:cNvPr id="15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5C57A-BBD8-40B5-9EBE-68E5753D5262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818E8-E881-48DF-AA6D-A3EFF232AD03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8F0E-45E7-4F71-9728-FBFD4CC0B6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2B2724"/>
      </a:dk1>
      <a:lt1>
        <a:srgbClr val="FFFFFF"/>
      </a:lt1>
      <a:dk2>
        <a:srgbClr val="5E3A64"/>
      </a:dk2>
      <a:lt2>
        <a:srgbClr val="DEE7F9"/>
      </a:lt2>
      <a:accent1>
        <a:srgbClr val="7E9CE2"/>
      </a:accent1>
      <a:accent2>
        <a:srgbClr val="C1CF86"/>
      </a:accent2>
      <a:accent3>
        <a:srgbClr val="2C364E"/>
      </a:accent3>
      <a:accent4>
        <a:srgbClr val="C5D4F7"/>
      </a:accent4>
      <a:accent5>
        <a:srgbClr val="D0A3E0"/>
      </a:accent5>
      <a:accent6>
        <a:srgbClr val="BCE6DF"/>
      </a:accent6>
      <a:hlink>
        <a:srgbClr val="5E3A64"/>
      </a:hlink>
      <a:folHlink>
        <a:srgbClr val="2C364E"/>
      </a:folHlink>
    </a:clrScheme>
    <a:fontScheme name="모임·동호회 소개 발표 템플릿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