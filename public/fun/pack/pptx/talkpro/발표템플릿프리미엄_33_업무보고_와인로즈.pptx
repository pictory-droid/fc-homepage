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C8F388F-6C7C-4553-A5C0-5498A7E2A074}">
          <p14:sldIdLst>
            <p14:sldId id="256"/>
          </p14:sldIdLst>
        </p14:section>
        <p14:section name="본문" id="{1D76EE14-9724-4B5C-96F6-EBD34A05E32F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476C76DE-9098-4D46-B498-5C6A74344EBE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chemeClr val="bg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DE3B3CC1-FEE6-4913-8BDB-7A97EAE7C92B}" type="slidenum">
              <a:rPr lang="en-US"/>
              <a:t>‹#›</a:t>
            </a:fld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0E2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FC4C7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유리판 1"/>
          <p:cNvSpPr/>
          <p:nvPr/>
        </p:nvSpPr>
        <p:spPr>
          <a:xfrm rot="21000000">
            <a:off x="640006" y="1463039"/>
            <a:ext cx="3291840" cy="4206240"/>
          </a:xfrm>
          <a:prstGeom prst="rect">
            <a:avLst/>
          </a:prstGeom>
          <a:solidFill>
            <a:schemeClr val="accent1">
              <a:alpha val="6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유리판 2"/>
          <p:cNvSpPr/>
          <p:nvPr/>
        </p:nvSpPr>
        <p:spPr>
          <a:xfrm rot="360000">
            <a:off x="1280086" y="1188719"/>
            <a:ext cx="3291840" cy="420624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유리판 3"/>
          <p:cNvSpPr/>
          <p:nvPr/>
        </p:nvSpPr>
        <p:spPr>
          <a:xfrm rot="21420000">
            <a:off x="1737286" y="868679"/>
            <a:ext cx="3291840" cy="420624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바깥 선"/>
          <p:cNvSpPr/>
          <p:nvPr/>
        </p:nvSpPr>
        <p:spPr>
          <a:xfrm rot="21420000">
            <a:off x="1051486" y="960119"/>
            <a:ext cx="3749039" cy="4663440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포인트 고리"/>
          <p:cNvSpPr/>
          <p:nvPr/>
        </p:nvSpPr>
        <p:spPr>
          <a:xfrm>
            <a:off x="3529510" y="1645919"/>
            <a:ext cx="768096" cy="768096"/>
          </a:xfrm>
          <a:prstGeom prst="ellipse">
            <a:avLst/>
          </a:prstGeom>
          <a:noFill/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963137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55F10381-9C37-4ED4-8C12-5827C9EFBA0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0362895" y="1536192"/>
            <a:ext cx="1097280" cy="0"/>
          </a:xfrm>
          <a:prstGeom prst="line">
            <a:avLst/>
          </a:prstGeom>
          <a:ln w="31750" cap="rnd">
            <a:solidFill>
              <a:schemeClr val="accent1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536192"/>
            <a:ext cx="9631375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5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47472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731520" y="384048"/>
            <a:ext cx="822960" cy="384048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100">
                <a:solidFill>
                  <a:schemeClr val="tx2"/>
                </a:solidFill>
              </a:defRPr>
            </a:lvl1pPr>
          </a:lstStyle>
          <a:p>
            <a:fld id="{BA73DFC8-931C-46B4-B76D-28E0C61D940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색 탭"/>
          <p:cNvSpPr/>
          <p:nvPr/>
        </p:nvSpPr>
        <p:spPr>
          <a:xfrm>
            <a:off x="11953951" y="658368"/>
            <a:ext cx="237744" cy="7772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쪽 번호 알약"/>
          <p:cNvSpPr/>
          <p:nvPr/>
        </p:nvSpPr>
        <p:spPr>
          <a:xfrm>
            <a:off x="731520" y="384048"/>
            <a:ext cx="822960" cy="384048"/>
          </a:xfrm>
          <a:prstGeom prst="roundRect">
            <a:avLst>
              <a:gd name="adj" fmla="val 5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지난 보고 이후 바뀐 점만 말씀드립니다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업무 보고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493E53-6506-4017-8CD9-70987DDE565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추진 경과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731520" y="288036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주요 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731520" y="3931920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이슈와 대응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윗선"/>
            <p:cNvSpPr/>
            <p:nvPr/>
          </p:nvSpPr>
          <p:spPr>
            <a:xfrm>
              <a:off x="731520" y="4983479"/>
              <a:ext cx="10728655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향후 계획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1A7F80-396D-419C-99B1-8105290F604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5EF1DB-38F0-4366-AEAD-139BE6658636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진행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성과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이슈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DBB882-5C7A-4552-A871-B70C5091575D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계획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윗선"/>
            <p:cNvSpPr/>
            <p:nvPr/>
          </p:nvSpPr>
          <p:spPr>
            <a:xfrm>
              <a:off x="6278727" y="1828800"/>
              <a:ext cx="5181447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실적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363804-2CC7-41E9-A7C3-F28B6D70F42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D9B685-9EE6-4760-8586-3A8F808A64F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A1A9D-B092-4540-858C-3251282A3FF7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WINE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업무 보고 발표 템플릿">
  <a:themeElements>
    <a:clrScheme name="업무 보고 발표 템플릿">
      <a:dk1>
        <a:srgbClr val="48373D"/>
      </a:dk1>
      <a:lt1>
        <a:srgbClr val="FDFBFB"/>
      </a:lt1>
      <a:dk2>
        <a:srgbClr val="451524"/>
      </a:dk2>
      <a:lt2>
        <a:srgbClr val="F9F1F0"/>
      </a:lt2>
      <a:accent1>
        <a:srgbClr val="8A2D45"/>
      </a:accent1>
      <a:accent2>
        <a:srgbClr val="D69AA3"/>
      </a:accent2>
      <a:accent3>
        <a:srgbClr val="8D727A"/>
      </a:accent3>
      <a:accent4>
        <a:srgbClr val="E3CACE"/>
      </a:accent4>
      <a:accent5>
        <a:srgbClr val="C79A82"/>
      </a:accent5>
      <a:accent6>
        <a:srgbClr val="E6C1C6"/>
      </a:accent6>
      <a:hlink>
        <a:srgbClr val="451524"/>
      </a:hlink>
      <a:folHlink>
        <a:srgbClr val="8D727A"/>
      </a:folHlink>
    </a:clrScheme>
    <a:fontScheme name="업무 보고 발표 템플릿">
      <a:majorFont>
        <a:latin typeface="Franklin Gothic Medium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>업무 보고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