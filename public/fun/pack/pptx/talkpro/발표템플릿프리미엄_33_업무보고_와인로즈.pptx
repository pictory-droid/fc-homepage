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2B1D250-092A-4B99-A639-72B7FBE2D7FD}">
          <p14:sldIdLst>
            <p14:sldId id="256"/>
          </p14:sldIdLst>
        </p14:section>
        <p14:section name="본문" id="{C4509861-9F9C-49D6-A546-25E2A67FDD5C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E2D91559-6971-47B4-8F9D-CBCCA41DB644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40006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1280086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1737286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1051486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529510" y="1645919"/>
            <a:ext cx="768096" cy="76809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15DB5195-0716-4F16-96A4-C2323FDD91BC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6E0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FC4C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40006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1280086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1737286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1051486" y="960119"/>
            <a:ext cx="3749039" cy="46634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529510" y="1645919"/>
            <a:ext cx="768096" cy="768096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EA02782E-457F-40CC-AEF9-E2E68A3E545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65DA4554-D637-4099-8C9A-C24E657FC156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WINE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지난 보고 이후 바뀐 점만 말씀드립니다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업무 보고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82D6C-061C-42CF-8CD1-F451A857DF32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추진 경과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3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731520" y="288036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10896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주요 성과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20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731520" y="393192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1005840" y="41605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이슈와 대응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6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7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윗선"/>
            <p:cNvSpPr/>
            <p:nvPr/>
          </p:nvSpPr>
          <p:spPr>
            <a:xfrm>
              <a:off x="731520" y="4983479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1005840" y="5212079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30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향후 계획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4775F-7841-461F-BF94-2F954D09922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9FF7A-7CF3-4E14-9D6F-BA72B91AB80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성과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260E9-F3BD-44CB-B372-C42439B2D532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518144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계획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윗선"/>
            <p:cNvSpPr/>
            <p:nvPr/>
          </p:nvSpPr>
          <p:spPr>
            <a:xfrm>
              <a:off x="6278727" y="1828800"/>
              <a:ext cx="518144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실적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A27D6-FE52-49DE-8C0E-DBE9637DA70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825C2-497C-4943-B771-A8C902D8424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877B7-2D7D-44B4-81E7-93F5405B2E2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WINE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업무 보고 발표 템플릿">
  <a:themeElements>
    <a:clrScheme name="업무 보고 발표 템플릿">
      <a:dk1>
        <a:srgbClr val="48373D"/>
      </a:dk1>
      <a:lt1>
        <a:srgbClr val="FDFBFB"/>
      </a:lt1>
      <a:dk2>
        <a:srgbClr val="451524"/>
      </a:dk2>
      <a:lt2>
        <a:srgbClr val="F9F1F0"/>
      </a:lt2>
      <a:accent1>
        <a:srgbClr val="8A2D45"/>
      </a:accent1>
      <a:accent2>
        <a:srgbClr val="D69AA3"/>
      </a:accent2>
      <a:accent3>
        <a:srgbClr val="8D727A"/>
      </a:accent3>
      <a:accent4>
        <a:srgbClr val="E3CACE"/>
      </a:accent4>
      <a:accent5>
        <a:srgbClr val="C79A82"/>
      </a:accent5>
      <a:accent6>
        <a:srgbClr val="E6C1C6"/>
      </a:accent6>
      <a:hlink>
        <a:srgbClr val="451524"/>
      </a:hlink>
      <a:folHlink>
        <a:srgbClr val="8D727A"/>
      </a:folHlink>
    </a:clrScheme>
    <a:fontScheme name="업무 보고 발표 템플릿">
      <a:majorFont>
        <a:latin typeface="Franklin Gothic Medium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>업무 보고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