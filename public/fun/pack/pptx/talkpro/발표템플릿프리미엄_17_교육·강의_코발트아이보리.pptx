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CA9806C-1031-4D3A-A0D0-8E482A5913C8}">
          <p14:sldIdLst>
            <p14:sldId id="256"/>
          </p14:sldIdLst>
        </p14:section>
        <p14:section name="본문" id="{966D916F-771A-4B1A-ADC2-D124E0676CB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7807677C-99E4-451E-A133-15B441D73A11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2ABA4762-769B-4DF2-A94D-7BD28D111B4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15941494-1744-4287-9CB4-E5EE287B7A9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19BE460-5326-4534-86DB-8EE835FE992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받아 적지 않아도 되게 자료를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6579B-AF24-4AA3-8C35-41069D94E8CE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1417319" y="1828800"/>
            <a:ext cx="10134295" cy="914400"/>
            <a:chOff x="1417319" y="1828800"/>
            <a:chExt cx="1013429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1417319" y="1828800"/>
              <a:ext cx="1013429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1168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24231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52578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5440680" y="187451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1417319" y="2880360"/>
            <a:ext cx="10134295" cy="914400"/>
            <a:chOff x="1417319" y="2880360"/>
            <a:chExt cx="1013429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1417319" y="2880360"/>
              <a:ext cx="1013429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645919" y="306324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24231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2578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5440680" y="292607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1417319" y="3931920"/>
            <a:ext cx="10134295" cy="914400"/>
            <a:chOff x="1417319" y="3931920"/>
            <a:chExt cx="10134295" cy="914400"/>
          </a:xfrm>
        </p:grpSpPr>
        <p:sp>
          <p:nvSpPr>
            <p:cNvPr id="19" name="줄 바탕">
              <a:hlinkClick action="ppaction://hlinksldjump" r:id="rId5"/>
            </p:cNvPr>
            <p:cNvSpPr/>
            <p:nvPr/>
          </p:nvSpPr>
          <p:spPr>
            <a:xfrm>
              <a:off x="1417319" y="3931920"/>
              <a:ext cx="1013429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645919" y="41148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24231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52578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5440680" y="397763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4" name="줄 4"/>
          <p:cNvGrpSpPr/>
          <p:nvPr/>
        </p:nvGrpSpPr>
        <p:grpSpPr>
          <a:xfrm>
            <a:off x="1417319" y="4983479"/>
            <a:ext cx="10134295" cy="914400"/>
            <a:chOff x="1417319" y="4983479"/>
            <a:chExt cx="10134295" cy="914400"/>
          </a:xfrm>
        </p:grpSpPr>
        <p:sp>
          <p:nvSpPr>
            <p:cNvPr id="25" name="줄 바탕">
              <a:hlinkClick action="ppaction://hlinksldjump" r:id="rId6"/>
            </p:cNvPr>
            <p:cNvSpPr/>
            <p:nvPr/>
          </p:nvSpPr>
          <p:spPr>
            <a:xfrm>
              <a:off x="1417319" y="4983479"/>
              <a:ext cx="10134295" cy="91440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645919" y="5166359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24231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28" name="구분선"/>
            <p:cNvCxnSpPr/>
            <p:nvPr/>
          </p:nvCxnSpPr>
          <p:spPr>
            <a:xfrm>
              <a:off x="52578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9" name="줄 내용"/>
            <p:cNvSpPr txBox="1"/>
            <p:nvPr/>
          </p:nvSpPr>
          <p:spPr>
            <a:xfrm>
              <a:off x="5440680" y="5029199"/>
              <a:ext cx="583661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67AA3-0557-49AD-B4A0-1C4EF69B21E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C301-F74E-4BA5-90FF-9B80099CA0B3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474720"/>
            <a:chOff x="1417319" y="1828800"/>
            <a:chExt cx="3195218" cy="347472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00199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3474720"/>
            <a:chOff x="4886858" y="1828800"/>
            <a:chExt cx="319521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06973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3474720"/>
            <a:chOff x="8356396" y="1828800"/>
            <a:chExt cx="3195218" cy="347472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347472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3927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EE1F6-1218-477D-92A3-26A8203226DF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1417319" y="1828800"/>
            <a:ext cx="4884267" cy="3566160"/>
            <a:chOff x="1417319" y="1828800"/>
            <a:chExt cx="4884267" cy="3566160"/>
          </a:xfrm>
        </p:grpSpPr>
        <p:sp>
          <p:nvSpPr>
            <p:cNvPr id="7" name="칸 바탕"/>
            <p:cNvSpPr/>
            <p:nvPr/>
          </p:nvSpPr>
          <p:spPr>
            <a:xfrm>
              <a:off x="1417319" y="1828800"/>
              <a:ext cx="488426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1600199" y="2011680"/>
              <a:ext cx="451850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알기 전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691639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667347" y="1828800"/>
            <a:ext cx="4884267" cy="3566160"/>
            <a:chOff x="6667347" y="1828800"/>
            <a:chExt cx="4884267" cy="3566160"/>
          </a:xfrm>
        </p:grpSpPr>
        <p:sp>
          <p:nvSpPr>
            <p:cNvPr id="11" name="칸 바탕"/>
            <p:cNvSpPr/>
            <p:nvPr/>
          </p:nvSpPr>
          <p:spPr>
            <a:xfrm>
              <a:off x="6667347" y="1828800"/>
              <a:ext cx="4884267" cy="3566160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칸 제목 띠"/>
            <p:cNvSpPr/>
            <p:nvPr/>
          </p:nvSpPr>
          <p:spPr>
            <a:xfrm>
              <a:off x="6850227" y="2011680"/>
              <a:ext cx="451850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3" name="칸 내용"/>
            <p:cNvSpPr txBox="1"/>
            <p:nvPr/>
          </p:nvSpPr>
          <p:spPr>
            <a:xfrm>
              <a:off x="6941667" y="2788920"/>
              <a:ext cx="433562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BE6C4-0992-499F-B24E-867154602B6E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702533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71697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3977C-533C-47E2-818E-CFCF9A7B5C1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7979-EC8C-4687-9A30-231F434228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COBALT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교육·강의 발표 템플릿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