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3BF0284A-1B6C-4B4B-B0CE-BD6C3DC86E9C}">
          <p14:sldIdLst>
            <p14:sldId id="256"/>
          </p14:sldIdLst>
        </p14:section>
        <p14:section name="본문" id="{6E6D61B8-F157-48DF-AABA-8D56F130CBD8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8D9CBACD-1740-42A3-A5C5-E82BD81BB05B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tx2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274320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3657508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3657508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3657508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E0E2E6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3657508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C3C7D0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1371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371600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2148840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2606040" y="0"/>
            <a:ext cx="2743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2880360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861B2A1A-5261-4198-8881-03D5817A3FFC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12"/>
          </p:nvPr>
        </p:nvSpPr>
        <p:spPr>
          <a:xfrm>
            <a:off x="274320" y="822959"/>
            <a:ext cx="822960" cy="521208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4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3657508" y="1645920"/>
            <a:ext cx="755885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3657508" y="2029968"/>
            <a:ext cx="755885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3657508" y="3703320"/>
            <a:ext cx="755885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3657508" y="4480559"/>
            <a:ext cx="755885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막대 1"/>
          <p:cNvSpPr/>
          <p:nvPr/>
        </p:nvSpPr>
        <p:spPr>
          <a:xfrm>
            <a:off x="0" y="0"/>
            <a:ext cx="13716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막대 2"/>
          <p:cNvSpPr/>
          <p:nvPr/>
        </p:nvSpPr>
        <p:spPr>
          <a:xfrm>
            <a:off x="1371600" y="0"/>
            <a:ext cx="77724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막대 3"/>
          <p:cNvSpPr/>
          <p:nvPr/>
        </p:nvSpPr>
        <p:spPr>
          <a:xfrm>
            <a:off x="2148840" y="0"/>
            <a:ext cx="457200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막대 4"/>
          <p:cNvSpPr/>
          <p:nvPr/>
        </p:nvSpPr>
        <p:spPr>
          <a:xfrm>
            <a:off x="2606040" y="0"/>
            <a:ext cx="274320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막대 5"/>
          <p:cNvSpPr/>
          <p:nvPr/>
        </p:nvSpPr>
        <p:spPr>
          <a:xfrm>
            <a:off x="2880360" y="0"/>
            <a:ext cx="13716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D99D6B32-39F2-41C7-9E4C-52DA3E1FDC36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제목"/>
          <p:cNvSpPr>
            <a:spLocks noGrp="1"/>
          </p:cNvSpPr>
          <p:nvPr>
            <p:ph type="title"/>
          </p:nvPr>
        </p:nvSpPr>
        <p:spPr>
          <a:xfrm>
            <a:off x="1417319" y="658368"/>
            <a:ext cx="1013429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5" name="사진 1"/>
          <p:cNvSpPr>
            <a:spLocks noGrp="1"/>
          </p:cNvSpPr>
          <p:nvPr>
            <p:ph type="pic" sz="quarter" idx="13"/>
          </p:nvPr>
        </p:nvSpPr>
        <p:spPr>
          <a:xfrm>
            <a:off x="1417319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2"/>
          <p:cNvSpPr>
            <a:spLocks noGrp="1"/>
          </p:cNvSpPr>
          <p:nvPr>
            <p:ph type="pic" sz="quarter" idx="14"/>
          </p:nvPr>
        </p:nvSpPr>
        <p:spPr>
          <a:xfrm>
            <a:off x="27889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3"/>
          <p:cNvSpPr>
            <a:spLocks noGrp="1"/>
          </p:cNvSpPr>
          <p:nvPr>
            <p:ph type="pic" sz="quarter" idx="15"/>
          </p:nvPr>
        </p:nvSpPr>
        <p:spPr>
          <a:xfrm>
            <a:off x="4160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4"/>
          <p:cNvSpPr>
            <a:spLocks noGrp="1"/>
          </p:cNvSpPr>
          <p:nvPr>
            <p:ph type="pic" sz="quarter" idx="16"/>
          </p:nvPr>
        </p:nvSpPr>
        <p:spPr>
          <a:xfrm>
            <a:off x="5532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5"/>
          <p:cNvSpPr>
            <a:spLocks noGrp="1"/>
          </p:cNvSpPr>
          <p:nvPr>
            <p:ph type="pic" sz="quarter" idx="17"/>
          </p:nvPr>
        </p:nvSpPr>
        <p:spPr>
          <a:xfrm>
            <a:off x="1417319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6"/>
          <p:cNvSpPr>
            <a:spLocks noGrp="1"/>
          </p:cNvSpPr>
          <p:nvPr>
            <p:ph type="pic" sz="quarter" idx="18"/>
          </p:nvPr>
        </p:nvSpPr>
        <p:spPr>
          <a:xfrm>
            <a:off x="27889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7"/>
          <p:cNvSpPr>
            <a:spLocks noGrp="1"/>
          </p:cNvSpPr>
          <p:nvPr>
            <p:ph type="pic" sz="quarter" idx="19"/>
          </p:nvPr>
        </p:nvSpPr>
        <p:spPr>
          <a:xfrm>
            <a:off x="4160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2" name="사진 8"/>
          <p:cNvSpPr>
            <a:spLocks noGrp="1"/>
          </p:cNvSpPr>
          <p:nvPr>
            <p:ph type="pic" sz="quarter" idx="20"/>
          </p:nvPr>
        </p:nvSpPr>
        <p:spPr>
          <a:xfrm>
            <a:off x="5532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1417319" y="1572768"/>
            <a:ext cx="1280160" cy="0"/>
          </a:xfrm>
          <a:prstGeom prst="line">
            <a:avLst/>
          </a:prstGeom>
          <a:ln w="31750" cap="rnd">
            <a:solidFill>
              <a:schemeClr val="accent2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2697479" y="1572768"/>
            <a:ext cx="8854136" cy="0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smGrid">
          <a:fgClr>
            <a:schemeClr val="accent1">
              <a:lumMod val="10000"/>
              <a:lumOff val="90000"/>
            </a:schemeClr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세로 글씨"/>
          <p:cNvSpPr>
            <a:spLocks noGrp="1"/>
          </p:cNvSpPr>
          <p:nvPr>
            <p:ph type="body" sz="quarter" idx="30"/>
          </p:nvPr>
        </p:nvSpPr>
        <p:spPr>
          <a:xfrm>
            <a:off x="91440" y="914400"/>
            <a:ext cx="594359" cy="4663440"/>
          </a:xfrm>
          <a:noFill/>
        </p:spPr>
        <p:txBody>
          <a:bodyPr lIns="45720" rIns="45720" tIns="27432" bIns="27432" anchor="ctr" vert="vert270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000" b="0" spc="90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세로 글씨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0" y="6172200"/>
            <a:ext cx="777240" cy="457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1" spc="0">
                <a:solidFill>
                  <a:srgbClr val="FFFFFF"/>
                </a:solidFill>
              </a:defRPr>
            </a:lvl1pPr>
          </a:lstStyle>
          <a:p>
            <a:fld id="{8317B7EA-92F9-446C-84CB-4B9552D6BFDE}" type="slidenum">
              <a:rPr lang="en-US"/>
              <a:t>‹#›</a:t>
            </a:fld>
          </a:p>
        </p:txBody>
      </p:sp>
      <p:sp>
        <p:nvSpPr>
          <p:cNvPr id="103" name="영문 라벨"/>
          <p:cNvSpPr>
            <a:spLocks noGrp="1"/>
          </p:cNvSpPr>
          <p:nvPr>
            <p:ph type="body" sz="quarter" idx="10"/>
          </p:nvPr>
        </p:nvSpPr>
        <p:spPr>
          <a:xfrm>
            <a:off x="1417319" y="365760"/>
            <a:ext cx="10134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4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옆 띠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gradFill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5400000" scaled="0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3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4" name="Diamond 3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6" name="Connector 5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7" name="Connector 6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8" name="Diamond 7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COBALT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COBALT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받아 적지 않아도 되게 자료를 드립니다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교육·강의 · 발표자 이름</a:t>
            </a:r>
          </a:p>
          <a:p>
            <a:r>
              <a:rPr lang="ko-KR"/>
              <a:t>날짜 입력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COBALT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F7B25D-0F2A-4BF9-B725-511C61282412}" type="slidenum">
              <a:rPr lang="en-US"/>
              <a:t>‹#›</a:t>
            </a:fld>
            <a:endParaRPr lang="en-US"/>
          </a:p>
        </p:txBody>
      </p:sp>
      <p:grpSp>
        <p:nvGrpSpPr>
          <p:cNvPr id="6" name="줄 1"/>
          <p:cNvGrpSpPr/>
          <p:nvPr/>
        </p:nvGrpSpPr>
        <p:grpSpPr>
          <a:xfrm>
            <a:off x="1417319" y="1828800"/>
            <a:ext cx="10134295" cy="914400"/>
            <a:chOff x="1417319" y="1828800"/>
            <a:chExt cx="10134295" cy="914400"/>
          </a:xfrm>
        </p:grpSpPr>
        <p:sp>
          <p:nvSpPr>
            <p:cNvPr id="7" name="줄 바탕">
              <a:hlinkClick action="ppaction://hlinksldjump" r:id="rId3"/>
            </p:cNvPr>
            <p:cNvSpPr/>
            <p:nvPr/>
          </p:nvSpPr>
          <p:spPr>
            <a:xfrm>
              <a:off x="1417319" y="1828800"/>
              <a:ext cx="10134295" cy="91440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645919" y="201168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9" name="줄 제목"/>
            <p:cNvSpPr txBox="1"/>
            <p:nvPr/>
          </p:nvSpPr>
          <p:spPr>
            <a:xfrm>
              <a:off x="24231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오늘의 목표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52578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줄 내용"/>
            <p:cNvSpPr txBox="1"/>
            <p:nvPr/>
          </p:nvSpPr>
          <p:spPr>
            <a:xfrm>
              <a:off x="5440680" y="187451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2" name="줄 2"/>
          <p:cNvGrpSpPr/>
          <p:nvPr/>
        </p:nvGrpSpPr>
        <p:grpSpPr>
          <a:xfrm>
            <a:off x="1417319" y="2880360"/>
            <a:ext cx="10134295" cy="914400"/>
            <a:chOff x="1417319" y="2880360"/>
            <a:chExt cx="10134295" cy="914400"/>
          </a:xfrm>
        </p:grpSpPr>
        <p:sp>
          <p:nvSpPr>
            <p:cNvPr id="13" name="줄 바탕">
              <a:hlinkClick action="ppaction://hlinksldjump" r:id="rId4"/>
            </p:cNvPr>
            <p:cNvSpPr/>
            <p:nvPr/>
          </p:nvSpPr>
          <p:spPr>
            <a:xfrm>
              <a:off x="1417319" y="2880360"/>
              <a:ext cx="10134295" cy="91440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/>
            <p:nvPr/>
          </p:nvSpPr>
          <p:spPr>
            <a:xfrm>
              <a:off x="1645919" y="306324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5" name="줄 제목"/>
            <p:cNvSpPr txBox="1"/>
            <p:nvPr/>
          </p:nvSpPr>
          <p:spPr>
            <a:xfrm>
              <a:off x="24231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핵심 개념</a:t>
              </a:r>
            </a:p>
          </p:txBody>
        </p:sp>
        <p:cxnSp>
          <p:nvCxnSpPr>
            <p:cNvPr id="16" name="구분선"/>
            <p:cNvCxnSpPr/>
            <p:nvPr/>
          </p:nvCxnSpPr>
          <p:spPr>
            <a:xfrm>
              <a:off x="52578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7" name="줄 내용"/>
            <p:cNvSpPr txBox="1"/>
            <p:nvPr/>
          </p:nvSpPr>
          <p:spPr>
            <a:xfrm>
              <a:off x="5440680" y="292607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8" name="줄 3"/>
          <p:cNvGrpSpPr/>
          <p:nvPr/>
        </p:nvGrpSpPr>
        <p:grpSpPr>
          <a:xfrm>
            <a:off x="1417319" y="3931920"/>
            <a:ext cx="10134295" cy="914400"/>
            <a:chOff x="1417319" y="3931920"/>
            <a:chExt cx="10134295" cy="914400"/>
          </a:xfrm>
        </p:grpSpPr>
        <p:sp>
          <p:nvSpPr>
            <p:cNvPr id="19" name="줄 바탕">
              <a:hlinkClick action="ppaction://hlinksldjump" r:id="rId5"/>
            </p:cNvPr>
            <p:cNvSpPr/>
            <p:nvPr/>
          </p:nvSpPr>
          <p:spPr>
            <a:xfrm>
              <a:off x="1417319" y="3931920"/>
              <a:ext cx="10134295" cy="91440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번호 3"/>
            <p:cNvSpPr/>
            <p:nvPr/>
          </p:nvSpPr>
          <p:spPr>
            <a:xfrm>
              <a:off x="1645919" y="4114800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1" name="줄 제목"/>
            <p:cNvSpPr txBox="1"/>
            <p:nvPr/>
          </p:nvSpPr>
          <p:spPr>
            <a:xfrm>
              <a:off x="24231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실습과 예시</a:t>
              </a:r>
            </a:p>
          </p:txBody>
        </p:sp>
        <p:cxnSp>
          <p:nvCxnSpPr>
            <p:cNvPr id="22" name="구분선"/>
            <p:cNvCxnSpPr/>
            <p:nvPr/>
          </p:nvCxnSpPr>
          <p:spPr>
            <a:xfrm>
              <a:off x="52578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3" name="줄 내용"/>
            <p:cNvSpPr txBox="1"/>
            <p:nvPr/>
          </p:nvSpPr>
          <p:spPr>
            <a:xfrm>
              <a:off x="5440680" y="397763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4" name="줄 4"/>
          <p:cNvGrpSpPr/>
          <p:nvPr/>
        </p:nvGrpSpPr>
        <p:grpSpPr>
          <a:xfrm>
            <a:off x="1417319" y="4983479"/>
            <a:ext cx="10134295" cy="914400"/>
            <a:chOff x="1417319" y="4983479"/>
            <a:chExt cx="10134295" cy="914400"/>
          </a:xfrm>
        </p:grpSpPr>
        <p:sp>
          <p:nvSpPr>
            <p:cNvPr id="25" name="줄 바탕">
              <a:hlinkClick action="ppaction://hlinksldjump" r:id="rId6"/>
            </p:cNvPr>
            <p:cNvSpPr/>
            <p:nvPr/>
          </p:nvSpPr>
          <p:spPr>
            <a:xfrm>
              <a:off x="1417319" y="4983479"/>
              <a:ext cx="10134295" cy="91440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번호 4"/>
            <p:cNvSpPr/>
            <p:nvPr/>
          </p:nvSpPr>
          <p:spPr>
            <a:xfrm>
              <a:off x="1645919" y="5166359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4</a:t>
              </a:r>
            </a:p>
          </p:txBody>
        </p:sp>
        <p:sp>
          <p:nvSpPr>
            <p:cNvPr id="27" name="줄 제목"/>
            <p:cNvSpPr txBox="1"/>
            <p:nvPr/>
          </p:nvSpPr>
          <p:spPr>
            <a:xfrm>
              <a:off x="24231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정리와 질문</a:t>
              </a:r>
            </a:p>
          </p:txBody>
        </p:sp>
        <p:cxnSp>
          <p:nvCxnSpPr>
            <p:cNvPr id="28" name="구분선"/>
            <p:cNvCxnSpPr/>
            <p:nvPr/>
          </p:nvCxnSpPr>
          <p:spPr>
            <a:xfrm>
              <a:off x="52578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9" name="줄 내용"/>
            <p:cNvSpPr txBox="1"/>
            <p:nvPr/>
          </p:nvSpPr>
          <p:spPr>
            <a:xfrm>
              <a:off x="5440680" y="5029199"/>
              <a:ext cx="583661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COBALT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CFDFB2-DC45-4638-8002-F39C0DC653D3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COBALT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548CF0-72D1-4188-8F2A-B154A222A1C1}" type="slidenum">
              <a:rPr lang="en-US"/>
              <a:t>‹#›</a:t>
            </a:fld>
            <a:endParaRPr lang="en-US"/>
          </a:p>
        </p:txBody>
      </p:sp>
      <p:grpSp>
        <p:nvGrpSpPr>
          <p:cNvPr id="6" name="카드 1"/>
          <p:cNvGrpSpPr/>
          <p:nvPr/>
        </p:nvGrpSpPr>
        <p:grpSpPr>
          <a:xfrm>
            <a:off x="1417319" y="1828800"/>
            <a:ext cx="3195218" cy="3474720"/>
            <a:chOff x="1417319" y="1828800"/>
            <a:chExt cx="3195218" cy="3474720"/>
          </a:xfrm>
        </p:grpSpPr>
        <p:sp>
          <p:nvSpPr>
            <p:cNvPr id="7" name="카드 바탕"/>
            <p:cNvSpPr/>
            <p:nvPr/>
          </p:nvSpPr>
          <p:spPr>
            <a:xfrm>
              <a:off x="1417319" y="1828800"/>
              <a:ext cx="3195218" cy="347472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/>
            <p:nvPr/>
          </p:nvSpPr>
          <p:spPr>
            <a:xfrm>
              <a:off x="1600199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1</a:t>
              </a:r>
            </a:p>
          </p:txBody>
        </p:sp>
        <p:sp>
          <p:nvSpPr>
            <p:cNvPr id="9" name="카드 제목"/>
            <p:cNvSpPr txBox="1"/>
            <p:nvPr/>
          </p:nvSpPr>
          <p:spPr>
            <a:xfrm>
              <a:off x="1600199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알아야 할 것</a:t>
              </a:r>
            </a:p>
          </p:txBody>
        </p:sp>
        <p:cxnSp>
          <p:nvCxnSpPr>
            <p:cNvPr id="10" name="구분선"/>
            <p:cNvCxnSpPr/>
            <p:nvPr/>
          </p:nvCxnSpPr>
          <p:spPr>
            <a:xfrm>
              <a:off x="1645919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1" name="카드 내용"/>
            <p:cNvSpPr txBox="1"/>
            <p:nvPr/>
          </p:nvSpPr>
          <p:spPr>
            <a:xfrm>
              <a:off x="1600199" y="3456432"/>
              <a:ext cx="282945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2" name="카드 2"/>
          <p:cNvGrpSpPr/>
          <p:nvPr/>
        </p:nvGrpSpPr>
        <p:grpSpPr>
          <a:xfrm>
            <a:off x="4886858" y="1828800"/>
            <a:ext cx="3195218" cy="3474720"/>
            <a:chOff x="4886858" y="1828800"/>
            <a:chExt cx="3195218" cy="3474720"/>
          </a:xfrm>
        </p:grpSpPr>
        <p:sp>
          <p:nvSpPr>
            <p:cNvPr id="13" name="카드 바탕"/>
            <p:cNvSpPr/>
            <p:nvPr/>
          </p:nvSpPr>
          <p:spPr>
            <a:xfrm>
              <a:off x="4886858" y="1828800"/>
              <a:ext cx="3195218" cy="347472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번호 2"/>
            <p:cNvSpPr/>
            <p:nvPr/>
          </p:nvSpPr>
          <p:spPr>
            <a:xfrm>
              <a:off x="5069738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2</a:t>
              </a:r>
            </a:p>
          </p:txBody>
        </p:sp>
        <p:sp>
          <p:nvSpPr>
            <p:cNvPr id="15" name="카드 제목"/>
            <p:cNvSpPr txBox="1"/>
            <p:nvPr/>
          </p:nvSpPr>
          <p:spPr>
            <a:xfrm>
              <a:off x="5069738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해 볼 것</a:t>
              </a:r>
            </a:p>
          </p:txBody>
        </p:sp>
        <p:cxnSp>
          <p:nvCxnSpPr>
            <p:cNvPr id="16" name="구분선"/>
            <p:cNvCxnSpPr/>
            <p:nvPr/>
          </p:nvCxnSpPr>
          <p:spPr>
            <a:xfrm>
              <a:off x="5115458" y="3364991"/>
              <a:ext cx="273801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7" name="카드 내용"/>
            <p:cNvSpPr txBox="1"/>
            <p:nvPr/>
          </p:nvSpPr>
          <p:spPr>
            <a:xfrm>
              <a:off x="5069738" y="3456432"/>
              <a:ext cx="282945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8" name="카드 3"/>
          <p:cNvGrpSpPr/>
          <p:nvPr/>
        </p:nvGrpSpPr>
        <p:grpSpPr>
          <a:xfrm>
            <a:off x="8356396" y="1828800"/>
            <a:ext cx="3195218" cy="3474720"/>
            <a:chOff x="8356396" y="1828800"/>
            <a:chExt cx="3195218" cy="3474720"/>
          </a:xfrm>
        </p:grpSpPr>
        <p:sp>
          <p:nvSpPr>
            <p:cNvPr id="19" name="카드 바탕"/>
            <p:cNvSpPr/>
            <p:nvPr/>
          </p:nvSpPr>
          <p:spPr>
            <a:xfrm>
              <a:off x="8356396" y="1828800"/>
              <a:ext cx="3195218" cy="347472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번호 3"/>
            <p:cNvSpPr/>
            <p:nvPr/>
          </p:nvSpPr>
          <p:spPr>
            <a:xfrm>
              <a:off x="8539276" y="2039112"/>
              <a:ext cx="548640" cy="54864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300" b="1" i="0" lang="ko-KR">
                  <a:solidFill>
                    <a:srgbClr val="FFFFFF"/>
                  </a:solidFill>
                </a:rPr>
                <a:t>3</a:t>
              </a:r>
            </a:p>
          </p:txBody>
        </p:sp>
        <p:sp>
          <p:nvSpPr>
            <p:cNvPr id="21" name="카드 제목"/>
            <p:cNvSpPr txBox="1"/>
            <p:nvPr/>
          </p:nvSpPr>
          <p:spPr>
            <a:xfrm>
              <a:off x="8539276" y="2697480"/>
              <a:ext cx="282945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기억할 것</a:t>
              </a:r>
            </a:p>
          </p:txBody>
        </p:sp>
        <p:cxnSp>
          <p:nvCxnSpPr>
            <p:cNvPr id="22" name="구분선"/>
            <p:cNvCxnSpPr/>
            <p:nvPr/>
          </p:nvCxnSpPr>
          <p:spPr>
            <a:xfrm>
              <a:off x="8584996" y="3364991"/>
              <a:ext cx="273801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3" name="카드 내용"/>
            <p:cNvSpPr txBox="1"/>
            <p:nvPr/>
          </p:nvSpPr>
          <p:spPr>
            <a:xfrm>
              <a:off x="8539276" y="3456432"/>
              <a:ext cx="282945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4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COBALT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AFE3FA-111F-4880-9A78-066AC5BFF066}" type="slidenum">
              <a:rPr lang="en-US"/>
              <a:t>‹#›</a:t>
            </a:fld>
            <a:endParaRPr lang="en-US"/>
          </a:p>
        </p:txBody>
      </p:sp>
      <p:grpSp>
        <p:nvGrpSpPr>
          <p:cNvPr id="6" name="왼쪽 칸"/>
          <p:cNvGrpSpPr/>
          <p:nvPr/>
        </p:nvGrpSpPr>
        <p:grpSpPr>
          <a:xfrm>
            <a:off x="1417319" y="1828800"/>
            <a:ext cx="4884267" cy="3566160"/>
            <a:chOff x="1417319" y="1828800"/>
            <a:chExt cx="4884267" cy="3566160"/>
          </a:xfrm>
        </p:grpSpPr>
        <p:sp>
          <p:nvSpPr>
            <p:cNvPr id="7" name="칸 바탕"/>
            <p:cNvSpPr/>
            <p:nvPr/>
          </p:nvSpPr>
          <p:spPr>
            <a:xfrm>
              <a:off x="1417319" y="1828800"/>
              <a:ext cx="4884267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칸 제목 띠"/>
            <p:cNvSpPr/>
            <p:nvPr/>
          </p:nvSpPr>
          <p:spPr>
            <a:xfrm>
              <a:off x="1600199" y="2011680"/>
              <a:ext cx="451850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FFFFFF"/>
                  </a:solidFill>
                </a:rPr>
                <a:t>알기 전</a:t>
              </a:r>
            </a:p>
          </p:txBody>
        </p:sp>
        <p:sp>
          <p:nvSpPr>
            <p:cNvPr id="9" name="칸 내용"/>
            <p:cNvSpPr txBox="1"/>
            <p:nvPr/>
          </p:nvSpPr>
          <p:spPr>
            <a:xfrm>
              <a:off x="1691639" y="2788920"/>
              <a:ext cx="433562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0" name="오른쪽 칸"/>
          <p:cNvGrpSpPr/>
          <p:nvPr/>
        </p:nvGrpSpPr>
        <p:grpSpPr>
          <a:xfrm>
            <a:off x="6667347" y="1828800"/>
            <a:ext cx="4884267" cy="3566160"/>
            <a:chOff x="6667347" y="1828800"/>
            <a:chExt cx="4884267" cy="3566160"/>
          </a:xfrm>
        </p:grpSpPr>
        <p:sp>
          <p:nvSpPr>
            <p:cNvPr id="11" name="칸 바탕"/>
            <p:cNvSpPr/>
            <p:nvPr/>
          </p:nvSpPr>
          <p:spPr>
            <a:xfrm>
              <a:off x="6667347" y="1828800"/>
              <a:ext cx="4884267" cy="3566160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  <a:ln w="9525">
              <a:solidFill>
                <a:schemeClr val="accent5">
                  <a:alpha val="80000"/>
                </a:schemeClr>
              </a:solidFill>
            </a:ln>
            <a:effectLst>
              <a:outerShdw blurRad="177800" dist="38100" dir="5400000" algn="t" rotWithShape="0">
                <a:schemeClr val="tx2">
                  <a:alpha val="9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칸 제목 띠"/>
            <p:cNvSpPr/>
            <p:nvPr/>
          </p:nvSpPr>
          <p:spPr>
            <a:xfrm>
              <a:off x="6850227" y="2011680"/>
              <a:ext cx="451850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알고 난 후</a:t>
              </a:r>
            </a:p>
          </p:txBody>
        </p:sp>
        <p:sp>
          <p:nvSpPr>
            <p:cNvPr id="13" name="칸 내용"/>
            <p:cNvSpPr txBox="1"/>
            <p:nvPr/>
          </p:nvSpPr>
          <p:spPr>
            <a:xfrm>
              <a:off x="6941667" y="2788920"/>
              <a:ext cx="433562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COBALT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C40F28-EDC0-4A15-8286-4F731035499E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차트"/>
          <p:cNvGraphicFramePr>
            <a:graphicFrameLocks noGrp="1"/>
          </p:cNvGraphicFramePr>
          <p:nvPr/>
        </p:nvGraphicFramePr>
        <p:xfrm>
          <a:off x="1417319" y="1828800"/>
          <a:ext cx="702533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차트 안내"/>
          <p:cNvSpPr txBox="1"/>
          <p:nvPr/>
        </p:nvSpPr>
        <p:spPr>
          <a:xfrm>
            <a:off x="871697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COBALT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CB8BC6-FF51-4705-8E97-94302A43ABF7}" type="slidenum">
              <a:rPr lang="en-US"/>
              <a:t>‹#›</a:t>
            </a:fld>
            <a:endParaRPr lang="en-US"/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1417319" y="1828800"/>
          <a:ext cx="1013429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533573"/>
                <a:gridCol w="2533573"/>
                <a:gridCol w="2533573"/>
                <a:gridCol w="253357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차시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주제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시간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FFFFFF"/>
                          </a:solidFill>
                        </a:rPr>
                        <a:t>준비물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30" sz="quarter"/>
          </p:nvPr>
        </p:nvSpPr>
        <p:spPr/>
        <p:txBody>
          <a:bodyPr/>
          <a:lstStyle/>
          <a:p>
            <a:r>
              <a:rPr lang="ko-KR"/>
              <a:t>COBALT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5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160A310-5269-40CD-851E-681CF4EA194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ko-KR"/>
              <a:t>COBALT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COBALT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교육·강의 발표 템플릿">
  <a:themeElements>
    <a:clrScheme name="교육·강의 발표 템플릿">
      <a:dk1>
        <a:srgbClr val="373D48"/>
      </a:dk1>
      <a:lt1>
        <a:srgbClr val="FDFDFB"/>
      </a:lt1>
      <a:dk2>
        <a:srgbClr val="14264F"/>
      </a:dk2>
      <a:lt2>
        <a:srgbClr val="F9F7F0"/>
      </a:lt2>
      <a:accent1>
        <a:srgbClr val="2848A8"/>
      </a:accent1>
      <a:accent2>
        <a:srgbClr val="D9A441"/>
      </a:accent2>
      <a:accent3>
        <a:srgbClr val="707A8F"/>
      </a:accent3>
      <a:accent4>
        <a:srgbClr val="CFD4E2"/>
      </a:accent4>
      <a:accent5>
        <a:srgbClr val="CDAA5D"/>
      </a:accent5>
      <a:accent6>
        <a:srgbClr val="E7C990"/>
      </a:accent6>
      <a:hlink>
        <a:srgbClr val="14264F"/>
      </a:hlink>
      <a:folHlink>
        <a:srgbClr val="707A8F"/>
      </a:folHlink>
    </a:clrScheme>
    <a:fontScheme name="교육·강의 발표 템플릿">
      <a:majorFont>
        <a:latin typeface="Palatino Linotype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>교육·강의 발표 자료</dc:subject>
  <dc:creator>반딧불이의 곳간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