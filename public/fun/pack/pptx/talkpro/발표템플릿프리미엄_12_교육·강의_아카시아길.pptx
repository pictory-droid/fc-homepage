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18196A9-8C3E-49EA-AD28-A01CAEFD0452}">
          <p14:sldIdLst>
            <p14:sldId id="256"/>
          </p14:sldIdLst>
        </p14:section>
        <p14:section name="본문" id="{095B06D0-57B1-43B0-8491-4D8E8483CD11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C1AE4F4A-A688-42C0-97BF-8419B3DF3C1D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92C3E33-B611-430C-8319-96E62A6E7EF4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Block Arc 3"/>
            <p:cNvSpPr/>
            <p:nvPr/>
          </p:nvSpPr>
          <p:spPr>
            <a:xfrm>
              <a:off x="571500" y="6240780"/>
              <a:ext cx="320040" cy="3200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Block Arc 5"/>
            <p:cNvSpPr/>
            <p:nvPr/>
          </p:nvSpPr>
          <p:spPr>
            <a:xfrm>
              <a:off x="11300155" y="6240780"/>
              <a:ext cx="320040" cy="3200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F24F4A5-C6B8-41B9-BCAF-6A3366135FF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Block Arc 3"/>
            <p:cNvSpPr/>
            <p:nvPr/>
          </p:nvSpPr>
          <p:spPr>
            <a:xfrm>
              <a:off x="571500" y="6240780"/>
              <a:ext cx="320040" cy="3200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Block Arc 5"/>
            <p:cNvSpPr/>
            <p:nvPr/>
          </p:nvSpPr>
          <p:spPr>
            <a:xfrm>
              <a:off x="11300155" y="6240780"/>
              <a:ext cx="320040" cy="3200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F205AC4-41F0-4FFF-93A4-672E9F6064A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Block Arc 5"/>
            <p:cNvSpPr/>
            <p:nvPr/>
          </p:nvSpPr>
          <p:spPr>
            <a:xfrm>
              <a:off x="5821527" y="5212080"/>
              <a:ext cx="548640" cy="5486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아카시아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어려운 말은 빼고 설명드립니다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E5372-24D1-4882-BED6-54A9F983AEBF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1168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914400" y="306324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914400" y="41148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 txBox="1"/>
            <p:nvPr/>
          </p:nvSpPr>
          <p:spPr>
            <a:xfrm>
              <a:off x="914400" y="5166359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361CA-EFD2-45B6-A02F-6F3F6DB8EA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FCEB-828B-43BF-913C-50A590CF3FE8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32DDD-E98D-4188-BA23-F52BC62BEEBE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알기 전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알고 난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E6AA8-B29B-4C07-986A-BD5BBA0F00E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E480D-44C1-4C01-81B3-5DBB0881458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BF9A6-CBF1-4767-9108-E48F054D2D3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아카시아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2B2724"/>
      </a:dk1>
      <a:lt1>
        <a:srgbClr val="FFFFFF"/>
      </a:lt1>
      <a:dk2>
        <a:srgbClr val="3A6448"/>
      </a:dk2>
      <a:lt2>
        <a:srgbClr val="F2F9E4"/>
      </a:lt2>
      <a:accent1>
        <a:srgbClr val="B7D873"/>
      </a:accent1>
      <a:accent2>
        <a:srgbClr val="957CC5"/>
      </a:accent2>
      <a:accent3>
        <a:srgbClr val="434E2C"/>
      </a:accent3>
      <a:accent4>
        <a:srgbClr val="E5F4C7"/>
      </a:accent4>
      <a:accent5>
        <a:srgbClr val="A3E0BA"/>
      </a:accent5>
      <a:accent6>
        <a:srgbClr val="E6D0BC"/>
      </a:accent6>
      <a:hlink>
        <a:srgbClr val="3A6448"/>
      </a:hlink>
      <a:folHlink>
        <a:srgbClr val="434E2C"/>
      </a:folHlink>
    </a:clrScheme>
    <a:fontScheme name="교육·강의 발표 템플릿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