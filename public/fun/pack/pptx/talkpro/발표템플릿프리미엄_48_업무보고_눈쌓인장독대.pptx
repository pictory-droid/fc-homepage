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3674450-57FF-4D22-B55E-5F2DE3251684}">
          <p14:sldIdLst>
            <p14:sldId id="256"/>
          </p14:sldIdLst>
        </p14:section>
        <p14:section name="본문" id="{2D213BFD-A1CF-47A8-A1BA-6F8BBF2C719C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B9E80E86-1D07-45FC-8407-099A30B8A7A3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F8439D8E-2AA2-4353-9EF0-2F0CF276BA80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BC78F4AE-534F-4C67-AA41-663946040A6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2045210D-E3F2-4878-B9AE-04A68343F60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Donut 6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새해 첫 주간 업무 보고입니다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41906-64A7-4738-BCE7-0F72E1FCBD19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7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sp>
          <p:nvSpPr>
            <p:cNvPr id="15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6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7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9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sp>
          <p:nvSpPr>
            <p:cNvPr id="20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1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2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4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sp>
          <p:nvSpPr>
            <p:cNvPr id="25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5EDA0-98C8-46E4-8F70-E8B2B98E37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C6B69-76FF-499E-B70F-FBE45EFCEF4E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5CE6-C5E1-454D-8FB8-8DA6DA079100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7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계획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실적</a:t>
              </a:r>
            </a:p>
          </p:txBody>
        </p:sp>
        <p:sp>
          <p:nvSpPr>
            <p:cNvPr id="13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4D6F-FA8E-41A1-A339-66C2D31B5D32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1B51-5AC7-40D6-960B-9A58829B0A0E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DFA9-EB1A-4AEE-9912-8ABEDD03715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2B2724"/>
      </a:dk1>
      <a:lt1>
        <a:srgbClr val="FFFFFF"/>
      </a:lt1>
      <a:dk2>
        <a:srgbClr val="563A64"/>
      </a:dk2>
      <a:lt2>
        <a:srgbClr val="EBEFF7"/>
      </a:lt2>
      <a:accent1>
        <a:srgbClr val="89A0CC"/>
      </a:accent1>
      <a:accent2>
        <a:srgbClr val="BDAD8F"/>
      </a:accent2>
      <a:accent3>
        <a:srgbClr val="2C374E"/>
      </a:accent3>
      <a:accent4>
        <a:srgbClr val="CED9EE"/>
      </a:accent4>
      <a:accent5>
        <a:srgbClr val="CEA3E0"/>
      </a:accent5>
      <a:accent6>
        <a:srgbClr val="BCE6DD"/>
      </a:accent6>
      <a:hlink>
        <a:srgbClr val="563A64"/>
      </a:hlink>
      <a:folHlink>
        <a:srgbClr val="2C374E"/>
      </a:folHlink>
    </a:clrScheme>
    <a:fontScheme name="업무 보고 발표 템플릿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