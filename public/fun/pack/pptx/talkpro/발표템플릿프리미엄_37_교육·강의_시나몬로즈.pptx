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B4B7F10-FE72-4D35-8EE2-6A8A105B3D1C}">
          <p14:sldIdLst>
            <p14:sldId id="256"/>
          </p14:sldIdLst>
        </p14:section>
        <p14:section name="본문" id="{3D30532F-D32D-4EEC-BEB4-DAFE455E49B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E33528B-B7B3-475A-B551-3634BDB961D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CE66415-1CF0-4404-8D91-071D125F03DF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03366F-DFDF-4FEB-B9AE-365B6738E00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213E407-1EF9-4194-B278-52122AD6F72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실습 먼저, 설명은 나중에 하겠습니다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46AF-2551-4C5C-9B37-5DAA725AEA2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1551-C7F4-4007-8027-F4A36381495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CEDB-3D55-431A-9233-AFCDD8C8BDD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8771-8164-4658-AB8F-794E3F59C948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F9B5-BD1C-439B-93CC-64C9E0A84AD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8CE9-62BD-48D4-B803-73F4A4E0165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158D6-A22E-4BEC-92A2-856DCB4695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