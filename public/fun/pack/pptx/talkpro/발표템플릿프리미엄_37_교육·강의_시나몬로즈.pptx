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220300F-0085-44F3-AD0F-FA20240F221D}">
          <p14:sldIdLst>
            <p14:sldId id="256"/>
          </p14:sldIdLst>
        </p14:section>
        <p14:section name="본문" id="{A08E4211-0ACD-47F3-B2A5-D96C96FE1608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D775BF98-35BA-4B58-81A3-667F7727BF12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B4C8444-A2F9-4000-B483-6FE2CAE13BB4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1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5BD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44AC986F-9D24-4FB2-8EF7-AAE6A95A173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6E4623A-60CE-4A64-BBF9-6D9DA58088A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실습 먼저, 설명은 나중에 하겠습니다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725F53-E3A1-471A-9F0F-9555CB02995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88036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393192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731520" y="4983479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44758-0969-44C8-AD8F-5FCF4519326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12B0-2167-45A4-A5F2-18788EE54F8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F9511-0520-4C42-9884-FF6526EF9300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알기 전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옆 선"/>
            <p:cNvSpPr/>
            <p:nvPr/>
          </p:nvSpPr>
          <p:spPr>
            <a:xfrm>
              <a:off x="627872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C7683-4120-4F16-8B6B-A909B37F2CE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3B46D-C062-49E6-B056-A00DE95A3BA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330A6-FFED-4E6F-AF10-8FCFA436870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483B37"/>
      </a:dk1>
      <a:lt1>
        <a:srgbClr val="FEFBFA"/>
      </a:lt1>
      <a:dk2>
        <a:srgbClr val="4A281F"/>
      </a:dk2>
      <a:lt2>
        <a:srgbClr val="FAF2EE"/>
      </a:lt2>
      <a:accent1>
        <a:srgbClr val="A9604E"/>
      </a:accent1>
      <a:accent2>
        <a:srgbClr val="CFA08C"/>
      </a:accent2>
      <a:accent3>
        <a:srgbClr val="76615B"/>
      </a:accent3>
      <a:accent4>
        <a:srgbClr val="EAD5CE"/>
      </a:accent4>
      <a:accent5>
        <a:srgbClr val="BF9072"/>
      </a:accent5>
      <a:accent6>
        <a:srgbClr val="E2C5B8"/>
      </a:accent6>
      <a:hlink>
        <a:srgbClr val="4A281F"/>
      </a:hlink>
      <a:folHlink>
        <a:srgbClr val="76615B"/>
      </a:folHlink>
    </a:clrScheme>
    <a:fontScheme name="교육·강의 발표 템플릿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