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0C96D6D-415F-4ED2-BF95-423CD39FAD4D}">
          <p14:sldIdLst>
            <p14:sldId id="256"/>
          </p14:sldIdLst>
        </p14:section>
        <p14:section name="본문" id="{F631C8FE-D8E2-416A-97FE-1C259B345D1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1ABDF03-A4FD-43B5-83A3-1E14904A8387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66D31C5-5558-44BE-9961-2D002F20C7F1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08FB7B0-CB87-446F-905B-6C2B67FC217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2A81C33-398D-4C6F-B98F-EE465E24B8D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분기에 시작할 안입니다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06478-5CA2-4386-898F-D5BC792C5D2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FC53-19F7-4B62-8BD4-AB6AB2052E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2995-DC6D-4B56-9AEA-18732433E5B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485D-8E26-41BB-AE91-648316061C0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9EEE-DE9A-4F3B-A525-F44EBCE4507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B80C-9D47-46BD-A2DF-04E67829691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296D-848A-4F86-928B-2AB9E34C0E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사업 제안 발표 템플릿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