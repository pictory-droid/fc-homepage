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6970523-6F16-438B-901C-38F296BA2C1F}">
          <p14:sldIdLst>
            <p14:sldId id="256"/>
          </p14:sldIdLst>
        </p14:section>
        <p14:section name="본문" id="{FE934119-2E16-40FF-87BB-7DB900B384C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10AF85D-CAB3-40F0-AF38-D491969E65B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8EF2BBDA-7CE8-4DD1-8972-5F1A050BE3F7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3B060FC-EE47-439E-B534-D393190FF03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CC8108E-264A-48B6-91D1-85F74FE1C74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날이니 중간에 쉬는 시간을 두겠습니다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6BAD2-49FD-4EE0-842F-918BF74CF2F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730-07C9-4995-A67D-E522FEDFDE6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6B2B2-ED4A-4FFC-A298-6FD54652307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594A9-16BF-499A-96A6-59939ADA6379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6B1-6511-4B08-B7EF-B7962B79E40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4A83B-AF82-4D6C-8F30-459770D24E6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B35AF-3CBC-4599-A596-466823A1909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3A4A64"/>
      </a:dk2>
      <a:lt2>
        <a:srgbClr val="DEEDF9"/>
      </a:lt2>
      <a:accent1>
        <a:srgbClr val="7EB3E2"/>
      </a:accent1>
      <a:accent2>
        <a:srgbClr val="8689CF"/>
      </a:accent2>
      <a:accent3>
        <a:srgbClr val="2C3E4E"/>
      </a:accent3>
      <a:accent4>
        <a:srgbClr val="C5E0F7"/>
      </a:accent4>
      <a:accent5>
        <a:srgbClr val="C2A3E0"/>
      </a:accent5>
      <a:accent6>
        <a:srgbClr val="BCE6D5"/>
      </a:accent6>
      <a:hlink>
        <a:srgbClr val="3A4A64"/>
      </a:hlink>
      <a:folHlink>
        <a:srgbClr val="2C3E4E"/>
      </a:folHlink>
    </a:clrScheme>
    <a:fontScheme name="교육·강의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