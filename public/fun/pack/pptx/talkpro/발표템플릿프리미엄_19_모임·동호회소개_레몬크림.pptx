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B90FA4C-77E4-43BE-9226-9A54701B5E9D}">
          <p14:sldIdLst>
            <p14:sldId id="256"/>
          </p14:sldIdLst>
        </p14:section>
        <p14:section name="본문" id="{57D944A8-2C26-4D23-B741-343375435FF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33106BA-60B7-41F6-895D-37A98E9A081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D98C2CA-935F-445E-9ABB-8991517C89C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566954E0-22E9-46FA-81BC-7B2AABF86CF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B6F09A9-5599-43B2-BE7D-CCBAFF70269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달에 한 번, 이렇게 모입니다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30ED4-FC8F-4440-B5F9-4424A7FD59D6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914400"/>
            <a:chOff x="1417319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1417319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45919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91639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1" name="줄 제목"/>
            <p:cNvSpPr txBox="1"/>
            <p:nvPr/>
          </p:nvSpPr>
          <p:spPr>
            <a:xfrm>
              <a:off x="24231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52578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3" name="줄 내용"/>
            <p:cNvSpPr txBox="1"/>
            <p:nvPr/>
          </p:nvSpPr>
          <p:spPr>
            <a:xfrm>
              <a:off x="544068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4" name="줄 2"/>
          <p:cNvGrpSpPr/>
          <p:nvPr/>
        </p:nvGrpSpPr>
        <p:grpSpPr>
          <a:xfrm>
            <a:off x="1417319" y="2880360"/>
            <a:ext cx="10134295" cy="914400"/>
            <a:chOff x="1417319" y="2880360"/>
            <a:chExt cx="10134295" cy="914400"/>
          </a:xfrm>
        </p:grpSpPr>
        <p:sp>
          <p:nvSpPr>
            <p:cNvPr id="15" name="줄 바탕">
              <a:hlinkClick action="ppaction://hlinksldjump" r:id="rId4"/>
            </p:cNvPr>
            <p:cNvSpPr/>
            <p:nvPr/>
          </p:nvSpPr>
          <p:spPr>
            <a:xfrm>
              <a:off x="1417319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1417319" y="288036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1645919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1691639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9" name="줄 제목"/>
            <p:cNvSpPr txBox="1"/>
            <p:nvPr/>
          </p:nvSpPr>
          <p:spPr>
            <a:xfrm>
              <a:off x="24231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2578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1" name="줄 내용"/>
            <p:cNvSpPr txBox="1"/>
            <p:nvPr/>
          </p:nvSpPr>
          <p:spPr>
            <a:xfrm>
              <a:off x="544068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2" name="줄 3"/>
          <p:cNvGrpSpPr/>
          <p:nvPr/>
        </p:nvGrpSpPr>
        <p:grpSpPr>
          <a:xfrm>
            <a:off x="1417319" y="3931920"/>
            <a:ext cx="10134295" cy="914400"/>
            <a:chOff x="1417319" y="3931920"/>
            <a:chExt cx="10134295" cy="914400"/>
          </a:xfrm>
        </p:grpSpPr>
        <p:sp>
          <p:nvSpPr>
            <p:cNvPr id="23" name="줄 바탕">
              <a:hlinkClick action="ppaction://hlinksldjump" r:id="rId5"/>
            </p:cNvPr>
            <p:cNvSpPr/>
            <p:nvPr/>
          </p:nvSpPr>
          <p:spPr>
            <a:xfrm>
              <a:off x="1417319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1417319" y="393192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1645919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1691639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7" name="줄 제목"/>
            <p:cNvSpPr txBox="1"/>
            <p:nvPr/>
          </p:nvSpPr>
          <p:spPr>
            <a:xfrm>
              <a:off x="24231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52578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줄 내용"/>
            <p:cNvSpPr txBox="1"/>
            <p:nvPr/>
          </p:nvSpPr>
          <p:spPr>
            <a:xfrm>
              <a:off x="544068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30" name="줄 4"/>
          <p:cNvGrpSpPr/>
          <p:nvPr/>
        </p:nvGrpSpPr>
        <p:grpSpPr>
          <a:xfrm>
            <a:off x="1417319" y="4983479"/>
            <a:ext cx="10134295" cy="914400"/>
            <a:chOff x="1417319" y="4983479"/>
            <a:chExt cx="10134295" cy="914400"/>
          </a:xfrm>
        </p:grpSpPr>
        <p:sp>
          <p:nvSpPr>
            <p:cNvPr id="31" name="줄 바탕">
              <a:hlinkClick action="ppaction://hlinksldjump" r:id="rId6"/>
            </p:cNvPr>
            <p:cNvSpPr/>
            <p:nvPr/>
          </p:nvSpPr>
          <p:spPr>
            <a:xfrm>
              <a:off x="1417319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윗선"/>
            <p:cNvSpPr/>
            <p:nvPr/>
          </p:nvSpPr>
          <p:spPr>
            <a:xfrm>
              <a:off x="1417319" y="4983479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번호 4"/>
            <p:cNvSpPr txBox="1"/>
            <p:nvPr/>
          </p:nvSpPr>
          <p:spPr>
            <a:xfrm>
              <a:off x="1645919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No.04</a:t>
              </a:r>
            </a:p>
          </p:txBody>
        </p:sp>
        <p:cxnSp>
          <p:nvCxnSpPr>
            <p:cNvPr id="34" name="번호 밑줄"/>
            <p:cNvCxnSpPr/>
            <p:nvPr/>
          </p:nvCxnSpPr>
          <p:spPr>
            <a:xfrm>
              <a:off x="1691639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5" name="줄 제목"/>
            <p:cNvSpPr txBox="1"/>
            <p:nvPr/>
          </p:nvSpPr>
          <p:spPr>
            <a:xfrm>
              <a:off x="24231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36" name="구분선"/>
            <p:cNvCxnSpPr/>
            <p:nvPr/>
          </p:nvCxnSpPr>
          <p:spPr>
            <a:xfrm>
              <a:off x="52578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7" name="줄 내용"/>
            <p:cNvSpPr txBox="1"/>
            <p:nvPr/>
          </p:nvSpPr>
          <p:spPr>
            <a:xfrm>
              <a:off x="544068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515DF-912D-425D-BAB0-257B688432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A64C-1C02-4B8C-99AE-ED66622044CF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474720"/>
            <a:chOff x="1417319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160019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1645919" y="2468880"/>
              <a:ext cx="457201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160019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886858" y="1828800"/>
            <a:ext cx="3195218" cy="3474720"/>
            <a:chOff x="4886858" y="1828800"/>
            <a:chExt cx="3195218" cy="3474720"/>
          </a:xfrm>
        </p:grpSpPr>
        <p:sp>
          <p:nvSpPr>
            <p:cNvPr id="15" name="카드 바탕"/>
            <p:cNvSpPr/>
            <p:nvPr/>
          </p:nvSpPr>
          <p:spPr>
            <a:xfrm>
              <a:off x="488685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488685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506973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511545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506973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8356396" y="1828800"/>
            <a:ext cx="3195218" cy="3474720"/>
            <a:chOff x="8356396" y="1828800"/>
            <a:chExt cx="3195218" cy="3474720"/>
          </a:xfrm>
        </p:grpSpPr>
        <p:sp>
          <p:nvSpPr>
            <p:cNvPr id="23" name="카드 바탕"/>
            <p:cNvSpPr/>
            <p:nvPr/>
          </p:nvSpPr>
          <p:spPr>
            <a:xfrm>
              <a:off x="835639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835639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853927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858499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853927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FC99E-F529-4F24-8209-7C6049EDBD5C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1417319" y="1828800"/>
            <a:ext cx="4884267" cy="3566160"/>
            <a:chOff x="1417319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1417319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160019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691639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667347" y="1828800"/>
            <a:ext cx="4884267" cy="3566160"/>
            <a:chOff x="666734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666734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윗선"/>
            <p:cNvSpPr/>
            <p:nvPr/>
          </p:nvSpPr>
          <p:spPr>
            <a:xfrm>
              <a:off x="6667347" y="1828800"/>
              <a:ext cx="488426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85022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94166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28FBF-5194-4645-8DFB-11B6CDE6F6C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71697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1953-83BB-4858-8194-318DF356CE56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3A75A-32FC-473A-9FCA-2B5BD759A66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모임·동호회 소개 발표 템플릿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