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FBEE984B-0349-4EEF-BC3E-0E00A7AA31E7}">
          <p14:sldIdLst>
            <p14:sldId id="256"/>
          </p14:sldIdLst>
        </p14:section>
        <p14:section name="본문" id="{B4444854-CBA5-40FF-9F39-0747D8FFCF5B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84225F11-BFC7-440E-9936-396DFE1D0F84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ltVert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7607625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7223577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10771357" y="5330952"/>
            <a:ext cx="585216" cy="58521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ltVert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6236AE51-1615-4ECB-A860-20E5183FE458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6E5E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FCDC4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7607625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7223577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>
              <a:alpha val="100000"/>
            </a:schemeClr>
          </a:solidFill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10771357" y="5330952"/>
            <a:ext cx="585216" cy="585216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ltVert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54FBEA29-F30C-42E2-A033-A756907F885E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1417319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7889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4160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5532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1417319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7889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4160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5532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ltVert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CBB8B2F2-781B-4FA5-A23F-131DA15A11BF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LEMON  ·  PRESENTATION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정해진 날마다 이렇게 모입니다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모임·동호회 소개 · 발표자 이름</a:t>
            </a:r>
          </a:p>
          <a:p>
            <a:r>
              <a:rPr lang="ko-KR"/>
              <a:t>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LEMON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3CD48F-B367-4646-BEE6-B45CE8F8689B}" type="slidenum">
              <a:rPr lang="en-US"/>
              <a:t>‹#›</a:t>
            </a:fld>
            <a:endParaRPr lang="en-US"/>
          </a:p>
        </p:txBody>
      </p:sp>
      <p:grpSp>
        <p:nvGrpSpPr>
          <p:cNvPr id="6" name="줄 1"/>
          <p:cNvGrpSpPr/>
          <p:nvPr/>
        </p:nvGrpSpPr>
        <p:grpSpPr>
          <a:xfrm>
            <a:off x="1417319" y="1828800"/>
            <a:ext cx="10134295" cy="914400"/>
            <a:chOff x="1417319" y="1828800"/>
            <a:chExt cx="10134295" cy="914400"/>
          </a:xfrm>
        </p:grpSpPr>
        <p:sp>
          <p:nvSpPr>
            <p:cNvPr id="7" name="줄 바탕">
              <a:hlinkClick action="ppaction://hlinksldjump" r:id="rId3"/>
            </p:cNvPr>
            <p:cNvSpPr/>
            <p:nvPr/>
          </p:nvSpPr>
          <p:spPr>
            <a:xfrm>
              <a:off x="1417319" y="1828800"/>
              <a:ext cx="1013429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윗선"/>
            <p:cNvSpPr/>
            <p:nvPr/>
          </p:nvSpPr>
          <p:spPr>
            <a:xfrm>
              <a:off x="1417319" y="1828800"/>
              <a:ext cx="1013429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번호 1"/>
            <p:cNvSpPr txBox="1"/>
            <p:nvPr/>
          </p:nvSpPr>
          <p:spPr>
            <a:xfrm>
              <a:off x="1645919" y="2103120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No.01</a:t>
              </a:r>
            </a:p>
          </p:txBody>
        </p:sp>
        <p:cxnSp>
          <p:nvCxnSpPr>
            <p:cNvPr id="10" name="번호 밑줄"/>
            <p:cNvCxnSpPr/>
            <p:nvPr/>
          </p:nvCxnSpPr>
          <p:spPr>
            <a:xfrm>
              <a:off x="1691639" y="244144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1" name="줄 제목"/>
            <p:cNvSpPr txBox="1"/>
            <p:nvPr/>
          </p:nvSpPr>
          <p:spPr>
            <a:xfrm>
              <a:off x="24231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우리 모임 소개</a:t>
              </a:r>
            </a:p>
          </p:txBody>
        </p:sp>
        <p:cxnSp>
          <p:nvCxnSpPr>
            <p:cNvPr id="12" name="구분선"/>
            <p:cNvCxnSpPr/>
            <p:nvPr/>
          </p:nvCxnSpPr>
          <p:spPr>
            <a:xfrm>
              <a:off x="52578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3" name="줄 내용"/>
            <p:cNvSpPr txBox="1"/>
            <p:nvPr/>
          </p:nvSpPr>
          <p:spPr>
            <a:xfrm>
              <a:off x="5440680" y="1874519"/>
              <a:ext cx="583661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4" name="줄 2"/>
          <p:cNvGrpSpPr/>
          <p:nvPr/>
        </p:nvGrpSpPr>
        <p:grpSpPr>
          <a:xfrm>
            <a:off x="1417319" y="2880360"/>
            <a:ext cx="10134295" cy="914400"/>
            <a:chOff x="1417319" y="2880360"/>
            <a:chExt cx="10134295" cy="914400"/>
          </a:xfrm>
        </p:grpSpPr>
        <p:sp>
          <p:nvSpPr>
            <p:cNvPr id="15" name="줄 바탕">
              <a:hlinkClick action="ppaction://hlinksldjump" r:id="rId4"/>
            </p:cNvPr>
            <p:cNvSpPr/>
            <p:nvPr/>
          </p:nvSpPr>
          <p:spPr>
            <a:xfrm>
              <a:off x="1417319" y="2880360"/>
              <a:ext cx="1013429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윗선"/>
            <p:cNvSpPr/>
            <p:nvPr/>
          </p:nvSpPr>
          <p:spPr>
            <a:xfrm>
              <a:off x="1417319" y="2880360"/>
              <a:ext cx="1013429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번호 2"/>
            <p:cNvSpPr txBox="1"/>
            <p:nvPr/>
          </p:nvSpPr>
          <p:spPr>
            <a:xfrm>
              <a:off x="1645919" y="3154679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No.02</a:t>
              </a:r>
            </a:p>
          </p:txBody>
        </p:sp>
        <p:cxnSp>
          <p:nvCxnSpPr>
            <p:cNvPr id="18" name="번호 밑줄"/>
            <p:cNvCxnSpPr/>
            <p:nvPr/>
          </p:nvCxnSpPr>
          <p:spPr>
            <a:xfrm>
              <a:off x="1691639" y="349300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9" name="줄 제목"/>
            <p:cNvSpPr txBox="1"/>
            <p:nvPr/>
          </p:nvSpPr>
          <p:spPr>
            <a:xfrm>
              <a:off x="24231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활동 이야기</a:t>
              </a:r>
            </a:p>
          </p:txBody>
        </p:sp>
        <p:cxnSp>
          <p:nvCxnSpPr>
            <p:cNvPr id="20" name="구분선"/>
            <p:cNvCxnSpPr/>
            <p:nvPr/>
          </p:nvCxnSpPr>
          <p:spPr>
            <a:xfrm>
              <a:off x="52578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1" name="줄 내용"/>
            <p:cNvSpPr txBox="1"/>
            <p:nvPr/>
          </p:nvSpPr>
          <p:spPr>
            <a:xfrm>
              <a:off x="5440680" y="2926079"/>
              <a:ext cx="583661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2" name="줄 3"/>
          <p:cNvGrpSpPr/>
          <p:nvPr/>
        </p:nvGrpSpPr>
        <p:grpSpPr>
          <a:xfrm>
            <a:off x="1417319" y="3931920"/>
            <a:ext cx="10134295" cy="914400"/>
            <a:chOff x="1417319" y="3931920"/>
            <a:chExt cx="10134295" cy="914400"/>
          </a:xfrm>
        </p:grpSpPr>
        <p:sp>
          <p:nvSpPr>
            <p:cNvPr id="23" name="줄 바탕">
              <a:hlinkClick action="ppaction://hlinksldjump" r:id="rId5"/>
            </p:cNvPr>
            <p:cNvSpPr/>
            <p:nvPr/>
          </p:nvSpPr>
          <p:spPr>
            <a:xfrm>
              <a:off x="1417319" y="3931920"/>
              <a:ext cx="1013429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윗선"/>
            <p:cNvSpPr/>
            <p:nvPr/>
          </p:nvSpPr>
          <p:spPr>
            <a:xfrm>
              <a:off x="1417319" y="3931920"/>
              <a:ext cx="1013429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3"/>
            <p:cNvSpPr txBox="1"/>
            <p:nvPr/>
          </p:nvSpPr>
          <p:spPr>
            <a:xfrm>
              <a:off x="1645919" y="4206240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No.03</a:t>
              </a:r>
            </a:p>
          </p:txBody>
        </p:sp>
        <p:cxnSp>
          <p:nvCxnSpPr>
            <p:cNvPr id="26" name="번호 밑줄"/>
            <p:cNvCxnSpPr/>
            <p:nvPr/>
          </p:nvCxnSpPr>
          <p:spPr>
            <a:xfrm>
              <a:off x="1691639" y="454456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7" name="줄 제목"/>
            <p:cNvSpPr txBox="1"/>
            <p:nvPr/>
          </p:nvSpPr>
          <p:spPr>
            <a:xfrm>
              <a:off x="24231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함께하는 사람들</a:t>
              </a:r>
            </a:p>
          </p:txBody>
        </p:sp>
        <p:cxnSp>
          <p:nvCxnSpPr>
            <p:cNvPr id="28" name="구분선"/>
            <p:cNvCxnSpPr/>
            <p:nvPr/>
          </p:nvCxnSpPr>
          <p:spPr>
            <a:xfrm>
              <a:off x="52578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9" name="줄 내용"/>
            <p:cNvSpPr txBox="1"/>
            <p:nvPr/>
          </p:nvSpPr>
          <p:spPr>
            <a:xfrm>
              <a:off x="5440680" y="3977639"/>
              <a:ext cx="583661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30" name="줄 4"/>
          <p:cNvGrpSpPr/>
          <p:nvPr/>
        </p:nvGrpSpPr>
        <p:grpSpPr>
          <a:xfrm>
            <a:off x="1417319" y="4983479"/>
            <a:ext cx="10134295" cy="914400"/>
            <a:chOff x="1417319" y="4983479"/>
            <a:chExt cx="10134295" cy="914400"/>
          </a:xfrm>
        </p:grpSpPr>
        <p:sp>
          <p:nvSpPr>
            <p:cNvPr id="31" name="줄 바탕">
              <a:hlinkClick action="ppaction://hlinksldjump" r:id="rId6"/>
            </p:cNvPr>
            <p:cNvSpPr/>
            <p:nvPr/>
          </p:nvSpPr>
          <p:spPr>
            <a:xfrm>
              <a:off x="1417319" y="4983479"/>
              <a:ext cx="1013429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윗선"/>
            <p:cNvSpPr/>
            <p:nvPr/>
          </p:nvSpPr>
          <p:spPr>
            <a:xfrm>
              <a:off x="1417319" y="4983479"/>
              <a:ext cx="1013429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번호 4"/>
            <p:cNvSpPr txBox="1"/>
            <p:nvPr/>
          </p:nvSpPr>
          <p:spPr>
            <a:xfrm>
              <a:off x="1645919" y="5257799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No.04</a:t>
              </a:r>
            </a:p>
          </p:txBody>
        </p:sp>
        <p:cxnSp>
          <p:nvCxnSpPr>
            <p:cNvPr id="34" name="번호 밑줄"/>
            <p:cNvCxnSpPr/>
            <p:nvPr/>
          </p:nvCxnSpPr>
          <p:spPr>
            <a:xfrm>
              <a:off x="1691639" y="5596127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35" name="줄 제목"/>
            <p:cNvSpPr txBox="1"/>
            <p:nvPr/>
          </p:nvSpPr>
          <p:spPr>
            <a:xfrm>
              <a:off x="24231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참여 방법</a:t>
              </a:r>
            </a:p>
          </p:txBody>
        </p:sp>
        <p:cxnSp>
          <p:nvCxnSpPr>
            <p:cNvPr id="36" name="구분선"/>
            <p:cNvCxnSpPr/>
            <p:nvPr/>
          </p:nvCxnSpPr>
          <p:spPr>
            <a:xfrm>
              <a:off x="52578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7" name="줄 내용"/>
            <p:cNvSpPr txBox="1"/>
            <p:nvPr/>
          </p:nvSpPr>
          <p:spPr>
            <a:xfrm>
              <a:off x="5440680" y="5029199"/>
              <a:ext cx="583661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LEMON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71836D-9673-4DFB-89BE-A607B184529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LEMON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366DD-0DF4-406C-96D6-FA00DACD5C17}" type="slidenum">
              <a:rPr lang="en-US"/>
              <a:t>‹#›</a:t>
            </a:fld>
            <a:endParaRPr lang="en-US"/>
          </a:p>
        </p:txBody>
      </p:sp>
      <p:grpSp>
        <p:nvGrpSpPr>
          <p:cNvPr id="6" name="카드 1"/>
          <p:cNvGrpSpPr/>
          <p:nvPr/>
        </p:nvGrpSpPr>
        <p:grpSpPr>
          <a:xfrm>
            <a:off x="1417319" y="1828800"/>
            <a:ext cx="3195218" cy="3474720"/>
            <a:chOff x="1417319" y="1828800"/>
            <a:chExt cx="3195218" cy="3474720"/>
          </a:xfrm>
        </p:grpSpPr>
        <p:sp>
          <p:nvSpPr>
            <p:cNvPr id="7" name="카드 바탕"/>
            <p:cNvSpPr/>
            <p:nvPr/>
          </p:nvSpPr>
          <p:spPr>
            <a:xfrm>
              <a:off x="1417319" y="1828800"/>
              <a:ext cx="319521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윗선"/>
            <p:cNvSpPr/>
            <p:nvPr/>
          </p:nvSpPr>
          <p:spPr>
            <a:xfrm>
              <a:off x="1417319" y="1828800"/>
              <a:ext cx="319521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번호 1"/>
            <p:cNvSpPr txBox="1"/>
            <p:nvPr/>
          </p:nvSpPr>
          <p:spPr>
            <a:xfrm>
              <a:off x="1600199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No.01</a:t>
              </a:r>
            </a:p>
          </p:txBody>
        </p:sp>
        <p:cxnSp>
          <p:nvCxnSpPr>
            <p:cNvPr id="10" name="번호 밑줄"/>
            <p:cNvCxnSpPr/>
            <p:nvPr/>
          </p:nvCxnSpPr>
          <p:spPr>
            <a:xfrm>
              <a:off x="1645919" y="2468880"/>
              <a:ext cx="457201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1" name="카드 제목"/>
            <p:cNvSpPr txBox="1"/>
            <p:nvPr/>
          </p:nvSpPr>
          <p:spPr>
            <a:xfrm>
              <a:off x="1600199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모임의 취지</a:t>
              </a:r>
            </a:p>
          </p:txBody>
        </p:sp>
        <p:cxnSp>
          <p:nvCxnSpPr>
            <p:cNvPr id="12" name="구분선"/>
            <p:cNvCxnSpPr/>
            <p:nvPr/>
          </p:nvCxnSpPr>
          <p:spPr>
            <a:xfrm>
              <a:off x="1645919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3" name="카드 내용"/>
            <p:cNvSpPr txBox="1"/>
            <p:nvPr/>
          </p:nvSpPr>
          <p:spPr>
            <a:xfrm>
              <a:off x="1600199" y="3456432"/>
              <a:ext cx="282945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4" name="카드 2"/>
          <p:cNvGrpSpPr/>
          <p:nvPr/>
        </p:nvGrpSpPr>
        <p:grpSpPr>
          <a:xfrm>
            <a:off x="4886858" y="1828800"/>
            <a:ext cx="3195218" cy="3474720"/>
            <a:chOff x="4886858" y="1828800"/>
            <a:chExt cx="3195218" cy="3474720"/>
          </a:xfrm>
        </p:grpSpPr>
        <p:sp>
          <p:nvSpPr>
            <p:cNvPr id="15" name="카드 바탕"/>
            <p:cNvSpPr/>
            <p:nvPr/>
          </p:nvSpPr>
          <p:spPr>
            <a:xfrm>
              <a:off x="4886858" y="1828800"/>
              <a:ext cx="319521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윗선"/>
            <p:cNvSpPr/>
            <p:nvPr/>
          </p:nvSpPr>
          <p:spPr>
            <a:xfrm>
              <a:off x="4886858" y="1828800"/>
              <a:ext cx="319521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번호 2"/>
            <p:cNvSpPr txBox="1"/>
            <p:nvPr/>
          </p:nvSpPr>
          <p:spPr>
            <a:xfrm>
              <a:off x="5069738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No.02</a:t>
              </a:r>
            </a:p>
          </p:txBody>
        </p:sp>
        <p:cxnSp>
          <p:nvCxnSpPr>
            <p:cNvPr id="18" name="번호 밑줄"/>
            <p:cNvCxnSpPr/>
            <p:nvPr/>
          </p:nvCxnSpPr>
          <p:spPr>
            <a:xfrm>
              <a:off x="5115458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9" name="카드 제목"/>
            <p:cNvSpPr txBox="1"/>
            <p:nvPr/>
          </p:nvSpPr>
          <p:spPr>
            <a:xfrm>
              <a:off x="5069738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활동 내용</a:t>
              </a:r>
            </a:p>
          </p:txBody>
        </p:sp>
        <p:cxnSp>
          <p:nvCxnSpPr>
            <p:cNvPr id="20" name="구분선"/>
            <p:cNvCxnSpPr/>
            <p:nvPr/>
          </p:nvCxnSpPr>
          <p:spPr>
            <a:xfrm>
              <a:off x="5115458" y="3364991"/>
              <a:ext cx="273801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1" name="카드 내용"/>
            <p:cNvSpPr txBox="1"/>
            <p:nvPr/>
          </p:nvSpPr>
          <p:spPr>
            <a:xfrm>
              <a:off x="5069738" y="3456432"/>
              <a:ext cx="282945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22" name="카드 3"/>
          <p:cNvGrpSpPr/>
          <p:nvPr/>
        </p:nvGrpSpPr>
        <p:grpSpPr>
          <a:xfrm>
            <a:off x="8356396" y="1828800"/>
            <a:ext cx="3195218" cy="3474720"/>
            <a:chOff x="8356396" y="1828800"/>
            <a:chExt cx="3195218" cy="3474720"/>
          </a:xfrm>
        </p:grpSpPr>
        <p:sp>
          <p:nvSpPr>
            <p:cNvPr id="23" name="카드 바탕"/>
            <p:cNvSpPr/>
            <p:nvPr/>
          </p:nvSpPr>
          <p:spPr>
            <a:xfrm>
              <a:off x="8356396" y="1828800"/>
              <a:ext cx="319521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윗선"/>
            <p:cNvSpPr/>
            <p:nvPr/>
          </p:nvSpPr>
          <p:spPr>
            <a:xfrm>
              <a:off x="8356396" y="1828800"/>
              <a:ext cx="319521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3"/>
            <p:cNvSpPr txBox="1"/>
            <p:nvPr/>
          </p:nvSpPr>
          <p:spPr>
            <a:xfrm>
              <a:off x="8539276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No.03</a:t>
              </a:r>
            </a:p>
          </p:txBody>
        </p:sp>
        <p:cxnSp>
          <p:nvCxnSpPr>
            <p:cNvPr id="26" name="번호 밑줄"/>
            <p:cNvCxnSpPr/>
            <p:nvPr/>
          </p:nvCxnSpPr>
          <p:spPr>
            <a:xfrm>
              <a:off x="8584996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7" name="카드 제목"/>
            <p:cNvSpPr txBox="1"/>
            <p:nvPr/>
          </p:nvSpPr>
          <p:spPr>
            <a:xfrm>
              <a:off x="8539276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참여 혜택</a:t>
              </a:r>
            </a:p>
          </p:txBody>
        </p:sp>
        <p:cxnSp>
          <p:nvCxnSpPr>
            <p:cNvPr id="28" name="구분선"/>
            <p:cNvCxnSpPr/>
            <p:nvPr/>
          </p:nvCxnSpPr>
          <p:spPr>
            <a:xfrm>
              <a:off x="8584996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9" name="카드 내용"/>
            <p:cNvSpPr txBox="1"/>
            <p:nvPr/>
          </p:nvSpPr>
          <p:spPr>
            <a:xfrm>
              <a:off x="8539276" y="3456432"/>
              <a:ext cx="282945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LEMON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76092-E63A-431D-8D8E-450ACDAC831D}" type="slidenum">
              <a:rPr lang="en-US"/>
              <a:t>‹#›</a:t>
            </a:fld>
            <a:endParaRPr lang="en-US"/>
          </a:p>
        </p:txBody>
      </p:sp>
      <p:grpSp>
        <p:nvGrpSpPr>
          <p:cNvPr id="6" name="왼쪽 칸"/>
          <p:cNvGrpSpPr/>
          <p:nvPr/>
        </p:nvGrpSpPr>
        <p:grpSpPr>
          <a:xfrm>
            <a:off x="1417319" y="1828800"/>
            <a:ext cx="4884267" cy="3566160"/>
            <a:chOff x="1417319" y="1828800"/>
            <a:chExt cx="4884267" cy="3566160"/>
          </a:xfrm>
        </p:grpSpPr>
        <p:sp>
          <p:nvSpPr>
            <p:cNvPr id="7" name="칸 바탕"/>
            <p:cNvSpPr/>
            <p:nvPr/>
          </p:nvSpPr>
          <p:spPr>
            <a:xfrm>
              <a:off x="1417319" y="1828800"/>
              <a:ext cx="488426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윗선"/>
            <p:cNvSpPr/>
            <p:nvPr/>
          </p:nvSpPr>
          <p:spPr>
            <a:xfrm>
              <a:off x="1417319" y="1828800"/>
              <a:ext cx="4884267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칸 제목 띠"/>
            <p:cNvSpPr/>
            <p:nvPr/>
          </p:nvSpPr>
          <p:spPr>
            <a:xfrm>
              <a:off x="1600199" y="2011680"/>
              <a:ext cx="451850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처음</a:t>
              </a:r>
            </a:p>
          </p:txBody>
        </p:sp>
        <p:sp>
          <p:nvSpPr>
            <p:cNvPr id="10" name="칸 내용"/>
            <p:cNvSpPr txBox="1"/>
            <p:nvPr/>
          </p:nvSpPr>
          <p:spPr>
            <a:xfrm>
              <a:off x="1691639" y="2788920"/>
              <a:ext cx="433562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오른쪽 칸"/>
          <p:cNvGrpSpPr/>
          <p:nvPr/>
        </p:nvGrpSpPr>
        <p:grpSpPr>
          <a:xfrm>
            <a:off x="6667347" y="1828800"/>
            <a:ext cx="4884267" cy="3566160"/>
            <a:chOff x="6667347" y="1828800"/>
            <a:chExt cx="4884267" cy="3566160"/>
          </a:xfrm>
        </p:grpSpPr>
        <p:sp>
          <p:nvSpPr>
            <p:cNvPr id="12" name="칸 바탕"/>
            <p:cNvSpPr/>
            <p:nvPr/>
          </p:nvSpPr>
          <p:spPr>
            <a:xfrm>
              <a:off x="6667347" y="1828800"/>
              <a:ext cx="488426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윗선"/>
            <p:cNvSpPr/>
            <p:nvPr/>
          </p:nvSpPr>
          <p:spPr>
            <a:xfrm>
              <a:off x="6667347" y="1828800"/>
              <a:ext cx="4884267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칸 제목 띠"/>
            <p:cNvSpPr/>
            <p:nvPr/>
          </p:nvSpPr>
          <p:spPr>
            <a:xfrm>
              <a:off x="6850227" y="2011680"/>
              <a:ext cx="451850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지금</a:t>
              </a:r>
            </a:p>
          </p:txBody>
        </p:sp>
        <p:sp>
          <p:nvSpPr>
            <p:cNvPr id="15" name="칸 내용"/>
            <p:cNvSpPr txBox="1"/>
            <p:nvPr/>
          </p:nvSpPr>
          <p:spPr>
            <a:xfrm>
              <a:off x="6941667" y="2788920"/>
              <a:ext cx="433562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LEMON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62BD4C-8E0F-44C0-B16A-A39004C72990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차트"/>
          <p:cNvGraphicFramePr>
            <a:graphicFrameLocks noGrp="1"/>
          </p:cNvGraphicFramePr>
          <p:nvPr/>
        </p:nvGraphicFramePr>
        <p:xfrm>
          <a:off x="1417319" y="1828800"/>
          <a:ext cx="702533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차트 안내"/>
          <p:cNvSpPr txBox="1"/>
          <p:nvPr/>
        </p:nvSpPr>
        <p:spPr>
          <a:xfrm>
            <a:off x="871697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wipe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LEMON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43FAD4-7509-4E06-80D7-D1BBC3C4A937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1417319" y="1828800"/>
          <a:ext cx="1013429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533573"/>
                <a:gridCol w="2533573"/>
                <a:gridCol w="2533573"/>
                <a:gridCol w="253357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날짜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활동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장소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참석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ipe dir="r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LEMON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A2EEFD-A27F-4F32-9AA8-A8703687725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LEMON  ·  PRESENTATION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모임·동호회 소개 발표 템플릿">
  <a:themeElements>
    <a:clrScheme name="모임·동호회 소개 발표 템플릿">
      <a:dk1>
        <a:srgbClr val="484437"/>
      </a:dk1>
      <a:lt1>
        <a:srgbClr val="FFFEF9"/>
      </a:lt1>
      <a:dk2>
        <a:srgbClr val="4A3C0F"/>
      </a:dk2>
      <a:lt2>
        <a:srgbClr val="FFFBEA"/>
      </a:lt2>
      <a:accent1>
        <a:srgbClr val="E3B21E"/>
      </a:accent1>
      <a:accent2>
        <a:srgbClr val="7C9A6B"/>
      </a:accent2>
      <a:accent3>
        <a:srgbClr val="8D8772"/>
      </a:accent3>
      <a:accent4>
        <a:srgbClr val="F9ECC1"/>
      </a:accent4>
      <a:accent5>
        <a:srgbClr val="D2AE4E"/>
      </a:accent5>
      <a:accent6>
        <a:srgbClr val="B7C6A4"/>
      </a:accent6>
      <a:hlink>
        <a:srgbClr val="4A3C0F"/>
      </a:hlink>
      <a:folHlink>
        <a:srgbClr val="8D8772"/>
      </a:folHlink>
    </a:clrScheme>
    <a:fontScheme name="모임·동호회 소개 발표 템플릿">
      <a:majorFont>
        <a:latin typeface="Constanti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모임·동호회 소개 발표 템플릿</dc:title>
  <dc:subject>모임·동호회 소개 발표 자료</dc:subject>
  <dc:creator>반딧불이의 곳간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