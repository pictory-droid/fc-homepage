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26CF1C4-712F-4BFA-A5ED-CA8B3C493F3E}">
          <p14:sldIdLst>
            <p14:sldId id="256"/>
          </p14:sldIdLst>
        </p14:section>
        <p14:section name="본문" id="{7DE4B269-9C0C-42F2-B574-5F372E154CF3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4468DA91-9B7A-41D0-85F7-8BA624C925E3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8EB9450A-B762-430D-8ACA-E6180EA36587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BDFD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AC1B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AD1F4D16-82E9-47F3-9247-3C575B44861C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F92BA41-FBCB-4489-9C8C-23F1E5483EE0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SNOW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SNOW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새해 첫 모임에 오신 분들 환영합니다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모임·동호회 소개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39BE9-1134-4326-8387-C6CB6107C219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05740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우리 모임 소개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10896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이야기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1605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함께하는 사람들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1005840" y="5212079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방법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87FAA7-829A-4FBF-8C5A-E7DD302C884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E61CB-2877-49B1-B1B5-33F2F813C9C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모임의 취지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내용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혜택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9BC2F-191D-4F35-A834-40A164B0F64D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처음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D520D2-209A-4C22-8430-1C8B6564B47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40702-5E69-41DE-889C-DAB3E3B6A911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31163-329E-4632-A46D-5F6B392C025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SNOW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SNOW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모임·동호회 소개 발표 템플릿">
  <a:themeElements>
    <a:clrScheme name="모임·동호회 소개 발표 템플릿">
      <a:dk1>
        <a:srgbClr val="374842"/>
      </a:dk1>
      <a:lt1>
        <a:srgbClr val="FCFDFC"/>
      </a:lt1>
      <a:dk2>
        <a:srgbClr val="17342A"/>
      </a:dk2>
      <a:lt2>
        <a:srgbClr val="F4F7F5"/>
      </a:lt2>
      <a:accent1>
        <a:srgbClr val="2F5D4A"/>
      </a:accent1>
      <a:accent2>
        <a:srgbClr val="A9BFB4"/>
      </a:accent2>
      <a:accent3>
        <a:srgbClr val="5A6C65"/>
      </a:accent3>
      <a:accent4>
        <a:srgbClr val="CDD8D3"/>
      </a:accent4>
      <a:accent5>
        <a:srgbClr val="B3B9A8"/>
      </a:accent5>
      <a:accent6>
        <a:srgbClr val="CBD8D1"/>
      </a:accent6>
      <a:hlink>
        <a:srgbClr val="17342A"/>
      </a:hlink>
      <a:folHlink>
        <a:srgbClr val="5A6C65"/>
      </a:folHlink>
    </a:clrScheme>
    <a:fontScheme name="모임·동호회 소개 발표 템플릿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>모임·동호회 소개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