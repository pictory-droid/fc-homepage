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E9F1993-6F36-4017-86B9-75701D7655B6}">
          <p14:sldIdLst>
            <p14:sldId id="256"/>
          </p14:sldIdLst>
        </p14:section>
        <p14:section name="본문" id="{508CDE7E-214E-4005-BAB0-0CAA8AF4BB0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66F8ED5-B402-46F7-BF38-6206B2CCF05F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864A8C2-1502-4568-BC51-BAC59D83C7C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F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C1B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692345E-3A32-4A1E-A6DA-BADB8B1180B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285D6BE-1E15-4212-B6C2-9BEA9FAE10C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 모임에 오신 분들 환영합니다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5659-A10F-4E00-9A9F-555E4A79EE0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4F88-6A10-428E-836F-28F9894228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71CFC-F503-4102-AAEC-AF33C059CD3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4F0A-1A5A-4297-9828-C8A26A9A4F7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처음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3CFA-857E-4AF0-9A66-491245278C7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4BD85-D8B1-4A42-9A72-495AAE7DDEC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2F930-DFF3-455E-ADB5-5F50B32C48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374842"/>
      </a:dk1>
      <a:lt1>
        <a:srgbClr val="FCFDFC"/>
      </a:lt1>
      <a:dk2>
        <a:srgbClr val="17342A"/>
      </a:dk2>
      <a:lt2>
        <a:srgbClr val="F4F7F5"/>
      </a:lt2>
      <a:accent1>
        <a:srgbClr val="2F5D4A"/>
      </a:accent1>
      <a:accent2>
        <a:srgbClr val="A9BFB4"/>
      </a:accent2>
      <a:accent3>
        <a:srgbClr val="5A6C65"/>
      </a:accent3>
      <a:accent4>
        <a:srgbClr val="CDD8D3"/>
      </a:accent4>
      <a:accent5>
        <a:srgbClr val="B3B9A8"/>
      </a:accent5>
      <a:accent6>
        <a:srgbClr val="CBD8D1"/>
      </a:accent6>
      <a:hlink>
        <a:srgbClr val="17342A"/>
      </a:hlink>
      <a:folHlink>
        <a:srgbClr val="5A6C65"/>
      </a:folHlink>
    </a:clrScheme>
    <a:fontScheme name="모임·동호회 소개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