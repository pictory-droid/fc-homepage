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D24F176-D033-48B6-B39B-0B6036B81D9C}">
          <p14:sldIdLst>
            <p14:sldId id="256"/>
          </p14:sldIdLst>
        </p14:section>
        <p14:section name="본문" id="{40F35680-8D98-4E66-B488-4EC6E2564ED4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A5CA9493-A092-4EB2-B28C-5764222B6A22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950098" y="3268065"/>
            <a:ext cx="877824" cy="321868"/>
            <a:chOff x="3950098" y="326806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3950098" y="3268065"/>
              <a:ext cx="877824" cy="321868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BD64092-CD9F-4CC9-92EF-CD1246DFB429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176711" y="843991"/>
            <a:ext cx="384048" cy="140817"/>
            <a:chOff x="11176711" y="843991"/>
            <a:chExt cx="384048" cy="140817"/>
          </a:xfrm>
        </p:grpSpPr>
        <p:sp>
          <p:nvSpPr>
            <p:cNvPr id="5" name="Wave 4"/>
            <p:cNvSpPr/>
            <p:nvPr/>
          </p:nvSpPr>
          <p:spPr>
            <a:xfrm>
              <a:off x="11176711" y="8439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950098" y="3268065"/>
            <a:ext cx="877824" cy="321868"/>
            <a:chOff x="3950098" y="326806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3950098" y="3268065"/>
              <a:ext cx="877824" cy="321868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514B295-2B3C-4E45-85C3-566B5E886FA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176711" y="843991"/>
            <a:ext cx="384048" cy="140817"/>
            <a:chOff x="11176711" y="843991"/>
            <a:chExt cx="384048" cy="140817"/>
          </a:xfrm>
        </p:grpSpPr>
        <p:sp>
          <p:nvSpPr>
            <p:cNvPr id="5" name="Wave 4"/>
            <p:cNvSpPr/>
            <p:nvPr/>
          </p:nvSpPr>
          <p:spPr>
            <a:xfrm>
              <a:off x="11176711" y="8439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6AD2CEB-B3BC-4100-AFEF-41786AB5AC1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7" name="Wave 6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수국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봄에 세운 목표를 지금 기준으로 다시 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C829-8BE9-4156-A845-33EA8F0E858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1168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88036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14400" y="306324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393192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914400" y="41148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749808" y="4983479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 txBox="1"/>
            <p:nvPr/>
          </p:nvSpPr>
          <p:spPr>
            <a:xfrm>
              <a:off x="914400" y="5166359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4773-9A0C-4D1C-A71F-203E3F8FC9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FC61-693B-4BA4-8613-2F65191FA4D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96E0D-69F2-43BB-8C66-9750169996C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올해 초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위쪽 띠"/>
            <p:cNvSpPr/>
            <p:nvPr/>
          </p:nvSpPr>
          <p:spPr>
            <a:xfrm>
              <a:off x="6297015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올해 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8CF6-0405-4E18-9197-C129129A7CF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A7160-C947-4032-B73C-0CC862CD58B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373E-FC7A-424B-97CC-CF8FC1EEE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수국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2B2724"/>
      </a:dk1>
      <a:lt1>
        <a:srgbClr val="FFFFFF"/>
      </a:lt1>
      <a:dk2>
        <a:srgbClr val="3E3A64"/>
      </a:dk2>
      <a:lt2>
        <a:srgbClr val="E5DEF9"/>
      </a:lt2>
      <a:accent1>
        <a:srgbClr val="977EE2"/>
      </a:accent1>
      <a:accent2>
        <a:srgbClr val="8699CF"/>
      </a:accent2>
      <a:accent3>
        <a:srgbClr val="352C4E"/>
      </a:accent3>
      <a:accent4>
        <a:srgbClr val="D1C5F7"/>
      </a:accent4>
      <a:accent5>
        <a:srgbClr val="E0A3CF"/>
      </a:accent5>
      <a:accent6>
        <a:srgbClr val="BCD6E6"/>
      </a:accent6>
      <a:hlink>
        <a:srgbClr val="3E3A64"/>
      </a:hlink>
      <a:folHlink>
        <a:srgbClr val="352C4E"/>
      </a:folHlink>
    </a:clrScheme>
    <a:fontScheme name="연말 결산·회고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