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8BA160B-BA6C-4B29-8A9D-733BB4D363C6}">
          <p14:sldIdLst>
            <p14:sldId id="256"/>
          </p14:sldIdLst>
        </p14:section>
        <p14:section name="본문" id="{20CDDB1F-1705-4C31-B976-683EB1071B5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9C4FEFD-735D-4AA8-A769-B0E18E2B486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2DC08F3-6411-4C98-B96B-5F47DD7BD27F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7265822" y="350131"/>
            <a:ext cx="4708245" cy="5958032"/>
            <a:chOff x="7265822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7265822" y="35013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726582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726582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726582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726582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7265822" y="4111515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726582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726582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791733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791733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791733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791733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7917332" y="373537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791733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7917332" y="5239930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856884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8568842" y="1102407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856884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8568842" y="2606961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856884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856884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856884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856884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9220352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922035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9220352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922035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922035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9220352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922035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987186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9871862" y="1102407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9871862" y="1854684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9871862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9871862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987186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9871862" y="4863792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987186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10523372" y="726269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10523372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10523372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10523372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10523372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10523372" y="4487653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10523372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11174882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11174882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11174882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11174882" y="260696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11174882" y="3359238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11174882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11174882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11174882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061CEB3-1D7D-47A5-B43C-6B4E442E473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F40EEE8-8E98-4CC0-972F-B0A19D5A6B6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하반기 계획과 진행률입니다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24A9B-0E25-477D-9C2C-ACC4B5FA92E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AC41-7D37-4544-AFF6-1D458DB561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B126-3523-4BAA-AE54-418DA187AB9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C456-B9C5-42FC-95D2-B23A562D4A2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61641-4892-43E7-9DA1-068B85AD206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67AA1-A487-49CE-B8D8-FB2D02EF05E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5130-0BA0-4E29-9118-B5CE994837E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업무 보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