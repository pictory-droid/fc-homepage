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E370346-780A-4B00-BC3E-409F040E83FA}">
          <p14:sldIdLst>
            <p14:sldId id="256"/>
          </p14:sldIdLst>
        </p14:section>
        <p14:section name="본문" id="{1509D110-6D6D-44A2-B7FC-54EF5646BB38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9DB66663-2D70-451A-ABED-C4760755A279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0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3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tx2">
                <a:alpha val="25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tx2">
                <a:alpha val="33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tx2">
                <a:alpha val="56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tx2">
                <a:alpha val="8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tx2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5308F7D-A4D8-4195-A8C9-ECE53CB0F667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A3F4021-D925-414D-A06C-6E630370475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E7752777-FB9F-4A15-AD15-488D9E05B39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앞으로의 계획과 진행률입니다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BEBC55-358E-4CA6-BF5E-A0F5E1C1B2A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88036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393192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731520" y="4983479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5124E-A579-4867-884D-736278614CC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2F2BD6-BB9F-4249-8D64-6B6AABE116C4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5D92D-5854-46A2-89AC-EF8A0F0CE166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계획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옆 선"/>
            <p:cNvSpPr/>
            <p:nvPr/>
          </p:nvSpPr>
          <p:spPr>
            <a:xfrm>
              <a:off x="627872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B0B93-E6FB-4863-AAE5-4B5E08CA210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41AF07-FD9C-4FD6-B3A9-2169C87A792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C7D4CE-E9BE-4568-822E-BAA4C8A69F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484737"/>
      </a:dk1>
      <a:lt1>
        <a:srgbClr val="FCFBF9"/>
      </a:lt1>
      <a:dk2>
        <a:srgbClr val="302F14"/>
      </a:dk2>
      <a:lt2>
        <a:srgbClr val="F5F2E8"/>
      </a:lt2>
      <a:accent1>
        <a:srgbClr val="6D6A2E"/>
      </a:accent1>
      <a:accent2>
        <a:srgbClr val="B38B4D"/>
      </a:accent2>
      <a:accent3>
        <a:srgbClr val="727160"/>
      </a:accent3>
      <a:accent4>
        <a:srgbClr val="DAD7C3"/>
      </a:accent4>
      <a:accent5>
        <a:srgbClr val="B68F52"/>
      </a:accent5>
      <a:accent6>
        <a:srgbClr val="D1B993"/>
      </a:accent6>
      <a:hlink>
        <a:srgbClr val="302F14"/>
      </a:hlink>
      <a:folHlink>
        <a:srgbClr val="727160"/>
      </a:folHlink>
    </a:clrScheme>
    <a:fontScheme name="업무 보고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