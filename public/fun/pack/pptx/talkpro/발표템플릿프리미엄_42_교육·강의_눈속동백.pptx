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C863C52-1F6D-48F3-B7C9-5E10CC5D3F84}">
          <p14:sldIdLst>
            <p14:sldId id="256"/>
          </p14:sldIdLst>
        </p14:section>
        <p14:section name="본문" id="{BD828A0C-B114-4E5E-BE76-576DE59CDD1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7C13BEBD-1860-4182-B97B-9CDDCF249588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91624C0-92BA-4A91-94BD-A69790FB76C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1CD4F4D3-6C9E-4FFC-956F-A44483AC919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E26C511-D757-4EC0-AB51-784BB94E2E5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7" name="Hexagon 6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번 들으면 써먹을 수 있게 구성했습니다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99E7C-EF8D-4B47-AFFC-0D0E5246CB77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7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2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5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0A60-4271-40C4-9A76-3A2B0367E7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21B1-5948-49A9-9A75-247D078A97D3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3AD3-E7EE-4262-94C4-80EC0B8CAE44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3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1432-A520-47EF-A631-8D80B7C39A5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12650-16ED-4094-9B51-01A8505048E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5B9B7-D6C6-4C87-B65D-B1E26698392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