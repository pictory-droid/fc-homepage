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C2509DF-CDDD-4B71-BA4B-8DF031750D58}">
          <p14:sldIdLst>
            <p14:sldId id="256"/>
          </p14:sldIdLst>
        </p14:section>
        <p14:section name="본문" id="{31BDC764-A15F-4A70-85B2-4E0F2EDE1986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78AEA9E3-0053-40C8-9FAF-9776C5EE269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3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A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485E2338-344A-4DED-803D-EAFC2E875A9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9F70F243-5E19-4B2A-ADC2-FA3662E748C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85353C82-1B72-458A-B3CE-2C1B3AA4149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시작은 작게, 규모는 단계별로 말씀드립니다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B8AC-7404-4D4B-9155-D75046239E50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 txBox="1"/>
            <p:nvPr/>
          </p:nvSpPr>
          <p:spPr>
            <a:xfrm>
              <a:off x="96012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C80B-9387-4293-875E-58E6D6C52A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4BEE1-7BC5-479D-9634-374ABC9BDCA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8788-4DA1-42B1-918D-9F90DB0B72ED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FD86-68A5-4F8F-997B-F5525234991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D01A-BF8A-490A-8012-B61CA090BFF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FBBF2-C994-411E-BFBD-7B28128540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374048"/>
      </a:dk1>
      <a:lt1>
        <a:srgbClr val="FCFDFE"/>
      </a:lt1>
      <a:dk2>
        <a:srgbClr val="0F2F4A"/>
      </a:dk2>
      <a:lt2>
        <a:srgbClr val="F4F8FA"/>
      </a:lt2>
      <a:accent1>
        <a:srgbClr val="1F5C86"/>
      </a:accent1>
      <a:accent2>
        <a:srgbClr val="5BA3C4"/>
      </a:accent2>
      <a:accent3>
        <a:srgbClr val="72818D"/>
      </a:accent3>
      <a:accent4>
        <a:srgbClr val="C9D9E3"/>
      </a:accent4>
      <a:accent5>
        <a:srgbClr val="B7C4CE"/>
      </a:accent5>
      <a:accent6>
        <a:srgbClr val="A0C9DC"/>
      </a:accent6>
      <a:hlink>
        <a:srgbClr val="0F2F4A"/>
      </a:hlink>
      <a:folHlink>
        <a:srgbClr val="72818D"/>
      </a:folHlink>
    </a:clrScheme>
    <a:fontScheme name="사업 제안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