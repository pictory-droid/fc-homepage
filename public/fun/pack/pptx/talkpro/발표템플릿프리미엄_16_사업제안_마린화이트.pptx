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8F95C9A-CA46-41C6-ADC4-A91F87B385FB}">
          <p14:sldIdLst>
            <p14:sldId id="256"/>
          </p14:sldIdLst>
        </p14:section>
        <p14:section name="본문" id="{BE9D0DDB-FF8E-4C63-B20B-ACC780A2CEE0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EEC1D257-393C-41DD-8969-CCD02BF5B99E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3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A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82D4944F-86B5-4A96-9E98-74ECAD9F560A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87F97794-57F5-412C-87EC-9A8934A26447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B3788E4D-AFB5-4EDC-B8F9-5D428058190C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시작은 작게, 규모는 단계별로 말씀드립니다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70514-3B6F-4042-B8F7-9D49A781ABF1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 txBox="1"/>
            <p:nvPr/>
          </p:nvSpPr>
          <p:spPr>
            <a:xfrm>
              <a:off x="960120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5E17-1829-4B7D-9103-97FA4895C5A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855CA-8F8C-444F-8195-D5FFABBA9BD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0CDD8-8ECD-4530-8792-C210D0A3FE92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현재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제안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93932-2DC0-4A71-934A-F996A631D35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7A4E2-123B-4D8D-9917-2AAB0049182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F7CAD-A2DB-4074-8107-23F39B3B0D5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374048"/>
      </a:dk1>
      <a:lt1>
        <a:srgbClr val="FCFDFE"/>
      </a:lt1>
      <a:dk2>
        <a:srgbClr val="0F2F4A"/>
      </a:dk2>
      <a:lt2>
        <a:srgbClr val="F4F8FA"/>
      </a:lt2>
      <a:accent1>
        <a:srgbClr val="1F5C86"/>
      </a:accent1>
      <a:accent2>
        <a:srgbClr val="5BA3C4"/>
      </a:accent2>
      <a:accent3>
        <a:srgbClr val="72818D"/>
      </a:accent3>
      <a:accent4>
        <a:srgbClr val="C9D9E3"/>
      </a:accent4>
      <a:accent5>
        <a:srgbClr val="B7C4CE"/>
      </a:accent5>
      <a:accent6>
        <a:srgbClr val="A0C9DC"/>
      </a:accent6>
      <a:hlink>
        <a:srgbClr val="0F2F4A"/>
      </a:hlink>
      <a:folHlink>
        <a:srgbClr val="72818D"/>
      </a:folHlink>
    </a:clrScheme>
    <a:fontScheme name="사업 제안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