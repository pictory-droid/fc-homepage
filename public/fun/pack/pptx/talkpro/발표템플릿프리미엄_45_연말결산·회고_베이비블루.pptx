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BE39D7C-108F-4D84-A2C3-3AD8261A6A03}">
          <p14:sldIdLst>
            <p14:sldId id="256"/>
          </p14:sldIdLst>
        </p14:section>
        <p14:section name="본문" id="{38618FC8-7220-4A3F-9C95-968066F523D4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C8955DC4-D71B-4D8B-A20C-0213FE4AEA73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219456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57860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425196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5029200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320040" y="457200"/>
            <a:ext cx="3794760" cy="3291840"/>
            <a:chOff x="320040" y="457200"/>
            <a:chExt cx="3794760" cy="3291840"/>
          </a:xfrm>
        </p:grpSpPr>
        <p:sp>
          <p:nvSpPr>
            <p:cNvPr id="3" name="알약 1"/>
            <p:cNvSpPr/>
            <p:nvPr/>
          </p:nvSpPr>
          <p:spPr>
            <a:xfrm>
              <a:off x="365760" y="457200"/>
              <a:ext cx="3657600" cy="1371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1188720" y="1645920"/>
              <a:ext cx="2926080" cy="118872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320040" y="1965960"/>
              <a:ext cx="1005840" cy="100584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3108960" y="2834640"/>
              <a:ext cx="914400" cy="914400"/>
            </a:xfrm>
            <a:prstGeom prst="ellipse">
              <a:avLst/>
            </a:prstGeom>
            <a:noFill/>
            <a:ln w="254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3177539" y="937259"/>
              <a:ext cx="411480" cy="411480"/>
              <a:chOff x="3177539" y="937259"/>
              <a:chExt cx="411480" cy="41148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3177539" y="937259"/>
                <a:ext cx="411480" cy="41148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  <p:sp>
        <p:nvSpPr>
          <p:cNvPr id="9" name="작은 알약"/>
          <p:cNvSpPr/>
          <p:nvPr/>
        </p:nvSpPr>
        <p:spPr>
          <a:xfrm>
            <a:off x="7985455" y="6035040"/>
            <a:ext cx="2011680" cy="2377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2AC96917-706C-4725-B096-6A9E95F52311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219456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57860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425196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D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5029200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8BE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320040" y="457200"/>
            <a:ext cx="3794760" cy="3291840"/>
            <a:chOff x="320040" y="457200"/>
            <a:chExt cx="3794760" cy="3291840"/>
          </a:xfrm>
        </p:grpSpPr>
        <p:sp>
          <p:nvSpPr>
            <p:cNvPr id="3" name="알약 1"/>
            <p:cNvSpPr/>
            <p:nvPr/>
          </p:nvSpPr>
          <p:spPr>
            <a:xfrm>
              <a:off x="365760" y="457200"/>
              <a:ext cx="3657600" cy="1371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1188720" y="1645920"/>
              <a:ext cx="2926080" cy="118872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320040" y="1965960"/>
              <a:ext cx="1005840" cy="100584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3108960" y="2834640"/>
              <a:ext cx="914400" cy="914400"/>
            </a:xfrm>
            <a:prstGeom prst="ellipse">
              <a:avLst/>
            </a:prstGeom>
            <a:noFill/>
            <a:ln w="2540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3177539" y="937259"/>
              <a:ext cx="411480" cy="411480"/>
              <a:chOff x="3177539" y="937259"/>
              <a:chExt cx="411480" cy="41148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3177539" y="937259"/>
                <a:ext cx="411480" cy="41148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  <p:sp>
        <p:nvSpPr>
          <p:cNvPr id="9" name="작은 알약"/>
          <p:cNvSpPr/>
          <p:nvPr/>
        </p:nvSpPr>
        <p:spPr>
          <a:xfrm>
            <a:off x="7985455" y="6035040"/>
            <a:ext cx="2011680" cy="2377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85A6A46E-9895-4395-B53A-74C731D38E71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FFFA6BC2-E025-47B3-BC2E-7C02F799C65C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한 해 숫자를 모아 보니 이렇습니다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연말 결산·회고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D3FDE-08F9-4ED3-9C0B-92F9BEFDA723}" type="slidenum">
              <a:rPr lang="en-US"/>
              <a:t>‹#›</a:t>
            </a:fld>
            <a:endParaRPr lang="en-US"/>
          </a:p>
        </p:txBody>
      </p:sp>
      <p:grpSp>
        <p:nvGrpSpPr>
          <p:cNvPr id="6" name="줄 1"/>
          <p:cNvGrpSpPr/>
          <p:nvPr/>
        </p:nvGrpSpPr>
        <p:grpSpPr>
          <a:xfrm>
            <a:off x="640080" y="1828800"/>
            <a:ext cx="10134295" cy="914400"/>
            <a:chOff x="640080" y="1828800"/>
            <a:chExt cx="10134295" cy="914400"/>
          </a:xfrm>
        </p:grpSpPr>
        <p:sp>
          <p:nvSpPr>
            <p:cNvPr id="7" name="줄 바탕">
              <a:hlinkClick action="ppaction://hlinksldjump" r:id="rId3"/>
            </p:cNvPr>
            <p:cNvSpPr/>
            <p:nvPr/>
          </p:nvSpPr>
          <p:spPr>
            <a:xfrm>
              <a:off x="640080" y="182880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640080" y="1828800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/>
            <p:nvPr/>
          </p:nvSpPr>
          <p:spPr>
            <a:xfrm>
              <a:off x="914400" y="205740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10" name="줄 제목"/>
            <p:cNvSpPr txBox="1"/>
            <p:nvPr/>
          </p:nvSpPr>
          <p:spPr>
            <a:xfrm>
              <a:off x="164592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올해의 한 줄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4480560" y="199339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2" name="줄 내용"/>
            <p:cNvSpPr txBox="1"/>
            <p:nvPr/>
          </p:nvSpPr>
          <p:spPr>
            <a:xfrm>
              <a:off x="4663440" y="187451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3" name="줄 2"/>
          <p:cNvGrpSpPr/>
          <p:nvPr/>
        </p:nvGrpSpPr>
        <p:grpSpPr>
          <a:xfrm>
            <a:off x="640080" y="2880360"/>
            <a:ext cx="10134295" cy="914400"/>
            <a:chOff x="640080" y="2880360"/>
            <a:chExt cx="10134295" cy="914400"/>
          </a:xfrm>
        </p:grpSpPr>
        <p:sp>
          <p:nvSpPr>
            <p:cNvPr id="14" name="줄 바탕">
              <a:hlinkClick action="ppaction://hlinksldjump" r:id="rId4"/>
            </p:cNvPr>
            <p:cNvSpPr/>
            <p:nvPr/>
          </p:nvSpPr>
          <p:spPr>
            <a:xfrm>
              <a:off x="640080" y="288036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윗선"/>
            <p:cNvSpPr/>
            <p:nvPr/>
          </p:nvSpPr>
          <p:spPr>
            <a:xfrm>
              <a:off x="640080" y="2880360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/>
            <p:nvPr/>
          </p:nvSpPr>
          <p:spPr>
            <a:xfrm>
              <a:off x="914400" y="310896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7" name="줄 제목"/>
            <p:cNvSpPr txBox="1"/>
            <p:nvPr/>
          </p:nvSpPr>
          <p:spPr>
            <a:xfrm>
              <a:off x="164592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일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4480560" y="304495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9" name="줄 내용"/>
            <p:cNvSpPr txBox="1"/>
            <p:nvPr/>
          </p:nvSpPr>
          <p:spPr>
            <a:xfrm>
              <a:off x="4663440" y="292607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0" name="줄 3"/>
          <p:cNvGrpSpPr/>
          <p:nvPr/>
        </p:nvGrpSpPr>
        <p:grpSpPr>
          <a:xfrm>
            <a:off x="640080" y="3931920"/>
            <a:ext cx="10134295" cy="914400"/>
            <a:chOff x="640080" y="3931920"/>
            <a:chExt cx="10134295" cy="914400"/>
          </a:xfrm>
        </p:grpSpPr>
        <p:sp>
          <p:nvSpPr>
            <p:cNvPr id="21" name="줄 바탕">
              <a:hlinkClick action="ppaction://hlinksldjump" r:id="rId5"/>
            </p:cNvPr>
            <p:cNvSpPr/>
            <p:nvPr/>
          </p:nvSpPr>
          <p:spPr>
            <a:xfrm>
              <a:off x="640080" y="393192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윗선"/>
            <p:cNvSpPr/>
            <p:nvPr/>
          </p:nvSpPr>
          <p:spPr>
            <a:xfrm>
              <a:off x="640080" y="3931920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/>
            <p:nvPr/>
          </p:nvSpPr>
          <p:spPr>
            <a:xfrm>
              <a:off x="914400" y="41605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4" name="줄 제목"/>
            <p:cNvSpPr txBox="1"/>
            <p:nvPr/>
          </p:nvSpPr>
          <p:spPr>
            <a:xfrm>
              <a:off x="164592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아쉬운 일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4480560" y="409651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6" name="줄 내용"/>
            <p:cNvSpPr txBox="1"/>
            <p:nvPr/>
          </p:nvSpPr>
          <p:spPr>
            <a:xfrm>
              <a:off x="4663440" y="397763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7" name="줄 4"/>
          <p:cNvGrpSpPr/>
          <p:nvPr/>
        </p:nvGrpSpPr>
        <p:grpSpPr>
          <a:xfrm>
            <a:off x="640080" y="4983479"/>
            <a:ext cx="10134295" cy="914400"/>
            <a:chOff x="640080" y="4983479"/>
            <a:chExt cx="10134295" cy="914400"/>
          </a:xfrm>
        </p:grpSpPr>
        <p:sp>
          <p:nvSpPr>
            <p:cNvPr id="28" name="줄 바탕">
              <a:hlinkClick action="ppaction://hlinksldjump" r:id="rId6"/>
            </p:cNvPr>
            <p:cNvSpPr/>
            <p:nvPr/>
          </p:nvSpPr>
          <p:spPr>
            <a:xfrm>
              <a:off x="640080" y="4983479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윗선"/>
            <p:cNvSpPr/>
            <p:nvPr/>
          </p:nvSpPr>
          <p:spPr>
            <a:xfrm>
              <a:off x="640080" y="4983479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번호 4"/>
            <p:cNvSpPr/>
            <p:nvPr/>
          </p:nvSpPr>
          <p:spPr>
            <a:xfrm>
              <a:off x="914400" y="5212079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31" name="줄 제목"/>
            <p:cNvSpPr txBox="1"/>
            <p:nvPr/>
          </p:nvSpPr>
          <p:spPr>
            <a:xfrm>
              <a:off x="164592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내년의 다짐</a:t>
              </a:r>
            </a:p>
          </p:txBody>
        </p:sp>
        <p:cxnSp>
          <p:nvCxnSpPr>
            <p:cNvPr id="32" name="구분선"/>
            <p:cNvCxnSpPr/>
            <p:nvPr/>
          </p:nvCxnSpPr>
          <p:spPr>
            <a:xfrm>
              <a:off x="4480560" y="514807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33" name="줄 내용"/>
            <p:cNvSpPr txBox="1"/>
            <p:nvPr/>
          </p:nvSpPr>
          <p:spPr>
            <a:xfrm>
              <a:off x="4663440" y="502919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BC33C-5519-49F8-B07A-FCFE29B4C9A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311A-8BE5-4B3D-83E4-556F26186F9B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640080" y="1828800"/>
            <a:ext cx="3195218" cy="3474720"/>
            <a:chOff x="640080" y="1828800"/>
            <a:chExt cx="3195218" cy="3474720"/>
          </a:xfrm>
        </p:grpSpPr>
        <p:sp>
          <p:nvSpPr>
            <p:cNvPr id="7" name="카드 바탕"/>
            <p:cNvSpPr/>
            <p:nvPr/>
          </p:nvSpPr>
          <p:spPr>
            <a:xfrm>
              <a:off x="640080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640080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/>
            <p:nvPr/>
          </p:nvSpPr>
          <p:spPr>
            <a:xfrm>
              <a:off x="86868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10" name="카드 제목"/>
            <p:cNvSpPr txBox="1"/>
            <p:nvPr/>
          </p:nvSpPr>
          <p:spPr>
            <a:xfrm>
              <a:off x="82295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점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868680" y="3364991"/>
              <a:ext cx="273801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822959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109618" y="1828800"/>
            <a:ext cx="3195218" cy="3474720"/>
            <a:chOff x="4109618" y="1828800"/>
            <a:chExt cx="3195218" cy="3474720"/>
          </a:xfrm>
        </p:grpSpPr>
        <p:sp>
          <p:nvSpPr>
            <p:cNvPr id="14" name="카드 바탕"/>
            <p:cNvSpPr/>
            <p:nvPr/>
          </p:nvSpPr>
          <p:spPr>
            <a:xfrm>
              <a:off x="4109618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윗선"/>
            <p:cNvSpPr/>
            <p:nvPr/>
          </p:nvSpPr>
          <p:spPr>
            <a:xfrm>
              <a:off x="4109618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/>
            <p:nvPr/>
          </p:nvSpPr>
          <p:spPr>
            <a:xfrm>
              <a:off x="433821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7" name="카드 제목"/>
            <p:cNvSpPr txBox="1"/>
            <p:nvPr/>
          </p:nvSpPr>
          <p:spPr>
            <a:xfrm>
              <a:off x="429249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배운 점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4338218" y="3364991"/>
              <a:ext cx="273801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9" name="카드 내용"/>
            <p:cNvSpPr txBox="1"/>
            <p:nvPr/>
          </p:nvSpPr>
          <p:spPr>
            <a:xfrm>
              <a:off x="4292498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0" name="카드 3"/>
          <p:cNvGrpSpPr/>
          <p:nvPr/>
        </p:nvGrpSpPr>
        <p:grpSpPr>
          <a:xfrm>
            <a:off x="7579156" y="1828800"/>
            <a:ext cx="3195218" cy="3474720"/>
            <a:chOff x="7579156" y="1828800"/>
            <a:chExt cx="3195218" cy="3474720"/>
          </a:xfrm>
        </p:grpSpPr>
        <p:sp>
          <p:nvSpPr>
            <p:cNvPr id="21" name="카드 바탕"/>
            <p:cNvSpPr/>
            <p:nvPr/>
          </p:nvSpPr>
          <p:spPr>
            <a:xfrm>
              <a:off x="7579156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윗선"/>
            <p:cNvSpPr/>
            <p:nvPr/>
          </p:nvSpPr>
          <p:spPr>
            <a:xfrm>
              <a:off x="7579156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/>
            <p:nvPr/>
          </p:nvSpPr>
          <p:spPr>
            <a:xfrm>
              <a:off x="780775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4" name="카드 제목"/>
            <p:cNvSpPr txBox="1"/>
            <p:nvPr/>
          </p:nvSpPr>
          <p:spPr>
            <a:xfrm>
              <a:off x="776203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다음 목표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7807756" y="3364991"/>
              <a:ext cx="273801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6" name="카드 내용"/>
            <p:cNvSpPr txBox="1"/>
            <p:nvPr/>
          </p:nvSpPr>
          <p:spPr>
            <a:xfrm>
              <a:off x="7762036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54181-5B51-4A39-95B1-035525248C89}" type="slidenum">
              <a:rPr lang="en-US"/>
              <a:t>‹#›</a:t>
            </a:fld>
            <a:endParaRPr lang="en-US"/>
          </a:p>
        </p:txBody>
      </p:sp>
      <p:grpSp>
        <p:nvGrpSpPr>
          <p:cNvPr id="6" name="왼쪽 칸"/>
          <p:cNvGrpSpPr/>
          <p:nvPr/>
        </p:nvGrpSpPr>
        <p:grpSpPr>
          <a:xfrm>
            <a:off x="640080" y="1828800"/>
            <a:ext cx="4884267" cy="3566160"/>
            <a:chOff x="640080" y="1828800"/>
            <a:chExt cx="4884267" cy="3566160"/>
          </a:xfrm>
        </p:grpSpPr>
        <p:sp>
          <p:nvSpPr>
            <p:cNvPr id="7" name="칸 바탕"/>
            <p:cNvSpPr/>
            <p:nvPr/>
          </p:nvSpPr>
          <p:spPr>
            <a:xfrm>
              <a:off x="640080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640080" y="1828800"/>
              <a:ext cx="488426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칸 제목 띠"/>
            <p:cNvSpPr/>
            <p:nvPr/>
          </p:nvSpPr>
          <p:spPr>
            <a:xfrm>
              <a:off x="822959" y="2011680"/>
              <a:ext cx="451850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초</a:t>
              </a:r>
            </a:p>
          </p:txBody>
        </p:sp>
        <p:sp>
          <p:nvSpPr>
            <p:cNvPr id="10" name="칸 내용"/>
            <p:cNvSpPr txBox="1"/>
            <p:nvPr/>
          </p:nvSpPr>
          <p:spPr>
            <a:xfrm>
              <a:off x="914400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오른쪽 칸"/>
          <p:cNvGrpSpPr/>
          <p:nvPr/>
        </p:nvGrpSpPr>
        <p:grpSpPr>
          <a:xfrm>
            <a:off x="5890107" y="1828800"/>
            <a:ext cx="4884267" cy="3566160"/>
            <a:chOff x="5890107" y="1828800"/>
            <a:chExt cx="4884267" cy="3566160"/>
          </a:xfrm>
        </p:grpSpPr>
        <p:sp>
          <p:nvSpPr>
            <p:cNvPr id="12" name="칸 바탕"/>
            <p:cNvSpPr/>
            <p:nvPr/>
          </p:nvSpPr>
          <p:spPr>
            <a:xfrm>
              <a:off x="5890107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윗선"/>
            <p:cNvSpPr/>
            <p:nvPr/>
          </p:nvSpPr>
          <p:spPr>
            <a:xfrm>
              <a:off x="5890107" y="1828800"/>
              <a:ext cx="488426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칸 제목 띠"/>
            <p:cNvSpPr/>
            <p:nvPr/>
          </p:nvSpPr>
          <p:spPr>
            <a:xfrm>
              <a:off x="6072987" y="2011680"/>
              <a:ext cx="451850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말</a:t>
              </a:r>
            </a:p>
          </p:txBody>
        </p:sp>
        <p:sp>
          <p:nvSpPr>
            <p:cNvPr id="15" name="칸 내용"/>
            <p:cNvSpPr txBox="1"/>
            <p:nvPr/>
          </p:nvSpPr>
          <p:spPr>
            <a:xfrm>
              <a:off x="6164427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68299-5DFF-4BD4-821A-4DEDDF480757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차트"/>
          <p:cNvGraphicFramePr>
            <a:graphicFrameLocks noGrp="1"/>
          </p:cNvGraphicFramePr>
          <p:nvPr/>
        </p:nvGraphicFramePr>
        <p:xfrm>
          <a:off x="640080" y="1828800"/>
          <a:ext cx="702533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차트 안내"/>
          <p:cNvSpPr txBox="1"/>
          <p:nvPr/>
        </p:nvSpPr>
        <p:spPr>
          <a:xfrm>
            <a:off x="79397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4A6A7-E25B-40E6-BA51-6A594CEA58FD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828800"/>
          <a:ext cx="1013429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533573"/>
                <a:gridCol w="2533573"/>
                <a:gridCol w="2533573"/>
                <a:gridCol w="253357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한 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배운 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점수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94C3C-3A8D-4E55-8812-01DB66A482E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연말 결산·회고 발표 템플릿">
  <a:themeElements>
    <a:clrScheme name="연말 결산·회고 발표 템플릿">
      <a:dk1>
        <a:srgbClr val="373E48"/>
      </a:dk1>
      <a:lt1>
        <a:srgbClr val="FEFDFB"/>
      </a:lt1>
      <a:dk2>
        <a:srgbClr val="2C4468"/>
      </a:dk2>
      <a:lt2>
        <a:srgbClr val="FBF9F2"/>
      </a:lt2>
      <a:accent1>
        <a:srgbClr val="8DB6E0"/>
      </a:accent1>
      <a:accent2>
        <a:srgbClr val="F0C7A9"/>
      </a:accent2>
      <a:accent3>
        <a:srgbClr val="55647A"/>
      </a:accent3>
      <a:accent4>
        <a:srgbClr val="E5ECEE"/>
      </a:accent4>
      <a:accent5>
        <a:srgbClr val="C9BFA6"/>
      </a:accent5>
      <a:accent6>
        <a:srgbClr val="F5DECA"/>
      </a:accent6>
      <a:hlink>
        <a:srgbClr val="2C4468"/>
      </a:hlink>
      <a:folHlink>
        <a:srgbClr val="55647A"/>
      </a:folHlink>
    </a:clrScheme>
    <a:fontScheme name="연말 결산·회고 발표 템플릿">
      <a:majorFont>
        <a:latin typeface="Candara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>연말 결산·회고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