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58D2725-3818-473A-92E3-7C980DF5D012}">
          <p14:sldIdLst>
            <p14:sldId id="256"/>
          </p14:sldIdLst>
        </p14:section>
        <p14:section name="본문" id="{BB08BB93-490B-4745-9E86-66B36C4F5577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90D7B1D5-5F73-4F1D-9046-F945FF0F8046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320040" y="457200"/>
            <a:ext cx="3794760" cy="3291840"/>
            <a:chOff x="320040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365760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1188720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320040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108960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177539" y="937259"/>
              <a:ext cx="411480" cy="411480"/>
              <a:chOff x="3177539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177539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7985455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3760FD08-DE99-417D-BE8C-42FB2530CFD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D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E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320040" y="457200"/>
            <a:ext cx="3794760" cy="3291840"/>
            <a:chOff x="320040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365760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1188720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320040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108960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177539" y="937259"/>
              <a:ext cx="411480" cy="411480"/>
              <a:chOff x="3177539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177539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7985455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80FFC5EA-C74E-44C4-87AC-E637D62BAE3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69E1EBDC-FCBB-4E6A-8871-A17D4D88143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해 숫자를 모아 보니 이렇습니다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A4DD-511D-462E-8FF1-96D537D34C28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640080" y="1828800"/>
            <a:ext cx="10134295" cy="914400"/>
            <a:chOff x="640080" y="1828800"/>
            <a:chExt cx="1013429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640080" y="182880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640080" y="182880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1440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64592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480560" y="199339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663440" y="187451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640080" y="2880360"/>
            <a:ext cx="10134295" cy="914400"/>
            <a:chOff x="640080" y="2880360"/>
            <a:chExt cx="10134295" cy="914400"/>
          </a:xfrm>
        </p:grpSpPr>
        <p:sp>
          <p:nvSpPr>
            <p:cNvPr id="14" name="줄 바탕">
              <a:hlinkClick action="ppaction://hlinksldjump" r:id="rId4"/>
            </p:cNvPr>
            <p:cNvSpPr/>
            <p:nvPr/>
          </p:nvSpPr>
          <p:spPr>
            <a:xfrm>
              <a:off x="640080" y="288036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윗선"/>
            <p:cNvSpPr/>
            <p:nvPr/>
          </p:nvSpPr>
          <p:spPr>
            <a:xfrm>
              <a:off x="640080" y="288036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91440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7" name="줄 제목"/>
            <p:cNvSpPr txBox="1"/>
            <p:nvPr/>
          </p:nvSpPr>
          <p:spPr>
            <a:xfrm>
              <a:off x="164592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4480560" y="304495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9" name="줄 내용"/>
            <p:cNvSpPr txBox="1"/>
            <p:nvPr/>
          </p:nvSpPr>
          <p:spPr>
            <a:xfrm>
              <a:off x="4663440" y="292607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3"/>
          <p:cNvGrpSpPr/>
          <p:nvPr/>
        </p:nvGrpSpPr>
        <p:grpSpPr>
          <a:xfrm>
            <a:off x="640080" y="3931920"/>
            <a:ext cx="10134295" cy="914400"/>
            <a:chOff x="640080" y="3931920"/>
            <a:chExt cx="10134295" cy="914400"/>
          </a:xfrm>
        </p:grpSpPr>
        <p:sp>
          <p:nvSpPr>
            <p:cNvPr id="21" name="줄 바탕">
              <a:hlinkClick action="ppaction://hlinksldjump" r:id="rId5"/>
            </p:cNvPr>
            <p:cNvSpPr/>
            <p:nvPr/>
          </p:nvSpPr>
          <p:spPr>
            <a:xfrm>
              <a:off x="640080" y="393192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윗선"/>
            <p:cNvSpPr/>
            <p:nvPr/>
          </p:nvSpPr>
          <p:spPr>
            <a:xfrm>
              <a:off x="640080" y="393192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91440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164592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4480560" y="409651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6" name="줄 내용"/>
            <p:cNvSpPr txBox="1"/>
            <p:nvPr/>
          </p:nvSpPr>
          <p:spPr>
            <a:xfrm>
              <a:off x="4663440" y="397763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7" name="줄 4"/>
          <p:cNvGrpSpPr/>
          <p:nvPr/>
        </p:nvGrpSpPr>
        <p:grpSpPr>
          <a:xfrm>
            <a:off x="640080" y="4983479"/>
            <a:ext cx="10134295" cy="914400"/>
            <a:chOff x="640080" y="4983479"/>
            <a:chExt cx="10134295" cy="914400"/>
          </a:xfrm>
        </p:grpSpPr>
        <p:sp>
          <p:nvSpPr>
            <p:cNvPr id="28" name="줄 바탕">
              <a:hlinkClick action="ppaction://hlinksldjump" r:id="rId6"/>
            </p:cNvPr>
            <p:cNvSpPr/>
            <p:nvPr/>
          </p:nvSpPr>
          <p:spPr>
            <a:xfrm>
              <a:off x="640080" y="4983479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윗선"/>
            <p:cNvSpPr/>
            <p:nvPr/>
          </p:nvSpPr>
          <p:spPr>
            <a:xfrm>
              <a:off x="640080" y="4983479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번호 4"/>
            <p:cNvSpPr/>
            <p:nvPr/>
          </p:nvSpPr>
          <p:spPr>
            <a:xfrm>
              <a:off x="91440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1" name="줄 제목"/>
            <p:cNvSpPr txBox="1"/>
            <p:nvPr/>
          </p:nvSpPr>
          <p:spPr>
            <a:xfrm>
              <a:off x="164592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32" name="구분선"/>
            <p:cNvCxnSpPr/>
            <p:nvPr/>
          </p:nvCxnSpPr>
          <p:spPr>
            <a:xfrm>
              <a:off x="4480560" y="514807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33" name="줄 내용"/>
            <p:cNvSpPr txBox="1"/>
            <p:nvPr/>
          </p:nvSpPr>
          <p:spPr>
            <a:xfrm>
              <a:off x="4663440" y="502919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388E1-E519-411A-BF67-14C878D4803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886CD-6037-425A-9CCD-22FA637FFDD0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474720"/>
            <a:chOff x="640080" y="1828800"/>
            <a:chExt cx="3195218" cy="347472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640080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86868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822959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109618" y="1828800"/>
            <a:ext cx="3195218" cy="3474720"/>
            <a:chOff x="4109618" y="1828800"/>
            <a:chExt cx="3195218" cy="3474720"/>
          </a:xfrm>
        </p:grpSpPr>
        <p:sp>
          <p:nvSpPr>
            <p:cNvPr id="14" name="카드 바탕"/>
            <p:cNvSpPr/>
            <p:nvPr/>
          </p:nvSpPr>
          <p:spPr>
            <a:xfrm>
              <a:off x="4109618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윗선"/>
            <p:cNvSpPr/>
            <p:nvPr/>
          </p:nvSpPr>
          <p:spPr>
            <a:xfrm>
              <a:off x="4109618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433821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4292498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7579156" y="1828800"/>
            <a:ext cx="3195218" cy="3474720"/>
            <a:chOff x="7579156" y="1828800"/>
            <a:chExt cx="3195218" cy="3474720"/>
          </a:xfrm>
        </p:grpSpPr>
        <p:sp>
          <p:nvSpPr>
            <p:cNvPr id="21" name="카드 바탕"/>
            <p:cNvSpPr/>
            <p:nvPr/>
          </p:nvSpPr>
          <p:spPr>
            <a:xfrm>
              <a:off x="7579156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윗선"/>
            <p:cNvSpPr/>
            <p:nvPr/>
          </p:nvSpPr>
          <p:spPr>
            <a:xfrm>
              <a:off x="7579156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780775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7762036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4671-501C-46C5-BD0C-F485321F7824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640080" y="1828800"/>
            <a:ext cx="4884267" cy="3566160"/>
            <a:chOff x="640080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640080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640080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82295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초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914400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5890107" y="1828800"/>
            <a:ext cx="4884267" cy="3566160"/>
            <a:chOff x="589010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589010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윗선"/>
            <p:cNvSpPr/>
            <p:nvPr/>
          </p:nvSpPr>
          <p:spPr>
            <a:xfrm>
              <a:off x="5890107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07298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말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16442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4C502-17C1-4DA8-AB55-7305A8B88959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640080" y="1828800"/>
          <a:ext cx="702533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79397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22CFA-B45F-48EE-B237-076BF2B02966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828800"/>
          <a:ext cx="1013429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33573"/>
                <a:gridCol w="2533573"/>
                <a:gridCol w="2533573"/>
                <a:gridCol w="253357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3615E-4A53-4359-8AC2-53F55A5B5B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373E48"/>
      </a:dk1>
      <a:lt1>
        <a:srgbClr val="FEFDFB"/>
      </a:lt1>
      <a:dk2>
        <a:srgbClr val="2C4468"/>
      </a:dk2>
      <a:lt2>
        <a:srgbClr val="FBF9F2"/>
      </a:lt2>
      <a:accent1>
        <a:srgbClr val="8DB6E0"/>
      </a:accent1>
      <a:accent2>
        <a:srgbClr val="F0C7A9"/>
      </a:accent2>
      <a:accent3>
        <a:srgbClr val="55647A"/>
      </a:accent3>
      <a:accent4>
        <a:srgbClr val="E5ECEE"/>
      </a:accent4>
      <a:accent5>
        <a:srgbClr val="C9BFA6"/>
      </a:accent5>
      <a:accent6>
        <a:srgbClr val="F5DECA"/>
      </a:accent6>
      <a:hlink>
        <a:srgbClr val="2C4468"/>
      </a:hlink>
      <a:folHlink>
        <a:srgbClr val="55647A"/>
      </a:folHlink>
    </a:clrScheme>
    <a:fontScheme name="연말 결산·회고 발표 템플릿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