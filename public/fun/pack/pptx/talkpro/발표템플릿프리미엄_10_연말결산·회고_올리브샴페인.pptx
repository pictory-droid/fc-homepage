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F476BE9-BE33-471F-BCB8-0AC14FF603CC}">
          <p14:sldIdLst>
            <p14:sldId id="256"/>
          </p14:sldIdLst>
        </p14:section>
        <p14:section name="본문" id="{61A40F22-238A-4742-A429-B6F319BEF62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C6FCA015-AB90-45FE-AAAF-35050A59CADE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125EAF0-31CB-414D-8581-F9047FE3B3C9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7ABA026-46CD-4685-8344-7B8CC8376F5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E42F0F9-D58B-4924-8DB5-9DD91056DF1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잘한 일과 못한 일을 솔직하게 적었습니다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8284C-8BAF-42AF-9729-4D67D4870424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2572A-5986-45B4-B0C7-34083CD7EDE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071CA-B981-40F5-89AD-542FB6DF9C6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509B4-FD31-4973-A94C-4097DDD5636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F6283-A9E9-47BE-8BC3-80D44F8EEE2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2B7D8-8725-42DB-910C-7E5D9F670DC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82346B-CB5B-49C2-BA42-80C4C767A92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연말 결산·회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