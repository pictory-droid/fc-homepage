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4AA76E0-C2B2-4C91-95F8-6F8023DC7084}">
          <p14:sldIdLst>
            <p14:sldId id="256"/>
          </p14:sldIdLst>
        </p14:section>
        <p14:section name="본문" id="{96D5A97B-8021-4A37-AA05-680BBFE805E6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33A700A8-00C4-4473-B7C4-FC7093338FF6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6CDD496-9978-45B1-AAEC-E4BCBB25721A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AD7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9B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A16CE73-D45A-4981-8792-E0DC8875CE9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D430894-E4C9-4858-B1BC-EA51C004F8E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잘한 일과 못한 일을 솔직하게 적었습니다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55BA-AE50-4339-803A-FBF522A94E1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731520" y="288036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731520" y="393192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1605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옆 선"/>
            <p:cNvSpPr/>
            <p:nvPr/>
          </p:nvSpPr>
          <p:spPr>
            <a:xfrm>
              <a:off x="731520" y="4983479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1005840" y="5212079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F565E-D74B-4175-96A5-7034D15D29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E674-7E39-430B-8F37-B6FC5D1800A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FB15-34FB-4A45-A69C-4A6DCA604B8C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옆 선"/>
            <p:cNvSpPr/>
            <p:nvPr/>
          </p:nvSpPr>
          <p:spPr>
            <a:xfrm>
              <a:off x="627872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EF6C-7F8B-474B-8B9F-DD31FD01C3E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EAB8-CB18-4350-B7CA-27BE727C787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E6BA-C60C-42C1-8513-4C22718214B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464837"/>
      </a:dk1>
      <a:lt1>
        <a:srgbClr val="FDFCF9"/>
      </a:lt1>
      <a:dk2>
        <a:srgbClr val="3A3D20"/>
      </a:dk2>
      <a:lt2>
        <a:srgbClr val="F7F5EB"/>
      </a:lt2>
      <a:accent1>
        <a:srgbClr val="868C58"/>
      </a:accent1>
      <a:accent2>
        <a:srgbClr val="C1AA6A"/>
      </a:accent2>
      <a:accent3>
        <a:srgbClr val="575947"/>
      </a:accent3>
      <a:accent4>
        <a:srgbClr val="E0E0CE"/>
      </a:accent4>
      <a:accent5>
        <a:srgbClr val="C4AC70"/>
      </a:accent5>
      <a:accent6>
        <a:srgbClr val="D9CCA4"/>
      </a:accent6>
      <a:hlink>
        <a:srgbClr val="3A3D20"/>
      </a:hlink>
      <a:folHlink>
        <a:srgbClr val="575947"/>
      </a:folHlink>
    </a:clrScheme>
    <a:fontScheme name="연말 결산·회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