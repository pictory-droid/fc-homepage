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FFCBA66-0E69-42FC-8CF2-C1F8D4D2F918}">
          <p14:sldIdLst>
            <p14:sldId id="256"/>
          </p14:sldIdLst>
        </p14:section>
        <p14:section name="본문" id="{F15A956A-03FB-489C-890D-40F1D17B44D4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B574C18A-BBE5-43B2-9107-0A1D38253833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7113858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8698778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18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853418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853418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853418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6949266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7113858" y="850392"/>
            <a:ext cx="3054096" cy="3401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21240000">
            <a:off x="8137986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300000">
            <a:off x="8534186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300000">
            <a:off x="8698778" y="2770632"/>
            <a:ext cx="2779776" cy="3035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300000">
            <a:off x="9585746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92D663D-B035-46DA-A53D-7092D6B9ECAA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Plus 4"/>
            <p:cNvSpPr/>
            <p:nvPr/>
          </p:nvSpPr>
          <p:spPr>
            <a:xfrm>
              <a:off x="11208715" y="754380"/>
              <a:ext cx="320040" cy="320040"/>
            </a:xfrm>
            <a:prstGeom prst="mathPlus">
              <a:avLst>
                <a:gd name="adj1" fmla="val 24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7113858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8698778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18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853418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853418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853418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6949266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7113858" y="850392"/>
            <a:ext cx="3054096" cy="3401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21240000">
            <a:off x="8137986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300000">
            <a:off x="8534186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300000">
            <a:off x="8698778" y="2770632"/>
            <a:ext cx="2779776" cy="3035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300000">
            <a:off x="9585746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4248822-6386-4FC1-B981-A02BAB19B1E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Plus 4"/>
            <p:cNvSpPr/>
            <p:nvPr/>
          </p:nvSpPr>
          <p:spPr>
            <a:xfrm>
              <a:off x="11208715" y="754380"/>
              <a:ext cx="320040" cy="320040"/>
            </a:xfrm>
            <a:prstGeom prst="mathPlus">
              <a:avLst>
                <a:gd name="adj1" fmla="val 24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AE6CCF2-5C43-4136-8235-308FC421E0C2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Plus 6"/>
            <p:cNvSpPr/>
            <p:nvPr/>
          </p:nvSpPr>
          <p:spPr>
            <a:xfrm>
              <a:off x="5821527" y="5212080"/>
              <a:ext cx="548640" cy="548640"/>
            </a:xfrm>
            <a:prstGeom prst="mathPlus">
              <a:avLst>
                <a:gd name="adj1" fmla="val 2400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PRESENTATION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연말 전에 마무리할 일 목록입니다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업무 보고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23E60-DDAB-4142-B966-180A9B6E333B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추진 경과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1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10896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주요 성과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6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1605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이슈와 대응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1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/>
            <p:nvPr/>
          </p:nvSpPr>
          <p:spPr>
            <a:xfrm>
              <a:off x="1005840" y="5212079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향후 계획</a:t>
              </a:r>
            </a:p>
          </p:txBody>
        </p:sp>
        <p:sp>
          <p:nvSpPr>
            <p:cNvPr id="24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8C556-37E6-42F3-994C-F675FFFF6DB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67BB8-5503-417E-A717-1023E79A0C0B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성과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53E92-65E2-49E3-AFBE-6D7ACBC1C749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계획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실적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001A6-E574-4641-B227-AEAB17C6608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54B11-4608-4D57-84AA-8099F44A8E75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목표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실적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달성률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23E28-ED2C-4023-88F6-A9CFCA05DA8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PRESENTATION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업무 보고 발표 템플릿">
  <a:themeElements>
    <a:clrScheme name="업무 보고 발표 템플릿">
      <a:dk1>
        <a:srgbClr val="2B2724"/>
      </a:dk1>
      <a:lt1>
        <a:srgbClr val="FFFFFF"/>
      </a:lt1>
      <a:dk2>
        <a:srgbClr val="643A48"/>
      </a:dk2>
      <a:lt2>
        <a:srgbClr val="F7EBED"/>
      </a:lt2>
      <a:accent1>
        <a:srgbClr val="CC8995"/>
      </a:accent1>
      <a:accent2>
        <a:srgbClr val="BD8FAD"/>
      </a:accent2>
      <a:accent3>
        <a:srgbClr val="4E2C32"/>
      </a:accent3>
      <a:accent4>
        <a:srgbClr val="EECED3"/>
      </a:accent4>
      <a:accent5>
        <a:srgbClr val="E0D8A3"/>
      </a:accent5>
      <a:accent6>
        <a:srgbClr val="E4BCE6"/>
      </a:accent6>
      <a:hlink>
        <a:srgbClr val="643A48"/>
      </a:hlink>
      <a:folHlink>
        <a:srgbClr val="4E2C32"/>
      </a:folHlink>
    </a:clrScheme>
    <a:fontScheme name="업무 보고 발표 템플릿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>업무 보고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