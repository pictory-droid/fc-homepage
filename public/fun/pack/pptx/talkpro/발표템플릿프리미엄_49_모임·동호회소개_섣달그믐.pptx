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8A8C5F5-2E07-4AEB-A0DB-A40C7800E657}">
          <p14:sldIdLst>
            <p14:sldId id="256"/>
          </p14:sldIdLst>
        </p14:section>
        <p14:section name="본문" id="{56CAFF5B-7FE5-4BCB-A9BF-1F65508B0A43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119C4AF0-2055-4670-BF13-AAA275D3EB8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F8A5583-BE00-4CEA-884D-1E80FAD242FE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1A59328-5141-4F41-91BD-0C7D466709A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95868C8-7008-4457-A85E-A431B8A4AA7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모임에 오신 분들 환영합니다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434C-5FE0-4A10-A0EA-39E0E2AB9BF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44821-5B9F-48DE-B997-0F19622006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3A4-8139-4A87-9927-6D5E59BBA33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DE4DA-7E8E-49B9-92BE-A44D277D6F0F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F4755-B859-4D12-BC4C-8E99F76096F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A4852-2CCB-419F-A71B-163F22E208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DAC8C-CF9A-4BB1-8D7D-5669814ACE4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643A5F"/>
      </a:dk2>
      <a:lt2>
        <a:srgbClr val="EBEBF7"/>
      </a:lt2>
      <a:accent1>
        <a:srgbClr val="8989CC"/>
      </a:accent1>
      <a:accent2>
        <a:srgbClr val="ADBD8F"/>
      </a:accent2>
      <a:accent3>
        <a:srgbClr val="2C2C4E"/>
      </a:accent3>
      <a:accent4>
        <a:srgbClr val="CECEEE"/>
      </a:accent4>
      <a:accent5>
        <a:srgbClr val="E0A3DE"/>
      </a:accent5>
      <a:accent6>
        <a:srgbClr val="BCE0E6"/>
      </a:accent6>
      <a:hlink>
        <a:srgbClr val="643A5F"/>
      </a:hlink>
      <a:folHlink>
        <a:srgbClr val="2C2C4E"/>
      </a:folHlink>
    </a:clrScheme>
    <a:fontScheme name="모임·동호회 소개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