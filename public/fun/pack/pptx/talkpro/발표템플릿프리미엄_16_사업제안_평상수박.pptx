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A226267-455A-42E9-9D00-528155D8138B}">
          <p14:sldIdLst>
            <p14:sldId id="256"/>
          </p14:sldIdLst>
        </p14:section>
        <p14:section name="본문" id="{7D8DE210-20F1-4636-85CC-42C5F21DECF7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D45E5578-5527-44DB-A293-8DFFC8BE1629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554480"/>
            <a:ext cx="1005840" cy="1005840"/>
            <a:chOff x="9738103" y="1554480"/>
            <a:chExt cx="1005840" cy="1005840"/>
          </a:xfrm>
        </p:grpSpPr>
        <p:sp>
          <p:nvSpPr>
            <p:cNvPr id="7" name="Donut 6"/>
            <p:cNvSpPr/>
            <p:nvPr/>
          </p:nvSpPr>
          <p:spPr>
            <a:xfrm>
              <a:off x="9738103" y="1554480"/>
              <a:ext cx="1005840" cy="100584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592BE9B2-FB22-4972-A79B-C63DA33762FA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554480"/>
            <a:ext cx="1005840" cy="1005840"/>
            <a:chOff x="9738103" y="1554480"/>
            <a:chExt cx="1005840" cy="1005840"/>
          </a:xfrm>
        </p:grpSpPr>
        <p:sp>
          <p:nvSpPr>
            <p:cNvPr id="7" name="Donut 6"/>
            <p:cNvSpPr/>
            <p:nvPr/>
          </p:nvSpPr>
          <p:spPr>
            <a:xfrm>
              <a:off x="9738103" y="1554480"/>
              <a:ext cx="1005840" cy="100584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B0BC5A2B-BFFF-4777-B6D7-973222C43A3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0C38167-E26F-4277-903B-CD1B40897DF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Donut 5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시작은 작게, 규모는 단계별로 말씀드립니다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 제안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89E2-185E-492A-9517-797E4BFCFC7F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문제와 기회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10896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해결 방법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1605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기대 효과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1005840" y="5212079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 계획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9637-CA22-4938-B64C-756142A7B0C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FE1CF-0E20-47BD-AACD-5A2B306BE1C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현황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제안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효과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561B-915A-481C-AB37-60658F3BD5BB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현재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제안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D25B-2F0D-491B-B280-2BB58C97C51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7B142-73AD-4495-B3F8-D2073BC2E11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단계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기간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A0B80-CA46-407A-8802-F3EBE5CAC2E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사업 제안 발표 템플릿">
  <a:themeElements>
    <a:clrScheme name="사업 제안 발표 템플릿">
      <a:dk1>
        <a:srgbClr val="2B2724"/>
      </a:dk1>
      <a:lt1>
        <a:srgbClr val="FFFFFF"/>
      </a:lt1>
      <a:dk2>
        <a:srgbClr val="3A6442"/>
      </a:dk2>
      <a:lt2>
        <a:srgbClr val="DEF9EA"/>
      </a:lt2>
      <a:accent1>
        <a:srgbClr val="7EE2A8"/>
      </a:accent1>
      <a:accent2>
        <a:srgbClr val="99CF86"/>
      </a:accent2>
      <a:accent3>
        <a:srgbClr val="2C4E3A"/>
      </a:accent3>
      <a:accent4>
        <a:srgbClr val="C5F7DA"/>
      </a:accent4>
      <a:accent5>
        <a:srgbClr val="A3C5E0"/>
      </a:accent5>
      <a:accent6>
        <a:srgbClr val="CFE6BC"/>
      </a:accent6>
      <a:hlink>
        <a:srgbClr val="3A6442"/>
      </a:hlink>
      <a:folHlink>
        <a:srgbClr val="2C4E3A"/>
      </a:folHlink>
    </a:clrScheme>
    <a:fontScheme name="사업 제안 발표 템플릿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>사업 제안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