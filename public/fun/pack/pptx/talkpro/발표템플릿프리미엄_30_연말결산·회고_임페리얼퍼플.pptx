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19B12EF-4239-44C7-9245-00CB4A092D09}">
          <p14:sldIdLst>
            <p14:sldId id="256"/>
          </p14:sldIdLst>
        </p14:section>
        <p14:section name="본문" id="{35082173-18EE-494B-BE08-B500326E858D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ADF035DC-8E4B-4520-901A-A589C7820098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gradFill rotWithShape="1">
          <a:gsLst>
            <a:gs pos="0">
              <a:schemeClr val="accent3"/>
            </a:gs>
            <a:gs pos="100000">
              <a:schemeClr val="bg1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DBEC065-D0FC-4D57-8610-023F78146976}" type="slidenum">
              <a:rPr lang="en-US"/>
              <a:t>‹#›</a:t>
            </a:fld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706837" y="1645920"/>
            <a:ext cx="877802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706837" y="2029968"/>
            <a:ext cx="8778020" cy="14630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706837" y="3566160"/>
            <a:ext cx="8778020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9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706837" y="4251960"/>
            <a:ext cx="8778020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A838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바깥 선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안쪽 선"/>
          <p:cNvSpPr/>
          <p:nvPr/>
        </p:nvSpPr>
        <p:spPr>
          <a:xfrm>
            <a:off x="475488" y="475488"/>
            <a:ext cx="11240719" cy="5907024"/>
          </a:xfrm>
          <a:prstGeom prst="rect">
            <a:avLst/>
          </a:prstGeom>
          <a:noFill/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모서리 장식"/>
          <p:cNvSpPr/>
          <p:nvPr/>
        </p:nvSpPr>
        <p:spPr>
          <a:xfrm>
            <a:off x="210311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모서리 장식"/>
          <p:cNvSpPr/>
          <p:nvPr/>
        </p:nvSpPr>
        <p:spPr>
          <a:xfrm>
            <a:off x="11761927" y="210311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모서리 장식"/>
          <p:cNvSpPr/>
          <p:nvPr/>
        </p:nvSpPr>
        <p:spPr>
          <a:xfrm>
            <a:off x="210311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모서리 장식"/>
          <p:cNvSpPr/>
          <p:nvPr/>
        </p:nvSpPr>
        <p:spPr>
          <a:xfrm>
            <a:off x="11761927" y="6428232"/>
            <a:ext cx="219456" cy="219456"/>
          </a:xfrm>
          <a:prstGeom prst="diamond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48375" y="795528"/>
            <a:ext cx="694944" cy="694944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9" name="모노그램"/>
          <p:cNvGrpSpPr/>
          <p:nvPr/>
        </p:nvGrpSpPr>
        <p:grpSpPr>
          <a:xfrm>
            <a:off x="6000750" y="1047902"/>
            <a:ext cx="190195" cy="190195"/>
            <a:chOff x="6000750" y="1047902"/>
            <a:chExt cx="190195" cy="190195"/>
          </a:xfrm>
        </p:grpSpPr>
        <p:sp>
          <p:nvSpPr>
            <p:cNvPr id="10" name="Diamond 9"/>
            <p:cNvSpPr/>
            <p:nvPr/>
          </p:nvSpPr>
          <p:spPr>
            <a:xfrm>
              <a:off x="6000750" y="1047902"/>
              <a:ext cx="190195" cy="190195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11" name="Connector 10"/>
          <p:cNvCxnSpPr/>
          <p:nvPr/>
        </p:nvCxnSpPr>
        <p:spPr>
          <a:xfrm flipH="1">
            <a:off x="390128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6598767" y="1143000"/>
            <a:ext cx="16916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제목"/>
          <p:cNvSpPr>
            <a:spLocks noGrp="1"/>
          </p:cNvSpPr>
          <p:nvPr>
            <p:ph type="title"/>
          </p:nvPr>
        </p:nvSpPr>
        <p:spPr>
          <a:xfrm>
            <a:off x="731520" y="320040"/>
            <a:ext cx="7802684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rgbClr val="F9F6EE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8534204" y="502920"/>
            <a:ext cx="292597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AF639D2F-9506-48F2-AFAE-9B06F7652CB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13716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gradFill rotWithShape="1">
          <a:gsLst>
            <a:gs pos="0">
              <a:schemeClr val="bg2"/>
            </a:gs>
            <a:gs pos="100000">
              <a:schemeClr val="accent3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73152"/>
            <a:ext cx="1072865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6309360"/>
            <a:ext cx="914400" cy="36576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7F42D0A2-CC54-4231-AEAC-45F64C20E279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머리 띠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457200"/>
            <a:ext cx="12191695" cy="0"/>
          </a:xfrm>
          <a:prstGeom prst="line">
            <a:avLst/>
          </a:prstGeom>
          <a:ln w="190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아쉬웠던 일부터 먼저 말씀드립니다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C0D073-C2AB-4C19-884A-2CBF36CFCDF2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4CA876-ECFD-44C1-A04D-CCBADA1ADA3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940145-41C4-4972-B801-9A6F62658181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ellipse">
              <a:avLst/>
            </a:prstGeom>
            <a:noFill/>
            <a:ln w="15875">
              <a:solidFill>
                <a:schemeClr val="accent5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E499E9-55BE-4FC7-80D5-F45D33F97F05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초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말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split orient="horz" dir="ou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DAFD81C-9518-4689-A4B7-2DC1DAE18BE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split orient="horz" dir="out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11CD22-F1A5-4182-8F58-6C19DDAF769C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split orient="horz" dir="out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E3D9E3-1C37-469E-AAED-845CF83AA2B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split orient="horz" dir="out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IMPERIAL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F9F6EE"/>
      </a:dk1>
      <a:lt1>
        <a:srgbClr val="251641"/>
      </a:lt1>
      <a:dk2>
        <a:srgbClr val="EADFC2"/>
      </a:dk2>
      <a:lt2>
        <a:srgbClr val="1B1030"/>
      </a:lt2>
      <a:accent1>
        <a:srgbClr val="C9A24B"/>
      </a:accent1>
      <a:accent2>
        <a:srgbClr val="8F6CD2"/>
      </a:accent2>
      <a:accent3>
        <a:srgbClr val="110A1E"/>
      </a:accent3>
      <a:accent4>
        <a:srgbClr val="311D56"/>
      </a:accent4>
      <a:accent5>
        <a:srgbClr val="D8B766"/>
      </a:accent5>
      <a:accent6>
        <a:srgbClr val="6C50A1"/>
      </a:accent6>
      <a:hlink>
        <a:srgbClr val="EADFC2"/>
      </a:hlink>
      <a:folHlink>
        <a:srgbClr val="110A1E"/>
      </a:folHlink>
    </a:clrScheme>
    <a:fontScheme name="연말 결산·회고 발표 템플릿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