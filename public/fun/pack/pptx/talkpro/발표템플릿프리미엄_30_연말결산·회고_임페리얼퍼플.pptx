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83DED05-BD9F-4DDC-AA05-B05A0D17CD6A}">
          <p14:sldIdLst>
            <p14:sldId id="256"/>
          </p14:sldIdLst>
        </p14:section>
        <p14:section name="본문" id="{D443081F-1EA2-45F0-BE75-C188910523A2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84FB2841-9AFA-4070-8FBA-16C960BA0615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3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5697BB07-A404-4CD2-A66E-9CDAACFD4491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3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55C03D9F-BEFE-4383-99D1-31AF632AC55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241B19F-9DD2-45EA-88C1-C8C9E047312D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IMPERIAL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아쉬웠던 일부터 먼저 말씀드립니다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D152-BA95-4F35-9D99-EE664E64D20F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7C3ED-2899-4F3D-9B58-8F028C7B026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970AB-1DFA-411A-8D9E-CBE42826871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B1A9-D027-4C59-BE5E-D7B7BE1FFD81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초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말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C77A-502C-47A2-948B-D60A9FE4C24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23062-BD52-4184-B7C6-8753DB28F6A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431C-608E-4AD1-86E4-1083C043EF8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IMPERIAL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F9F6EE"/>
      </a:dk1>
      <a:lt1>
        <a:srgbClr val="251641"/>
      </a:lt1>
      <a:dk2>
        <a:srgbClr val="EADFC2"/>
      </a:dk2>
      <a:lt2>
        <a:srgbClr val="1B1030"/>
      </a:lt2>
      <a:accent1>
        <a:srgbClr val="C9A24B"/>
      </a:accent1>
      <a:accent2>
        <a:srgbClr val="8F6CD2"/>
      </a:accent2>
      <a:accent3>
        <a:srgbClr val="110A1E"/>
      </a:accent3>
      <a:accent4>
        <a:srgbClr val="311D56"/>
      </a:accent4>
      <a:accent5>
        <a:srgbClr val="D8B766"/>
      </a:accent5>
      <a:accent6>
        <a:srgbClr val="6C50A1"/>
      </a:accent6>
      <a:hlink>
        <a:srgbClr val="EADFC2"/>
      </a:hlink>
      <a:folHlink>
        <a:srgbClr val="110A1E"/>
      </a:folHlink>
    </a:clrScheme>
    <a:fontScheme name="연말 결산·회고 발표 템플릿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