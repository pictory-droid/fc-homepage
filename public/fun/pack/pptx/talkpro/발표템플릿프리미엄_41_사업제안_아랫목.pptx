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3142D37-6C07-4FA6-A315-56C3B2550F6C}">
          <p14:sldIdLst>
            <p14:sldId id="256"/>
          </p14:sldIdLst>
        </p14:section>
        <p14:section name="본문" id="{916ACD75-651C-490B-8C98-D0931AD6E1D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6E4CEE7-275F-4F3C-BE72-D10BD24C40A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912967" y="1143000"/>
            <a:ext cx="365760" cy="457200"/>
            <a:chOff x="5912967" y="1143000"/>
            <a:chExt cx="365760" cy="457200"/>
          </a:xfrm>
        </p:grpSpPr>
        <p:sp>
          <p:nvSpPr>
            <p:cNvPr id="11" name="Diamond 10"/>
            <p:cNvSpPr/>
            <p:nvPr/>
          </p:nvSpPr>
          <p:spPr>
            <a:xfrm>
              <a:off x="5912967" y="1143000"/>
              <a:ext cx="365760" cy="4572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0F4D46C-149B-42CD-93CD-9433CD74F6DC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85216" y="6172200"/>
            <a:ext cx="292608" cy="365760"/>
            <a:chOff x="585216" y="6172200"/>
            <a:chExt cx="292608" cy="365760"/>
          </a:xfrm>
        </p:grpSpPr>
        <p:sp>
          <p:nvSpPr>
            <p:cNvPr id="5" name="Diamond 4"/>
            <p:cNvSpPr/>
            <p:nvPr/>
          </p:nvSpPr>
          <p:spPr>
            <a:xfrm>
              <a:off x="585216" y="6172200"/>
              <a:ext cx="292608" cy="36576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912967" y="1143000"/>
            <a:ext cx="365760" cy="457200"/>
            <a:chOff x="5912967" y="1143000"/>
            <a:chExt cx="365760" cy="457200"/>
          </a:xfrm>
        </p:grpSpPr>
        <p:sp>
          <p:nvSpPr>
            <p:cNvPr id="11" name="Diamond 10"/>
            <p:cNvSpPr/>
            <p:nvPr/>
          </p:nvSpPr>
          <p:spPr>
            <a:xfrm>
              <a:off x="5912967" y="1143000"/>
              <a:ext cx="365760" cy="4572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CDE581E-B3B5-4DFF-AD2F-7A191EC5CF2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85216" y="6172200"/>
            <a:ext cx="292608" cy="365760"/>
            <a:chOff x="585216" y="6172200"/>
            <a:chExt cx="292608" cy="365760"/>
          </a:xfrm>
        </p:grpSpPr>
        <p:sp>
          <p:nvSpPr>
            <p:cNvPr id="5" name="Diamond 4"/>
            <p:cNvSpPr/>
            <p:nvPr/>
          </p:nvSpPr>
          <p:spPr>
            <a:xfrm>
              <a:off x="585216" y="6172200"/>
              <a:ext cx="292608" cy="36576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D960EDA-CDAF-434F-99A8-09640DC83DC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내년 예산에 반영할 안을 가져왔습니다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4B4-25CE-4FE7-BCD8-467BBD6DD94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15879-B170-4B6F-BF6A-EFBBDEA2CC3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8BCCF-1B63-40C4-8A60-9E589C6143F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FABE4-4650-4E7E-8EC1-DDFB6EB64DB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2980F-7019-431F-BD45-0BDDCF859E8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66D7A-4B0E-4779-BBC0-F366070BCF8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5C93D-723B-4AF3-9F6D-D0BA95D3D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사업 제안 발표 템플릿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