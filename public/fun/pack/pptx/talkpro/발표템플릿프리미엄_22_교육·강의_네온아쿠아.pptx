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57DEC91-676B-4EF8-86EF-9C7EDCD93E85}">
          <p14:sldIdLst>
            <p14:sldId id="256"/>
          </p14:sldIdLst>
        </p14:section>
        <p14:section name="본문" id="{9BBAF627-713F-40EB-8342-42F95772E194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A4607322-9178-49D8-8DF2-7FC5DD56BC28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112495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112495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112495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112495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768072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rgbClr val="000000">
                <a:alpha val="5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08305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9512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932664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148462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11220012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1049707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950952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843053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764065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735153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764065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843053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950952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1049707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11220012" y="2350007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975335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DD51A903-B575-432E-8D92-E14EB44E5C8F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112495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112495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112495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112495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768072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rgbClr val="000000">
                <a:alpha val="5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08305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9512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932664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148462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11220012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1049707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950952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843053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764065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735153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764065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843053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950952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1049707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11220012" y="2350007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975335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CC5DEB58-E99D-4275-A41E-87E9FE4165F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A656616C-F0A0-4C16-9EBE-AB38E8C6FE2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3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7" name="Diamond 3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40" name="Connector 3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1" name="Diamond 4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NEON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더운 날이니 중간에 쉬는 시간을 두겠습니다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767E-3B15-418A-B81B-06E376486F2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31FE-CBA2-46E7-92EB-2538F8184B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338C-FFD3-44F1-B8E0-AE5DB7C1C15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9D2C4-0DED-4C82-AA1C-022DDDA1BD7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605D6-FADD-4969-AAEA-EF50061DB53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830B7-A0A1-4294-975A-5BEE64E92C8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1881-C3C9-4776-A1AB-0A10A17FA8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NEON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F4FEFC"/>
      </a:dk1>
      <a:lt1>
        <a:srgbClr val="0F1C31"/>
      </a:lt1>
      <a:dk2>
        <a:srgbClr val="D6FBF6"/>
      </a:dk2>
      <a:lt2>
        <a:srgbClr val="0A1220"/>
      </a:lt2>
      <a:accent1>
        <a:srgbClr val="34E1D0"/>
      </a:accent1>
      <a:accent2>
        <a:srgbClr val="7A6CFF"/>
      </a:accent2>
      <a:accent3>
        <a:srgbClr val="060B14"/>
      </a:accent3>
      <a:accent4>
        <a:srgbClr val="162847"/>
      </a:accent4>
      <a:accent5>
        <a:srgbClr val="8FEFE6"/>
      </a:accent5>
      <a:accent6>
        <a:srgbClr val="5851BC"/>
      </a:accent6>
      <a:hlink>
        <a:srgbClr val="D6FBF6"/>
      </a:hlink>
      <a:folHlink>
        <a:srgbClr val="060B14"/>
      </a:folHlink>
    </a:clrScheme>
    <a:fontScheme name="교육·강의 발표 템플릿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