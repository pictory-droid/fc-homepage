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DEB28C6-3F79-44BB-9B41-3B178F820051}">
          <p14:sldIdLst>
            <p14:sldId id="256"/>
          </p14:sldIdLst>
        </p14:section>
        <p14:section name="본문" id="{E0BC8F9A-21DA-483F-8DB2-41EA325A7E9A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6A582D5D-4522-41CE-9D5D-CBF3CA1087C1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112495" y="1645920"/>
            <a:ext cx="487667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112495" y="2029968"/>
            <a:ext cx="4876678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4FE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112495" y="3703320"/>
            <a:ext cx="4876678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2BCBE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112495" y="4480559"/>
            <a:ext cx="487667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7F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격자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cxnSp>
          <p:nvCxnSpPr>
            <p:cNvPr id="3" name="Connector 2"/>
            <p:cNvCxnSpPr/>
            <p:nvPr/>
          </p:nvCxnSpPr>
          <p:spPr>
            <a:xfrm>
              <a:off x="5486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4" name="Connector 3"/>
            <p:cNvCxnSpPr/>
            <p:nvPr/>
          </p:nvCxnSpPr>
          <p:spPr>
            <a:xfrm>
              <a:off x="10972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16459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219456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274320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2918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38404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438912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49377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54863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60350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65836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71323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76809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82295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87782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93268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98755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104241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109727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115214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120700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>
              <a:off x="0" y="5486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0" y="10972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0" y="164591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0" y="219456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>
              <a:off x="0" y="274320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>
              <a:off x="0" y="32918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0" y="38404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0" y="438912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0" y="493775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0" y="548639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0" y="603503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0" y="658367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</p:grpSp>
      <p:cxnSp>
        <p:nvCxnSpPr>
          <p:cNvPr id="37" name="Connector 36"/>
          <p:cNvCxnSpPr/>
          <p:nvPr/>
        </p:nvCxnSpPr>
        <p:spPr>
          <a:xfrm>
            <a:off x="320040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320040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9" name="Connector 38"/>
          <p:cNvCxnSpPr/>
          <p:nvPr/>
        </p:nvCxnSpPr>
        <p:spPr>
          <a:xfrm flipH="1">
            <a:off x="11414455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1871655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320040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20040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3" name="Connector 42"/>
          <p:cNvCxnSpPr/>
          <p:nvPr/>
        </p:nvCxnSpPr>
        <p:spPr>
          <a:xfrm flipH="1">
            <a:off x="11414455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4" name="Connector 43"/>
          <p:cNvCxnSpPr/>
          <p:nvPr/>
        </p:nvCxnSpPr>
        <p:spPr>
          <a:xfrm flipV="1">
            <a:off x="11871655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sp>
        <p:nvSpPr>
          <p:cNvPr id="45" name="Oval 44"/>
          <p:cNvSpPr/>
          <p:nvPr/>
        </p:nvSpPr>
        <p:spPr>
          <a:xfrm>
            <a:off x="7680722" y="1600200"/>
            <a:ext cx="3657600" cy="3657600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outerShdw blurRad="279400" dist="0" dir="5400000" algn="t" rotWithShape="0">
              <a:srgbClr val="000000">
                <a:alpha val="5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083058" y="2002536"/>
            <a:ext cx="2852928" cy="2852928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595122" y="2514600"/>
            <a:ext cx="1828800" cy="182880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중심점"/>
          <p:cNvSpPr/>
          <p:nvPr/>
        </p:nvSpPr>
        <p:spPr>
          <a:xfrm>
            <a:off x="9326642" y="3246120"/>
            <a:ext cx="365760" cy="3657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1484626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11220012" y="4416552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10497074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9509522" y="5404104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3" name="Connector 52"/>
          <p:cNvCxnSpPr/>
          <p:nvPr/>
        </p:nvCxnSpPr>
        <p:spPr>
          <a:xfrm flipH="1">
            <a:off x="8430530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4" name="Connector 53"/>
          <p:cNvCxnSpPr/>
          <p:nvPr/>
        </p:nvCxnSpPr>
        <p:spPr>
          <a:xfrm flipH="1">
            <a:off x="7640653" y="4416552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5" name="Connector 54"/>
          <p:cNvCxnSpPr/>
          <p:nvPr/>
        </p:nvCxnSpPr>
        <p:spPr>
          <a:xfrm flipH="1">
            <a:off x="7351538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6" name="Connector 55"/>
          <p:cNvCxnSpPr/>
          <p:nvPr/>
        </p:nvCxnSpPr>
        <p:spPr>
          <a:xfrm flipH="1" flipV="1">
            <a:off x="7640653" y="2350008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7" name="Connector 56"/>
          <p:cNvCxnSpPr/>
          <p:nvPr/>
        </p:nvCxnSpPr>
        <p:spPr>
          <a:xfrm flipH="1" flipV="1">
            <a:off x="8430530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8" name="Connector 57"/>
          <p:cNvCxnSpPr/>
          <p:nvPr/>
        </p:nvCxnSpPr>
        <p:spPr>
          <a:xfrm flipV="1">
            <a:off x="9509522" y="1271016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10497074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11220012" y="2350007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61" name="라벨 표시"/>
          <p:cNvSpPr/>
          <p:nvPr/>
        </p:nvSpPr>
        <p:spPr>
          <a:xfrm>
            <a:off x="975335" y="1719072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776A5523-AF45-4325-AA0C-1C379D0EB572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112495" y="1645920"/>
            <a:ext cx="487667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112495" y="2029968"/>
            <a:ext cx="4876678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4FE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112495" y="3703320"/>
            <a:ext cx="4876678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2BCBE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112495" y="4480559"/>
            <a:ext cx="487667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7F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격자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cxnSp>
          <p:nvCxnSpPr>
            <p:cNvPr id="3" name="Connector 2"/>
            <p:cNvCxnSpPr/>
            <p:nvPr/>
          </p:nvCxnSpPr>
          <p:spPr>
            <a:xfrm>
              <a:off x="5486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4" name="Connector 3"/>
            <p:cNvCxnSpPr/>
            <p:nvPr/>
          </p:nvCxnSpPr>
          <p:spPr>
            <a:xfrm>
              <a:off x="10972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16459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219456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274320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2918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38404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438912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49377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54863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60350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65836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71323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76809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82295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87782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93268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98755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104241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109727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115214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120700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>
              <a:off x="0" y="5486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0" y="10972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0" y="164591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0" y="219456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>
              <a:off x="0" y="274320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>
              <a:off x="0" y="32918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0" y="38404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0" y="438912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0" y="493775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0" y="548639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0" y="603503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0" y="658367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</p:grpSp>
      <p:cxnSp>
        <p:nvCxnSpPr>
          <p:cNvPr id="37" name="Connector 36"/>
          <p:cNvCxnSpPr/>
          <p:nvPr/>
        </p:nvCxnSpPr>
        <p:spPr>
          <a:xfrm>
            <a:off x="320040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320040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9" name="Connector 38"/>
          <p:cNvCxnSpPr/>
          <p:nvPr/>
        </p:nvCxnSpPr>
        <p:spPr>
          <a:xfrm flipH="1">
            <a:off x="11414455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1871655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320040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20040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3" name="Connector 42"/>
          <p:cNvCxnSpPr/>
          <p:nvPr/>
        </p:nvCxnSpPr>
        <p:spPr>
          <a:xfrm flipH="1">
            <a:off x="11414455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4" name="Connector 43"/>
          <p:cNvCxnSpPr/>
          <p:nvPr/>
        </p:nvCxnSpPr>
        <p:spPr>
          <a:xfrm flipV="1">
            <a:off x="11871655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sp>
        <p:nvSpPr>
          <p:cNvPr id="45" name="Oval 44"/>
          <p:cNvSpPr/>
          <p:nvPr/>
        </p:nvSpPr>
        <p:spPr>
          <a:xfrm>
            <a:off x="7680722" y="1600200"/>
            <a:ext cx="3657600" cy="3657600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outerShdw blurRad="279400" dist="0" dir="5400000" algn="t" rotWithShape="0">
              <a:srgbClr val="000000">
                <a:alpha val="5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083058" y="2002536"/>
            <a:ext cx="2852928" cy="2852928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595122" y="2514600"/>
            <a:ext cx="1828800" cy="182880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중심점"/>
          <p:cNvSpPr/>
          <p:nvPr/>
        </p:nvSpPr>
        <p:spPr>
          <a:xfrm>
            <a:off x="9326642" y="3246120"/>
            <a:ext cx="365760" cy="3657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1484626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11220012" y="4416552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10497074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9509522" y="5404104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3" name="Connector 52"/>
          <p:cNvCxnSpPr/>
          <p:nvPr/>
        </p:nvCxnSpPr>
        <p:spPr>
          <a:xfrm flipH="1">
            <a:off x="8430530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4" name="Connector 53"/>
          <p:cNvCxnSpPr/>
          <p:nvPr/>
        </p:nvCxnSpPr>
        <p:spPr>
          <a:xfrm flipH="1">
            <a:off x="7640653" y="4416552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5" name="Connector 54"/>
          <p:cNvCxnSpPr/>
          <p:nvPr/>
        </p:nvCxnSpPr>
        <p:spPr>
          <a:xfrm flipH="1">
            <a:off x="7351538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6" name="Connector 55"/>
          <p:cNvCxnSpPr/>
          <p:nvPr/>
        </p:nvCxnSpPr>
        <p:spPr>
          <a:xfrm flipH="1" flipV="1">
            <a:off x="7640653" y="2350008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7" name="Connector 56"/>
          <p:cNvCxnSpPr/>
          <p:nvPr/>
        </p:nvCxnSpPr>
        <p:spPr>
          <a:xfrm flipH="1" flipV="1">
            <a:off x="8430530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8" name="Connector 57"/>
          <p:cNvCxnSpPr/>
          <p:nvPr/>
        </p:nvCxnSpPr>
        <p:spPr>
          <a:xfrm flipV="1">
            <a:off x="9509522" y="1271016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10497074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11220012" y="2350007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61" name="라벨 표시"/>
          <p:cNvSpPr/>
          <p:nvPr/>
        </p:nvSpPr>
        <p:spPr>
          <a:xfrm>
            <a:off x="975335" y="1719072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71D3AC74-ABD8-4B0A-8215-0EA1FB4F9958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B0A5A412-D4D7-4A6F-9E9D-89C1FC5A4B3C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3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7" name="Diamond 3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39" name="Connector 3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40" name="Connector 3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1" name="Diamond 4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NEON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더운 날이니 중간에 쉬는 시간을 두겠습니다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교육·강의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44F62-EC15-4C68-88DC-A71C1BCF8593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05740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오늘의 목표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10896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핵심 개념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1605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실습과 예시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1005840" y="5212079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정리와 질문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31502-290E-4C90-B669-A0F9F9C348F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B4F26-34EC-4D50-99EC-58B4486768A0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알아야 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 볼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기억할 것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B5192C-6F71-4E6A-A0C9-A55CBEFFAEAC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알기 전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알고 난 후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FDF0E-2683-41DD-9433-76CB627298AB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B66CE-B7DF-46A4-8A51-16EA559A15E9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차시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주제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준비물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A3802-7048-483A-80FC-8058B29E728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NEON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교육·강의 발표 템플릿">
  <a:themeElements>
    <a:clrScheme name="교육·강의 발표 템플릿">
      <a:dk1>
        <a:srgbClr val="F4FEFC"/>
      </a:dk1>
      <a:lt1>
        <a:srgbClr val="0F1C31"/>
      </a:lt1>
      <a:dk2>
        <a:srgbClr val="D6FBF6"/>
      </a:dk2>
      <a:lt2>
        <a:srgbClr val="0A1220"/>
      </a:lt2>
      <a:accent1>
        <a:srgbClr val="34E1D0"/>
      </a:accent1>
      <a:accent2>
        <a:srgbClr val="7A6CFF"/>
      </a:accent2>
      <a:accent3>
        <a:srgbClr val="060B14"/>
      </a:accent3>
      <a:accent4>
        <a:srgbClr val="162847"/>
      </a:accent4>
      <a:accent5>
        <a:srgbClr val="8FEFE6"/>
      </a:accent5>
      <a:accent6>
        <a:srgbClr val="5851BC"/>
      </a:accent6>
      <a:hlink>
        <a:srgbClr val="D6FBF6"/>
      </a:hlink>
      <a:folHlink>
        <a:srgbClr val="060B14"/>
      </a:folHlink>
    </a:clrScheme>
    <a:fontScheme name="교육·강의 발표 템플릿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>교육·강의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