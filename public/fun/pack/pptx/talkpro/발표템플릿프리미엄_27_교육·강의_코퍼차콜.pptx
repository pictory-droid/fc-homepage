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7B243B1-7336-4319-B40E-718806900430}">
          <p14:sldIdLst>
            <p14:sldId id="256"/>
          </p14:sldIdLst>
        </p14:section>
        <p14:section name="본문" id="{142F56BF-5A88-40B6-A358-94FDD4EE0A8C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7EACFE14-E74F-48B9-BCC8-064A261139CC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rgbClr val="000000">
                <a:alpha val="4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06D0C65-D011-47ED-8A6B-94D2003ED55C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rgbClr val="000000">
                <a:alpha val="4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0637FD17-BA95-468D-924F-16C4BE6050C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8126B80-9D4F-44DC-9178-F2DECF92169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질문은 말씀 중에 바로 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B5C1B-92D8-424C-8977-A009256B7E7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29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713B3-052C-40AB-8B4A-500994CA801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7D426-CAD7-4B7F-9F6A-F7FE5781872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ACC4B-28F3-4737-BB98-AB5EEE4D2560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BDA20-F30E-4176-BA82-E27D248F4DB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DEC3-E9ED-46E9-A92C-C53C6C6016A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D6834-5DCB-4378-ADA0-55BB22F1E5C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FBF6F2"/>
      </a:dk1>
      <a:lt1>
        <a:srgbClr val="242222"/>
      </a:lt1>
      <a:dk2>
        <a:srgbClr val="EFE0D2"/>
      </a:dk2>
      <a:lt2>
        <a:srgbClr val="181717"/>
      </a:lt2>
      <a:accent1>
        <a:srgbClr val="C2794F"/>
      </a:accent1>
      <a:accent2>
        <a:srgbClr val="8E8B86"/>
      </a:accent2>
      <a:accent3>
        <a:srgbClr val="0F0E0E"/>
      </a:accent3>
      <a:accent4>
        <a:srgbClr val="323030"/>
      </a:accent4>
      <a:accent5>
        <a:srgbClr val="D18B62"/>
      </a:accent5>
      <a:accent6>
        <a:srgbClr val="6B6865"/>
      </a:accent6>
      <a:hlink>
        <a:srgbClr val="EFE0D2"/>
      </a:hlink>
      <a:folHlink>
        <a:srgbClr val="0F0E0E"/>
      </a:folHlink>
    </a:clrScheme>
    <a:fontScheme name="교육·강의 발표 템플릿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