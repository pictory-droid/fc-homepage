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1F60BBE-51E7-4BAF-BB53-94D90D8C39E1}">
          <p14:sldIdLst>
            <p14:sldId id="256"/>
          </p14:sldIdLst>
        </p14:section>
        <p14:section name="본문" id="{D13610CA-3024-40AE-8026-DD1CE32F989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BD52FBF-C4AE-44AE-BC38-D4C7382D0BD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DF40B90-FEA3-42DF-ABF3-A222FFBB0EAF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6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6F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B58DA6C-F3FC-4FEE-888E-39550B5BB93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C6879A3-671A-442C-9C5E-DA5C142D0C0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질문은 말씀 중에 바로 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9388-BB25-465E-9F39-81F88EDCAFD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109D-77EA-49CF-8334-24A8E5A79B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C66D-7F5E-40CB-811D-34E7252DB06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1735-0BBF-4BFF-A456-4DCCC305F93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83625-7800-4D97-9881-42A2A69C4B0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9830-E33B-4DC0-B126-EC959608C4C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A76A2-F9D5-47CB-961F-B90C2EC5C39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COPPER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FBF6F2"/>
      </a:dk1>
      <a:lt1>
        <a:srgbClr val="242222"/>
      </a:lt1>
      <a:dk2>
        <a:srgbClr val="EFE0D2"/>
      </a:dk2>
      <a:lt2>
        <a:srgbClr val="181717"/>
      </a:lt2>
      <a:accent1>
        <a:srgbClr val="C2794F"/>
      </a:accent1>
      <a:accent2>
        <a:srgbClr val="8E8B86"/>
      </a:accent2>
      <a:accent3>
        <a:srgbClr val="0F0E0E"/>
      </a:accent3>
      <a:accent4>
        <a:srgbClr val="323030"/>
      </a:accent4>
      <a:accent5>
        <a:srgbClr val="D18B62"/>
      </a:accent5>
      <a:accent6>
        <a:srgbClr val="6B6865"/>
      </a:accent6>
      <a:hlink>
        <a:srgbClr val="EFE0D2"/>
      </a:hlink>
      <a:folHlink>
        <a:srgbClr val="0F0E0E"/>
      </a:folHlink>
    </a:clrScheme>
    <a:fontScheme name="교육·강의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