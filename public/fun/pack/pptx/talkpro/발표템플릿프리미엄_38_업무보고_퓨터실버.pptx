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0ECDE5B-76CE-4CCC-8075-78630C541070}">
          <p14:sldIdLst>
            <p14:sldId id="256"/>
          </p14:sldIdLst>
        </p14:section>
        <p14:section name="본문" id="{7FBEBDD5-26D0-4BD2-A75A-7074B7A25EE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0E40589-0CAE-41C0-A635-54D1AF054308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FD0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3A5A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00DDCE6-F256-453D-A210-85C741DCCFA8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58D038D-1979-4670-AC84-71BEF0AC881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65F594C-B34D-4C12-A3BE-8F38679AC7A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목표 대비 실적을 비교했습니다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A6B89-DBCB-4FCE-A3AF-CC5EF5AB976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DC6A5-4F2C-484F-A345-31EEA61774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9D1-6575-4181-A46D-D7FD9D904E5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81B1-7F4C-4AE8-896B-0D891BF0081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3603-B863-4440-B7B6-47EA06807A5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745C-D3D6-48AD-B1A9-6CAF0DC4946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5D5D-5427-41BA-95CB-003174AC6F4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4292E"/>
      </a:dk1>
      <a:lt1>
        <a:srgbClr val="FCFCFB"/>
      </a:lt1>
      <a:dk2>
        <a:srgbClr val="272E36"/>
      </a:dk2>
      <a:lt2>
        <a:srgbClr val="F3F3F2"/>
      </a:lt2>
      <a:accent1>
        <a:srgbClr val="6F7A86"/>
      </a:accent1>
      <a:accent2>
        <a:srgbClr val="A9B2BC"/>
      </a:accent2>
      <a:accent3>
        <a:srgbClr val="24292E"/>
      </a:accent3>
      <a:accent4>
        <a:srgbClr val="D9DBDC"/>
      </a:accent4>
      <a:accent5>
        <a:srgbClr val="B5BCC4"/>
      </a:accent5>
      <a:accent6>
        <a:srgbClr val="CACFD4"/>
      </a:accent6>
      <a:hlink>
        <a:srgbClr val="272E36"/>
      </a:hlink>
      <a:folHlink>
        <a:srgbClr val="24292E"/>
      </a:folHlink>
    </a:clrScheme>
    <a:fontScheme name="업무 보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