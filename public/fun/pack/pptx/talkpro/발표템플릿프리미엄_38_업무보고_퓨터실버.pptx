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241D3BE3-0706-4A6B-8E2D-682F95D043FF}">
          <p14:sldIdLst>
            <p14:sldId id="256"/>
          </p14:sldIdLst>
        </p14:section>
        <p14:section name="본문" id="{282537A8-D071-4B25-BF64-689A8A3A620E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F540E5D6-1088-4760-89F5-0DC7BE478710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CFD0D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3A5A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857762" y="777240"/>
            <a:ext cx="5303520" cy="530352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7842" y="1417319"/>
            <a:ext cx="4023360" cy="4023360"/>
          </a:xfrm>
          <a:prstGeom prst="ellipse">
            <a:avLst/>
          </a:prstGeom>
          <a:noFill/>
          <a:ln w="6350">
            <a:solidFill>
              <a:schemeClr val="accent2"/>
            </a:solidFill>
            <a:prstDash val="sys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92202" y="2011680"/>
            <a:ext cx="2834640" cy="283464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40842" y="2560320"/>
            <a:ext cx="1737360" cy="173736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행성"/>
          <p:cNvSpPr/>
          <p:nvPr/>
        </p:nvSpPr>
        <p:spPr>
          <a:xfrm>
            <a:off x="9179423" y="3098901"/>
            <a:ext cx="660196" cy="66019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성 1"/>
          <p:cNvSpPr/>
          <p:nvPr/>
        </p:nvSpPr>
        <p:spPr>
          <a:xfrm>
            <a:off x="11122600" y="1306193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성 2"/>
          <p:cNvSpPr/>
          <p:nvPr/>
        </p:nvSpPr>
        <p:spPr>
          <a:xfrm>
            <a:off x="7555153" y="2676956"/>
            <a:ext cx="128016" cy="12801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위성 3"/>
          <p:cNvSpPr/>
          <p:nvPr/>
        </p:nvSpPr>
        <p:spPr>
          <a:xfrm>
            <a:off x="9893690" y="4660261"/>
            <a:ext cx="201168" cy="20116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위성 4"/>
          <p:cNvSpPr/>
          <p:nvPr/>
        </p:nvSpPr>
        <p:spPr>
          <a:xfrm>
            <a:off x="10120105" y="2815759"/>
            <a:ext cx="109728" cy="1097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6459998" y="1970532"/>
            <a:ext cx="6099048" cy="291693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6A000F46-5B8D-481E-8123-AC75D1DA2729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857762" y="777240"/>
            <a:ext cx="5303520" cy="5303520"/>
          </a:xfrm>
          <a:prstGeom prst="ellipse">
            <a:avLst/>
          </a:prstGeom>
          <a:noFill/>
          <a:ln w="127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7842" y="1417319"/>
            <a:ext cx="4023360" cy="4023360"/>
          </a:xfrm>
          <a:prstGeom prst="ellipse">
            <a:avLst/>
          </a:prstGeom>
          <a:noFill/>
          <a:ln w="6350">
            <a:solidFill>
              <a:schemeClr val="accent2"/>
            </a:solidFill>
            <a:prstDash val="sys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92202" y="2011680"/>
            <a:ext cx="2834640" cy="2834640"/>
          </a:xfrm>
          <a:prstGeom prst="ellipse">
            <a:avLst/>
          </a:prstGeom>
          <a:noFill/>
          <a:ln w="127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40842" y="2560320"/>
            <a:ext cx="1737360" cy="173736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행성"/>
          <p:cNvSpPr/>
          <p:nvPr/>
        </p:nvSpPr>
        <p:spPr>
          <a:xfrm>
            <a:off x="9179423" y="3098901"/>
            <a:ext cx="660196" cy="66019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성 1"/>
          <p:cNvSpPr/>
          <p:nvPr/>
        </p:nvSpPr>
        <p:spPr>
          <a:xfrm>
            <a:off x="11122600" y="1306193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성 2"/>
          <p:cNvSpPr/>
          <p:nvPr/>
        </p:nvSpPr>
        <p:spPr>
          <a:xfrm>
            <a:off x="7555153" y="2676956"/>
            <a:ext cx="128016" cy="12801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위성 3"/>
          <p:cNvSpPr/>
          <p:nvPr/>
        </p:nvSpPr>
        <p:spPr>
          <a:xfrm>
            <a:off x="9893690" y="4660261"/>
            <a:ext cx="201168" cy="20116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위성 4"/>
          <p:cNvSpPr/>
          <p:nvPr/>
        </p:nvSpPr>
        <p:spPr>
          <a:xfrm>
            <a:off x="10120105" y="2815759"/>
            <a:ext cx="109728" cy="1097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6459998" y="1970532"/>
            <a:ext cx="6099048" cy="2916936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67EBFE74-D37D-40B8-8E21-A1521E58B619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C2FC61D3-4BF3-4A9C-A6AE-3FC05990657E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PEWTER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목표 대비 실적을 비교했습니다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업무 보고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8C720-3A2D-42E8-BCF4-F48FF3BFED62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60120" y="201168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추진 경과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960120" y="306324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주요 성과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960120" y="41148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이슈와 대응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 txBox="1"/>
            <p:nvPr/>
          </p:nvSpPr>
          <p:spPr>
            <a:xfrm>
              <a:off x="960120" y="5166359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향후 계획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2EB63-F30C-44F2-AC8F-8581008AD7F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94C90-CB8F-4F28-9CE6-3A91CB99FCFC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진행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성과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이슈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46FD0-C3BE-4B43-B461-7F506B26AAB1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계획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실적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0E3A3-C453-462A-880A-0D4FBB717183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E4226-E656-4863-8582-B50C79DC9B75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목표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실적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달성률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73888-C9CA-407B-9BB5-575F0B6A8DD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PEWTER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업무 보고 발표 템플릿">
  <a:themeElements>
    <a:clrScheme name="업무 보고 발표 템플릿">
      <a:dk1>
        <a:srgbClr val="24292E"/>
      </a:dk1>
      <a:lt1>
        <a:srgbClr val="FCFCFB"/>
      </a:lt1>
      <a:dk2>
        <a:srgbClr val="272E36"/>
      </a:dk2>
      <a:lt2>
        <a:srgbClr val="F3F3F2"/>
      </a:lt2>
      <a:accent1>
        <a:srgbClr val="6F7A86"/>
      </a:accent1>
      <a:accent2>
        <a:srgbClr val="A9B2BC"/>
      </a:accent2>
      <a:accent3>
        <a:srgbClr val="24292E"/>
      </a:accent3>
      <a:accent4>
        <a:srgbClr val="D9DBDC"/>
      </a:accent4>
      <a:accent5>
        <a:srgbClr val="B5BCC4"/>
      </a:accent5>
      <a:accent6>
        <a:srgbClr val="CACFD4"/>
      </a:accent6>
      <a:hlink>
        <a:srgbClr val="272E36"/>
      </a:hlink>
      <a:folHlink>
        <a:srgbClr val="24292E"/>
      </a:folHlink>
    </a:clrScheme>
    <a:fontScheme name="업무 보고 발표 템플릿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>업무 보고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