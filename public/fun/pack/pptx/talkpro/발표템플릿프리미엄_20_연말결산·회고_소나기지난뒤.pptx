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14D7C6B-49E3-440A-9DEC-09D8208208FE}">
          <p14:sldIdLst>
            <p14:sldId id="256"/>
          </p14:sldIdLst>
        </p14:section>
        <p14:section name="본문" id="{29D2EA23-66C1-4C5E-A4AA-705AC179690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2FCC0BC-8B79-439F-B4D3-DAB00372DE3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Block Arc 5"/>
            <p:cNvSpPr/>
            <p:nvPr/>
          </p:nvSpPr>
          <p:spPr>
            <a:xfrm>
              <a:off x="10362931" y="731519"/>
              <a:ext cx="731520" cy="7315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F120467-33FD-4F74-9D74-DDD9008472B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Block Arc 5"/>
            <p:cNvSpPr/>
            <p:nvPr/>
          </p:nvSpPr>
          <p:spPr>
            <a:xfrm>
              <a:off x="10362931" y="731519"/>
              <a:ext cx="731520" cy="7315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4DE7565-F750-4883-8EBF-81E9344BEF3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F6B2073-B71B-4F65-9AA2-6420B8A57FD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Block Arc 6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동안 배운 것을 정리했습니다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982E9-70C0-4312-B3F5-FD489F6EA493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9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4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5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8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9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9BFFE-235A-4F9E-8EFA-1718F42E346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B2170-D39B-46EB-85E3-43F8CE3ED27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F0439-63A8-4F8B-AF34-9AED2B44A3ED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E61D9-088B-4FA1-B714-8C70009A5B1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A051-BCA2-4FD4-9A3E-3257D8F0966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227C3-D1BD-42F0-8299-09E340529E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