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17CBB63-70C2-4E2D-A9A2-BA51C1625912}">
          <p14:sldIdLst>
            <p14:sldId id="256"/>
          </p14:sldIdLst>
        </p14:section>
        <p14:section name="본문" id="{2AD43EB3-3909-40A0-9F88-E9427B9D4EA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DC567F0B-C74D-4FFB-953A-0E625431793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Block Arc 6"/>
            <p:cNvSpPr/>
            <p:nvPr/>
          </p:nvSpPr>
          <p:spPr>
            <a:xfrm>
              <a:off x="1447751" y="1554480"/>
              <a:ext cx="1005840" cy="10058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1303339-8E7C-4F45-BCFE-1A288929CF32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Block Arc 4"/>
            <p:cNvSpPr/>
            <p:nvPr/>
          </p:nvSpPr>
          <p:spPr>
            <a:xfrm>
              <a:off x="11208715" y="7543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Block Arc 6"/>
            <p:cNvSpPr/>
            <p:nvPr/>
          </p:nvSpPr>
          <p:spPr>
            <a:xfrm>
              <a:off x="1447751" y="1554480"/>
              <a:ext cx="1005840" cy="10058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40710B1-E296-4497-83B1-5A40DEC3E6D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Block Arc 4"/>
            <p:cNvSpPr/>
            <p:nvPr/>
          </p:nvSpPr>
          <p:spPr>
            <a:xfrm>
              <a:off x="11208715" y="754380"/>
              <a:ext cx="320040" cy="3200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B8FB412-597B-4AB3-B9F2-503B7A03054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Block Arc 6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우리 모임을 처음 오신 분께 소개합니다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C200A-FF79-4B6A-B0EA-7678FBFA4216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49191-FF01-47FC-BE34-5A437AE9E58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FDB74-7CEB-4327-9064-35376B0DB47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42D1F-B005-42FD-9F9C-5278146D4A5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8FAAE-69C8-4DC1-858F-906967233D5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25DB6-8746-4536-99AB-5A9A7E94150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E205-FAB1-4BDE-833E-0F32933292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64573A"/>
      </a:dk2>
      <a:lt2>
        <a:srgbClr val="F9F6E4"/>
      </a:lt2>
      <a:accent1>
        <a:srgbClr val="D8CB73"/>
      </a:accent1>
      <a:accent2>
        <a:srgbClr val="C5977C"/>
      </a:accent2>
      <a:accent3>
        <a:srgbClr val="4E4A2C"/>
      </a:accent3>
      <a:accent4>
        <a:srgbClr val="F4EEC7"/>
      </a:accent4>
      <a:accent5>
        <a:srgbClr val="A9E0A3"/>
      </a:accent5>
      <a:accent6>
        <a:srgbClr val="E6BCBC"/>
      </a:accent6>
      <a:hlink>
        <a:srgbClr val="64573A"/>
      </a:hlink>
      <a:folHlink>
        <a:srgbClr val="4E4A2C"/>
      </a:folHlink>
    </a:clrScheme>
    <a:fontScheme name="모임·동호회 소개 발표 템플릿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