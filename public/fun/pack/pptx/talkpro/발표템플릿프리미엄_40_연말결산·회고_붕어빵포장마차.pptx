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444E92B-97B3-4E3C-8695-D7436988A44C}">
          <p14:sldIdLst>
            <p14:sldId id="256"/>
          </p14:sldIdLst>
        </p14:section>
        <p14:section name="본문" id="{B80710A7-8BDC-4194-B77B-1C793ED1A4F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390E4792-6708-49E1-91C4-0EF44407B26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8D5105-A4A9-4260-A6B7-6661FEA4ECA3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334815A-2AF4-4EE5-840F-F3FA32472C0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B986416-80CB-4415-B22E-89ED6E57E40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고마운 분들 이름을 한 장에 담았습니다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6BCE-FCF6-4EDE-A25D-29089AE5866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C43-DFAD-4B0E-BEEA-85385CBEAD9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6B14-6EB3-4E8B-A1A0-D94192A62DB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1923-CC66-4E3F-B1F8-732FF2CA4CB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35F28-9E9D-42B0-B786-0652333AE79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3A90-04F9-4133-8EED-A9EC73B6913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81028-88F4-4682-8F26-85F6EC5EFC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