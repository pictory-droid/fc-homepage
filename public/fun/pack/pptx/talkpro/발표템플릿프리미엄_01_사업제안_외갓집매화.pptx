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20111A09-FB93-48DC-B6D8-A581B20D705D}">
          <p14:sldIdLst>
            <p14:sldId id="256"/>
          </p14:sldIdLst>
        </p14:section>
        <p14:section name="본문" id="{F77611EB-B3A3-4C63-AFCF-9A056CC990F2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E2D5F463-5676-4208-A879-3CF88598A090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3367963" y="891539"/>
            <a:ext cx="545576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3367963" y="1275587"/>
            <a:ext cx="545576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3367963" y="2948939"/>
            <a:ext cx="5455767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743145" y="5554980"/>
            <a:ext cx="670540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편지지"/>
          <p:cNvSpPr/>
          <p:nvPr/>
        </p:nvSpPr>
        <p:spPr>
          <a:xfrm>
            <a:off x="3047923" y="617219"/>
            <a:ext cx="6095847" cy="493775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봉투 앞면"/>
          <p:cNvSpPr/>
          <p:nvPr/>
        </p:nvSpPr>
        <p:spPr>
          <a:xfrm>
            <a:off x="2194505" y="3291839"/>
            <a:ext cx="7802685" cy="3291840"/>
          </a:xfrm>
          <a:custGeom>
            <a:avLst/>
            <a:gdLst/>
            <a:ahLst/>
            <a:cxnLst/>
            <a:rect l="l" t="t" r="r" b="b"/>
            <a:pathLst>
              <a:path w="7802685" h="3291840">
                <a:moveTo>
                  <a:pt x="0" y="0"/>
                </a:moveTo>
                <a:lnTo>
                  <a:pt x="3901342" y="1508761"/>
                </a:lnTo>
                <a:lnTo>
                  <a:pt x="7802685" y="0"/>
                </a:lnTo>
                <a:lnTo>
                  <a:pt x="7802685" y="3291840"/>
                </a:lnTo>
                <a:lnTo>
                  <a:pt x="0" y="329184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194505" y="3291839"/>
            <a:ext cx="3901342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6095847" y="3291839"/>
            <a:ext cx="3901343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sp>
        <p:nvSpPr>
          <p:cNvPr id="6" name="봉인"/>
          <p:cNvSpPr/>
          <p:nvPr/>
        </p:nvSpPr>
        <p:spPr>
          <a:xfrm>
            <a:off x="5684367" y="4389120"/>
            <a:ext cx="822959" cy="822959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" name="봉인 하트"/>
          <p:cNvSpPr/>
          <p:nvPr/>
        </p:nvSpPr>
        <p:spPr>
          <a:xfrm>
            <a:off x="5944971" y="4663440"/>
            <a:ext cx="301751" cy="274320"/>
          </a:xfrm>
          <a:prstGeom prst="hear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9BCF1471-4D49-4926-9543-9E6522E6106D}" type="slidenum">
              <a:rPr lang="en-US"/>
              <a:t>‹#›</a:t>
            </a:fld>
          </a:p>
        </p:txBody>
      </p:sp>
      <p:cxnSp>
        <p:nvCxnSpPr>
          <p:cNvPr id="2" name="제목 밑줄"/>
          <p:cNvCxnSpPr/>
          <p:nvPr/>
        </p:nvCxnSpPr>
        <p:spPr>
          <a:xfrm>
            <a:off x="5547207" y="1481328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5986119" y="1344168"/>
            <a:ext cx="219456" cy="274320"/>
            <a:chOff x="5986119" y="1344168"/>
            <a:chExt cx="219456" cy="274320"/>
          </a:xfrm>
        </p:grpSpPr>
        <p:sp>
          <p:nvSpPr>
            <p:cNvPr id="4" name="Diamond 3"/>
            <p:cNvSpPr/>
            <p:nvPr/>
          </p:nvSpPr>
          <p:spPr>
            <a:xfrm>
              <a:off x="5986119" y="1344168"/>
              <a:ext cx="219456" cy="27432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3367963" y="891539"/>
            <a:ext cx="545576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367963" y="1275587"/>
            <a:ext cx="545576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3367963" y="2948939"/>
            <a:ext cx="5455767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743145" y="5554980"/>
            <a:ext cx="670540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편지지"/>
          <p:cNvSpPr/>
          <p:nvPr/>
        </p:nvSpPr>
        <p:spPr>
          <a:xfrm>
            <a:off x="3047923" y="617219"/>
            <a:ext cx="6095847" cy="493775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봉투 앞면"/>
          <p:cNvSpPr/>
          <p:nvPr/>
        </p:nvSpPr>
        <p:spPr>
          <a:xfrm>
            <a:off x="2194505" y="3291839"/>
            <a:ext cx="7802685" cy="3291840"/>
          </a:xfrm>
          <a:custGeom>
            <a:avLst/>
            <a:gdLst/>
            <a:ahLst/>
            <a:cxnLst/>
            <a:rect l="l" t="t" r="r" b="b"/>
            <a:pathLst>
              <a:path w="7802685" h="3291840">
                <a:moveTo>
                  <a:pt x="0" y="0"/>
                </a:moveTo>
                <a:lnTo>
                  <a:pt x="3901342" y="1508761"/>
                </a:lnTo>
                <a:lnTo>
                  <a:pt x="7802685" y="0"/>
                </a:lnTo>
                <a:lnTo>
                  <a:pt x="7802685" y="3291840"/>
                </a:lnTo>
                <a:lnTo>
                  <a:pt x="0" y="329184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194505" y="3291839"/>
            <a:ext cx="3901342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6095847" y="3291839"/>
            <a:ext cx="3901343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sp>
        <p:nvSpPr>
          <p:cNvPr id="6" name="봉인"/>
          <p:cNvSpPr/>
          <p:nvPr/>
        </p:nvSpPr>
        <p:spPr>
          <a:xfrm>
            <a:off x="5684367" y="4389120"/>
            <a:ext cx="822959" cy="822959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" name="봉인 하트"/>
          <p:cNvSpPr/>
          <p:nvPr/>
        </p:nvSpPr>
        <p:spPr>
          <a:xfrm>
            <a:off x="5944971" y="4663440"/>
            <a:ext cx="301751" cy="274320"/>
          </a:xfrm>
          <a:prstGeom prst="hear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51C31A0A-5112-49CE-86E0-C1E031A4BD35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제목 밑줄"/>
          <p:cNvCxnSpPr/>
          <p:nvPr/>
        </p:nvCxnSpPr>
        <p:spPr>
          <a:xfrm>
            <a:off x="5547207" y="1481328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5986119" y="1344168"/>
            <a:ext cx="219456" cy="274320"/>
            <a:chOff x="5986119" y="1344168"/>
            <a:chExt cx="219456" cy="274320"/>
          </a:xfrm>
        </p:grpSpPr>
        <p:sp>
          <p:nvSpPr>
            <p:cNvPr id="4" name="Diamond 3"/>
            <p:cNvSpPr/>
            <p:nvPr/>
          </p:nvSpPr>
          <p:spPr>
            <a:xfrm>
              <a:off x="5986119" y="1344168"/>
              <a:ext cx="219456" cy="27432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0250F6DE-3AC0-4B7A-8345-549F2CFBD438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76391" y="5212080"/>
            <a:ext cx="438912" cy="548640"/>
            <a:chOff x="5876391" y="5212080"/>
            <a:chExt cx="438912" cy="548640"/>
          </a:xfrm>
        </p:grpSpPr>
        <p:sp>
          <p:nvSpPr>
            <p:cNvPr id="6" name="Diamond 5"/>
            <p:cNvSpPr/>
            <p:nvPr/>
          </p:nvSpPr>
          <p:spPr>
            <a:xfrm>
              <a:off x="5876391" y="5212080"/>
              <a:ext cx="438912" cy="548640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올해 상반기에 시작할 수 있는 제안입니다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사업 제안 · 발표자 이름</a:t>
            </a:r>
          </a:p>
          <a:p>
            <a:r>
              <a:rPr lang="ko-KR"/>
              <a:t>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8ABF8-D78F-4B35-AC33-D95E9AFFADDD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1005840" y="205740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문제와 기회</a:t>
              </a:r>
            </a:p>
          </p:txBody>
        </p:sp>
        <p:sp>
          <p:nvSpPr>
            <p:cNvPr id="9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0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1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1005840" y="310896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해결 방법</a:t>
              </a:r>
            </a:p>
          </p:txBody>
        </p:sp>
        <p:sp>
          <p:nvSpPr>
            <p:cNvPr id="14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5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16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1005840" y="416052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8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기대 효과</a:t>
              </a:r>
            </a:p>
          </p:txBody>
        </p:sp>
        <p:sp>
          <p:nvSpPr>
            <p:cNvPr id="19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0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1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4"/>
            <p:cNvSpPr/>
            <p:nvPr/>
          </p:nvSpPr>
          <p:spPr>
            <a:xfrm>
              <a:off x="1005840" y="5212079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3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진행 계획</a:t>
              </a:r>
            </a:p>
          </p:txBody>
        </p:sp>
        <p:sp>
          <p:nvSpPr>
            <p:cNvPr id="24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BEDA0-7430-4176-9828-90456F0FA43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99F0A-B6FE-4766-ABD7-742783295797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현황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제안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효과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C1001-EC82-4D4E-962C-A74D5647EA3D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칸 제목 알약"/>
            <p:cNvSpPr/>
            <p:nvPr/>
          </p:nvSpPr>
          <p:spPr>
            <a:xfrm>
              <a:off x="914400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tx1"/>
                  </a:solidFill>
                </a:rPr>
                <a:t>현재</a:t>
              </a:r>
            </a:p>
          </p:txBody>
        </p:sp>
        <p:sp>
          <p:nvSpPr>
            <p:cNvPr id="8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9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0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칸 제목 알약"/>
            <p:cNvSpPr/>
            <p:nvPr/>
          </p:nvSpPr>
          <p:spPr>
            <a:xfrm>
              <a:off x="6461607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bg1"/>
                  </a:solidFill>
                </a:rPr>
                <a:t>제안 후</a:t>
              </a:r>
            </a:p>
          </p:txBody>
        </p:sp>
        <p:sp>
          <p:nvSpPr>
            <p:cNvPr id="12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E459-92EB-45E2-B692-65449FEC6FC6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38111-5DC4-4931-BDD1-4EA78C7A4E81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단계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내용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기간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담당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63226-66FC-4E03-B352-5FC295E91CC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사업 제안 발표 템플릿">
  <a:themeElements>
    <a:clrScheme name="사업 제안 발표 템플릿">
      <a:dk1>
        <a:srgbClr val="2B2724"/>
      </a:dk1>
      <a:lt1>
        <a:srgbClr val="FFFFFF"/>
      </a:lt1>
      <a:dk2>
        <a:srgbClr val="64523A"/>
      </a:dk2>
      <a:lt2>
        <a:srgbClr val="F9E4ED"/>
      </a:lt2>
      <a:accent1>
        <a:srgbClr val="D8739D"/>
      </a:accent1>
      <a:accent2>
        <a:srgbClr val="7CC5A7"/>
      </a:accent2>
      <a:accent3>
        <a:srgbClr val="4E2C3A"/>
      </a:accent3>
      <a:accent4>
        <a:srgbClr val="F4C7DA"/>
      </a:accent4>
      <a:accent5>
        <a:srgbClr val="E0C9A3"/>
      </a:accent5>
      <a:accent6>
        <a:srgbClr val="DABCE6"/>
      </a:accent6>
      <a:hlink>
        <a:srgbClr val="64523A"/>
      </a:hlink>
      <a:folHlink>
        <a:srgbClr val="4E2C3A"/>
      </a:folHlink>
    </a:clrScheme>
    <a:fontScheme name="사업 제안 발표 템플릿">
      <a:majorFont>
        <a:latin typeface="Georgi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사업 제안 발표 템플릿</dc:title>
  <dc:subject>사업 제안 발표 자료</dc:subject>
  <dc:creator>우체국보험 상담 안내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