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C1B5B21-F7BF-47F2-A62E-B161B70FDA3F}">
          <p14:sldIdLst>
            <p14:sldId id="256"/>
          </p14:sldIdLst>
        </p14:section>
        <p14:section name="본문" id="{0461CDF6-B26F-4148-B741-9BDD95EAC019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3600DD13-274F-4755-8A13-B75707A3F5BD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912967" y="1143000"/>
            <a:ext cx="365760" cy="457200"/>
            <a:chOff x="5912967" y="1143000"/>
            <a:chExt cx="365760" cy="457200"/>
          </a:xfrm>
        </p:grpSpPr>
        <p:sp>
          <p:nvSpPr>
            <p:cNvPr id="11" name="Diamond 10"/>
            <p:cNvSpPr/>
            <p:nvPr/>
          </p:nvSpPr>
          <p:spPr>
            <a:xfrm>
              <a:off x="5912967" y="1143000"/>
              <a:ext cx="365760" cy="4572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874131C-A6D0-413F-BF9D-73181FAA77AB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03504" y="6240780"/>
            <a:ext cx="256031" cy="320040"/>
            <a:chOff x="603504" y="6240780"/>
            <a:chExt cx="256031" cy="320040"/>
          </a:xfrm>
        </p:grpSpPr>
        <p:sp>
          <p:nvSpPr>
            <p:cNvPr id="4" name="Diamond 3"/>
            <p:cNvSpPr/>
            <p:nvPr/>
          </p:nvSpPr>
          <p:spPr>
            <a:xfrm>
              <a:off x="603504" y="6240780"/>
              <a:ext cx="256031" cy="32004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32159" y="6240780"/>
            <a:ext cx="256031" cy="320040"/>
            <a:chOff x="11332159" y="6240780"/>
            <a:chExt cx="256031" cy="320040"/>
          </a:xfrm>
        </p:grpSpPr>
        <p:sp>
          <p:nvSpPr>
            <p:cNvPr id="6" name="Diamond 5"/>
            <p:cNvSpPr/>
            <p:nvPr/>
          </p:nvSpPr>
          <p:spPr>
            <a:xfrm>
              <a:off x="11332159" y="6240780"/>
              <a:ext cx="256031" cy="32004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912967" y="1143000"/>
            <a:ext cx="365760" cy="457200"/>
            <a:chOff x="5912967" y="1143000"/>
            <a:chExt cx="365760" cy="457200"/>
          </a:xfrm>
        </p:grpSpPr>
        <p:sp>
          <p:nvSpPr>
            <p:cNvPr id="11" name="Diamond 10"/>
            <p:cNvSpPr/>
            <p:nvPr/>
          </p:nvSpPr>
          <p:spPr>
            <a:xfrm>
              <a:off x="5912967" y="1143000"/>
              <a:ext cx="365760" cy="45720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1E22FFB-C573-442E-8570-3857FAC0E6C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603504" y="6240780"/>
            <a:ext cx="256031" cy="320040"/>
            <a:chOff x="603504" y="6240780"/>
            <a:chExt cx="256031" cy="320040"/>
          </a:xfrm>
        </p:grpSpPr>
        <p:sp>
          <p:nvSpPr>
            <p:cNvPr id="4" name="Diamond 3"/>
            <p:cNvSpPr/>
            <p:nvPr/>
          </p:nvSpPr>
          <p:spPr>
            <a:xfrm>
              <a:off x="603504" y="6240780"/>
              <a:ext cx="256031" cy="32004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32159" y="6240780"/>
            <a:ext cx="256031" cy="320040"/>
            <a:chOff x="11332159" y="6240780"/>
            <a:chExt cx="256031" cy="320040"/>
          </a:xfrm>
        </p:grpSpPr>
        <p:sp>
          <p:nvSpPr>
            <p:cNvPr id="6" name="Diamond 5"/>
            <p:cNvSpPr/>
            <p:nvPr/>
          </p:nvSpPr>
          <p:spPr>
            <a:xfrm>
              <a:off x="11332159" y="6240780"/>
              <a:ext cx="256031" cy="320040"/>
            </a:xfrm>
            <a:prstGeom prst="diamond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Confetti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83CFA0C-AB57-4461-9A5E-3CFDCC5CF091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76391" y="5212080"/>
            <a:ext cx="438912" cy="548640"/>
            <a:chOff x="5876391" y="5212080"/>
            <a:chExt cx="438912" cy="548640"/>
          </a:xfrm>
        </p:grpSpPr>
        <p:sp>
          <p:nvSpPr>
            <p:cNvPr id="6" name="Diamond 5"/>
            <p:cNvSpPr/>
            <p:nvPr/>
          </p:nvSpPr>
          <p:spPr>
            <a:xfrm>
              <a:off x="5876391" y="5212080"/>
              <a:ext cx="438912" cy="548640"/>
            </a:xfrm>
            <a:prstGeom prst="diamond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해바라기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받아 적지 않아도 되게 자료를 드립니다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교육·강의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037DD-13CB-43C0-9CC7-8F19F9985390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오늘의 목표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1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10896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핵심 개념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6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160520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실습과 예시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0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1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4"/>
            <p:cNvSpPr/>
            <p:nvPr/>
          </p:nvSpPr>
          <p:spPr>
            <a:xfrm>
              <a:off x="1005840" y="5212079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정리와 질문</a:t>
              </a:r>
            </a:p>
          </p:txBody>
        </p:sp>
        <p:sp>
          <p:nvSpPr>
            <p:cNvPr id="24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794B12-8BFF-40FF-86E5-5BEB7C0C8E9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0400A-AA88-4D5C-8150-0B343B5BB53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알아야 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해 볼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기억할 것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CFAC8-CAC9-4A70-ADB9-E198C38E3F1C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알기 전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알고 난 후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0506F-9312-4F69-A502-03249CC0B605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4852A-0836-413D-9FA6-0602FEA0266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차시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주제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준비물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A32B8-819F-4A19-A24A-4F03295ABA4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해바라기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교육·강의 발표 템플릿">
  <a:themeElements>
    <a:clrScheme name="교육·강의 발표 템플릿">
      <a:dk1>
        <a:srgbClr val="2B2724"/>
      </a:dk1>
      <a:lt1>
        <a:srgbClr val="FFFFFF"/>
      </a:lt1>
      <a:dk2>
        <a:srgbClr val="3D643A"/>
      </a:dk2>
      <a:lt2>
        <a:srgbClr val="F9F3DE"/>
      </a:lt2>
      <a:accent1>
        <a:srgbClr val="E2CB7E"/>
      </a:accent1>
      <a:accent2>
        <a:srgbClr val="9A86CF"/>
      </a:accent2>
      <a:accent3>
        <a:srgbClr val="4E462C"/>
      </a:accent3>
      <a:accent4>
        <a:srgbClr val="F7EBC5"/>
      </a:accent4>
      <a:accent5>
        <a:srgbClr val="AFE0A3"/>
      </a:accent5>
      <a:accent6>
        <a:srgbClr val="E6BCC1"/>
      </a:accent6>
      <a:hlink>
        <a:srgbClr val="3D643A"/>
      </a:hlink>
      <a:folHlink>
        <a:srgbClr val="4E462C"/>
      </a:folHlink>
    </a:clrScheme>
    <a:fontScheme name="교육·강의 발표 템플릿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>교육·강의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