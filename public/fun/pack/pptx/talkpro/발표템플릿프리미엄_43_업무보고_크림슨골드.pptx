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54DC3FC-1152-4047-AEED-3374C100AF77}">
          <p14:sldIdLst>
            <p14:sldId id="256"/>
          </p14:sldIdLst>
        </p14:section>
        <p14:section name="본문" id="{3CD0666C-F962-4903-A747-53E73884DD64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DEF0CB91-C0EF-4D52-99F7-D01D30EBA51C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7CCEAF23-1004-4F38-870B-84AA5E893C61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5E0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EC5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D73BAB98-8A53-4917-93DD-9BC8FFDF7A8D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6D54FF4F-C4C2-4FD0-A83D-102C708DD67F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연말 전에 마무리할 일 목록입니다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AF6D-AB57-4719-8671-B81D358F2480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914400"/>
            <a:chOff x="640080" y="1828800"/>
            <a:chExt cx="10134295" cy="914400"/>
          </a:xfrm>
        </p:grpSpPr>
        <p:sp>
          <p:nvSpPr>
            <p:cNvPr id="7" name="줄 바탕">
              <a:hlinkClick action="ppaction://hlinksldjump" r:id="rId3"/>
            </p:cNvPr>
            <p:cNvSpPr/>
            <p:nvPr/>
          </p:nvSpPr>
          <p:spPr>
            <a:xfrm>
              <a:off x="640080" y="182880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722375" y="1911095"/>
              <a:ext cx="996970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86868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10" name="줄 제목"/>
            <p:cNvSpPr txBox="1"/>
            <p:nvPr/>
          </p:nvSpPr>
          <p:spPr>
            <a:xfrm>
              <a:off x="164592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48056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663440" y="187451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640080" y="2880360"/>
            <a:ext cx="10134295" cy="914400"/>
            <a:chOff x="640080" y="2880360"/>
            <a:chExt cx="1013429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640080" y="288036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722375" y="2962656"/>
              <a:ext cx="996970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86868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7" name="줄 제목"/>
            <p:cNvSpPr txBox="1"/>
            <p:nvPr/>
          </p:nvSpPr>
          <p:spPr>
            <a:xfrm>
              <a:off x="164592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48056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줄 내용"/>
            <p:cNvSpPr txBox="1"/>
            <p:nvPr/>
          </p:nvSpPr>
          <p:spPr>
            <a:xfrm>
              <a:off x="4663440" y="292607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0" name="줄 3"/>
          <p:cNvGrpSpPr/>
          <p:nvPr/>
        </p:nvGrpSpPr>
        <p:grpSpPr>
          <a:xfrm>
            <a:off x="640080" y="3931920"/>
            <a:ext cx="10134295" cy="914400"/>
            <a:chOff x="640080" y="3931920"/>
            <a:chExt cx="10134295" cy="914400"/>
          </a:xfrm>
        </p:grpSpPr>
        <p:sp>
          <p:nvSpPr>
            <p:cNvPr id="21" name="줄 바탕">
              <a:hlinkClick action="ppaction://hlinksldjump" r:id="rId5"/>
            </p:cNvPr>
            <p:cNvSpPr/>
            <p:nvPr/>
          </p:nvSpPr>
          <p:spPr>
            <a:xfrm>
              <a:off x="640080" y="393192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안쪽 선"/>
            <p:cNvSpPr/>
            <p:nvPr/>
          </p:nvSpPr>
          <p:spPr>
            <a:xfrm>
              <a:off x="722375" y="4014215"/>
              <a:ext cx="996970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 txBox="1"/>
            <p:nvPr/>
          </p:nvSpPr>
          <p:spPr>
            <a:xfrm>
              <a:off x="86868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4" name="줄 제목"/>
            <p:cNvSpPr txBox="1"/>
            <p:nvPr/>
          </p:nvSpPr>
          <p:spPr>
            <a:xfrm>
              <a:off x="164592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448056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줄 내용"/>
            <p:cNvSpPr txBox="1"/>
            <p:nvPr/>
          </p:nvSpPr>
          <p:spPr>
            <a:xfrm>
              <a:off x="4663440" y="397763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7" name="줄 4"/>
          <p:cNvGrpSpPr/>
          <p:nvPr/>
        </p:nvGrpSpPr>
        <p:grpSpPr>
          <a:xfrm>
            <a:off x="640080" y="4983479"/>
            <a:ext cx="10134295" cy="914400"/>
            <a:chOff x="640080" y="4983479"/>
            <a:chExt cx="10134295" cy="914400"/>
          </a:xfrm>
        </p:grpSpPr>
        <p:sp>
          <p:nvSpPr>
            <p:cNvPr id="28" name="줄 바탕">
              <a:hlinkClick action="ppaction://hlinksldjump" r:id="rId6"/>
            </p:cNvPr>
            <p:cNvSpPr/>
            <p:nvPr/>
          </p:nvSpPr>
          <p:spPr>
            <a:xfrm>
              <a:off x="640080" y="4983479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안쪽 선"/>
            <p:cNvSpPr/>
            <p:nvPr/>
          </p:nvSpPr>
          <p:spPr>
            <a:xfrm>
              <a:off x="722375" y="5065775"/>
              <a:ext cx="996970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번호 4"/>
            <p:cNvSpPr txBox="1"/>
            <p:nvPr/>
          </p:nvSpPr>
          <p:spPr>
            <a:xfrm>
              <a:off x="86868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31" name="줄 제목"/>
            <p:cNvSpPr txBox="1"/>
            <p:nvPr/>
          </p:nvSpPr>
          <p:spPr>
            <a:xfrm>
              <a:off x="164592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32" name="구분선"/>
            <p:cNvCxnSpPr/>
            <p:nvPr/>
          </p:nvCxnSpPr>
          <p:spPr>
            <a:xfrm>
              <a:off x="448056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3" name="줄 내용"/>
            <p:cNvSpPr txBox="1"/>
            <p:nvPr/>
          </p:nvSpPr>
          <p:spPr>
            <a:xfrm>
              <a:off x="4663440" y="502919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FAA7DC-835D-4BAB-A9EB-40740DF073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68377-4A41-4944-9466-276D9D4BAF3F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474720"/>
            <a:chOff x="640080" y="1828800"/>
            <a:chExt cx="3195218" cy="347472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722375" y="1911095"/>
              <a:ext cx="303062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822959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822959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109618" y="1828800"/>
            <a:ext cx="3195218" cy="3474720"/>
            <a:chOff x="4109618" y="1828800"/>
            <a:chExt cx="319521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109618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191914" y="1911095"/>
              <a:ext cx="303062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29249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4292498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7579156" y="1828800"/>
            <a:ext cx="3195218" cy="3474720"/>
            <a:chOff x="7579156" y="1828800"/>
            <a:chExt cx="3195218" cy="3474720"/>
          </a:xfrm>
        </p:grpSpPr>
        <p:sp>
          <p:nvSpPr>
            <p:cNvPr id="21" name="카드 바탕"/>
            <p:cNvSpPr/>
            <p:nvPr/>
          </p:nvSpPr>
          <p:spPr>
            <a:xfrm>
              <a:off x="7579156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안쪽 선"/>
            <p:cNvSpPr/>
            <p:nvPr/>
          </p:nvSpPr>
          <p:spPr>
            <a:xfrm>
              <a:off x="7661452" y="1911095"/>
              <a:ext cx="303062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 txBox="1"/>
            <p:nvPr/>
          </p:nvSpPr>
          <p:spPr>
            <a:xfrm>
              <a:off x="776203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7762036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8B44-7F72-4C33-BB5B-C2AC2AB38975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640080" y="1828800"/>
            <a:ext cx="4884267" cy="3566160"/>
            <a:chOff x="640080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640080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722375" y="1911095"/>
              <a:ext cx="471967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82295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계획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914400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5890107" y="1828800"/>
            <a:ext cx="4884267" cy="3566160"/>
            <a:chOff x="589010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589010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안쪽 선"/>
            <p:cNvSpPr/>
            <p:nvPr/>
          </p:nvSpPr>
          <p:spPr>
            <a:xfrm>
              <a:off x="5972403" y="1911095"/>
              <a:ext cx="471967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07298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실적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16442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3BEEE-B6B5-4741-A4DE-500B7EAA7AA3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차트"/>
          <p:cNvGraphicFramePr>
            <a:graphicFrameLocks noGrp="1"/>
          </p:cNvGraphicFramePr>
          <p:nvPr/>
        </p:nvGraphicFramePr>
        <p:xfrm>
          <a:off x="640080" y="1828800"/>
          <a:ext cx="702533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차트 안내"/>
          <p:cNvSpPr txBox="1"/>
          <p:nvPr/>
        </p:nvSpPr>
        <p:spPr>
          <a:xfrm>
            <a:off x="79397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8DFA-1331-4C9B-8A4D-F6B451E2B4B0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33573"/>
                <a:gridCol w="2533573"/>
                <a:gridCol w="2533573"/>
                <a:gridCol w="253357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6CECE-BACE-4C0D-805D-D1B3B9A0329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48373A"/>
      </a:dk1>
      <a:lt1>
        <a:srgbClr val="FEFCFB"/>
      </a:lt1>
      <a:dk2>
        <a:srgbClr val="3A0F16"/>
      </a:dk2>
      <a:lt2>
        <a:srgbClr val="FAF3F1"/>
      </a:lt2>
      <a:accent1>
        <a:srgbClr val="B3202F"/>
      </a:accent1>
      <a:accent2>
        <a:srgbClr val="1F2A44"/>
      </a:accent2>
      <a:accent3>
        <a:srgbClr val="8B7478"/>
      </a:accent3>
      <a:accent4>
        <a:srgbClr val="ECC9CA"/>
      </a:accent4>
      <a:accent5>
        <a:srgbClr val="C6A15B"/>
      </a:accent5>
      <a:accent6>
        <a:srgbClr val="828492"/>
      </a:accent6>
      <a:hlink>
        <a:srgbClr val="3A0F16"/>
      </a:hlink>
      <a:folHlink>
        <a:srgbClr val="8B7478"/>
      </a:folHlink>
    </a:clrScheme>
    <a:fontScheme name="업무 보고 발표 템플릿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