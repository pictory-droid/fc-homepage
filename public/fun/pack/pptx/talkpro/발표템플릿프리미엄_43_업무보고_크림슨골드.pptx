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AC02826-9929-4C23-ADC0-D058FFC8686F}">
          <p14:sldIdLst>
            <p14:sldId id="256"/>
          </p14:sldIdLst>
        </p14:section>
        <p14:section name="본문" id="{4A65F6BA-CBB4-429A-B4A3-69AB4858A7E8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AC481514-DBCE-42D5-9621-638B93B8A01A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E3B33EA1-E2E8-4972-9591-666C0479E84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5E0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EC5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D41836BE-0B36-4A96-9813-BEEEACD52FD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7D3F1063-028C-4269-AC0A-1D42C1DF76B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마감 전에 마무리할 일 목록입니다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78F33-1DD4-457A-9D9D-6E25D7A4E4A3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640080" y="1828800"/>
            <a:ext cx="10134295" cy="914400"/>
            <a:chOff x="640080" y="1828800"/>
            <a:chExt cx="1013429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640080" y="182880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722375" y="1911095"/>
              <a:ext cx="996970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868680" y="201168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64592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48056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663440" y="187451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640080" y="2880360"/>
            <a:ext cx="10134295" cy="914400"/>
            <a:chOff x="640080" y="2880360"/>
            <a:chExt cx="10134295" cy="914400"/>
          </a:xfrm>
        </p:grpSpPr>
        <p:sp>
          <p:nvSpPr>
            <p:cNvPr id="14" name="줄 바탕">
              <a:hlinkClick action="ppaction://hlinksldjump" r:id="rId4"/>
            </p:cNvPr>
            <p:cNvSpPr/>
            <p:nvPr/>
          </p:nvSpPr>
          <p:spPr>
            <a:xfrm>
              <a:off x="640080" y="288036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722375" y="2962656"/>
              <a:ext cx="996970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868680" y="306324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7" name="줄 제목"/>
            <p:cNvSpPr txBox="1"/>
            <p:nvPr/>
          </p:nvSpPr>
          <p:spPr>
            <a:xfrm>
              <a:off x="164592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448056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줄 내용"/>
            <p:cNvSpPr txBox="1"/>
            <p:nvPr/>
          </p:nvSpPr>
          <p:spPr>
            <a:xfrm>
              <a:off x="4663440" y="292607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3"/>
          <p:cNvGrpSpPr/>
          <p:nvPr/>
        </p:nvGrpSpPr>
        <p:grpSpPr>
          <a:xfrm>
            <a:off x="640080" y="3931920"/>
            <a:ext cx="10134295" cy="914400"/>
            <a:chOff x="640080" y="3931920"/>
            <a:chExt cx="10134295" cy="914400"/>
          </a:xfrm>
        </p:grpSpPr>
        <p:sp>
          <p:nvSpPr>
            <p:cNvPr id="21" name="줄 바탕">
              <a:hlinkClick action="ppaction://hlinksldjump" r:id="rId5"/>
            </p:cNvPr>
            <p:cNvSpPr/>
            <p:nvPr/>
          </p:nvSpPr>
          <p:spPr>
            <a:xfrm>
              <a:off x="640080" y="3931920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안쪽 선"/>
            <p:cNvSpPr/>
            <p:nvPr/>
          </p:nvSpPr>
          <p:spPr>
            <a:xfrm>
              <a:off x="722375" y="4014215"/>
              <a:ext cx="996970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 txBox="1"/>
            <p:nvPr/>
          </p:nvSpPr>
          <p:spPr>
            <a:xfrm>
              <a:off x="868680" y="41148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4" name="줄 제목"/>
            <p:cNvSpPr txBox="1"/>
            <p:nvPr/>
          </p:nvSpPr>
          <p:spPr>
            <a:xfrm>
              <a:off x="164592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448056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줄 내용"/>
            <p:cNvSpPr txBox="1"/>
            <p:nvPr/>
          </p:nvSpPr>
          <p:spPr>
            <a:xfrm>
              <a:off x="4663440" y="397763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7" name="줄 4"/>
          <p:cNvGrpSpPr/>
          <p:nvPr/>
        </p:nvGrpSpPr>
        <p:grpSpPr>
          <a:xfrm>
            <a:off x="640080" y="4983479"/>
            <a:ext cx="10134295" cy="914400"/>
            <a:chOff x="640080" y="4983479"/>
            <a:chExt cx="10134295" cy="914400"/>
          </a:xfrm>
        </p:grpSpPr>
        <p:sp>
          <p:nvSpPr>
            <p:cNvPr id="28" name="줄 바탕">
              <a:hlinkClick action="ppaction://hlinksldjump" r:id="rId6"/>
            </p:cNvPr>
            <p:cNvSpPr/>
            <p:nvPr/>
          </p:nvSpPr>
          <p:spPr>
            <a:xfrm>
              <a:off x="640080" y="4983479"/>
              <a:ext cx="1013429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안쪽 선"/>
            <p:cNvSpPr/>
            <p:nvPr/>
          </p:nvSpPr>
          <p:spPr>
            <a:xfrm>
              <a:off x="722375" y="5065775"/>
              <a:ext cx="9969703" cy="749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번호 4"/>
            <p:cNvSpPr txBox="1"/>
            <p:nvPr/>
          </p:nvSpPr>
          <p:spPr>
            <a:xfrm>
              <a:off x="868680" y="5166359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31" name="줄 제목"/>
            <p:cNvSpPr txBox="1"/>
            <p:nvPr/>
          </p:nvSpPr>
          <p:spPr>
            <a:xfrm>
              <a:off x="164592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cxnSp>
          <p:nvCxnSpPr>
            <p:cNvPr id="32" name="구분선"/>
            <p:cNvCxnSpPr/>
            <p:nvPr/>
          </p:nvCxnSpPr>
          <p:spPr>
            <a:xfrm>
              <a:off x="448056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3" name="줄 내용"/>
            <p:cNvSpPr txBox="1"/>
            <p:nvPr/>
          </p:nvSpPr>
          <p:spPr>
            <a:xfrm>
              <a:off x="4663440" y="502919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BCF8-22F9-4ADF-846D-4DFFE341D6C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4D51-BA5B-46F9-BCC1-133ED00B0937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3474720"/>
            <a:chOff x="640080" y="1828800"/>
            <a:chExt cx="3195218" cy="347472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722375" y="1911095"/>
              <a:ext cx="303062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822959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822959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109618" y="1828800"/>
            <a:ext cx="3195218" cy="3474720"/>
            <a:chOff x="4109618" y="1828800"/>
            <a:chExt cx="3195218" cy="3474720"/>
          </a:xfrm>
        </p:grpSpPr>
        <p:sp>
          <p:nvSpPr>
            <p:cNvPr id="14" name="카드 바탕"/>
            <p:cNvSpPr/>
            <p:nvPr/>
          </p:nvSpPr>
          <p:spPr>
            <a:xfrm>
              <a:off x="4109618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안쪽 선"/>
            <p:cNvSpPr/>
            <p:nvPr/>
          </p:nvSpPr>
          <p:spPr>
            <a:xfrm>
              <a:off x="4191914" y="1911095"/>
              <a:ext cx="303062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29249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4292498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7579156" y="1828800"/>
            <a:ext cx="3195218" cy="3474720"/>
            <a:chOff x="7579156" y="1828800"/>
            <a:chExt cx="3195218" cy="3474720"/>
          </a:xfrm>
        </p:grpSpPr>
        <p:sp>
          <p:nvSpPr>
            <p:cNvPr id="21" name="카드 바탕"/>
            <p:cNvSpPr/>
            <p:nvPr/>
          </p:nvSpPr>
          <p:spPr>
            <a:xfrm>
              <a:off x="7579156" y="1828800"/>
              <a:ext cx="319521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안쪽 선"/>
            <p:cNvSpPr/>
            <p:nvPr/>
          </p:nvSpPr>
          <p:spPr>
            <a:xfrm>
              <a:off x="7661452" y="1911095"/>
              <a:ext cx="3030626" cy="3310127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 txBox="1"/>
            <p:nvPr/>
          </p:nvSpPr>
          <p:spPr>
            <a:xfrm>
              <a:off x="776203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7762036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1F1B-37FA-453A-A9D0-E2C8C134F8D0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640080" y="1828800"/>
            <a:ext cx="4884267" cy="3566160"/>
            <a:chOff x="640080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640080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안쪽 선"/>
            <p:cNvSpPr/>
            <p:nvPr/>
          </p:nvSpPr>
          <p:spPr>
            <a:xfrm>
              <a:off x="722375" y="1911095"/>
              <a:ext cx="471967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띠"/>
            <p:cNvSpPr/>
            <p:nvPr/>
          </p:nvSpPr>
          <p:spPr>
            <a:xfrm>
              <a:off x="82295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계획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914400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5890107" y="1828800"/>
            <a:ext cx="4884267" cy="3566160"/>
            <a:chOff x="5890107" y="1828800"/>
            <a:chExt cx="4884267" cy="3566160"/>
          </a:xfrm>
        </p:grpSpPr>
        <p:sp>
          <p:nvSpPr>
            <p:cNvPr id="12" name="칸 바탕"/>
            <p:cNvSpPr/>
            <p:nvPr/>
          </p:nvSpPr>
          <p:spPr>
            <a:xfrm>
              <a:off x="5890107" y="1828800"/>
              <a:ext cx="488426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안쪽 선"/>
            <p:cNvSpPr/>
            <p:nvPr/>
          </p:nvSpPr>
          <p:spPr>
            <a:xfrm>
              <a:off x="5972403" y="1911095"/>
              <a:ext cx="4719675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띠"/>
            <p:cNvSpPr/>
            <p:nvPr/>
          </p:nvSpPr>
          <p:spPr>
            <a:xfrm>
              <a:off x="607298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실적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16442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A0094-9F49-4001-8A29-CF29DB25B957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640080" y="1828800"/>
          <a:ext cx="702533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79397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1416-0FC9-41AF-B388-5AF5A27B5DD4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828800"/>
          <a:ext cx="1013429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33573"/>
                <a:gridCol w="2533573"/>
                <a:gridCol w="2533573"/>
                <a:gridCol w="253357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BAAEC-D2F0-460C-B49D-3D14E38A9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48373A"/>
      </a:dk1>
      <a:lt1>
        <a:srgbClr val="FEFCFB"/>
      </a:lt1>
      <a:dk2>
        <a:srgbClr val="3A0F16"/>
      </a:dk2>
      <a:lt2>
        <a:srgbClr val="FAF3F1"/>
      </a:lt2>
      <a:accent1>
        <a:srgbClr val="B3202F"/>
      </a:accent1>
      <a:accent2>
        <a:srgbClr val="1F2A44"/>
      </a:accent2>
      <a:accent3>
        <a:srgbClr val="8B7478"/>
      </a:accent3>
      <a:accent4>
        <a:srgbClr val="ECC9CA"/>
      </a:accent4>
      <a:accent5>
        <a:srgbClr val="C6A15B"/>
      </a:accent5>
      <a:accent6>
        <a:srgbClr val="828492"/>
      </a:accent6>
      <a:hlink>
        <a:srgbClr val="3A0F16"/>
      </a:hlink>
      <a:folHlink>
        <a:srgbClr val="8B7478"/>
      </a:folHlink>
    </a:clrScheme>
    <a:fontScheme name="업무 보고 발표 템플릿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