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B7F9878-AE23-47C2-B4D1-03D68CD84AB1}">
          <p14:sldIdLst>
            <p14:sldId id="256"/>
          </p14:sldIdLst>
        </p14:section>
        <p14:section name="본문" id="{77EA9019-4DCE-40CB-BBCB-566EC5E576D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236E3879-81C7-4781-A1D4-968D704FD97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B5E0438-44CA-4820-8176-289CEF312B0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E82E5D8-0BC4-4C01-B78E-F20326ADE73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4C280D3-5E51-4D2E-8784-07BEE5C3DDB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상반기 실적과 남은 일정입니다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FA09-8B68-4391-8929-3D42EA39C0C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6E736-9D69-4D09-9D4E-3F19E22549A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1491-5C90-4217-948C-FC79F20047A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C1C7-CE3C-4FFA-B5E3-F4E049E808D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4BBB2-2268-4BBF-ACF0-815D1B19EEF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86428-772B-4995-A08E-6E55C5AB268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CB9D9-9FBB-4465-B80B-226DBBBB1E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업무 보고 발표 템플릿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