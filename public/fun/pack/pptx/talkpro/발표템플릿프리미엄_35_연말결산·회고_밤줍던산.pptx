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740FE55-C2ED-4EDA-803E-512D09BF68DA}">
          <p14:sldIdLst>
            <p14:sldId id="256"/>
          </p14:sldIdLst>
        </p14:section>
        <p14:section name="본문" id="{81B84D5D-C9D3-45D0-B704-5AFCCE59B43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436DC9A1-E5BF-481A-931F-E130752D449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4C2A962-4C84-4620-96C9-741F5974D603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lus 3"/>
            <p:cNvSpPr/>
            <p:nvPr/>
          </p:nvSpPr>
          <p:spPr>
            <a:xfrm>
              <a:off x="5958687" y="1344168"/>
              <a:ext cx="274320" cy="2743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B596FC-FFEB-498A-AF25-F4145EA9762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lus 3"/>
            <p:cNvSpPr/>
            <p:nvPr/>
          </p:nvSpPr>
          <p:spPr>
            <a:xfrm>
              <a:off x="5958687" y="1344168"/>
              <a:ext cx="274320" cy="2743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5CF37A-E13E-492B-95D4-5B826D7C1A4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가장 달라진 점은 이것입니다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51A0-67DD-4983-8A46-B3A89D7469F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5B28-BD30-4892-A10B-BAB15CC3513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F88F0-F9B1-4CF5-83A3-C7E38645868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02BE-BD2A-4574-A3E4-A1871F13F53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B4E4-3922-4325-8B3E-FE54B68B0A7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660A-52F4-4FA5-90B3-DD32041E482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2303-65C2-48D9-93DD-26E295BAEC7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4A643A"/>
      </a:dk2>
      <a:lt2>
        <a:srgbClr val="F5ECE2"/>
      </a:lt2>
      <a:accent1>
        <a:srgbClr val="CFA67C"/>
      </a:accent1>
      <a:accent2>
        <a:srgbClr val="838DBE"/>
      </a:accent2>
      <a:accent3>
        <a:srgbClr val="4E3D2C"/>
      </a:accent3>
      <a:accent4>
        <a:srgbClr val="F0DECB"/>
      </a:accent4>
      <a:accent5>
        <a:srgbClr val="C0E0A3"/>
      </a:accent5>
      <a:accent6>
        <a:srgbClr val="E6BCCC"/>
      </a:accent6>
      <a:hlink>
        <a:srgbClr val="4A643A"/>
      </a:hlink>
      <a:folHlink>
        <a:srgbClr val="4E3D2C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