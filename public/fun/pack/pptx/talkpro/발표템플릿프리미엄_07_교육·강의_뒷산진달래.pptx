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E511AEC-6AC6-4B00-B8CE-F330CB7727B3}">
          <p14:sldIdLst>
            <p14:sldId id="256"/>
          </p14:sldIdLst>
        </p14:section>
        <p14:section name="본문" id="{4540144D-FC96-4694-AF27-BD420CE50ABE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7BED2116-6887-4FCC-85DD-A45A736965A1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4351D85-4EA7-4B5A-A1C9-92FE17031E78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31255" y="1420977"/>
            <a:ext cx="329184" cy="120700"/>
            <a:chOff x="5931255" y="1420977"/>
            <a:chExt cx="329184" cy="120700"/>
          </a:xfrm>
        </p:grpSpPr>
        <p:sp>
          <p:nvSpPr>
            <p:cNvPr id="4" name="Wave 3"/>
            <p:cNvSpPr/>
            <p:nvPr/>
          </p:nvSpPr>
          <p:spPr>
            <a:xfrm>
              <a:off x="5931255" y="1420977"/>
              <a:ext cx="329184" cy="120700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7806028-46ED-4F4B-AE35-9DC46559AE3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31255" y="1420977"/>
            <a:ext cx="329184" cy="120700"/>
            <a:chOff x="5931255" y="1420977"/>
            <a:chExt cx="329184" cy="120700"/>
          </a:xfrm>
        </p:grpSpPr>
        <p:sp>
          <p:nvSpPr>
            <p:cNvPr id="4" name="Wave 3"/>
            <p:cNvSpPr/>
            <p:nvPr/>
          </p:nvSpPr>
          <p:spPr>
            <a:xfrm>
              <a:off x="5931255" y="1420977"/>
              <a:ext cx="329184" cy="120700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1A8EE98-65B7-4F6E-AFB5-7F695F0E04A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 학기처럼 기초부터 차근차근 갑니다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F9681-F851-41AB-8B07-31E9EB1D06FF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C884-3EB3-4D12-B008-3A81C51CA4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6521-F758-410A-B75D-DC0CE7B308F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7830-ADF5-493E-876D-6CC5E0201983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445E-2A51-4106-8EE9-2A94F29232B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ADBC-C8FE-42A5-B15F-BAAAC3DFCAD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9480-B9B3-4E49-8C71-D95D5345432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B2724"/>
      </a:dk1>
      <a:lt1>
        <a:srgbClr val="FFFFFF"/>
      </a:lt1>
      <a:dk2>
        <a:srgbClr val="644B3A"/>
      </a:dk2>
      <a:lt2>
        <a:srgbClr val="F9E4F3"/>
      </a:lt2>
      <a:accent1>
        <a:srgbClr val="D873BA"/>
      </a:accent1>
      <a:accent2>
        <a:srgbClr val="7CC5AA"/>
      </a:accent2>
      <a:accent3>
        <a:srgbClr val="4E2C44"/>
      </a:accent3>
      <a:accent4>
        <a:srgbClr val="F4C7E7"/>
      </a:accent4>
      <a:accent5>
        <a:srgbClr val="E0B8A3"/>
      </a:accent5>
      <a:accent6>
        <a:srgbClr val="CEBCE6"/>
      </a:accent6>
      <a:hlink>
        <a:srgbClr val="644B3A"/>
      </a:hlink>
      <a:folHlink>
        <a:srgbClr val="4E2C44"/>
      </a:folHlink>
    </a:clrScheme>
    <a:fontScheme name="교육·강의 발표 템플릿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