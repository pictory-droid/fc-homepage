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D699A60D-B0D0-4980-8629-0A157D6E68BA}">
          <p14:sldIdLst>
            <p14:sldId id="256"/>
          </p14:sldIdLst>
        </p14:section>
        <p14:section name="본문" id="{E82E95AB-3B35-4092-BE1B-20C12BF33F99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0739CA4A-2F9F-4256-90B2-F7A5A201C4BF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9D4D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7ACB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D017B6FB-B526-4D12-8574-6FA4E8CCC715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ltUpDiag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4C19F5D5-BA42-427C-981E-CE9DE0ECFA8F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3ACF91BB-C7B6-4050-A10D-21398D9D9991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가장 먼저 시작할 안입니다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사업 제안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AB325-7DA1-4F71-BED0-4C6A81DF436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1168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문제와 기회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88036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960120" y="306324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해결 방법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393192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960120" y="41148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기대 효과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731520" y="4983479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60120" y="5166359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44B9C-DB2A-40C5-8CE4-FB16C86B142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1584C-05B3-4F7C-84F8-DF5CBF57A8A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현황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제안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효과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142EA-F1C8-41AC-B62F-F05F7241B0FD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현재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제안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5DC5D8-4099-43AF-B0CF-AD2A5BF2040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AF0A22-9AA1-4FFC-BAAB-BB3C1F12622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단계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기간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761C2-65F7-4593-9916-8929AB3B561E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QUARTZ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사업 제안 발표 템플릿">
  <a:themeElements>
    <a:clrScheme name="사업 제안 발표 템플릿">
      <a:dk1>
        <a:srgbClr val="48373D"/>
      </a:dk1>
      <a:lt1>
        <a:srgbClr val="FEFCFC"/>
      </a:lt1>
      <a:dk2>
        <a:srgbClr val="5A3341"/>
      </a:dk2>
      <a:lt2>
        <a:srgbClr val="FBF3F4"/>
      </a:lt2>
      <a:accent1>
        <a:srgbClr val="D59AA9"/>
      </a:accent1>
      <a:accent2>
        <a:srgbClr val="A9A3C4"/>
      </a:accent2>
      <a:accent3>
        <a:srgbClr val="533A43"/>
      </a:accent3>
      <a:accent4>
        <a:srgbClr val="F3E1E5"/>
      </a:accent4>
      <a:accent5>
        <a:srgbClr val="C9B2A8"/>
      </a:accent5>
      <a:accent6>
        <a:srgbClr val="CEC7DA"/>
      </a:accent6>
      <a:hlink>
        <a:srgbClr val="5A3341"/>
      </a:hlink>
      <a:folHlink>
        <a:srgbClr val="533A43"/>
      </a:folHlink>
    </a:clrScheme>
    <a:fontScheme name="사업 제안 발표 템플릿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>사업 제안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