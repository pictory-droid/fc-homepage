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2A59F8DB-A5ED-45FA-9C20-330C7D7A8A96}">
          <p14:sldIdLst>
            <p14:sldId id="256"/>
          </p14:sldIdLst>
        </p14:section>
        <p14:section name="본문" id="{CC60E415-F2E0-42E5-A5EE-5CF240A3488E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F4D4BCE1-717B-4311-8B20-178B7C769260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9D4D6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7ACB0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926561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127729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alpha val="100000"/>
            </a:schemeClr>
          </a:solidFill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35121" y="5330952"/>
            <a:ext cx="585216" cy="58521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fld id="{EEB5B44B-57FC-4277-96CC-390DAB16F985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68880" y="676656"/>
            <a:ext cx="8991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ltUpDiag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926561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127729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100000"/>
            </a:schemeClr>
          </a:solidFill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35121" y="5330952"/>
            <a:ext cx="585216" cy="58521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fld id="{685637B8-8BCC-4BBA-B59B-B0E725E07045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68880" y="676656"/>
            <a:ext cx="8991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2860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fld id="{7ECB8058-990E-4242-84F0-A7102F2394C0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5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6" name="Diamond 5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9" name="Connector 8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0" name="Diamond 9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QUARTZ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새해 첫 분기에 시작할 안입니다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사업 제안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53335-A41E-4FC6-A643-6D29FFFF2C2A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1168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문제와 기회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4572000" y="199339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3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윗선"/>
            <p:cNvSpPr/>
            <p:nvPr/>
          </p:nvSpPr>
          <p:spPr>
            <a:xfrm>
              <a:off x="731520" y="288036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960120" y="306324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6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해결 방법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572000" y="304495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9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20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윗선"/>
            <p:cNvSpPr/>
            <p:nvPr/>
          </p:nvSpPr>
          <p:spPr>
            <a:xfrm>
              <a:off x="731520" y="393192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960120" y="411480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기대 효과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4572000" y="409651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6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7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윗선"/>
            <p:cNvSpPr/>
            <p:nvPr/>
          </p:nvSpPr>
          <p:spPr>
            <a:xfrm>
              <a:off x="731520" y="4983479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번호 4"/>
            <p:cNvSpPr/>
            <p:nvPr/>
          </p:nvSpPr>
          <p:spPr>
            <a:xfrm>
              <a:off x="960120" y="5166359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4</a:t>
              </a:r>
            </a:p>
          </p:txBody>
        </p:sp>
        <p:sp>
          <p:nvSpPr>
            <p:cNvPr id="30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진행 계획</a:t>
              </a:r>
            </a:p>
          </p:txBody>
        </p:sp>
        <p:cxnSp>
          <p:nvCxnSpPr>
            <p:cNvPr id="31" name="구분선"/>
            <p:cNvCxnSpPr/>
            <p:nvPr/>
          </p:nvCxnSpPr>
          <p:spPr>
            <a:xfrm>
              <a:off x="4572000" y="514807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32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FF674-E6FD-4071-B84C-9DE308B74F4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10265-26F7-4BD7-B6DB-204CBC1B7A7A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14400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현황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윗선"/>
            <p:cNvSpPr/>
            <p:nvPr/>
          </p:nvSpPr>
          <p:spPr>
            <a:xfrm>
              <a:off x="4399178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582058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제안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윗선"/>
            <p:cNvSpPr/>
            <p:nvPr/>
          </p:nvSpPr>
          <p:spPr>
            <a:xfrm>
              <a:off x="8066836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8249716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효과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BCD67-96CC-4E07-8562-9F7544D3FDEB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5181447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현재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윗선"/>
            <p:cNvSpPr/>
            <p:nvPr/>
          </p:nvSpPr>
          <p:spPr>
            <a:xfrm>
              <a:off x="6278727" y="1828800"/>
              <a:ext cx="5181447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제안 후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27804-CA36-4B05-8637-778D35872BF0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946AE-4296-496A-BD56-055C43BA5EDF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단계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기간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담당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2899E-973D-4C1F-B1DC-0A142CCFDBA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QUARTZ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사업 제안 발표 템플릿">
  <a:themeElements>
    <a:clrScheme name="사업 제안 발표 템플릿">
      <a:dk1>
        <a:srgbClr val="48373D"/>
      </a:dk1>
      <a:lt1>
        <a:srgbClr val="FEFCFC"/>
      </a:lt1>
      <a:dk2>
        <a:srgbClr val="5A3341"/>
      </a:dk2>
      <a:lt2>
        <a:srgbClr val="FBF3F4"/>
      </a:lt2>
      <a:accent1>
        <a:srgbClr val="D59AA9"/>
      </a:accent1>
      <a:accent2>
        <a:srgbClr val="A9A3C4"/>
      </a:accent2>
      <a:accent3>
        <a:srgbClr val="533A43"/>
      </a:accent3>
      <a:accent4>
        <a:srgbClr val="F3E1E5"/>
      </a:accent4>
      <a:accent5>
        <a:srgbClr val="C9B2A8"/>
      </a:accent5>
      <a:accent6>
        <a:srgbClr val="CEC7DA"/>
      </a:accent6>
      <a:hlink>
        <a:srgbClr val="5A3341"/>
      </a:hlink>
      <a:folHlink>
        <a:srgbClr val="533A43"/>
      </a:folHlink>
    </a:clrScheme>
    <a:fontScheme name="사업 제안 발표 템플릿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 제안 발표 템플릿</dc:title>
  <dc:subject>사업 제안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