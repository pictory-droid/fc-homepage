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BE60E7F-86AA-4463-82EE-383B8CEB4B14}">
          <p14:sldIdLst>
            <p14:sldId id="256"/>
          </p14:sldIdLst>
        </p14:section>
        <p14:section name="본문" id="{18334DC2-AD1D-498F-9B4F-DC6CE16FFEEB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B893D020-2572-45CE-8B35-6C9CF9529785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07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233007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233007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4C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07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380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85337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rgbClr val="000000">
                <a:alpha val="5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25570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76777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249929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657276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4392663" y="4416552"/>
            <a:ext cx="158378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3669724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2682172" y="5404104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1603180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813303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524188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813303" y="2350008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1603180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2682172" y="1271016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3669724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4392663" y="2350007"/>
            <a:ext cx="158378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6095847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007EC97-07A6-4D46-BA38-65AA11CCE0A6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07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233007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233007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4C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07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380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85337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rgbClr val="000000">
                <a:alpha val="5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25570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76777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249929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657276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4392663" y="4416552"/>
            <a:ext cx="158378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3669724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2682172" y="5404104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1603180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813303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524188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813303" y="2350008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1603180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2682172" y="1271016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3669724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4392663" y="2350007"/>
            <a:ext cx="158378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6095847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6446FF67-533B-4704-B2B8-95E6D935BF12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A6CCA6D3-8997-4297-97D6-813E5646428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VIOLET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이번 주간 업무 보고입니다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업무 보고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4D11D-E720-4D64-B087-60403E28B8FD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05740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추진 경과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10896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주요 성과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1605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이슈와 대응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1005840" y="5212079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향후 계획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56FC5B-B7F3-4EC6-B3DB-8DA2DA0224B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03410-07B0-4937-A476-F957D83F046C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성과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02303-8B41-4562-BFBC-54F1C442B286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계획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실적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12128-3295-4E8B-8EE4-3A01BCCE293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9F91B-DB4E-4EEA-9AF6-C2AE419C306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목표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실적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달성률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0C53D9-B2A5-4D67-A4F8-D3356521F32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VIOLET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업무 보고 발표 템플릿">
  <a:themeElements>
    <a:clrScheme name="업무 보고 발표 템플릿">
      <a:dk1>
        <a:srgbClr val="F8F6FF"/>
      </a:dk1>
      <a:lt1>
        <a:srgbClr val="16102F"/>
      </a:lt1>
      <a:dk2>
        <a:srgbClr val="E6DEFF"/>
      </a:dk2>
      <a:lt2>
        <a:srgbClr val="0E0A1E"/>
      </a:lt2>
      <a:accent1>
        <a:srgbClr val="8F6BFF"/>
      </a:accent1>
      <a:accent2>
        <a:srgbClr val="2EE6C9"/>
      </a:accent2>
      <a:accent3>
        <a:srgbClr val="090613"/>
      </a:accent3>
      <a:accent4>
        <a:srgbClr val="201744"/>
      </a:accent4>
      <a:accent5>
        <a:srgbClr val="B7A3FF"/>
      </a:accent5>
      <a:accent6>
        <a:srgbClr val="24A496"/>
      </a:accent6>
      <a:hlink>
        <a:srgbClr val="E6DEFF"/>
      </a:hlink>
      <a:folHlink>
        <a:srgbClr val="090613"/>
      </a:folHlink>
    </a:clrScheme>
    <a:fontScheme name="업무 보고 발표 템플릿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>업무 보고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