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B7C370B0-FB61-434D-833A-EB81C249BCB7}">
          <p14:sldIdLst>
            <p14:sldId id="256"/>
          </p14:sldIdLst>
        </p14:section>
        <p14:section name="본문" id="{497DF53F-5CB4-4483-B85A-F78E41A1EEA2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D2E50746-2DE9-499E-B46C-E5B79FB3DCB5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3"/>
            </a:gs>
            <a:gs pos="100000">
              <a:schemeClr val="bg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233007" y="1645920"/>
            <a:ext cx="487667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233007" y="2029968"/>
            <a:ext cx="4876678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8F6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233007" y="3703320"/>
            <a:ext cx="4876678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6B4C0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233007" y="4480559"/>
            <a:ext cx="487667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3808E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격자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cxnSp>
          <p:nvCxnSpPr>
            <p:cNvPr id="3" name="Connector 2"/>
            <p:cNvCxnSpPr/>
            <p:nvPr/>
          </p:nvCxnSpPr>
          <p:spPr>
            <a:xfrm>
              <a:off x="54864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4" name="Connector 3"/>
            <p:cNvCxnSpPr/>
            <p:nvPr/>
          </p:nvCxnSpPr>
          <p:spPr>
            <a:xfrm>
              <a:off x="109728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5" name="Connector 4"/>
            <p:cNvCxnSpPr/>
            <p:nvPr/>
          </p:nvCxnSpPr>
          <p:spPr>
            <a:xfrm>
              <a:off x="164591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219456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274320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8" name="Connector 7"/>
            <p:cNvCxnSpPr/>
            <p:nvPr/>
          </p:nvCxnSpPr>
          <p:spPr>
            <a:xfrm>
              <a:off x="329184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9" name="Connector 8"/>
            <p:cNvCxnSpPr/>
            <p:nvPr/>
          </p:nvCxnSpPr>
          <p:spPr>
            <a:xfrm>
              <a:off x="384048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0" name="Connector 9"/>
            <p:cNvCxnSpPr/>
            <p:nvPr/>
          </p:nvCxnSpPr>
          <p:spPr>
            <a:xfrm>
              <a:off x="438912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1" name="Connector 10"/>
            <p:cNvCxnSpPr/>
            <p:nvPr/>
          </p:nvCxnSpPr>
          <p:spPr>
            <a:xfrm>
              <a:off x="493775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2" name="Connector 11"/>
            <p:cNvCxnSpPr/>
            <p:nvPr/>
          </p:nvCxnSpPr>
          <p:spPr>
            <a:xfrm>
              <a:off x="548639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3" name="Connector 12"/>
            <p:cNvCxnSpPr/>
            <p:nvPr/>
          </p:nvCxnSpPr>
          <p:spPr>
            <a:xfrm>
              <a:off x="603503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4" name="Connector 13"/>
            <p:cNvCxnSpPr/>
            <p:nvPr/>
          </p:nvCxnSpPr>
          <p:spPr>
            <a:xfrm>
              <a:off x="658367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5" name="Connector 14"/>
            <p:cNvCxnSpPr/>
            <p:nvPr/>
          </p:nvCxnSpPr>
          <p:spPr>
            <a:xfrm>
              <a:off x="713231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6" name="Connector 15"/>
            <p:cNvCxnSpPr/>
            <p:nvPr/>
          </p:nvCxnSpPr>
          <p:spPr>
            <a:xfrm>
              <a:off x="768095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7" name="Connector 16"/>
            <p:cNvCxnSpPr/>
            <p:nvPr/>
          </p:nvCxnSpPr>
          <p:spPr>
            <a:xfrm>
              <a:off x="822959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8" name="Connector 17"/>
            <p:cNvCxnSpPr/>
            <p:nvPr/>
          </p:nvCxnSpPr>
          <p:spPr>
            <a:xfrm>
              <a:off x="877823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9" name="Connector 18"/>
            <p:cNvCxnSpPr/>
            <p:nvPr/>
          </p:nvCxnSpPr>
          <p:spPr>
            <a:xfrm>
              <a:off x="932687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0" name="Connector 19"/>
            <p:cNvCxnSpPr/>
            <p:nvPr/>
          </p:nvCxnSpPr>
          <p:spPr>
            <a:xfrm>
              <a:off x="987551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1" name="Connector 20"/>
            <p:cNvCxnSpPr/>
            <p:nvPr/>
          </p:nvCxnSpPr>
          <p:spPr>
            <a:xfrm>
              <a:off x="1042415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2" name="Connector 21"/>
            <p:cNvCxnSpPr/>
            <p:nvPr/>
          </p:nvCxnSpPr>
          <p:spPr>
            <a:xfrm>
              <a:off x="1097279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3" name="Connector 22"/>
            <p:cNvCxnSpPr/>
            <p:nvPr/>
          </p:nvCxnSpPr>
          <p:spPr>
            <a:xfrm>
              <a:off x="1152143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4" name="Connector 23"/>
            <p:cNvCxnSpPr/>
            <p:nvPr/>
          </p:nvCxnSpPr>
          <p:spPr>
            <a:xfrm>
              <a:off x="1207007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5" name="Connector 24"/>
            <p:cNvCxnSpPr/>
            <p:nvPr/>
          </p:nvCxnSpPr>
          <p:spPr>
            <a:xfrm>
              <a:off x="0" y="54864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6" name="Connector 25"/>
            <p:cNvCxnSpPr/>
            <p:nvPr/>
          </p:nvCxnSpPr>
          <p:spPr>
            <a:xfrm>
              <a:off x="0" y="109728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7" name="Connector 26"/>
            <p:cNvCxnSpPr/>
            <p:nvPr/>
          </p:nvCxnSpPr>
          <p:spPr>
            <a:xfrm>
              <a:off x="0" y="1645919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8" name="Connector 27"/>
            <p:cNvCxnSpPr/>
            <p:nvPr/>
          </p:nvCxnSpPr>
          <p:spPr>
            <a:xfrm>
              <a:off x="0" y="219456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9" name="Connector 28"/>
            <p:cNvCxnSpPr/>
            <p:nvPr/>
          </p:nvCxnSpPr>
          <p:spPr>
            <a:xfrm>
              <a:off x="0" y="274320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0" name="Connector 29"/>
            <p:cNvCxnSpPr/>
            <p:nvPr/>
          </p:nvCxnSpPr>
          <p:spPr>
            <a:xfrm>
              <a:off x="0" y="329184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1" name="Connector 30"/>
            <p:cNvCxnSpPr/>
            <p:nvPr/>
          </p:nvCxnSpPr>
          <p:spPr>
            <a:xfrm>
              <a:off x="0" y="384048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2" name="Connector 31"/>
            <p:cNvCxnSpPr/>
            <p:nvPr/>
          </p:nvCxnSpPr>
          <p:spPr>
            <a:xfrm>
              <a:off x="0" y="438912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3" name="Connector 32"/>
            <p:cNvCxnSpPr/>
            <p:nvPr/>
          </p:nvCxnSpPr>
          <p:spPr>
            <a:xfrm>
              <a:off x="0" y="4937759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4" name="Connector 33"/>
            <p:cNvCxnSpPr/>
            <p:nvPr/>
          </p:nvCxnSpPr>
          <p:spPr>
            <a:xfrm>
              <a:off x="0" y="5486399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5" name="Connector 34"/>
            <p:cNvCxnSpPr/>
            <p:nvPr/>
          </p:nvCxnSpPr>
          <p:spPr>
            <a:xfrm>
              <a:off x="0" y="6035039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6" name="Connector 35"/>
            <p:cNvCxnSpPr/>
            <p:nvPr/>
          </p:nvCxnSpPr>
          <p:spPr>
            <a:xfrm>
              <a:off x="0" y="6583679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</p:grpSp>
      <p:cxnSp>
        <p:nvCxnSpPr>
          <p:cNvPr id="37" name="Connector 36"/>
          <p:cNvCxnSpPr/>
          <p:nvPr/>
        </p:nvCxnSpPr>
        <p:spPr>
          <a:xfrm>
            <a:off x="320040" y="320040"/>
            <a:ext cx="45720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38" name="Connector 37"/>
          <p:cNvCxnSpPr/>
          <p:nvPr/>
        </p:nvCxnSpPr>
        <p:spPr>
          <a:xfrm>
            <a:off x="320040" y="320040"/>
            <a:ext cx="0" cy="45720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39" name="Connector 38"/>
          <p:cNvCxnSpPr/>
          <p:nvPr/>
        </p:nvCxnSpPr>
        <p:spPr>
          <a:xfrm flipH="1">
            <a:off x="11414455" y="320040"/>
            <a:ext cx="45720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0" name="Connector 39"/>
          <p:cNvCxnSpPr/>
          <p:nvPr/>
        </p:nvCxnSpPr>
        <p:spPr>
          <a:xfrm>
            <a:off x="11871655" y="320040"/>
            <a:ext cx="0" cy="45720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1" name="Connector 40"/>
          <p:cNvCxnSpPr/>
          <p:nvPr/>
        </p:nvCxnSpPr>
        <p:spPr>
          <a:xfrm>
            <a:off x="320040" y="6537960"/>
            <a:ext cx="45720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2" name="Connector 41"/>
          <p:cNvCxnSpPr/>
          <p:nvPr/>
        </p:nvCxnSpPr>
        <p:spPr>
          <a:xfrm flipV="1">
            <a:off x="320040" y="6080760"/>
            <a:ext cx="0" cy="45720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3" name="Connector 42"/>
          <p:cNvCxnSpPr/>
          <p:nvPr/>
        </p:nvCxnSpPr>
        <p:spPr>
          <a:xfrm flipH="1">
            <a:off x="11414455" y="6537960"/>
            <a:ext cx="45720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4" name="Connector 43"/>
          <p:cNvCxnSpPr/>
          <p:nvPr/>
        </p:nvCxnSpPr>
        <p:spPr>
          <a:xfrm flipV="1">
            <a:off x="11871655" y="6080760"/>
            <a:ext cx="0" cy="45720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sp>
        <p:nvSpPr>
          <p:cNvPr id="45" name="Oval 44"/>
          <p:cNvSpPr/>
          <p:nvPr/>
        </p:nvSpPr>
        <p:spPr>
          <a:xfrm>
            <a:off x="853372" y="1600200"/>
            <a:ext cx="3657600" cy="365760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  <a:effectLst>
            <a:outerShdw blurRad="279400" dist="0" dir="5400000" algn="t" rotWithShape="0">
              <a:srgbClr val="000000">
                <a:alpha val="5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255708" y="2002536"/>
            <a:ext cx="2852928" cy="2852928"/>
          </a:xfrm>
          <a:prstGeom prst="ellipse">
            <a:avLst/>
          </a:prstGeom>
          <a:noFill/>
          <a:ln w="12700">
            <a:solidFill>
              <a:schemeClr val="accent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767772" y="2514600"/>
            <a:ext cx="1828800" cy="1828800"/>
          </a:xfrm>
          <a:prstGeom prst="ellipse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중심점"/>
          <p:cNvSpPr/>
          <p:nvPr/>
        </p:nvSpPr>
        <p:spPr>
          <a:xfrm>
            <a:off x="2499292" y="3246120"/>
            <a:ext cx="365760" cy="3657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4657276" y="3429000"/>
            <a:ext cx="1828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0" name="Connector 49"/>
          <p:cNvCxnSpPr/>
          <p:nvPr/>
        </p:nvCxnSpPr>
        <p:spPr>
          <a:xfrm>
            <a:off x="4392663" y="4416552"/>
            <a:ext cx="158378" cy="9144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1" name="Connector 50"/>
          <p:cNvCxnSpPr/>
          <p:nvPr/>
        </p:nvCxnSpPr>
        <p:spPr>
          <a:xfrm>
            <a:off x="3669724" y="5139490"/>
            <a:ext cx="91440" cy="158378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2" name="Connector 51"/>
          <p:cNvCxnSpPr/>
          <p:nvPr/>
        </p:nvCxnSpPr>
        <p:spPr>
          <a:xfrm>
            <a:off x="2682172" y="5404104"/>
            <a:ext cx="0" cy="182879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3" name="Connector 52"/>
          <p:cNvCxnSpPr/>
          <p:nvPr/>
        </p:nvCxnSpPr>
        <p:spPr>
          <a:xfrm flipH="1">
            <a:off x="1603180" y="5139490"/>
            <a:ext cx="91440" cy="158378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4" name="Connector 53"/>
          <p:cNvCxnSpPr/>
          <p:nvPr/>
        </p:nvCxnSpPr>
        <p:spPr>
          <a:xfrm flipH="1">
            <a:off x="813303" y="4416552"/>
            <a:ext cx="158379" cy="9144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5" name="Connector 54"/>
          <p:cNvCxnSpPr/>
          <p:nvPr/>
        </p:nvCxnSpPr>
        <p:spPr>
          <a:xfrm flipH="1">
            <a:off x="524188" y="3429000"/>
            <a:ext cx="1828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6" name="Connector 55"/>
          <p:cNvCxnSpPr/>
          <p:nvPr/>
        </p:nvCxnSpPr>
        <p:spPr>
          <a:xfrm flipH="1" flipV="1">
            <a:off x="813303" y="2350008"/>
            <a:ext cx="158379" cy="9144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7" name="Connector 56"/>
          <p:cNvCxnSpPr/>
          <p:nvPr/>
        </p:nvCxnSpPr>
        <p:spPr>
          <a:xfrm flipH="1" flipV="1">
            <a:off x="1603180" y="1560131"/>
            <a:ext cx="91440" cy="158378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8" name="Connector 57"/>
          <p:cNvCxnSpPr/>
          <p:nvPr/>
        </p:nvCxnSpPr>
        <p:spPr>
          <a:xfrm flipV="1">
            <a:off x="2682172" y="1271016"/>
            <a:ext cx="0" cy="182879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9" name="Connector 58"/>
          <p:cNvCxnSpPr/>
          <p:nvPr/>
        </p:nvCxnSpPr>
        <p:spPr>
          <a:xfrm flipV="1">
            <a:off x="3669724" y="1560131"/>
            <a:ext cx="91440" cy="158378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60" name="Connector 59"/>
          <p:cNvCxnSpPr/>
          <p:nvPr/>
        </p:nvCxnSpPr>
        <p:spPr>
          <a:xfrm flipV="1">
            <a:off x="4392663" y="2350007"/>
            <a:ext cx="158378" cy="9144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61" name="라벨 표시"/>
          <p:cNvSpPr/>
          <p:nvPr/>
        </p:nvSpPr>
        <p:spPr>
          <a:xfrm>
            <a:off x="6095847" y="1719072"/>
            <a:ext cx="73152" cy="1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rgbClr val="F8F6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9C7FB404-7E76-481F-99BF-EE9DD5DD6B6F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bg1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233007" y="1645920"/>
            <a:ext cx="487667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233007" y="2029968"/>
            <a:ext cx="4876678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8F6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233007" y="3703320"/>
            <a:ext cx="4876678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6B4C0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233007" y="4480559"/>
            <a:ext cx="487667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3808E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격자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cxnSp>
          <p:nvCxnSpPr>
            <p:cNvPr id="3" name="Connector 2"/>
            <p:cNvCxnSpPr/>
            <p:nvPr/>
          </p:nvCxnSpPr>
          <p:spPr>
            <a:xfrm>
              <a:off x="54864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4" name="Connector 3"/>
            <p:cNvCxnSpPr/>
            <p:nvPr/>
          </p:nvCxnSpPr>
          <p:spPr>
            <a:xfrm>
              <a:off x="109728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5" name="Connector 4"/>
            <p:cNvCxnSpPr/>
            <p:nvPr/>
          </p:nvCxnSpPr>
          <p:spPr>
            <a:xfrm>
              <a:off x="164591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219456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274320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8" name="Connector 7"/>
            <p:cNvCxnSpPr/>
            <p:nvPr/>
          </p:nvCxnSpPr>
          <p:spPr>
            <a:xfrm>
              <a:off x="329184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9" name="Connector 8"/>
            <p:cNvCxnSpPr/>
            <p:nvPr/>
          </p:nvCxnSpPr>
          <p:spPr>
            <a:xfrm>
              <a:off x="384048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0" name="Connector 9"/>
            <p:cNvCxnSpPr/>
            <p:nvPr/>
          </p:nvCxnSpPr>
          <p:spPr>
            <a:xfrm>
              <a:off x="438912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1" name="Connector 10"/>
            <p:cNvCxnSpPr/>
            <p:nvPr/>
          </p:nvCxnSpPr>
          <p:spPr>
            <a:xfrm>
              <a:off x="493775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2" name="Connector 11"/>
            <p:cNvCxnSpPr/>
            <p:nvPr/>
          </p:nvCxnSpPr>
          <p:spPr>
            <a:xfrm>
              <a:off x="548639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3" name="Connector 12"/>
            <p:cNvCxnSpPr/>
            <p:nvPr/>
          </p:nvCxnSpPr>
          <p:spPr>
            <a:xfrm>
              <a:off x="603503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4" name="Connector 13"/>
            <p:cNvCxnSpPr/>
            <p:nvPr/>
          </p:nvCxnSpPr>
          <p:spPr>
            <a:xfrm>
              <a:off x="658367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5" name="Connector 14"/>
            <p:cNvCxnSpPr/>
            <p:nvPr/>
          </p:nvCxnSpPr>
          <p:spPr>
            <a:xfrm>
              <a:off x="713231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6" name="Connector 15"/>
            <p:cNvCxnSpPr/>
            <p:nvPr/>
          </p:nvCxnSpPr>
          <p:spPr>
            <a:xfrm>
              <a:off x="768095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7" name="Connector 16"/>
            <p:cNvCxnSpPr/>
            <p:nvPr/>
          </p:nvCxnSpPr>
          <p:spPr>
            <a:xfrm>
              <a:off x="822959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8" name="Connector 17"/>
            <p:cNvCxnSpPr/>
            <p:nvPr/>
          </p:nvCxnSpPr>
          <p:spPr>
            <a:xfrm>
              <a:off x="877823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9" name="Connector 18"/>
            <p:cNvCxnSpPr/>
            <p:nvPr/>
          </p:nvCxnSpPr>
          <p:spPr>
            <a:xfrm>
              <a:off x="932687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0" name="Connector 19"/>
            <p:cNvCxnSpPr/>
            <p:nvPr/>
          </p:nvCxnSpPr>
          <p:spPr>
            <a:xfrm>
              <a:off x="987551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1" name="Connector 20"/>
            <p:cNvCxnSpPr/>
            <p:nvPr/>
          </p:nvCxnSpPr>
          <p:spPr>
            <a:xfrm>
              <a:off x="1042415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2" name="Connector 21"/>
            <p:cNvCxnSpPr/>
            <p:nvPr/>
          </p:nvCxnSpPr>
          <p:spPr>
            <a:xfrm>
              <a:off x="1097279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3" name="Connector 22"/>
            <p:cNvCxnSpPr/>
            <p:nvPr/>
          </p:nvCxnSpPr>
          <p:spPr>
            <a:xfrm>
              <a:off x="1152143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4" name="Connector 23"/>
            <p:cNvCxnSpPr/>
            <p:nvPr/>
          </p:nvCxnSpPr>
          <p:spPr>
            <a:xfrm>
              <a:off x="1207007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5" name="Connector 24"/>
            <p:cNvCxnSpPr/>
            <p:nvPr/>
          </p:nvCxnSpPr>
          <p:spPr>
            <a:xfrm>
              <a:off x="0" y="54864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6" name="Connector 25"/>
            <p:cNvCxnSpPr/>
            <p:nvPr/>
          </p:nvCxnSpPr>
          <p:spPr>
            <a:xfrm>
              <a:off x="0" y="109728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7" name="Connector 26"/>
            <p:cNvCxnSpPr/>
            <p:nvPr/>
          </p:nvCxnSpPr>
          <p:spPr>
            <a:xfrm>
              <a:off x="0" y="1645919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8" name="Connector 27"/>
            <p:cNvCxnSpPr/>
            <p:nvPr/>
          </p:nvCxnSpPr>
          <p:spPr>
            <a:xfrm>
              <a:off x="0" y="219456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9" name="Connector 28"/>
            <p:cNvCxnSpPr/>
            <p:nvPr/>
          </p:nvCxnSpPr>
          <p:spPr>
            <a:xfrm>
              <a:off x="0" y="274320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0" name="Connector 29"/>
            <p:cNvCxnSpPr/>
            <p:nvPr/>
          </p:nvCxnSpPr>
          <p:spPr>
            <a:xfrm>
              <a:off x="0" y="329184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1" name="Connector 30"/>
            <p:cNvCxnSpPr/>
            <p:nvPr/>
          </p:nvCxnSpPr>
          <p:spPr>
            <a:xfrm>
              <a:off x="0" y="384048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2" name="Connector 31"/>
            <p:cNvCxnSpPr/>
            <p:nvPr/>
          </p:nvCxnSpPr>
          <p:spPr>
            <a:xfrm>
              <a:off x="0" y="438912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3" name="Connector 32"/>
            <p:cNvCxnSpPr/>
            <p:nvPr/>
          </p:nvCxnSpPr>
          <p:spPr>
            <a:xfrm>
              <a:off x="0" y="4937759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4" name="Connector 33"/>
            <p:cNvCxnSpPr/>
            <p:nvPr/>
          </p:nvCxnSpPr>
          <p:spPr>
            <a:xfrm>
              <a:off x="0" y="5486399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5" name="Connector 34"/>
            <p:cNvCxnSpPr/>
            <p:nvPr/>
          </p:nvCxnSpPr>
          <p:spPr>
            <a:xfrm>
              <a:off x="0" y="6035039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6" name="Connector 35"/>
            <p:cNvCxnSpPr/>
            <p:nvPr/>
          </p:nvCxnSpPr>
          <p:spPr>
            <a:xfrm>
              <a:off x="0" y="6583679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</p:grpSp>
      <p:cxnSp>
        <p:nvCxnSpPr>
          <p:cNvPr id="37" name="Connector 36"/>
          <p:cNvCxnSpPr/>
          <p:nvPr/>
        </p:nvCxnSpPr>
        <p:spPr>
          <a:xfrm>
            <a:off x="320040" y="320040"/>
            <a:ext cx="45720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38" name="Connector 37"/>
          <p:cNvCxnSpPr/>
          <p:nvPr/>
        </p:nvCxnSpPr>
        <p:spPr>
          <a:xfrm>
            <a:off x="320040" y="320040"/>
            <a:ext cx="0" cy="45720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39" name="Connector 38"/>
          <p:cNvCxnSpPr/>
          <p:nvPr/>
        </p:nvCxnSpPr>
        <p:spPr>
          <a:xfrm flipH="1">
            <a:off x="11414455" y="320040"/>
            <a:ext cx="45720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0" name="Connector 39"/>
          <p:cNvCxnSpPr/>
          <p:nvPr/>
        </p:nvCxnSpPr>
        <p:spPr>
          <a:xfrm>
            <a:off x="11871655" y="320040"/>
            <a:ext cx="0" cy="45720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1" name="Connector 40"/>
          <p:cNvCxnSpPr/>
          <p:nvPr/>
        </p:nvCxnSpPr>
        <p:spPr>
          <a:xfrm>
            <a:off x="320040" y="6537960"/>
            <a:ext cx="45720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2" name="Connector 41"/>
          <p:cNvCxnSpPr/>
          <p:nvPr/>
        </p:nvCxnSpPr>
        <p:spPr>
          <a:xfrm flipV="1">
            <a:off x="320040" y="6080760"/>
            <a:ext cx="0" cy="45720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3" name="Connector 42"/>
          <p:cNvCxnSpPr/>
          <p:nvPr/>
        </p:nvCxnSpPr>
        <p:spPr>
          <a:xfrm flipH="1">
            <a:off x="11414455" y="6537960"/>
            <a:ext cx="45720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4" name="Connector 43"/>
          <p:cNvCxnSpPr/>
          <p:nvPr/>
        </p:nvCxnSpPr>
        <p:spPr>
          <a:xfrm flipV="1">
            <a:off x="11871655" y="6080760"/>
            <a:ext cx="0" cy="45720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sp>
        <p:nvSpPr>
          <p:cNvPr id="45" name="Oval 44"/>
          <p:cNvSpPr/>
          <p:nvPr/>
        </p:nvSpPr>
        <p:spPr>
          <a:xfrm>
            <a:off x="853372" y="1600200"/>
            <a:ext cx="3657600" cy="365760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  <a:effectLst>
            <a:outerShdw blurRad="279400" dist="0" dir="5400000" algn="t" rotWithShape="0">
              <a:srgbClr val="000000">
                <a:alpha val="5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255708" y="2002536"/>
            <a:ext cx="2852928" cy="2852928"/>
          </a:xfrm>
          <a:prstGeom prst="ellipse">
            <a:avLst/>
          </a:prstGeom>
          <a:noFill/>
          <a:ln w="12700">
            <a:solidFill>
              <a:schemeClr val="accent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767772" y="2514600"/>
            <a:ext cx="1828800" cy="1828800"/>
          </a:xfrm>
          <a:prstGeom prst="ellipse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중심점"/>
          <p:cNvSpPr/>
          <p:nvPr/>
        </p:nvSpPr>
        <p:spPr>
          <a:xfrm>
            <a:off x="2499292" y="3246120"/>
            <a:ext cx="365760" cy="3657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4657276" y="3429000"/>
            <a:ext cx="1828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0" name="Connector 49"/>
          <p:cNvCxnSpPr/>
          <p:nvPr/>
        </p:nvCxnSpPr>
        <p:spPr>
          <a:xfrm>
            <a:off x="4392663" y="4416552"/>
            <a:ext cx="158378" cy="9144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1" name="Connector 50"/>
          <p:cNvCxnSpPr/>
          <p:nvPr/>
        </p:nvCxnSpPr>
        <p:spPr>
          <a:xfrm>
            <a:off x="3669724" y="5139490"/>
            <a:ext cx="91440" cy="158378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2" name="Connector 51"/>
          <p:cNvCxnSpPr/>
          <p:nvPr/>
        </p:nvCxnSpPr>
        <p:spPr>
          <a:xfrm>
            <a:off x="2682172" y="5404104"/>
            <a:ext cx="0" cy="182879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3" name="Connector 52"/>
          <p:cNvCxnSpPr/>
          <p:nvPr/>
        </p:nvCxnSpPr>
        <p:spPr>
          <a:xfrm flipH="1">
            <a:off x="1603180" y="5139490"/>
            <a:ext cx="91440" cy="158378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4" name="Connector 53"/>
          <p:cNvCxnSpPr/>
          <p:nvPr/>
        </p:nvCxnSpPr>
        <p:spPr>
          <a:xfrm flipH="1">
            <a:off x="813303" y="4416552"/>
            <a:ext cx="158379" cy="9144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5" name="Connector 54"/>
          <p:cNvCxnSpPr/>
          <p:nvPr/>
        </p:nvCxnSpPr>
        <p:spPr>
          <a:xfrm flipH="1">
            <a:off x="524188" y="3429000"/>
            <a:ext cx="1828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6" name="Connector 55"/>
          <p:cNvCxnSpPr/>
          <p:nvPr/>
        </p:nvCxnSpPr>
        <p:spPr>
          <a:xfrm flipH="1" flipV="1">
            <a:off x="813303" y="2350008"/>
            <a:ext cx="158379" cy="9144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7" name="Connector 56"/>
          <p:cNvCxnSpPr/>
          <p:nvPr/>
        </p:nvCxnSpPr>
        <p:spPr>
          <a:xfrm flipH="1" flipV="1">
            <a:off x="1603180" y="1560131"/>
            <a:ext cx="91440" cy="158378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8" name="Connector 57"/>
          <p:cNvCxnSpPr/>
          <p:nvPr/>
        </p:nvCxnSpPr>
        <p:spPr>
          <a:xfrm flipV="1">
            <a:off x="2682172" y="1271016"/>
            <a:ext cx="0" cy="182879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9" name="Connector 58"/>
          <p:cNvCxnSpPr/>
          <p:nvPr/>
        </p:nvCxnSpPr>
        <p:spPr>
          <a:xfrm flipV="1">
            <a:off x="3669724" y="1560131"/>
            <a:ext cx="91440" cy="158378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60" name="Connector 59"/>
          <p:cNvCxnSpPr/>
          <p:nvPr/>
        </p:nvCxnSpPr>
        <p:spPr>
          <a:xfrm flipV="1">
            <a:off x="4392663" y="2350007"/>
            <a:ext cx="158378" cy="9144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61" name="라벨 표시"/>
          <p:cNvSpPr/>
          <p:nvPr/>
        </p:nvSpPr>
        <p:spPr>
          <a:xfrm>
            <a:off x="6095847" y="1719072"/>
            <a:ext cx="73152" cy="1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802684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rgbClr val="F8F6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204" y="502920"/>
            <a:ext cx="292597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A8FE7A76-D9E2-4A14-A7CD-57FA93EF948D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73152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ECF0C705-D3DD-4E5A-9A8B-33AF57981DF8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457200"/>
            <a:ext cx="12191695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VIOLET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새해 첫 주간 업무 보고입니다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업무 보고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BBEB7-3ABA-40D6-B46B-FD8B4D9D0324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1005840" y="2057400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추진 경과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4572000" y="199339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2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1005840" y="3108960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4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주요 성과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572000" y="304495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8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1005840" y="4160520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0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이슈와 대응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4572000" y="409651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3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4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번호 4"/>
            <p:cNvSpPr/>
            <p:nvPr/>
          </p:nvSpPr>
          <p:spPr>
            <a:xfrm>
              <a:off x="1005840" y="5212079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4</a:t>
              </a:r>
            </a:p>
          </p:txBody>
        </p:sp>
        <p:sp>
          <p:nvSpPr>
            <p:cNvPr id="26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향후 계획</a:t>
              </a:r>
            </a:p>
          </p:txBody>
        </p:sp>
        <p:cxnSp>
          <p:nvCxnSpPr>
            <p:cNvPr id="27" name="구분선"/>
            <p:cNvCxnSpPr/>
            <p:nvPr/>
          </p:nvCxnSpPr>
          <p:spPr>
            <a:xfrm>
              <a:off x="4572000" y="514807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8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8BF03-7B03-4204-8939-5C3BBAE4D7F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D1B69-6B37-46B4-97DD-E22E3FD3E659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진행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성과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이슈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368EF-E82B-4741-80ED-C6A13F66A337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칸 제목 띠"/>
            <p:cNvSpPr/>
            <p:nvPr/>
          </p:nvSpPr>
          <p:spPr>
            <a:xfrm>
              <a:off x="914400" y="2011680"/>
              <a:ext cx="481568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계획</a:t>
              </a:r>
            </a:p>
          </p:txBody>
        </p:sp>
        <p:sp>
          <p:nvSpPr>
            <p:cNvPr id="8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9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0" name="칸 바탕"/>
            <p:cNvSpPr/>
            <p:nvPr/>
          </p:nvSpPr>
          <p:spPr>
            <a:xfrm>
              <a:off x="6278727" y="1828800"/>
              <a:ext cx="5181447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칸 제목 띠"/>
            <p:cNvSpPr/>
            <p:nvPr/>
          </p:nvSpPr>
          <p:spPr>
            <a:xfrm>
              <a:off x="6461607" y="2011680"/>
              <a:ext cx="481568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실적</a:t>
              </a:r>
            </a:p>
          </p:txBody>
        </p:sp>
        <p:sp>
          <p:nvSpPr>
            <p:cNvPr id="12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6DB15-BDDF-4F98-8BD2-AE821C330181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62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62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62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wedg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46310-0DF6-4EC9-8544-F948005A63F9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목표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실적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달성률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edg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08B20-4431-4BD8-BC9D-B6151FB631C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VIOLET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업무 보고 발표 템플릿">
  <a:themeElements>
    <a:clrScheme name="업무 보고 발표 템플릿">
      <a:dk1>
        <a:srgbClr val="F8F6FF"/>
      </a:dk1>
      <a:lt1>
        <a:srgbClr val="16102F"/>
      </a:lt1>
      <a:dk2>
        <a:srgbClr val="E6DEFF"/>
      </a:dk2>
      <a:lt2>
        <a:srgbClr val="0E0A1E"/>
      </a:lt2>
      <a:accent1>
        <a:srgbClr val="8F6BFF"/>
      </a:accent1>
      <a:accent2>
        <a:srgbClr val="2EE6C9"/>
      </a:accent2>
      <a:accent3>
        <a:srgbClr val="090613"/>
      </a:accent3>
      <a:accent4>
        <a:srgbClr val="201744"/>
      </a:accent4>
      <a:accent5>
        <a:srgbClr val="B7A3FF"/>
      </a:accent5>
      <a:accent6>
        <a:srgbClr val="24A496"/>
      </a:accent6>
      <a:hlink>
        <a:srgbClr val="E6DEFF"/>
      </a:hlink>
      <a:folHlink>
        <a:srgbClr val="090613"/>
      </a:folHlink>
    </a:clrScheme>
    <a:fontScheme name="업무 보고 발표 템플릿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업무 보고 발표 템플릿</dc:title>
  <dc:subject>업무 보고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