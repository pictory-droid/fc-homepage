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29839C5-FBC6-44EB-9B53-6786E904F57A}">
          <p14:sldIdLst>
            <p14:sldId id="256"/>
          </p14:sldIdLst>
        </p14:section>
        <p14:section name="본문" id="{070D680E-FF87-406D-9DF9-435281281970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361A3BE3-EF37-4085-A4FF-A2FE3442A700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E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BF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914DF61-897E-46E6-93E0-8F9BFE795B4A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55BEF71-48AE-45E0-8CA3-F68317E7247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0F807D6-4991-471D-A021-27E90B42FD6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달라진 숫자부터 보여 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861A8-21FA-4DCE-9CB9-75C8339841A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88036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393192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731520" y="4983479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E35AC-689D-44B5-8DC6-B31E552EF09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CE0C5-9D69-4041-AC89-51C676B38B3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7CCA-1BC7-4FDA-8312-80220C756E12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계획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8B870-0387-4743-8A39-9F928AAD6E3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3D47A-EC14-4674-A110-85074237B52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F7669-3934-4493-A2E4-2DA0B242B0C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373F48"/>
      </a:dk1>
      <a:lt1>
        <a:srgbClr val="FBFCFE"/>
      </a:lt1>
      <a:dk2>
        <a:srgbClr val="21354F"/>
      </a:dk2>
      <a:lt2>
        <a:srgbClr val="F2F6FA"/>
      </a:lt2>
      <a:accent1>
        <a:srgbClr val="6C8EB6"/>
      </a:accent1>
      <a:accent2>
        <a:srgbClr val="AABDD2"/>
      </a:accent2>
      <a:accent3>
        <a:srgbClr val="5A6777"/>
      </a:accent3>
      <a:accent4>
        <a:srgbClr val="D7E1EC"/>
      </a:accent4>
      <a:accent5>
        <a:srgbClr val="C2CBD6"/>
      </a:accent5>
      <a:accent6>
        <a:srgbClr val="CAD7E4"/>
      </a:accent6>
      <a:hlink>
        <a:srgbClr val="21354F"/>
      </a:hlink>
      <a:folHlink>
        <a:srgbClr val="5A6777"/>
      </a:folHlink>
    </a:clrScheme>
    <a:fontScheme name="업무 보고 발표 템플릿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