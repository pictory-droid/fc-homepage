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50FCD57-16C3-4E35-99C9-4D9409B3EE59}">
          <p14:sldIdLst>
            <p14:sldId id="256"/>
          </p14:sldIdLst>
        </p14:section>
        <p14:section name="본문" id="{57BF97BB-76E8-4F00-A14B-42834BBC377C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4C3774B5-63EA-449A-87FA-A0DD9F3CE317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Block Arc 5"/>
            <p:cNvSpPr/>
            <p:nvPr/>
          </p:nvSpPr>
          <p:spPr>
            <a:xfrm>
              <a:off x="10362931" y="731519"/>
              <a:ext cx="731520" cy="73152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FBE69FE-5874-48E5-AEB7-89AD3422FC72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Block Arc 5"/>
            <p:cNvSpPr/>
            <p:nvPr/>
          </p:nvSpPr>
          <p:spPr>
            <a:xfrm>
              <a:off x="10362931" y="731519"/>
              <a:ext cx="731520" cy="73152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80536843-437D-4DDF-AAD9-4F85F73FD44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C14B871-485D-480B-B1FC-BFA30EA28F5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Block Arc 5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겨울 모임 일정과 장소를 안내합니다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8427-F286-4018-8E25-FBF5CFD7E946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299008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04164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731520" y="5093207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CD03-3DF1-4D1C-B7AA-EE1B573124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849D9-8A2C-4DA7-8E6D-234340DB514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AE04C-C8E1-457E-9583-AA1B5B0E058C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1EA5-E94D-4217-B7B4-5AB6AEF72B2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4BAB1-AAEB-4987-B750-933EA897DDC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F3CD-623B-49CB-AF00-6781AF46B9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2B2724"/>
      </a:dk1>
      <a:lt1>
        <a:srgbClr val="FFFFFF"/>
      </a:lt1>
      <a:dk2>
        <a:srgbClr val="64503A"/>
      </a:dk2>
      <a:lt2>
        <a:srgbClr val="F7F4EB"/>
      </a:lt2>
      <a:accent1>
        <a:srgbClr val="CCBA89"/>
      </a:accent1>
      <a:accent2>
        <a:srgbClr val="BD928F"/>
      </a:accent2>
      <a:accent3>
        <a:srgbClr val="4E452C"/>
      </a:accent3>
      <a:accent4>
        <a:srgbClr val="EEE5CE"/>
      </a:accent4>
      <a:accent5>
        <a:srgbClr val="B1E0A3"/>
      </a:accent5>
      <a:accent6>
        <a:srgbClr val="E6BCC2"/>
      </a:accent6>
      <a:hlink>
        <a:srgbClr val="64503A"/>
      </a:hlink>
      <a:folHlink>
        <a:srgbClr val="4E452C"/>
      </a:folHlink>
    </a:clrScheme>
    <a:fontScheme name="모임·동호회 소개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