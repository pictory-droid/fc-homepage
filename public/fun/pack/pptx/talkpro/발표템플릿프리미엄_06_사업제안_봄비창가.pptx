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B0C03DB-9D30-4A1B-B0DC-038B916FCB0B}">
          <p14:sldIdLst>
            <p14:sldId id="256"/>
          </p14:sldIdLst>
        </p14:section>
        <p14:section name="본문" id="{8BF9B05A-8FA6-4F52-9172-06FE7954EA2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5906D06-9125-4A70-B725-9F76CD3AA0A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82072C2-AA44-4EC9-A0AE-4C1A2CA23793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61C75C4-E9FD-4B24-9494-5A2E43E7391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2519A76-B94D-44B0-BE20-25CF8DDFF9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봄비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결론부터 말씀드리고 근거를 보여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444F-A507-4F53-86B4-EC5BEDCDB93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501F-4656-4D1B-A61A-F75063D484E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D847B-86B9-417D-8EAB-892CCF58832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CD95-D2F4-4255-99F0-2EE84572DA7A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E9059-1D44-4BB7-BC3A-77C81FBF654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3F21-E306-42EB-8FE8-2AA220A3A31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FD5D-EE4F-4070-8BBA-0063591CD3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봄비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사업 제안 발표 템플릿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