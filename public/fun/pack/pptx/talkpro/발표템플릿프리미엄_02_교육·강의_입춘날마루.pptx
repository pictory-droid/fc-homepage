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DB7D900-C3FA-46DC-8CE4-A7B92FA512D4}">
          <p14:sldIdLst>
            <p14:sldId id="256"/>
          </p14:sldIdLst>
        </p14:section>
        <p14:section name="본문" id="{03D69124-75E9-4F23-B5FC-008B216E15AB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BC277DB0-2C7D-4E58-9FF1-A1153DE8FB75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1E6C5B7D-E269-4F60-9BB5-356528823292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97803"/>
            <a:ext cx="365760" cy="314553"/>
            <a:chOff x="11277295" y="6197803"/>
            <a:chExt cx="365760" cy="314553"/>
          </a:xfrm>
        </p:grpSpPr>
        <p:sp>
          <p:nvSpPr>
            <p:cNvPr id="5" name="Hexagon 4"/>
            <p:cNvSpPr/>
            <p:nvPr/>
          </p:nvSpPr>
          <p:spPr>
            <a:xfrm>
              <a:off x="11277295" y="6197803"/>
              <a:ext cx="365760" cy="314553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A01B0F2-DB50-4769-AAE6-E8DDA6C0363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97803"/>
            <a:ext cx="365760" cy="314553"/>
            <a:chOff x="11277295" y="6197803"/>
            <a:chExt cx="365760" cy="314553"/>
          </a:xfrm>
        </p:grpSpPr>
        <p:sp>
          <p:nvSpPr>
            <p:cNvPr id="5" name="Hexagon 4"/>
            <p:cNvSpPr/>
            <p:nvPr/>
          </p:nvSpPr>
          <p:spPr>
            <a:xfrm>
              <a:off x="11277295" y="6197803"/>
              <a:ext cx="365760" cy="314553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F3D7CF7-0F6E-4875-A2B8-A41E5FBBB6E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50484"/>
            <a:ext cx="548640" cy="471830"/>
            <a:chOff x="5821527" y="5250484"/>
            <a:chExt cx="548640" cy="471830"/>
          </a:xfrm>
        </p:grpSpPr>
        <p:sp>
          <p:nvSpPr>
            <p:cNvPr id="6" name="Hexagon 5"/>
            <p:cNvSpPr/>
            <p:nvPr/>
          </p:nvSpPr>
          <p:spPr>
            <a:xfrm>
              <a:off x="5821527" y="5250484"/>
              <a:ext cx="548640" cy="471830"/>
            </a:xfrm>
            <a:prstGeom prst="hexago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오늘 배울 것은 세 가지입니다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EA75-A438-4C3E-93FE-79B1707D496E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67B01-6AF0-408A-98A1-582E875F68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924FF-47AC-4547-A235-E460F538A6B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80E20-7576-4F37-8FAE-0F039E2E6F95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알기 전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알고 난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F71A-AA3E-48C7-ACBD-7D1FCFFB143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7445F-1FAB-45DD-858B-382A9F27C64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D7202-FB05-463C-933F-590BF7FCA7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2B2724"/>
      </a:dk1>
      <a:lt1>
        <a:srgbClr val="FFFFFF"/>
      </a:lt1>
      <a:dk2>
        <a:srgbClr val="55643A"/>
      </a:dk2>
      <a:lt2>
        <a:srgbClr val="F9F3E4"/>
      </a:lt2>
      <a:accent1>
        <a:srgbClr val="D8BA73"/>
      </a:accent1>
      <a:accent2>
        <a:srgbClr val="7CC5AF"/>
      </a:accent2>
      <a:accent3>
        <a:srgbClr val="4E442C"/>
      </a:accent3>
      <a:accent4>
        <a:srgbClr val="F4E7C7"/>
      </a:accent4>
      <a:accent5>
        <a:srgbClr val="B4E0A3"/>
      </a:accent5>
      <a:accent6>
        <a:srgbClr val="E6BCC3"/>
      </a:accent6>
      <a:hlink>
        <a:srgbClr val="55643A"/>
      </a:hlink>
      <a:folHlink>
        <a:srgbClr val="4E442C"/>
      </a:folHlink>
    </a:clrScheme>
    <a:fontScheme name="교육·강의 발표 템플릿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