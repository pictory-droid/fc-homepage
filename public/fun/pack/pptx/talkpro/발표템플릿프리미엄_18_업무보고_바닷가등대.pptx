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C3741D3-7FA2-4E64-8E2D-908521454D24}">
          <p14:sldIdLst>
            <p14:sldId id="256"/>
          </p14:sldIdLst>
        </p14:section>
        <p14:section name="본문" id="{75A34551-8273-46EB-B568-8678E72FD7C1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46E3FFF6-91BD-4DF0-A498-59EA1914E35B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34FCE37-6F6C-4499-9BE2-14E6D26E93D4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63370"/>
            <a:ext cx="274320" cy="235915"/>
            <a:chOff x="5958687" y="1363370"/>
            <a:chExt cx="274320" cy="235915"/>
          </a:xfrm>
        </p:grpSpPr>
        <p:sp>
          <p:nvSpPr>
            <p:cNvPr id="4" name="Hexagon 3"/>
            <p:cNvSpPr/>
            <p:nvPr/>
          </p:nvSpPr>
          <p:spPr>
            <a:xfrm>
              <a:off x="5958687" y="1363370"/>
              <a:ext cx="274320" cy="235915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C45B99E-00C7-4005-9DEC-2EAC1517707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63370"/>
            <a:ext cx="274320" cy="235915"/>
            <a:chOff x="5958687" y="1363370"/>
            <a:chExt cx="274320" cy="235915"/>
          </a:xfrm>
        </p:grpSpPr>
        <p:sp>
          <p:nvSpPr>
            <p:cNvPr id="4" name="Hexagon 3"/>
            <p:cNvSpPr/>
            <p:nvPr/>
          </p:nvSpPr>
          <p:spPr>
            <a:xfrm>
              <a:off x="5958687" y="1363370"/>
              <a:ext cx="274320" cy="235915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FA54384-34A2-4227-97C3-0ED93CD7E09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6" name="Hexagon 5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바닷가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문제 된 부분과 조치 결과를 정리했습니다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51B1-360E-4451-A242-CA5F5A9EEB9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AF84-296C-48E7-A8B7-19263209A7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B6E3-0F94-4999-9A73-3FFCA9258D0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0BF6-AD66-4489-A8E6-7B03ADF8386D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49EF-2841-4AC3-BAE9-5B6B5A83FC0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90C8-9A66-45EE-8A4E-53D26CC7D38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4624-13CF-43D0-9DE9-9F92EB5F30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바닷가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3A5E64"/>
      </a:dk2>
      <a:lt2>
        <a:srgbClr val="DEF1F9"/>
      </a:lt2>
      <a:accent1>
        <a:srgbClr val="7EC4E2"/>
      </a:accent1>
      <a:accent2>
        <a:srgbClr val="86CFC1"/>
      </a:accent2>
      <a:accent3>
        <a:srgbClr val="2C444E"/>
      </a:accent3>
      <a:accent4>
        <a:srgbClr val="C5E8F7"/>
      </a:accent4>
      <a:accent5>
        <a:srgbClr val="B8A3E0"/>
      </a:accent5>
      <a:accent6>
        <a:srgbClr val="BCE6CE"/>
      </a:accent6>
      <a:hlink>
        <a:srgbClr val="3A5E64"/>
      </a:hlink>
      <a:folHlink>
        <a:srgbClr val="2C444E"/>
      </a:folHlink>
    </a:clrScheme>
    <a:fontScheme name="업무 보고 발표 템플릿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