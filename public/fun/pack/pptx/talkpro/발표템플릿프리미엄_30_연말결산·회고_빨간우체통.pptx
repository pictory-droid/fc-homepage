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0956768-1460-46FF-97A1-399F149A8496}">
          <p14:sldIdLst>
            <p14:sldId id="256"/>
          </p14:sldIdLst>
        </p14:section>
        <p14:section name="본문" id="{66364DDA-6EDA-4347-8718-484A706FD855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6FF1BC7D-1A45-4ABD-8325-4CC8EEA1B5C2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41924B2-1A87-4C70-8F6E-EB97C5EE3AC3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Pie 4"/>
            <p:cNvSpPr/>
            <p:nvPr/>
          </p:nvSpPr>
          <p:spPr>
            <a:xfrm>
              <a:off x="11277295" y="6172200"/>
              <a:ext cx="365760" cy="36576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438796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1432535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1432535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1432535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1432535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8758513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987436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8758513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8593921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8593921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F7B2CC4-B0C6-49B7-8921-3DF57CFDFCD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Pie 4"/>
            <p:cNvSpPr/>
            <p:nvPr/>
          </p:nvSpPr>
          <p:spPr>
            <a:xfrm>
              <a:off x="11277295" y="6172200"/>
              <a:ext cx="365760" cy="36576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C9139EF-34B9-4A3E-B152-0A56FE53AE2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단풍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아쉬웠던 일부터 먼저 말씀드립니다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463E-FD87-4E3C-A7F0-152ACBF17D2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88036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393192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749808" y="4983479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0A253-8C1A-4AC9-B43E-750453CCF54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48FD8-C03E-4A4A-9809-FF9AE0F547C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38E00-38BD-4EEB-A8C8-D927B6838E60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올해 초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위쪽 띠"/>
            <p:cNvSpPr/>
            <p:nvPr/>
          </p:nvSpPr>
          <p:spPr>
            <a:xfrm>
              <a:off x="6297015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올해 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0F64B-9A15-4117-A838-378565CC6D3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AFA38-A05B-4555-B942-714FD8A7EBB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02B77-D676-4424-BE57-C270A3A7478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단풍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2B2724"/>
      </a:dk1>
      <a:lt1>
        <a:srgbClr val="FFFFFF"/>
      </a:lt1>
      <a:dk2>
        <a:srgbClr val="643A3B"/>
      </a:dk2>
      <a:lt2>
        <a:srgbClr val="F5E6E2"/>
      </a:lt2>
      <a:accent1>
        <a:srgbClr val="CF8D7C"/>
      </a:accent1>
      <a:accent2>
        <a:srgbClr val="BE839F"/>
      </a:accent2>
      <a:accent3>
        <a:srgbClr val="4E332C"/>
      </a:accent3>
      <a:accent4>
        <a:srgbClr val="F0D3CB"/>
      </a:accent4>
      <a:accent5>
        <a:srgbClr val="D2E0A3"/>
      </a:accent5>
      <a:accent6>
        <a:srgbClr val="E6BCD8"/>
      </a:accent6>
      <a:hlink>
        <a:srgbClr val="643A3B"/>
      </a:hlink>
      <a:folHlink>
        <a:srgbClr val="4E332C"/>
      </a:folHlink>
    </a:clrScheme>
    <a:fontScheme name="연말 결산·회고 발표 템플릿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