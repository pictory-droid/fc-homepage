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3E5A49C-82FE-46DE-B082-1A9118530594}">
          <p14:sldIdLst>
            <p14:sldId id="256"/>
          </p14:sldIdLst>
        </p14:section>
        <p14:section name="본문" id="{567B6769-116B-48BC-8C91-C67C7972686F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67FB025E-0249-4AF5-9BF9-01E1ACAFCC19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DA4669C-0025-47CC-9976-3A44946F1CA2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76EEC45-C9BB-4BFA-9ACE-9BCC01CE514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2A19E0F3-5518-4132-9CA7-F5DA4787DD7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NOIR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모임 일정과 장소를 안내합니다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50036-5244-4673-8404-062C9C276BC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10312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1005840" y="244144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4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813816" y="2962656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960120" y="315467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1005840" y="349300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1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2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3816" y="401421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960120" y="42062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1005840" y="45445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9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30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안쪽 선"/>
            <p:cNvSpPr/>
            <p:nvPr/>
          </p:nvSpPr>
          <p:spPr>
            <a:xfrm>
              <a:off x="813816" y="506577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번호 4"/>
            <p:cNvSpPr txBox="1"/>
            <p:nvPr/>
          </p:nvSpPr>
          <p:spPr>
            <a:xfrm>
              <a:off x="960120" y="525779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No.04</a:t>
              </a:r>
            </a:p>
          </p:txBody>
        </p:sp>
        <p:cxnSp>
          <p:nvCxnSpPr>
            <p:cNvPr id="33" name="번호 밑줄"/>
            <p:cNvCxnSpPr/>
            <p:nvPr/>
          </p:nvCxnSpPr>
          <p:spPr>
            <a:xfrm>
              <a:off x="1005840" y="5596127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4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cxnSp>
          <p:nvCxnSpPr>
            <p:cNvPr id="35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6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9DA6-9C49-4F70-8B9A-26C17418EE5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7F97-4658-4EFA-92A1-7C572542E5B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481474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49132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94F6D-496B-43B6-8ADC-284F52D26AA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처음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안쪽 선"/>
            <p:cNvSpPr/>
            <p:nvPr/>
          </p:nvSpPr>
          <p:spPr>
            <a:xfrm>
              <a:off x="6361023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6D3F0-320F-4313-8123-83CD65E8F93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5F911-9EAB-42C1-A4E4-5DB4D697A64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88DE-2302-4BC3-AA18-9D1BF6052DE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NOIR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FCF9F5"/>
      </a:dk1>
      <a:lt1>
        <a:srgbClr val="1F1D1C"/>
      </a:lt1>
      <a:dk2>
        <a:srgbClr val="F3EBDD"/>
      </a:dk2>
      <a:lt2>
        <a:srgbClr val="131211"/>
      </a:lt2>
      <a:accent1>
        <a:srgbClr val="D9C39A"/>
      </a:accent1>
      <a:accent2>
        <a:srgbClr val="A58D68"/>
      </a:accent2>
      <a:accent3>
        <a:srgbClr val="0C0B0B"/>
      </a:accent3>
      <a:accent4>
        <a:srgbClr val="2E2C29"/>
      </a:accent4>
      <a:accent5>
        <a:srgbClr val="E6D3AB"/>
      </a:accent5>
      <a:accent6>
        <a:srgbClr val="79684E"/>
      </a:accent6>
      <a:hlink>
        <a:srgbClr val="F3EBDD"/>
      </a:hlink>
      <a:folHlink>
        <a:srgbClr val="0C0B0B"/>
      </a:folHlink>
    </a:clrScheme>
    <a:fontScheme name="모임·동호회 소개 발표 템플릿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