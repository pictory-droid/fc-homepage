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32D246E-AB5D-4DEF-858F-3718E397FC24}">
          <p14:sldIdLst>
            <p14:sldId id="256"/>
          </p14:sldIdLst>
        </p14:section>
        <p14:section name="본문" id="{4E24ADA9-6B08-4A27-BD34-D220B82300BE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08366943-CBCB-4C8B-87DD-46A51D3BD228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7A388E9-EAE9-4AFB-873B-BCB9BD69D15C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9ED4DE3-2FC0-4F09-B1C4-0C043D0A1E0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AC73071-E6C2-4E03-8010-6ECE8FA4FD2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겨울 모임 일정과 장소를 안내합니다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F249C-BFB9-4914-99FB-9F7AEDAE728E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813816" y="2962656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2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3816" y="401421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9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30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안쪽 선"/>
            <p:cNvSpPr/>
            <p:nvPr/>
          </p:nvSpPr>
          <p:spPr>
            <a:xfrm>
              <a:off x="813816" y="506577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33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4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35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6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BDC8A5-A880-4742-8E79-1514C31093E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C837B-14E8-4E6F-8160-048755AEDDD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B267F-DD84-4E32-AF42-4114F172F063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처음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안쪽 선"/>
            <p:cNvSpPr/>
            <p:nvPr/>
          </p:nvSpPr>
          <p:spPr>
            <a:xfrm>
              <a:off x="6361023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D73BD-7BC5-4AB3-AA7D-DE2946694ED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0A69C-C8D2-4CAA-8EC1-8EBB40541F4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7769B-2B3B-4D0A-ACA8-406B7980E43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FCF9F5"/>
      </a:dk1>
      <a:lt1>
        <a:srgbClr val="1F1D1C"/>
      </a:lt1>
      <a:dk2>
        <a:srgbClr val="F3EBDD"/>
      </a:dk2>
      <a:lt2>
        <a:srgbClr val="131211"/>
      </a:lt2>
      <a:accent1>
        <a:srgbClr val="D9C39A"/>
      </a:accent1>
      <a:accent2>
        <a:srgbClr val="A58D68"/>
      </a:accent2>
      <a:accent3>
        <a:srgbClr val="0C0B0B"/>
      </a:accent3>
      <a:accent4>
        <a:srgbClr val="2E2C29"/>
      </a:accent4>
      <a:accent5>
        <a:srgbClr val="E6D3AB"/>
      </a:accent5>
      <a:accent6>
        <a:srgbClr val="79684E"/>
      </a:accent6>
      <a:hlink>
        <a:srgbClr val="F3EBDD"/>
      </a:hlink>
      <a:folHlink>
        <a:srgbClr val="0C0B0B"/>
      </a:folHlink>
    </a:clrScheme>
    <a:fontScheme name="모임·동호회 소개 발표 템플릿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