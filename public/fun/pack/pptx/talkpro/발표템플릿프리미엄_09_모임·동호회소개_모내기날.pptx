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90DCE5B-C525-43D2-A235-57C869BD42A5}">
          <p14:sldIdLst>
            <p14:sldId id="256"/>
          </p14:sldIdLst>
        </p14:section>
        <p14:section name="본문" id="{2E4931DD-19AD-4B4C-BF82-AB79DA2AAAD6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11D69590-8B69-4B3A-BAAE-A45DD5CBFC94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631624" y="603503"/>
            <a:ext cx="277977" cy="347472"/>
            <a:chOff x="2631624" y="603503"/>
            <a:chExt cx="277977" cy="347472"/>
          </a:xfrm>
        </p:grpSpPr>
        <p:sp>
          <p:nvSpPr>
            <p:cNvPr id="10" name="Diamond 9"/>
            <p:cNvSpPr/>
            <p:nvPr/>
          </p:nvSpPr>
          <p:spPr>
            <a:xfrm>
              <a:off x="2631624" y="603503"/>
              <a:ext cx="277977" cy="347472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5EB460CC-83AE-4B10-B4BA-C0482688A74F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631624" y="603503"/>
            <a:ext cx="277977" cy="347472"/>
            <a:chOff x="2631624" y="603503"/>
            <a:chExt cx="277977" cy="347472"/>
          </a:xfrm>
        </p:grpSpPr>
        <p:sp>
          <p:nvSpPr>
            <p:cNvPr id="10" name="Diamond 9"/>
            <p:cNvSpPr/>
            <p:nvPr/>
          </p:nvSpPr>
          <p:spPr>
            <a:xfrm>
              <a:off x="2631624" y="603503"/>
              <a:ext cx="277977" cy="347472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B24E5C74-CE85-49FB-AE05-B258F0E4B56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A74FDC77-904E-44A4-8E88-2A5286B30EBA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76391" y="5212080"/>
            <a:ext cx="438912" cy="548640"/>
            <a:chOff x="5876391" y="5212080"/>
            <a:chExt cx="438912" cy="548640"/>
          </a:xfrm>
        </p:grpSpPr>
        <p:sp>
          <p:nvSpPr>
            <p:cNvPr id="7" name="Diamond 6"/>
            <p:cNvSpPr/>
            <p:nvPr/>
          </p:nvSpPr>
          <p:spPr>
            <a:xfrm>
              <a:off x="5876391" y="5212080"/>
              <a:ext cx="438912" cy="548640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모임이 시작된 날부터 지금까지입니다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026D4-AA1F-411E-A06E-F7B99CA1DE77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7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포인트 막대"/>
            <p:cNvSpPr/>
            <p:nvPr/>
          </p:nvSpPr>
          <p:spPr>
            <a:xfrm>
              <a:off x="731520" y="193852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0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포인트 막대"/>
            <p:cNvSpPr/>
            <p:nvPr/>
          </p:nvSpPr>
          <p:spPr>
            <a:xfrm>
              <a:off x="731520" y="299008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sp>
          <p:nvSpPr>
            <p:cNvPr id="17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8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9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포인트 막대"/>
            <p:cNvSpPr/>
            <p:nvPr/>
          </p:nvSpPr>
          <p:spPr>
            <a:xfrm>
              <a:off x="731520" y="404164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2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sp>
          <p:nvSpPr>
            <p:cNvPr id="23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4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5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포인트 막대"/>
            <p:cNvSpPr/>
            <p:nvPr/>
          </p:nvSpPr>
          <p:spPr>
            <a:xfrm>
              <a:off x="731520" y="5093207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8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sp>
          <p:nvSpPr>
            <p:cNvPr id="29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D1A3F-480E-4658-83B3-E36C3A90774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546A0-3CB2-44A5-B293-F2F0ACDA639D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포인트 막대"/>
            <p:cNvSpPr/>
            <p:nvPr/>
          </p:nvSpPr>
          <p:spPr>
            <a:xfrm>
              <a:off x="731520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sp>
          <p:nvSpPr>
            <p:cNvPr id="11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포인트 막대"/>
            <p:cNvSpPr/>
            <p:nvPr/>
          </p:nvSpPr>
          <p:spPr>
            <a:xfrm>
              <a:off x="4399178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sp>
          <p:nvSpPr>
            <p:cNvPr id="17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9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포인트 막대"/>
            <p:cNvSpPr/>
            <p:nvPr/>
          </p:nvSpPr>
          <p:spPr>
            <a:xfrm>
              <a:off x="8066836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2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sp>
          <p:nvSpPr>
            <p:cNvPr id="23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9038B-AE7A-47B0-93D1-282604C4B2AC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7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처음</a:t>
              </a:r>
            </a:p>
          </p:txBody>
        </p:sp>
        <p:sp>
          <p:nvSpPr>
            <p:cNvPr id="10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2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지금</a:t>
              </a:r>
            </a:p>
          </p:txBody>
        </p:sp>
        <p:sp>
          <p:nvSpPr>
            <p:cNvPr id="15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4FE6C-6F6F-4F80-ABBA-F18A20D187B9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911D6-06EC-4FB2-8940-84A58B397FF4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F8B02-919D-431D-ADCA-E0B774DE395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2B2724"/>
      </a:dk1>
      <a:lt1>
        <a:srgbClr val="FFFFFF"/>
      </a:lt1>
      <a:dk2>
        <a:srgbClr val="3A645D"/>
      </a:dk2>
      <a:lt2>
        <a:srgbClr val="E4F9E4"/>
      </a:lt2>
      <a:accent1>
        <a:srgbClr val="73D873"/>
      </a:accent1>
      <a:accent2>
        <a:srgbClr val="A17CC5"/>
      </a:accent2>
      <a:accent3>
        <a:srgbClr val="2C4E2C"/>
      </a:accent3>
      <a:accent4>
        <a:srgbClr val="C7F4C7"/>
      </a:accent4>
      <a:accent5>
        <a:srgbClr val="A3DEE0"/>
      </a:accent5>
      <a:accent6>
        <a:srgbClr val="E0E6BC"/>
      </a:accent6>
      <a:hlink>
        <a:srgbClr val="3A645D"/>
      </a:hlink>
      <a:folHlink>
        <a:srgbClr val="2C4E2C"/>
      </a:folHlink>
    </a:clrScheme>
    <a:fontScheme name="모임·동호회 소개 발표 템플릿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