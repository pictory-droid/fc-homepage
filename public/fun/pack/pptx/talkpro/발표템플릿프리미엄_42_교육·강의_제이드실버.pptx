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8C5DB07-7748-475F-9CB0-388F54FF099C}">
          <p14:sldIdLst>
            <p14:sldId id="256"/>
          </p14:sldIdLst>
        </p14:section>
        <p14:section name="본문" id="{8518AE57-D6F1-44AF-BD4C-6CA452234C9F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001774FF-7EB8-4154-9167-693BA96B6B29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7FAF9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5BEB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2908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66121BE2-9295-4D4D-ADD5-4D4A3205A85D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7FAF9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5BEB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2908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75642F6C-B3DD-41DB-9E1F-3929CDF4726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7B511547-D658-4160-9DFA-9ED3DBFEA371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JADE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한 번 들으면 써먹을 수 있게 구성했습니다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교육·강의 · 발표자 이름</a:t>
            </a:r>
          </a:p>
          <a:p>
            <a:r>
              <a:rPr lang="ko-KR"/>
              <a:t>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E42FB-A30B-47D7-94F1-22EE8C980FAF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오늘의 목표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10896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핵심 개념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1005840" y="41605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실습과 예시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1005840" y="5212079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6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정리와 질문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ADAA-09EF-444C-88A6-2D6E09B6B35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E72B3-27BA-43DB-8F62-17B76517B61D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알아야 할 것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 볼 것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기억할 것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EA414-BD0B-4804-9FF5-DD4B5AE45125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알기 전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알고 난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4B940-90F4-4C1A-AF4A-A9B65CF0787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AB31-72E2-49B9-B0CA-6CBEE10292A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차시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주제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준비물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F085E-63F4-4A69-A58D-E9C98EDFEB2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JADE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교육·강의 발표 템플릿">
  <a:themeElements>
    <a:clrScheme name="교육·강의 발표 템플릿">
      <a:dk1>
        <a:srgbClr val="F7FAF9"/>
      </a:dk1>
      <a:lt1>
        <a:srgbClr val="133630"/>
      </a:lt1>
      <a:dk2>
        <a:srgbClr val="E4ECE9"/>
      </a:dk2>
      <a:lt2>
        <a:srgbClr val="0D2521"/>
      </a:lt2>
      <a:accent1>
        <a:srgbClr val="BFC9C6"/>
      </a:accent1>
      <a:accent2>
        <a:srgbClr val="3F9C85"/>
      </a:accent2>
      <a:accent3>
        <a:srgbClr val="081714"/>
      </a:accent3>
      <a:accent4>
        <a:srgbClr val="1A4B43"/>
      </a:accent4>
      <a:accent5>
        <a:srgbClr val="CDD6D3"/>
      </a:accent5>
      <a:accent6>
        <a:srgbClr val="307867"/>
      </a:accent6>
      <a:hlink>
        <a:srgbClr val="E4ECE9"/>
      </a:hlink>
      <a:folHlink>
        <a:srgbClr val="081714"/>
      </a:folHlink>
    </a:clrScheme>
    <a:fontScheme name="교육·강의 발표 템플릿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>교육·강의 발표 자료</dc:subject>
  <dc:creator>반딧불이의 곳간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