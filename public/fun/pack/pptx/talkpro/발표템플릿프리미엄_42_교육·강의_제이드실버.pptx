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CD5DE737-A9E8-4F23-BB04-473BE464C8A8}">
          <p14:sldIdLst>
            <p14:sldId id="256"/>
          </p14:sldIdLst>
        </p14:section>
        <p14:section name="본문" id="{152AC9AE-3F8E-4837-B784-C73B0E30AD0A}">
          <p14:sldIdLst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마무리" id="{5A5DC477-20DF-4C1E-9B8D-5F3117F58D6E}">
          <p14:sldIdLst>
            <p14:sldId id="264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목표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70</c:v>
                </c:pt>
                <c:pt idx="2">
                  <c:v>80</c:v>
                </c:pt>
                <c:pt idx="3">
                  <c:v>90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실적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1분기</c:v>
                </c:pt>
                <c:pt idx="1">
                  <c:v>2분기</c:v>
                </c:pt>
                <c:pt idx="2">
                  <c:v>3분기</c:v>
                </c:pt>
                <c:pt idx="3">
                  <c:v>4분기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55</c:v>
                </c:pt>
                <c:pt idx="1">
                  <c:v>72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9525">
            <a:solidFill>
              <a:schemeClr val="accent4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chemeClr val="accent4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100">
          <a:solidFill>
            <a:schemeClr val="tx1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날짜·발표자는 아래 안내 문구를 눌러 고치세요.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목차의 각 줄을 누르면 해당 쪽으로 이동합니다(슬라이드 쇼에서). 줄을 지우거나 늘려도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발표 전체를 한 문장으로 줄여 적어 보세요.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카드 제목과 내용을 고치세요. 카드는 슬라이드 쇼에서 차례로 나타납니다.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왼쪽과 오른쪽 칸의 제목·내용을 고치세요.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차트를 우클릭 &gt; [데이터 편집]으로 숫자를 바꾸면 그래프가 자동으로 바뀝니다. 지금 숫자는 예시입니다.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 행은 Tab 키로 추가됩니다.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질문 받는 시간입니다.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 쪽입니다.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pattFill prst="dotGrid">
          <a:fgClr>
            <a:schemeClr val="bg1"/>
          </a:fgClr>
          <a:bgClr>
            <a:schemeClr val="accent3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379A5280-7973-483E-9F06-7562BC1C1FAD}" type="slidenum">
              <a:rPr lang="en-US"/>
              <a:t>‹#›</a:t>
            </a:fld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사진"/>
          <p:cNvSpPr>
            <a:spLocks noGrp="1"/>
          </p:cNvSpPr>
          <p:nvPr>
            <p:ph type="pic" sz="quarter" idx="13"/>
          </p:nvPr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사진을 넣으려면 아이콘을 누르세요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6095847" y="1645920"/>
            <a:ext cx="5120511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6095847" y="2029968"/>
            <a:ext cx="5120511" cy="160020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400" b="0" spc="0">
                <a:solidFill>
                  <a:srgbClr val="F7FAF9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6095847" y="3703320"/>
            <a:ext cx="5120511" cy="73152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B5BEB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6095847" y="4480559"/>
            <a:ext cx="5120511" cy="82296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82908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어긋난 아치 선"/>
          <p:cNvSpPr/>
          <p:nvPr/>
        </p:nvSpPr>
        <p:spPr>
          <a:xfrm>
            <a:off x="926561" y="96012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noFill/>
          <a:ln w="1270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아치 틀"/>
          <p:cNvSpPr/>
          <p:nvPr/>
        </p:nvSpPr>
        <p:spPr>
          <a:xfrm>
            <a:off x="1127729" y="594360"/>
            <a:ext cx="3840388" cy="566928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bg1">
              <a:alpha val="100000"/>
            </a:schemeClr>
          </a:solidFill>
          <a:ln w="6350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사진 바탕"/>
          <p:cNvSpPr/>
          <p:nvPr/>
        </p:nvSpPr>
        <p:spPr>
          <a:xfrm>
            <a:off x="1219169" y="685800"/>
            <a:ext cx="3657508" cy="548640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62000"/>
                  </a:schemeClr>
                </a:solidFill>
              </a:rPr>
              <a:t>사진을 넣어 주세요</a:t>
            </a:r>
          </a:p>
        </p:txBody>
      </p:sp>
      <p:sp>
        <p:nvSpPr>
          <p:cNvPr id="5" name="포인트 원"/>
          <p:cNvSpPr/>
          <p:nvPr/>
        </p:nvSpPr>
        <p:spPr>
          <a:xfrm>
            <a:off x="835121" y="5330952"/>
            <a:ext cx="585216" cy="585216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463040" y="658368"/>
            <a:ext cx="926561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8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EF2CFEA2-7D9C-4FF0-AD0B-F08FB0B40838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6" name="Connector 15"/>
          <p:cNvCxnSpPr/>
          <p:nvPr/>
        </p:nvCxnSpPr>
        <p:spPr>
          <a:xfrm>
            <a:off x="463280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6278727" y="1517904"/>
            <a:ext cx="128016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8" name="Diamond 17"/>
          <p:cNvSpPr/>
          <p:nvPr/>
        </p:nvSpPr>
        <p:spPr>
          <a:xfrm>
            <a:off x="6036411" y="1458468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pattFill prst="dotGrid">
          <a:fgClr>
            <a:schemeClr val="bg1"/>
          </a:fgClr>
          <a:bgClr>
            <a:schemeClr val="bg2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463040" y="365760"/>
            <a:ext cx="926561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730087" y="6309360"/>
            <a:ext cx="731520" cy="329184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000" b="0" spc="200">
                <a:solidFill>
                  <a:schemeClr val="tx1">
                    <a:lumMod val="62000"/>
                    <a:lumOff val="0"/>
                  </a:schemeClr>
                </a:solidFill>
              </a:defRPr>
            </a:lvl1pPr>
          </a:lstStyle>
          <a:p>
            <a:fld id="{D3C6A653-06EF-446F-9CBE-BA9B92E8B1C5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0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Arc 1"/>
          <p:cNvSpPr/>
          <p:nvPr/>
        </p:nvSpPr>
        <p:spPr>
          <a:xfrm>
            <a:off x="-182880" y="-182880"/>
            <a:ext cx="914400" cy="91440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Arc 2"/>
          <p:cNvSpPr/>
          <p:nvPr/>
        </p:nvSpPr>
        <p:spPr>
          <a:xfrm>
            <a:off x="-548640" y="-548640"/>
            <a:ext cx="1645920" cy="164592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Arc 3"/>
          <p:cNvSpPr/>
          <p:nvPr/>
        </p:nvSpPr>
        <p:spPr>
          <a:xfrm>
            <a:off x="-914400" y="-914400"/>
            <a:ext cx="2377440" cy="2377440"/>
          </a:xfrm>
          <a:prstGeom prst="arc">
            <a:avLst>
              <a:gd name="adj1" fmla="val 10800000"/>
              <a:gd name="adj2" fmla="val 1620000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>
            <a:off x="454421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432698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391872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36868" y="446170"/>
            <a:ext cx="344018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sp>
        <p:nvSpPr>
          <p:cNvPr id="9" name="Arc 8"/>
          <p:cNvSpPr/>
          <p:nvPr/>
        </p:nvSpPr>
        <p:spPr>
          <a:xfrm>
            <a:off x="11460175" y="-182880"/>
            <a:ext cx="914400" cy="91440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Arc 9"/>
          <p:cNvSpPr/>
          <p:nvPr/>
        </p:nvSpPr>
        <p:spPr>
          <a:xfrm>
            <a:off x="11094415" y="-548640"/>
            <a:ext cx="1645920" cy="164592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Arc 10"/>
          <p:cNvSpPr/>
          <p:nvPr/>
        </p:nvSpPr>
        <p:spPr>
          <a:xfrm>
            <a:off x="10728655" y="-914400"/>
            <a:ext cx="2377440" cy="2377440"/>
          </a:xfrm>
          <a:prstGeom prst="arc">
            <a:avLst>
              <a:gd name="adj1" fmla="val 16200000"/>
              <a:gd name="adj2" fmla="val 0"/>
            </a:avLst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10746714" y="306076"/>
            <a:ext cx="990559" cy="174663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3" name="Connector 12"/>
          <p:cNvCxnSpPr/>
          <p:nvPr/>
        </p:nvCxnSpPr>
        <p:spPr>
          <a:xfrm flipH="1">
            <a:off x="10887913" y="365759"/>
            <a:ext cx="871083" cy="50292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4" name="Connector 13"/>
          <p:cNvCxnSpPr/>
          <p:nvPr/>
        </p:nvCxnSpPr>
        <p:spPr>
          <a:xfrm flipH="1">
            <a:off x="11153280" y="414414"/>
            <a:ext cx="646542" cy="770518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cxnSp>
        <p:nvCxnSpPr>
          <p:cNvPr id="15" name="Connector 14"/>
          <p:cNvCxnSpPr/>
          <p:nvPr/>
        </p:nvCxnSpPr>
        <p:spPr>
          <a:xfrm flipH="1">
            <a:off x="11510809" y="446170"/>
            <a:ext cx="344017" cy="945181"/>
          </a:xfrm>
          <a:prstGeom prst="line">
            <a:avLst/>
          </a:prstGeom>
          <a:ln w="6350" cap="rnd">
            <a:solidFill>
              <a:schemeClr val="accent5"/>
            </a:solidFill>
          </a:ln>
        </p:spPr>
      </p:cxnSp>
      <p:grpSp>
        <p:nvGrpSpPr>
          <p:cNvPr id="16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17" name="Diamond 16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" name="Connector 17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9" name="Connector 18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20" name="Connector 19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21" name="Diamond 20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6.xml"/><Relationship Id="rId6" Type="http://schemas.openxmlformats.org/officeDocument/2006/relationships/slide" Target="slide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발표 제목을 입력하세요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한 번 들으면 써먹을 수 있게 구성했습니다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교육·강의 · 발표자 이름</a:t>
            </a:r>
          </a:p>
          <a:p>
            <a:r>
              <a:rPr lang="ko-KR"/>
              <a:t>0000. 00. 00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CONTENTS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목차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9C0D4-71F6-4B97-8208-F0C02DBEA39E}" type="slidenum">
              <a:rPr lang="en-US"/>
              <a:t>‹#›</a:t>
            </a:fld>
            <a:endParaRPr lang="en-US"/>
          </a:p>
        </p:txBody>
      </p:sp>
      <p:grpSp>
        <p:nvGrpSpPr>
          <p:cNvPr id="5" name="줄 1"/>
          <p:cNvGrpSpPr/>
          <p:nvPr/>
        </p:nvGrpSpPr>
        <p:grpSpPr>
          <a:xfrm>
            <a:off x="731520" y="1828800"/>
            <a:ext cx="10728655" cy="914400"/>
            <a:chOff x="731520" y="1828800"/>
            <a:chExt cx="10728655" cy="914400"/>
          </a:xfrm>
        </p:grpSpPr>
        <p:sp>
          <p:nvSpPr>
            <p:cNvPr id="6" name="줄 바탕">
              <a:hlinkClick action="ppaction://hlinksldjump" r:id="rId3"/>
            </p:cNvPr>
            <p:cNvSpPr/>
            <p:nvPr/>
          </p:nvSpPr>
          <p:spPr>
            <a:xfrm>
              <a:off x="731520" y="182880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1005840" y="205740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줄 제목"/>
            <p:cNvSpPr txBox="1"/>
            <p:nvPr/>
          </p:nvSpPr>
          <p:spPr>
            <a:xfrm>
              <a:off x="1737360" y="187451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오늘의 목표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4572000" y="199339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줄 내용"/>
            <p:cNvSpPr txBox="1"/>
            <p:nvPr/>
          </p:nvSpPr>
          <p:spPr>
            <a:xfrm>
              <a:off x="4754880" y="187451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1" name="줄 2"/>
          <p:cNvGrpSpPr/>
          <p:nvPr/>
        </p:nvGrpSpPr>
        <p:grpSpPr>
          <a:xfrm>
            <a:off x="731520" y="2880360"/>
            <a:ext cx="10728655" cy="914400"/>
            <a:chOff x="731520" y="2880360"/>
            <a:chExt cx="10728655" cy="914400"/>
          </a:xfrm>
        </p:grpSpPr>
        <p:sp>
          <p:nvSpPr>
            <p:cNvPr id="12" name="줄 바탕">
              <a:hlinkClick action="ppaction://hlinksldjump" r:id="rId4"/>
            </p:cNvPr>
            <p:cNvSpPr/>
            <p:nvPr/>
          </p:nvSpPr>
          <p:spPr>
            <a:xfrm>
              <a:off x="731520" y="288036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1005840" y="310896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줄 제목"/>
            <p:cNvSpPr txBox="1"/>
            <p:nvPr/>
          </p:nvSpPr>
          <p:spPr>
            <a:xfrm>
              <a:off x="1737360" y="292607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핵심 개념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572000" y="3044952"/>
              <a:ext cx="0" cy="585216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줄 내용"/>
            <p:cNvSpPr txBox="1"/>
            <p:nvPr/>
          </p:nvSpPr>
          <p:spPr>
            <a:xfrm>
              <a:off x="4754880" y="292607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17" name="줄 3"/>
          <p:cNvGrpSpPr/>
          <p:nvPr/>
        </p:nvGrpSpPr>
        <p:grpSpPr>
          <a:xfrm>
            <a:off x="731520" y="3931920"/>
            <a:ext cx="10728655" cy="914400"/>
            <a:chOff x="731520" y="3931920"/>
            <a:chExt cx="10728655" cy="914400"/>
          </a:xfrm>
        </p:grpSpPr>
        <p:sp>
          <p:nvSpPr>
            <p:cNvPr id="18" name="줄 바탕">
              <a:hlinkClick action="ppaction://hlinksldjump" r:id="rId5"/>
            </p:cNvPr>
            <p:cNvSpPr/>
            <p:nvPr/>
          </p:nvSpPr>
          <p:spPr>
            <a:xfrm>
              <a:off x="731520" y="3931920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1005840" y="4160520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줄 제목"/>
            <p:cNvSpPr txBox="1"/>
            <p:nvPr/>
          </p:nvSpPr>
          <p:spPr>
            <a:xfrm>
              <a:off x="1737360" y="397763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실습과 예시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4572000" y="409651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줄 내용"/>
            <p:cNvSpPr txBox="1"/>
            <p:nvPr/>
          </p:nvSpPr>
          <p:spPr>
            <a:xfrm>
              <a:off x="4754880" y="397763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  <p:grpSp>
        <p:nvGrpSpPr>
          <p:cNvPr id="23" name="줄 4"/>
          <p:cNvGrpSpPr/>
          <p:nvPr/>
        </p:nvGrpSpPr>
        <p:grpSpPr>
          <a:xfrm>
            <a:off x="731520" y="4983479"/>
            <a:ext cx="10728655" cy="914400"/>
            <a:chOff x="731520" y="4983479"/>
            <a:chExt cx="10728655" cy="914400"/>
          </a:xfrm>
        </p:grpSpPr>
        <p:sp>
          <p:nvSpPr>
            <p:cNvPr id="24" name="줄 바탕">
              <a:hlinkClick action="ppaction://hlinksldjump" r:id="rId6"/>
            </p:cNvPr>
            <p:cNvSpPr/>
            <p:nvPr/>
          </p:nvSpPr>
          <p:spPr>
            <a:xfrm>
              <a:off x="731520" y="4983479"/>
              <a:ext cx="10728655" cy="91440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번호 4"/>
            <p:cNvSpPr/>
            <p:nvPr/>
          </p:nvSpPr>
          <p:spPr>
            <a:xfrm>
              <a:off x="1005840" y="5212079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4</a:t>
              </a:r>
            </a:p>
          </p:txBody>
        </p:sp>
        <p:sp>
          <p:nvSpPr>
            <p:cNvPr id="26" name="줄 제목"/>
            <p:cNvSpPr txBox="1"/>
            <p:nvPr/>
          </p:nvSpPr>
          <p:spPr>
            <a:xfrm>
              <a:off x="1737360" y="5029199"/>
              <a:ext cx="2926080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정리와 질문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4572000" y="5148071"/>
              <a:ext cx="0" cy="585217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줄 내용"/>
            <p:cNvSpPr txBox="1"/>
            <p:nvPr/>
          </p:nvSpPr>
          <p:spPr>
            <a:xfrm>
              <a:off x="4754880" y="5029199"/>
              <a:ext cx="6430975" cy="82296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한 줄로 내용을 적어 주세요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9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350"/>
                            </p:stCondLst>
                            <p:childTnLst>
                              <p:par>
                                <p:cTn id="16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MESSAGE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문장으로 말하면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BFD291-DD75-425A-AF2E-547EF1421DDC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POINTS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핵심 3가지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B2DC67-D6C2-4342-B347-CB68870F0575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474720"/>
            <a:chOff x="731520" y="1828800"/>
            <a:chExt cx="3393338" cy="347472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알아야 할 것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474720"/>
            <a:chOff x="4399178" y="1828800"/>
            <a:chExt cx="3393338" cy="347472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해 볼 것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474720"/>
            <a:chOff x="8066836" y="1828800"/>
            <a:chExt cx="3393338" cy="347472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47472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기억할 것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737359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COMPARE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한눈에 비교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917842-4B2A-44A9-ADCF-EA6D9D101435}" type="slidenum">
              <a:rPr lang="en-US"/>
              <a:t>‹#›</a:t>
            </a:fld>
            <a:endParaRPr lang="en-US"/>
          </a:p>
        </p:txBody>
      </p:sp>
      <p:grpSp>
        <p:nvGrpSpPr>
          <p:cNvPr id="5" name="왼쪽 칸"/>
          <p:cNvGrpSpPr/>
          <p:nvPr/>
        </p:nvGrpSpPr>
        <p:grpSpPr>
          <a:xfrm>
            <a:off x="731520" y="1828800"/>
            <a:ext cx="5181447" cy="3566160"/>
            <a:chOff x="731520" y="1828800"/>
            <a:chExt cx="5181447" cy="3566160"/>
          </a:xfrm>
        </p:grpSpPr>
        <p:sp>
          <p:nvSpPr>
            <p:cNvPr id="6" name="칸 바탕"/>
            <p:cNvSpPr/>
            <p:nvPr/>
          </p:nvSpPr>
          <p:spPr>
            <a:xfrm>
              <a:off x="731520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칸 제목 띠"/>
            <p:cNvSpPr/>
            <p:nvPr/>
          </p:nvSpPr>
          <p:spPr>
            <a:xfrm>
              <a:off x="914400" y="2011680"/>
              <a:ext cx="4815687" cy="59436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알기 전</a:t>
              </a:r>
            </a:p>
          </p:txBody>
        </p:sp>
        <p:sp>
          <p:nvSpPr>
            <p:cNvPr id="8" name="칸 내용"/>
            <p:cNvSpPr txBox="1"/>
            <p:nvPr/>
          </p:nvSpPr>
          <p:spPr>
            <a:xfrm>
              <a:off x="1005840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9" name="오른쪽 칸"/>
          <p:cNvGrpSpPr/>
          <p:nvPr/>
        </p:nvGrpSpPr>
        <p:grpSpPr>
          <a:xfrm>
            <a:off x="6278727" y="1828800"/>
            <a:ext cx="5181447" cy="3566160"/>
            <a:chOff x="6278727" y="1828800"/>
            <a:chExt cx="5181447" cy="3566160"/>
          </a:xfrm>
        </p:grpSpPr>
        <p:sp>
          <p:nvSpPr>
            <p:cNvPr id="10" name="칸 바탕"/>
            <p:cNvSpPr/>
            <p:nvPr/>
          </p:nvSpPr>
          <p:spPr>
            <a:xfrm>
              <a:off x="6278727" y="1828800"/>
              <a:ext cx="5181447" cy="3566160"/>
            </a:xfrm>
            <a:prstGeom prst="snip2DiagRect">
              <a:avLst>
                <a:gd name="adj1" fmla="val 11000"/>
                <a:gd name="adj2" fmla="val 0"/>
              </a:avLst>
            </a:prstGeom>
            <a:solidFill>
              <a:schemeClr val="bg1"/>
            </a:solidFill>
            <a:ln w="9525">
              <a:solidFill>
                <a:schemeClr val="accent5">
                  <a:alpha val="85000"/>
                </a:schemeClr>
              </a:solidFill>
            </a:ln>
            <a:effectLst>
              <a:outerShdw blurRad="76200" dist="19050" dir="5400000" algn="t" rotWithShape="0">
                <a:srgbClr val="000000">
                  <a:alpha val="24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칸 제목 띠"/>
            <p:cNvSpPr/>
            <p:nvPr/>
          </p:nvSpPr>
          <p:spPr>
            <a:xfrm>
              <a:off x="6461607" y="2011680"/>
              <a:ext cx="4815687" cy="59436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700" b="1" i="0" lang="ko-KR">
                  <a:solidFill>
                    <a:srgbClr val="1A1613"/>
                  </a:solidFill>
                </a:rPr>
                <a:t>알고 난 후</a:t>
              </a:r>
            </a:p>
          </p:txBody>
        </p:sp>
        <p:sp>
          <p:nvSpPr>
            <p:cNvPr id="12" name="칸 내용"/>
            <p:cNvSpPr txBox="1"/>
            <p:nvPr/>
          </p:nvSpPr>
          <p:spPr>
            <a:xfrm>
              <a:off x="6553047" y="2788920"/>
              <a:ext cx="4632807" cy="24688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  <a:p>
              <a:pPr algn="l" marL="228600" indent="-228600">
                <a:lnSpc>
                  <a:spcPct val="130000"/>
                </a:lnSpc>
                <a:spcAft>
                  <a:spcPts val="600"/>
                </a:spcAft>
                <a:buClr>
                  <a:schemeClr val="accent1"/>
                </a:buClr>
                <a:buFont typeface="Arial"/>
                <a:buChar char="•"/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NUMBERS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숫자로 보기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B61A69-4E33-4959-8B52-A2F805E73FA7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차트"/>
          <p:cNvGraphicFramePr>
            <a:graphicFrameLocks noGrp="1"/>
          </p:cNvGraphicFramePr>
          <p:nvPr/>
        </p:nvGraphicFramePr>
        <p:xfrm>
          <a:off x="731520" y="1828800"/>
          <a:ext cx="7619695" cy="40690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차트 안내"/>
          <p:cNvSpPr txBox="1"/>
          <p:nvPr/>
        </p:nvSpPr>
        <p:spPr>
          <a:xfrm>
            <a:off x="8625535" y="2103120"/>
            <a:ext cx="2834640" cy="10972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예시 숫자입니다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차트를 우클릭해서</a:t>
            </a:r>
          </a:p>
          <a:p>
            <a:pPr algn="l">
              <a:lnSpc>
                <a:spcPct val="140000"/>
              </a:lnSpc>
            </a:pPr>
            <a:r>
              <a:rPr sz="1300" b="0" i="0" lang="ko-KR">
                <a:solidFill>
                  <a:schemeClr val="tx1">
                    <a:lumMod val="62000"/>
                  </a:schemeClr>
                </a:solidFill>
              </a:rPr>
              <a:t>데이터를 고치세요</a:t>
            </a:r>
          </a:p>
        </p:txBody>
      </p:sp>
    </p:spTree>
  </p:cSld>
  <p:clrMapOvr>
    <a:masterClrMapping/>
  </p:clrMapOvr>
  <p:transition spd="med">
    <p:push dir="l"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SCHEDULE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일정·현황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72B25AC-2CBB-43AA-9690-F8F7957D9FC8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2" cy="395020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58368"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차시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주제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시간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lang="ko-KR">
                          <a:solidFill>
                            <a:srgbClr val="1A1613"/>
                          </a:solidFill>
                        </a:rPr>
                        <a:t>준비물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1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2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3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4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4000"/>
                        <a:lumOff val="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5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내용 입력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Q &amp; 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질문과 의견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BA38F52-D6E8-4B7B-BDFB-2DB23AE7C3C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JADE  ·  PRESENTATION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감사합니다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끝까지 들어 주셔서 고맙습니다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문의 · 연락처를 입력하세요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교육·강의 발표 템플릿">
  <a:themeElements>
    <a:clrScheme name="교육·강의 발표 템플릿">
      <a:dk1>
        <a:srgbClr val="F7FAF9"/>
      </a:dk1>
      <a:lt1>
        <a:srgbClr val="133630"/>
      </a:lt1>
      <a:dk2>
        <a:srgbClr val="E4ECE9"/>
      </a:dk2>
      <a:lt2>
        <a:srgbClr val="0D2521"/>
      </a:lt2>
      <a:accent1>
        <a:srgbClr val="BFC9C6"/>
      </a:accent1>
      <a:accent2>
        <a:srgbClr val="3F9C85"/>
      </a:accent2>
      <a:accent3>
        <a:srgbClr val="081714"/>
      </a:accent3>
      <a:accent4>
        <a:srgbClr val="1A4B43"/>
      </a:accent4>
      <a:accent5>
        <a:srgbClr val="CDD6D3"/>
      </a:accent5>
      <a:accent6>
        <a:srgbClr val="307867"/>
      </a:accent6>
      <a:hlink>
        <a:srgbClr val="E4ECE9"/>
      </a:hlink>
      <a:folHlink>
        <a:srgbClr val="081714"/>
      </a:folHlink>
    </a:clrScheme>
    <a:fontScheme name="교육·강의 발표 템플릿">
      <a:majorFont>
        <a:latin typeface="Bodoni MT"/>
        <a:ea typeface="바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교육·강의 발표 템플릿</dc:title>
  <dc:subject>교육·강의 발표 자료</dc:subject>
  <dc:creator>우체국보험 상담 안내</dc:creator>
  <cp:keywords>발표,PPT,템플릿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