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2EA4A27-81F8-4E9B-AE93-C3AF71629E0F}">
          <p14:sldIdLst>
            <p14:sldId id="256"/>
          </p14:sldIdLst>
        </p14:section>
        <p14:section name="본문" id="{1E196148-41B8-47E0-9D61-4007D8841A95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14CE4D6F-DE7A-4FC7-889A-28E6A9688FB3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3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9BC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6266B05-3D61-4D9B-B3A1-B1E818D0C84F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A0ACB0A-D9DE-4397-ADE9-77A0C70665D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E1DD319-3C0D-49BA-97EB-625E11541BC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여름 모임 일정을 먼저 안내합니다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FD49E-9C3F-4F39-B807-3B2B069C4D37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30AF6-88C7-44B2-8641-CF5A9848A26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7155-BD6B-4A1A-9274-5DD41303361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C1A2E-B84B-430C-AFAA-07768435086B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B46AE-B251-475B-96A1-A0091FC1923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1C96A-97D6-4EE0-81B8-071AC2E083D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97A5-E6E8-4E3E-BBEB-0D3DF2644AB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CORAL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483937"/>
      </a:dk1>
      <a:lt1>
        <a:srgbClr val="FEFCFA"/>
      </a:lt1>
      <a:dk2>
        <a:srgbClr val="5A2A24"/>
      </a:dk2>
      <a:lt2>
        <a:srgbClr val="FBF4EE"/>
      </a:lt2>
      <a:accent1>
        <a:srgbClr val="D96A5B"/>
      </a:accent1>
      <a:accent2>
        <a:srgbClr val="E5B27E"/>
      </a:accent2>
      <a:accent3>
        <a:srgbClr val="7E605D"/>
      </a:accent3>
      <a:accent4>
        <a:srgbClr val="F4D8D1"/>
      </a:accent4>
      <a:accent5>
        <a:srgbClr val="C99A62"/>
      </a:accent5>
      <a:accent6>
        <a:srgbClr val="EFD0B0"/>
      </a:accent6>
      <a:hlink>
        <a:srgbClr val="5A2A24"/>
      </a:hlink>
      <a:folHlink>
        <a:srgbClr val="7E605D"/>
      </a:folHlink>
    </a:clrScheme>
    <a:fontScheme name="모임·동호회 소개 발표 템플릿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