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1CACECF-9ECF-4CD8-9ACF-13275E61BE4D}">
          <p14:sldIdLst>
            <p14:sldId id="256"/>
          </p14:sldIdLst>
        </p14:section>
        <p14:section name="본문" id="{3FCDCDA4-0F88-42D0-B40C-82759A673D0A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CB7514EF-5745-48D7-BD9F-C08BD0D98C3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3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9BC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794F09F-03A5-46D8-82FA-134712FB2766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E1DC042-BD60-48CF-896A-647727EA7CF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04276E4-336C-4FAB-91BB-ED964C65C60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다음 모임 일정을 먼저 안내합니다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1579-5545-4DC3-BBB3-410EE4DA8AA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C1373-7BFE-4CE9-9917-214DC2F5374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6E9B-2087-4119-A7EE-0C9BB7B5ED5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10EC3-DCF6-4477-8C25-8FFB14A4C540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처음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03AAB-482B-4B41-997B-D8AC8C77518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EFAAE-439D-4056-B076-5A34CF8DA05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AB44-179B-4BE0-999B-6CDD07F78F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483937"/>
      </a:dk1>
      <a:lt1>
        <a:srgbClr val="FEFCFA"/>
      </a:lt1>
      <a:dk2>
        <a:srgbClr val="5A2A24"/>
      </a:dk2>
      <a:lt2>
        <a:srgbClr val="FBF4EE"/>
      </a:lt2>
      <a:accent1>
        <a:srgbClr val="D96A5B"/>
      </a:accent1>
      <a:accent2>
        <a:srgbClr val="E5B27E"/>
      </a:accent2>
      <a:accent3>
        <a:srgbClr val="7E605D"/>
      </a:accent3>
      <a:accent4>
        <a:srgbClr val="F4D8D1"/>
      </a:accent4>
      <a:accent5>
        <a:srgbClr val="C99A62"/>
      </a:accent5>
      <a:accent6>
        <a:srgbClr val="EFD0B0"/>
      </a:accent6>
      <a:hlink>
        <a:srgbClr val="5A2A24"/>
      </a:hlink>
      <a:folHlink>
        <a:srgbClr val="7E605D"/>
      </a:folHlink>
    </a:clrScheme>
    <a:fontScheme name="모임·동호회 소개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