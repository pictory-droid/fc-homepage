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8A5392B-AA7E-4022-B6AA-1CB97AC4C4C4}">
          <p14:sldIdLst>
            <p14:sldId id="256"/>
          </p14:sldIdLst>
        </p14:section>
        <p14:section name="본문" id="{2EE42C05-EF0B-40AA-A43B-03819BC4327A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FF5672E1-6880-42DF-890C-46E7E10A9371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3FCD16F-30A6-4600-BDD1-CA12D3B6DE74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7D8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3B6B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6613928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16848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19768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22688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8442728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8899928" y="3063240"/>
            <a:ext cx="731520" cy="731520"/>
            <a:chOff x="8899928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8899928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6248168" y="3429000"/>
            <a:ext cx="60350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1178182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9C085A7-831B-4679-8E11-765CAC633CB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83FFA44-6D2E-4CBC-B0BF-D572D9D738F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비용과 일정부터 확인해 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F7993-30CB-4945-A2E4-D3318BB615C9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1168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960120" y="306324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960120" y="41148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60120" y="5166359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7A970-F7C7-41A2-8836-143E3F50BA2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084EB-7909-47BF-BCD3-32B456BED84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22187-C484-4CD0-99C2-9CDF9E49B47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7FA04-EDBE-4BC1-8000-79D69A88E52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74BFF-E3DC-4C7F-929C-CA02331D936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85675-8C41-4AFF-8C8D-0E5743CE517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373B48"/>
      </a:dk1>
      <a:lt1>
        <a:srgbClr val="FEFCF8"/>
      </a:lt1>
      <a:dk2>
        <a:srgbClr val="262F4D"/>
      </a:dk2>
      <a:lt2>
        <a:srgbClr val="FBF6E6"/>
      </a:lt2>
      <a:accent1>
        <a:srgbClr val="D0A02A"/>
      </a:accent1>
      <a:accent2>
        <a:srgbClr val="2E3A5C"/>
      </a:accent2>
      <a:accent3>
        <a:srgbClr val="4A5063"/>
      </a:accent3>
      <a:accent4>
        <a:srgbClr val="F2E5C0"/>
      </a:accent4>
      <a:accent5>
        <a:srgbClr val="C8A040"/>
      </a:accent5>
      <a:accent6>
        <a:srgbClr val="8A8F9A"/>
      </a:accent6>
      <a:hlink>
        <a:srgbClr val="262F4D"/>
      </a:hlink>
      <a:folHlink>
        <a:srgbClr val="4A5063"/>
      </a:folHlink>
    </a:clrScheme>
    <a:fontScheme name="사업 제안 발표 템플릿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