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1538EBC-0765-4638-BF63-F3B17CE84AD6}">
          <p14:sldIdLst>
            <p14:sldId id="256"/>
          </p14:sldIdLst>
        </p14:section>
        <p14:section name="본문" id="{1D6D8343-86DB-4306-B777-2DABAE1287A7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6CF5E7DE-0683-41D5-9F2A-524A4F3E8A1F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F2D7BF1-89A3-41B9-9E70-B724FAAB61BD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7D8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3B6B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591F97D3-ECD6-4794-8B09-FEAC8C236A5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21519D6-ED16-4DB4-89A0-FAE51944A89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비용과 일정부터 확인해 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87D22-45D6-4BBD-A756-4C6912ADE590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1168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06324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1148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60120" y="5166359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D84AB-E7DE-44A1-9412-706273EC9F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B4391A-F998-4F33-A92C-720F54371C3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399960-15DD-429A-9831-749D1CC03D3F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현재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제안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4055F-4ACA-4058-A8AD-DE1427D547F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0C7E-9DF8-4128-AB0D-453848666E4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23C405-EC1B-4F3F-9DFB-423C8B91C8A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373B48"/>
      </a:dk1>
      <a:lt1>
        <a:srgbClr val="FEFCF8"/>
      </a:lt1>
      <a:dk2>
        <a:srgbClr val="262F4D"/>
      </a:dk2>
      <a:lt2>
        <a:srgbClr val="FBF6E6"/>
      </a:lt2>
      <a:accent1>
        <a:srgbClr val="D0A02A"/>
      </a:accent1>
      <a:accent2>
        <a:srgbClr val="2E3A5C"/>
      </a:accent2>
      <a:accent3>
        <a:srgbClr val="4A5063"/>
      </a:accent3>
      <a:accent4>
        <a:srgbClr val="F2E5C0"/>
      </a:accent4>
      <a:accent5>
        <a:srgbClr val="C8A040"/>
      </a:accent5>
      <a:accent6>
        <a:srgbClr val="8A8F9A"/>
      </a:accent6>
      <a:hlink>
        <a:srgbClr val="262F4D"/>
      </a:hlink>
      <a:folHlink>
        <a:srgbClr val="4A5063"/>
      </a:folHlink>
    </a:clrScheme>
    <a:fontScheme name="사업 제안 발표 템플릿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