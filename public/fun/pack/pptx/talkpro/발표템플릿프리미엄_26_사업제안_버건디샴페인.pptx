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F95ABE1-4F49-4AE0-8413-372A13F64684}">
          <p14:sldIdLst>
            <p14:sldId id="256"/>
          </p14:sldIdLst>
        </p14:section>
        <p14:section name="본문" id="{83557345-1E22-4617-A591-DFC335329351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8D517FAD-18AA-4F07-957C-C06FB30695D5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D273E6C3-2B67-4706-89E5-0028E98A9659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0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4C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C60E235F-C7CD-47C1-B40E-80A5DC9F83D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57E3AC68-FC05-4479-962F-3F1BB2B9F2E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BURGUNDY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하반기 마무리 전에 결정할 안건입니다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 제안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FD187-DC5C-4893-B4FC-F51FA5777A5A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1168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문제와 기회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960120" y="306324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해결 방법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960120" y="41148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기대 효과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960120" y="5166359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 계획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902D31-8E63-4048-A89F-D6E828CCA7D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94A5A-FB67-4CE2-A57A-AE866605CBDD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현황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제안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효과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78688-D584-4308-8BE7-7AABE19BA0D8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현재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제안 후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05E0C-6935-4810-BE86-CA915105B579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B2F88-77F5-41D1-83C4-FA64AF9FC21E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E5CA1-00A3-4E5A-B0AC-1AE59634BAD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BURGUNDY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사업 제안 발표 템플릿">
  <a:themeElements>
    <a:clrScheme name="사업 제안 발표 템플릿">
      <a:dk1>
        <a:srgbClr val="48373D"/>
      </a:dk1>
      <a:lt1>
        <a:srgbClr val="FDFBFA"/>
      </a:lt1>
      <a:dk2>
        <a:srgbClr val="3E1220"/>
      </a:dk2>
      <a:lt2>
        <a:srgbClr val="F8F2EC"/>
      </a:lt2>
      <a:accent1>
        <a:srgbClr val="6E1F33"/>
      </a:accent1>
      <a:accent2>
        <a:srgbClr val="B08D57"/>
      </a:accent2>
      <a:accent3>
        <a:srgbClr val="8C737B"/>
      </a:accent3>
      <a:accent4>
        <a:srgbClr val="DCC8C7"/>
      </a:accent4>
      <a:accent5>
        <a:srgbClr val="C0A064"/>
      </a:accent5>
      <a:accent6>
        <a:srgbClr val="D0BA9A"/>
      </a:accent6>
      <a:hlink>
        <a:srgbClr val="3E1220"/>
      </a:hlink>
      <a:folHlink>
        <a:srgbClr val="8C737B"/>
      </a:folHlink>
    </a:clrScheme>
    <a:fontScheme name="사업 제안 발표 템플릿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>사업 제안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