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E571051-EE6B-4163-A299-CC3CB8F9CA6B}">
          <p14:sldIdLst>
            <p14:sldId id="256"/>
          </p14:sldIdLst>
        </p14:section>
        <p14:section name="본문" id="{28744D65-4F99-4796-B7C6-68CCFF9C3B62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9891AEA0-3118-4408-8125-EBC8340C2B4C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23C27A9-A0D3-4544-863C-1F6098F3E7B6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6E0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FC4C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B67C670-39F2-4706-8E1D-8742DCDEFDD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E20DBD9-B3F7-4D11-8773-B1283114650A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BURGUNDY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마무리 전에 결정할 안건입니다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 제안 · 발표자 이름</a:t>
            </a:r>
          </a:p>
          <a:p>
            <a:r>
              <a:rPr lang="ko-KR"/>
              <a:t>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1EEB2-7D42-4E24-A6DE-B2AF48073833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1168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문제와 기회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960120" y="306324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해결 방법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960120" y="41148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기대 효과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/>
            <p:nvPr/>
          </p:nvSpPr>
          <p:spPr>
            <a:xfrm>
              <a:off x="960120" y="5166359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4</a:t>
              </a:r>
            </a:p>
          </p:txBody>
        </p:sp>
        <p:sp>
          <p:nvSpPr>
            <p:cNvPr id="26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 계획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66F8C-BA6B-42FA-B74E-FBD51EFB187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16A7D-407F-4B2B-8874-60B489905822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현황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58205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제안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4971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효과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ECE10-2AB4-455D-8C82-266A5DFA8185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현재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제안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88213-CE6B-4CA1-8AEB-ED29825F6E37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207BE-8339-4A39-BFB9-C1F96728C58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기간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E036-A2D6-42D7-A065-014DF353FE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BURGUNDY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사업 제안 발표 템플릿">
  <a:themeElements>
    <a:clrScheme name="사업 제안 발표 템플릿">
      <a:dk1>
        <a:srgbClr val="48373D"/>
      </a:dk1>
      <a:lt1>
        <a:srgbClr val="FDFBFA"/>
      </a:lt1>
      <a:dk2>
        <a:srgbClr val="3E1220"/>
      </a:dk2>
      <a:lt2>
        <a:srgbClr val="F8F2EC"/>
      </a:lt2>
      <a:accent1>
        <a:srgbClr val="6E1F33"/>
      </a:accent1>
      <a:accent2>
        <a:srgbClr val="B08D57"/>
      </a:accent2>
      <a:accent3>
        <a:srgbClr val="8C737B"/>
      </a:accent3>
      <a:accent4>
        <a:srgbClr val="DCC8C7"/>
      </a:accent4>
      <a:accent5>
        <a:srgbClr val="C0A064"/>
      </a:accent5>
      <a:accent6>
        <a:srgbClr val="D0BA9A"/>
      </a:accent6>
      <a:hlink>
        <a:srgbClr val="3E1220"/>
      </a:hlink>
      <a:folHlink>
        <a:srgbClr val="8C737B"/>
      </a:folHlink>
    </a:clrScheme>
    <a:fontScheme name="사업 제안 발표 템플릿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>사업 제안 발표 자료</dc:subject>
  <dc:creator>반딧불이의 곳간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