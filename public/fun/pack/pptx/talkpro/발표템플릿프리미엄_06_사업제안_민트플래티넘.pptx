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D8E181-7217-4716-971A-15DB457B270B}">
          <p14:sldIdLst>
            <p14:sldId id="256"/>
          </p14:sldIdLst>
        </p14:section>
        <p14:section name="본문" id="{07B6D9CB-8A3B-4DED-A602-302ADEA91D9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ED411C2-B8AB-48C8-ADB0-61B24BEAA61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8D29019-E63C-4D3B-A016-1D0C5A2321B8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00149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242428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242428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242428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242428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019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3456331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794659" y="3200400"/>
            <a:ext cx="457200" cy="457200"/>
            <a:chOff x="3794659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3794659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959251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40AE307-CAD4-4734-99DB-AAE22C18A2A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B2D64B5-FCAA-4B49-9B4F-3E0E423DBA8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결론부터 말씀드리고 근거를 보여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B15CA-D2B5-4C96-9926-35A60D1F958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3944-F2F6-4F48-9355-C2737DC01C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7D9C6-A4E5-46F9-802D-96C1C13E5FD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03F7-F3B6-4229-8C0F-8179C9069F8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4503-0E86-4EEC-A053-87C7E26C163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3855-759E-443E-BBC4-AC9302E5222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536DF-28D1-412F-80E7-3A2EBD5C78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사업 제안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