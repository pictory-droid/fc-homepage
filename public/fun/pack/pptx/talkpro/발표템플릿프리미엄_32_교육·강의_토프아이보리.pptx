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B7B3BD8-1FEA-40DD-B14C-8F4909AFB922}">
          <p14:sldIdLst>
            <p14:sldId id="256"/>
          </p14:sldIdLst>
        </p14:section>
        <p14:section name="본문" id="{37938B00-CF2E-49C9-9B7D-17FD09FCFE87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DE5265EA-D651-458E-8B9A-DD559C39DB78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63257CDB-EFAE-4F5B-9F9A-F810B67F75DB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21916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21916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21916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1CFC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21916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7A4A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0728691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0646395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0664683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0664683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6AC15B96-C632-425A-A0A8-A76C96C12214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977E63D6-DCA1-427B-BB77-2B187D56437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예습 없이도 따라올 수 있게 만들었습니다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B62E9-673B-4D83-A369-2C00789DE2E5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88036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393192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731520" y="4983479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D7AA5-95BE-4FE5-8FE3-7E7D0CCCD14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6C3DEC-6266-43E9-BAC2-92678EE7ADC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B63AD7-DAF1-4F86-973B-436F5ED59BFD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9C60E2-5075-4468-8A3B-49AADA59115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BE206-9E6B-49E7-BFF3-E94BB1DCD30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72DBAE-F3EE-4219-BBBE-1EA861CBFDC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2D2723"/>
      </a:dk1>
      <a:lt1>
        <a:srgbClr val="FCFBFA"/>
      </a:lt1>
      <a:dk2>
        <a:srgbClr val="3B322B"/>
      </a:dk2>
      <a:lt2>
        <a:srgbClr val="F6F2EC"/>
      </a:lt2>
      <a:accent1>
        <a:srgbClr val="8C7A6B"/>
      </a:accent1>
      <a:accent2>
        <a:srgbClr val="B7A692"/>
      </a:accent2>
      <a:accent3>
        <a:srgbClr val="2D2723"/>
      </a:accent3>
      <a:accent4>
        <a:srgbClr val="E1DAD2"/>
      </a:accent4>
      <a:accent5>
        <a:srgbClr val="B09C7C"/>
      </a:accent5>
      <a:accent6>
        <a:srgbClr val="D3C8BB"/>
      </a:accent6>
      <a:hlink>
        <a:srgbClr val="3B322B"/>
      </a:hlink>
      <a:folHlink>
        <a:srgbClr val="2D2723"/>
      </a:folHlink>
    </a:clrScheme>
    <a:fontScheme name="교육·강의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