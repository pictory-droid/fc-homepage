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6F1BAB1-AA1C-467D-9FEE-7AADB299F109}">
          <p14:sldIdLst>
            <p14:sldId id="256"/>
          </p14:sldIdLst>
        </p14:section>
        <p14:section name="본문" id="{5BCE4B33-9DA0-4961-9A9A-95F31FF0DFB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8B074FF-6E8C-4811-AC98-418EF3D9DEDF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A316ED0B-470B-4A6C-9BDC-4EA8CAA5D5C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916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916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916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CFC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1916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7A4A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0728691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0646395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0664683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0664683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2B31F701-4565-4A1C-B56B-9C889DEFFB9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6330B9FE-14DD-40AC-B9F7-D798A25CD34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예습 없이도 따라올 수 있게 만들었습니다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438A-5459-4EC6-B518-17922736123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88036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393192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731520" y="4983479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7542-2F0B-406F-896E-4A8EFC08C62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A485-0E44-47E5-824E-B18C4087F49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06A8-9A69-4C9F-8F4C-D02EDEDB4F3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E3AB-1EEF-4050-9DEC-F7EC15A79FF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0DD8D-A3E2-450A-A50B-54752669E5E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078AF-CE89-4A6F-95DF-B488073141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D2723"/>
      </a:dk1>
      <a:lt1>
        <a:srgbClr val="FCFBFA"/>
      </a:lt1>
      <a:dk2>
        <a:srgbClr val="3B322B"/>
      </a:dk2>
      <a:lt2>
        <a:srgbClr val="F6F2EC"/>
      </a:lt2>
      <a:accent1>
        <a:srgbClr val="8C7A6B"/>
      </a:accent1>
      <a:accent2>
        <a:srgbClr val="B7A692"/>
      </a:accent2>
      <a:accent3>
        <a:srgbClr val="2D2723"/>
      </a:accent3>
      <a:accent4>
        <a:srgbClr val="E1DAD2"/>
      </a:accent4>
      <a:accent5>
        <a:srgbClr val="B09C7C"/>
      </a:accent5>
      <a:accent6>
        <a:srgbClr val="D3C8BB"/>
      </a:accent6>
      <a:hlink>
        <a:srgbClr val="3B322B"/>
      </a:hlink>
      <a:folHlink>
        <a:srgbClr val="2D2723"/>
      </a:folHlink>
    </a:clrScheme>
    <a:fontScheme name="교육·강의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