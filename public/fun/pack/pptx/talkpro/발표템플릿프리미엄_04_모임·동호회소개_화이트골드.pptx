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A73A2BA-F033-455C-8523-63B50A726AE7}">
          <p14:sldIdLst>
            <p14:sldId id="256"/>
          </p14:sldIdLst>
        </p14:section>
        <p14:section name="본문" id="{858AF46E-2543-49BF-B371-4CB8EFFB505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9218D349-53FE-40B5-9836-18A4DF948F11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2FBF86B-676C-4F01-9278-D906606D306E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EA9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033E92E-39A0-49E4-8855-E5C7AAFBF91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AB5F09B-E23E-494C-B398-B6538F1E71B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우리 모임을 처음 오신 분께 소개합니다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61FA-E093-444E-9B5A-B97CBE87A30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1168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06324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1148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60120" y="5166359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84F1E-55BE-413B-B2F7-8C8EA71BF33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EAC4-CDEB-48C6-84A6-D9D9AC0A92B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8530-E813-44DE-B276-D44DA60E7A63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처음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F990-B1AA-4D8C-AAE8-72397CBFBF4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85E82-1B5E-4DA5-83EF-A39D9FE2C0A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B1705-93F4-41A8-870B-EEDBB6542E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413D32"/>
      </a:dk1>
      <a:lt1>
        <a:srgbClr val="FEFEFC"/>
      </a:lt1>
      <a:dk2>
        <a:srgbClr val="3C3726"/>
      </a:dk2>
      <a:lt2>
        <a:srgbClr val="FCFAF4"/>
      </a:lt2>
      <a:accent1>
        <a:srgbClr val="C7A557"/>
      </a:accent1>
      <a:accent2>
        <a:srgbClr val="8B8572"/>
      </a:accent2>
      <a:accent3>
        <a:srgbClr val="403D32"/>
      </a:accent3>
      <a:accent4>
        <a:srgbClr val="F1E9D5"/>
      </a:accent4>
      <a:accent5>
        <a:srgbClr val="D4B56A"/>
      </a:accent5>
      <a:accent6>
        <a:srgbClr val="BEBAAC"/>
      </a:accent6>
      <a:hlink>
        <a:srgbClr val="3C3726"/>
      </a:hlink>
      <a:folHlink>
        <a:srgbClr val="403D32"/>
      </a:folHlink>
    </a:clrScheme>
    <a:fontScheme name="모임·동호회 소개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