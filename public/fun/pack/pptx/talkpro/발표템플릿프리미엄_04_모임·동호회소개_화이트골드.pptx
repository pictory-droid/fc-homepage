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178361A4-941E-4F79-B68F-35438A0365A8}">
          <p14:sldIdLst>
            <p14:sldId id="256"/>
          </p14:sldIdLst>
        </p14:section>
        <p14:section name="본문" id="{CA7DE1B0-C0B0-4593-A8C2-E6F65B2DB181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마무리" id="{22835EAC-69C6-41D9-923B-DE06106D4621}">
          <p14:sldIdLst>
            <p14:sldId id="26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목표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70</c:v>
                </c:pt>
                <c:pt idx="2">
                  <c:v>80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72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chemeClr val="accent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chemeClr val="accent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날짜·발표자는 아래 안내 문구를 눌러 고치세요.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목차의 각 줄을 누르면 해당 쪽으로 이동합니다(슬라이드 쇼에서). 줄을 지우거나 늘려도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전체를 한 문장으로 줄여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카드 제목과 내용을 고치세요. 카드는 슬라이드 쇼에서 차례로 나타납니다.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왼쪽과 오른쪽 칸의 제목·내용을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차트를 우클릭 &gt; [데이터 편집]으로 숫자를 바꾸면 그래프가 자동으로 바뀝니다. 지금 숫자는 예시입니다.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 행은 Tab 키로 추가됩니다.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받는 시간입니다.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쪽입니다.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828754" y="2697479"/>
            <a:ext cx="8534186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828754" y="3081527"/>
            <a:ext cx="8534186" cy="12344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2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828754" y="4389120"/>
            <a:ext cx="8534186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828754" y="5074920"/>
            <a:ext cx="8534186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 flipH="1" flipV="1">
            <a:off x="4114729" y="1982395"/>
            <a:ext cx="1485839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 flipH="1" flipV="1">
            <a:off x="4205486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 flipV="1">
            <a:off x="4353681" y="1325879"/>
            <a:ext cx="1306625" cy="7543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 flipV="1">
            <a:off x="4554811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 flipV="1">
            <a:off x="4802764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 flipV="1">
            <a:off x="50900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 flipV="1">
            <a:off x="5407812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5746523" y="350601"/>
            <a:ext cx="261993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6095847" y="320039"/>
            <a:ext cx="0" cy="150876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6183178" y="350601"/>
            <a:ext cx="261994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6267856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63473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6419118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6481106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6531389" y="1325879"/>
            <a:ext cx="1306624" cy="75438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6568437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6591127" y="1982395"/>
            <a:ext cx="1485838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9" name="Arc 18"/>
          <p:cNvSpPr/>
          <p:nvPr/>
        </p:nvSpPr>
        <p:spPr>
          <a:xfrm>
            <a:off x="5592927" y="1828799"/>
            <a:ext cx="1005840" cy="1005840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Arc 19"/>
          <p:cNvSpPr/>
          <p:nvPr/>
        </p:nvSpPr>
        <p:spPr>
          <a:xfrm>
            <a:off x="4989423" y="1225295"/>
            <a:ext cx="2212848" cy="221284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Arc 20"/>
          <p:cNvSpPr/>
          <p:nvPr/>
        </p:nvSpPr>
        <p:spPr>
          <a:xfrm>
            <a:off x="4486503" y="722375"/>
            <a:ext cx="3218688" cy="321868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4084167" y="320039"/>
            <a:ext cx="4023360" cy="4023360"/>
          </a:xfrm>
          <a:prstGeom prst="arc">
            <a:avLst>
              <a:gd name="adj1" fmla="val 10800000"/>
              <a:gd name="adj2" fmla="val 0"/>
            </a:avLst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535527" y="2331720"/>
            <a:ext cx="512064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4" name="Diamond 23"/>
          <p:cNvSpPr/>
          <p:nvPr/>
        </p:nvSpPr>
        <p:spPr>
          <a:xfrm>
            <a:off x="6004407" y="2240279"/>
            <a:ext cx="182880" cy="182880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바깥 선"/>
          <p:cNvSpPr/>
          <p:nvPr/>
        </p:nvSpPr>
        <p:spPr>
          <a:xfrm>
            <a:off x="292608" y="292608"/>
            <a:ext cx="11606479" cy="6272784"/>
          </a:xfrm>
          <a:prstGeom prst="rect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안쪽 선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475488"/>
            <a:ext cx="110944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749808"/>
            <a:ext cx="10728655" cy="7315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199632"/>
            <a:ext cx="7315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5C87F144-8B9D-4199-83C7-EC953B37FA4F}" type="slidenum">
              <a:rPr lang="en-US"/>
              <a:t>‹#›</a:t>
            </a:fld>
          </a:p>
        </p:txBody>
      </p:sp>
      <p:sp>
        <p:nvSpPr>
          <p:cNvPr id="2" name="바깥 선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347472" y="347472"/>
            <a:ext cx="11496751" cy="6163056"/>
          </a:xfrm>
          <a:prstGeom prst="rect">
            <a:avLst/>
          </a:prstGeom>
          <a:noFill/>
          <a:ln w="31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01167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844223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01167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844223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828754" y="2697479"/>
            <a:ext cx="8534186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828754" y="3081527"/>
            <a:ext cx="8534186" cy="12344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2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828754" y="4389120"/>
            <a:ext cx="8534186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5D4D2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828754" y="5074920"/>
            <a:ext cx="8534186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AFAEA9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 flipH="1" flipV="1">
            <a:off x="4114729" y="1982395"/>
            <a:ext cx="1485839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 flipH="1" flipV="1">
            <a:off x="4205486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 flipV="1">
            <a:off x="4353681" y="1325879"/>
            <a:ext cx="1306625" cy="7543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 flipV="1">
            <a:off x="4554811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 flipV="1">
            <a:off x="4802764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 flipV="1">
            <a:off x="50900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 flipV="1">
            <a:off x="5407812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5746523" y="350601"/>
            <a:ext cx="261993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6095847" y="320039"/>
            <a:ext cx="0" cy="150876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6183178" y="350601"/>
            <a:ext cx="261994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6267856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63473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6419118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6481106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6531389" y="1325879"/>
            <a:ext cx="1306624" cy="75438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6568437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6591127" y="1982395"/>
            <a:ext cx="1485838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9" name="Arc 18"/>
          <p:cNvSpPr/>
          <p:nvPr/>
        </p:nvSpPr>
        <p:spPr>
          <a:xfrm>
            <a:off x="5592927" y="1828799"/>
            <a:ext cx="1005840" cy="1005840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Arc 19"/>
          <p:cNvSpPr/>
          <p:nvPr/>
        </p:nvSpPr>
        <p:spPr>
          <a:xfrm>
            <a:off x="4989423" y="1225295"/>
            <a:ext cx="2212848" cy="221284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Arc 20"/>
          <p:cNvSpPr/>
          <p:nvPr/>
        </p:nvSpPr>
        <p:spPr>
          <a:xfrm>
            <a:off x="4486503" y="722375"/>
            <a:ext cx="3218688" cy="321868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4084167" y="320039"/>
            <a:ext cx="4023360" cy="4023360"/>
          </a:xfrm>
          <a:prstGeom prst="arc">
            <a:avLst>
              <a:gd name="adj1" fmla="val 10800000"/>
              <a:gd name="adj2" fmla="val 0"/>
            </a:avLst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535527" y="2331720"/>
            <a:ext cx="512064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4" name="Diamond 23"/>
          <p:cNvSpPr/>
          <p:nvPr/>
        </p:nvSpPr>
        <p:spPr>
          <a:xfrm>
            <a:off x="6004407" y="2240279"/>
            <a:ext cx="182880" cy="182880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바깥 선"/>
          <p:cNvSpPr/>
          <p:nvPr/>
        </p:nvSpPr>
        <p:spPr>
          <a:xfrm>
            <a:off x="292608" y="292608"/>
            <a:ext cx="11606479" cy="6272784"/>
          </a:xfrm>
          <a:prstGeom prst="rect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안쪽 선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475488"/>
            <a:ext cx="110944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749808"/>
            <a:ext cx="10728655" cy="7315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199632"/>
            <a:ext cx="7315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B5BA6074-C2EB-4840-A778-5CD0ACB40D24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바깥 선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347472" y="347472"/>
            <a:ext cx="11496751" cy="6163056"/>
          </a:xfrm>
          <a:prstGeom prst="rect">
            <a:avLst/>
          </a:prstGeom>
          <a:noFill/>
          <a:ln w="31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01167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844223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01167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844223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475488"/>
            <a:ext cx="110944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199632"/>
            <a:ext cx="7315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325C1601-8966-4C1C-91CB-2F6130FE6C9D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바깥 선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347472" y="347472"/>
            <a:ext cx="11496751" cy="6163056"/>
          </a:xfrm>
          <a:prstGeom prst="rect">
            <a:avLst/>
          </a:prstGeom>
          <a:noFill/>
          <a:ln w="31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01167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844223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01167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844223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8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9" name="Diamond 8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0" name="Connector 9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11" name="Connector 10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12" name="Connector 11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3" name="Diamond 12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GOLD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발표 제목을 입력하세요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우리 모임을 처음 오신 분께 소개합니다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모임·동호회 소개 · 발표자 이름</a:t>
            </a:r>
          </a:p>
          <a:p>
            <a:r>
              <a:rPr lang="ko-KR"/>
              <a:t>날짜 입력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CONTENTS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목차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E2DB5-A821-49BB-896F-3E261529218A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914400"/>
            <a:chOff x="731520" y="1828800"/>
            <a:chExt cx="10728655" cy="914400"/>
          </a:xfrm>
        </p:grpSpPr>
        <p:sp>
          <p:nvSpPr>
            <p:cNvPr id="6" name="줄 바탕">
              <a:hlinkClick action="ppaction://hlinksldjump" r:id="rId3"/>
            </p:cNvPr>
            <p:cNvSpPr/>
            <p:nvPr/>
          </p:nvSpPr>
          <p:spPr>
            <a:xfrm>
              <a:off x="731520" y="1828800"/>
              <a:ext cx="10728655" cy="9144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60120" y="2011680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8" name="줄 제목"/>
            <p:cNvSpPr txBox="1"/>
            <p:nvPr/>
          </p:nvSpPr>
          <p:spPr>
            <a:xfrm>
              <a:off x="1737360" y="187451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우리 모임 소개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4572000" y="199339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줄 내용"/>
            <p:cNvSpPr txBox="1"/>
            <p:nvPr/>
          </p:nvSpPr>
          <p:spPr>
            <a:xfrm>
              <a:off x="4754880" y="187451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1" name="줄 2"/>
          <p:cNvGrpSpPr/>
          <p:nvPr/>
        </p:nvGrpSpPr>
        <p:grpSpPr>
          <a:xfrm>
            <a:off x="731520" y="2880360"/>
            <a:ext cx="10728655" cy="914400"/>
            <a:chOff x="731520" y="2880360"/>
            <a:chExt cx="10728655" cy="914400"/>
          </a:xfrm>
        </p:grpSpPr>
        <p:sp>
          <p:nvSpPr>
            <p:cNvPr id="12" name="줄 바탕">
              <a:hlinkClick action="ppaction://hlinksldjump" r:id="rId4"/>
            </p:cNvPr>
            <p:cNvSpPr/>
            <p:nvPr/>
          </p:nvSpPr>
          <p:spPr>
            <a:xfrm>
              <a:off x="731520" y="2880360"/>
              <a:ext cx="10728655" cy="9144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960120" y="3063240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4" name="줄 제목"/>
            <p:cNvSpPr txBox="1"/>
            <p:nvPr/>
          </p:nvSpPr>
          <p:spPr>
            <a:xfrm>
              <a:off x="1737360" y="292607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활동 이야기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572000" y="304495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줄 내용"/>
            <p:cNvSpPr txBox="1"/>
            <p:nvPr/>
          </p:nvSpPr>
          <p:spPr>
            <a:xfrm>
              <a:off x="4754880" y="292607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7" name="줄 3"/>
          <p:cNvGrpSpPr/>
          <p:nvPr/>
        </p:nvGrpSpPr>
        <p:grpSpPr>
          <a:xfrm>
            <a:off x="731520" y="3931920"/>
            <a:ext cx="10728655" cy="914400"/>
            <a:chOff x="731520" y="3931920"/>
            <a:chExt cx="10728655" cy="914400"/>
          </a:xfrm>
        </p:grpSpPr>
        <p:sp>
          <p:nvSpPr>
            <p:cNvPr id="18" name="줄 바탕">
              <a:hlinkClick action="ppaction://hlinksldjump" r:id="rId5"/>
            </p:cNvPr>
            <p:cNvSpPr/>
            <p:nvPr/>
          </p:nvSpPr>
          <p:spPr>
            <a:xfrm>
              <a:off x="731520" y="3931920"/>
              <a:ext cx="10728655" cy="9144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960120" y="4114800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0" name="줄 제목"/>
            <p:cNvSpPr txBox="1"/>
            <p:nvPr/>
          </p:nvSpPr>
          <p:spPr>
            <a:xfrm>
              <a:off x="1737360" y="397763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함께하는 사람들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4572000" y="409651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줄 내용"/>
            <p:cNvSpPr txBox="1"/>
            <p:nvPr/>
          </p:nvSpPr>
          <p:spPr>
            <a:xfrm>
              <a:off x="4754880" y="397763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23" name="줄 4"/>
          <p:cNvGrpSpPr/>
          <p:nvPr/>
        </p:nvGrpSpPr>
        <p:grpSpPr>
          <a:xfrm>
            <a:off x="731520" y="4983479"/>
            <a:ext cx="10728655" cy="914400"/>
            <a:chOff x="731520" y="4983479"/>
            <a:chExt cx="10728655" cy="914400"/>
          </a:xfrm>
        </p:grpSpPr>
        <p:sp>
          <p:nvSpPr>
            <p:cNvPr id="24" name="줄 바탕">
              <a:hlinkClick action="ppaction://hlinksldjump" r:id="rId6"/>
            </p:cNvPr>
            <p:cNvSpPr/>
            <p:nvPr/>
          </p:nvSpPr>
          <p:spPr>
            <a:xfrm>
              <a:off x="731520" y="4983479"/>
              <a:ext cx="10728655" cy="9144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번호 4"/>
            <p:cNvSpPr/>
            <p:nvPr/>
          </p:nvSpPr>
          <p:spPr>
            <a:xfrm>
              <a:off x="960120" y="5166359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4</a:t>
              </a:r>
            </a:p>
          </p:txBody>
        </p:sp>
        <p:sp>
          <p:nvSpPr>
            <p:cNvPr id="26" name="줄 제목"/>
            <p:cNvSpPr txBox="1"/>
            <p:nvPr/>
          </p:nvSpPr>
          <p:spPr>
            <a:xfrm>
              <a:off x="1737360" y="502919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참여 방법</a:t>
              </a:r>
            </a:p>
          </p:txBody>
        </p:sp>
        <p:cxnSp>
          <p:nvCxnSpPr>
            <p:cNvPr id="27" name="구분선"/>
            <p:cNvCxnSpPr/>
            <p:nvPr/>
          </p:nvCxnSpPr>
          <p:spPr>
            <a:xfrm>
              <a:off x="4572000" y="514807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8" name="줄 내용"/>
            <p:cNvSpPr txBox="1"/>
            <p:nvPr/>
          </p:nvSpPr>
          <p:spPr>
            <a:xfrm>
              <a:off x="4754880" y="502919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문장으로 말하면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0A3001-8235-4ECB-BBFA-92E2E6C3937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cover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POINTS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핵심 3가지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D5BB1-A533-48FD-BBCD-97CEB01C78FF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474720"/>
            <a:chOff x="731520" y="1828800"/>
            <a:chExt cx="3393338" cy="347472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14400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모임의 취지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3474720"/>
            <a:chOff x="4399178" y="1828800"/>
            <a:chExt cx="3393338" cy="347472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4582058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활동 내용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3474720"/>
            <a:chOff x="8066836" y="1828800"/>
            <a:chExt cx="3393338" cy="347472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8249716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참여 혜택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COMPARE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한눈에 비교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F5399-8694-4CE7-A51E-6FE79870DC60}" type="slidenum">
              <a:rPr lang="en-US"/>
              <a:t>‹#›</a:t>
            </a:fld>
            <a:endParaRPr lang="en-US"/>
          </a:p>
        </p:txBody>
      </p:sp>
      <p:grpSp>
        <p:nvGrpSpPr>
          <p:cNvPr id="5" name="왼쪽 칸"/>
          <p:cNvGrpSpPr/>
          <p:nvPr/>
        </p:nvGrpSpPr>
        <p:grpSpPr>
          <a:xfrm>
            <a:off x="731520" y="1828800"/>
            <a:ext cx="5181447" cy="3566160"/>
            <a:chOff x="731520" y="1828800"/>
            <a:chExt cx="5181447" cy="3566160"/>
          </a:xfrm>
        </p:grpSpPr>
        <p:sp>
          <p:nvSpPr>
            <p:cNvPr id="6" name="칸 바탕"/>
            <p:cNvSpPr/>
            <p:nvPr/>
          </p:nvSpPr>
          <p:spPr>
            <a:xfrm>
              <a:off x="731520" y="1828800"/>
              <a:ext cx="5181447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칸 제목 띠"/>
            <p:cNvSpPr/>
            <p:nvPr/>
          </p:nvSpPr>
          <p:spPr>
            <a:xfrm>
              <a:off x="914400" y="2011680"/>
              <a:ext cx="481568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처음</a:t>
              </a:r>
            </a:p>
          </p:txBody>
        </p:sp>
        <p:sp>
          <p:nvSpPr>
            <p:cNvPr id="8" name="칸 내용"/>
            <p:cNvSpPr txBox="1"/>
            <p:nvPr/>
          </p:nvSpPr>
          <p:spPr>
            <a:xfrm>
              <a:off x="1005840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9" name="오른쪽 칸"/>
          <p:cNvGrpSpPr/>
          <p:nvPr/>
        </p:nvGrpSpPr>
        <p:grpSpPr>
          <a:xfrm>
            <a:off x="6278727" y="1828800"/>
            <a:ext cx="5181447" cy="3566160"/>
            <a:chOff x="6278727" y="1828800"/>
            <a:chExt cx="5181447" cy="3566160"/>
          </a:xfrm>
        </p:grpSpPr>
        <p:sp>
          <p:nvSpPr>
            <p:cNvPr id="10" name="칸 바탕"/>
            <p:cNvSpPr/>
            <p:nvPr/>
          </p:nvSpPr>
          <p:spPr>
            <a:xfrm>
              <a:off x="6278727" y="1828800"/>
              <a:ext cx="5181447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칸 제목 띠"/>
            <p:cNvSpPr/>
            <p:nvPr/>
          </p:nvSpPr>
          <p:spPr>
            <a:xfrm>
              <a:off x="6461607" y="2011680"/>
              <a:ext cx="481568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지금</a:t>
              </a:r>
            </a:p>
          </p:txBody>
        </p:sp>
        <p:sp>
          <p:nvSpPr>
            <p:cNvPr id="12" name="칸 내용"/>
            <p:cNvSpPr txBox="1"/>
            <p:nvPr/>
          </p:nvSpPr>
          <p:spPr>
            <a:xfrm>
              <a:off x="6553047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NUMBERS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숫자로 보기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D37F2-2058-490D-A8D4-7E8AAFECD470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차트"/>
          <p:cNvGraphicFramePr>
            <a:graphicFrameLocks noGrp="1"/>
          </p:cNvGraphicFramePr>
          <p:nvPr/>
        </p:nvGraphicFramePr>
        <p:xfrm>
          <a:off x="731520" y="1828800"/>
          <a:ext cx="7619695" cy="4069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차트 안내"/>
          <p:cNvSpPr txBox="1"/>
          <p:nvPr/>
        </p:nvSpPr>
        <p:spPr>
          <a:xfrm>
            <a:off x="8625535" y="2103120"/>
            <a:ext cx="28346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예시 숫자입니다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차트를 우클릭해서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데이터를 고치세요</a:t>
            </a:r>
          </a:p>
        </p:txBody>
      </p:sp>
    </p:spTree>
  </p:cSld>
  <p:clrMapOvr>
    <a:masterClrMapping/>
  </p:clrMapOvr>
  <p:transition spd="med">
    <p:cover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SCHEDULE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일정·현황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3F34D-A70F-4263-81C7-4CFC5872CD89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2" cy="39502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날짜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활동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장소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참석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1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3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4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5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cover dir="l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Q &amp; 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질문과 의견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DC4971-DD9F-4E47-8D5A-460B579D63F1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cover dir="l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GOLD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끝까지 들어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문의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모임·동호회 소개 발표 템플릿">
  <a:themeElements>
    <a:clrScheme name="모임·동호회 소개 발표 템플릿">
      <a:dk1>
        <a:srgbClr val="413D32"/>
      </a:dk1>
      <a:lt1>
        <a:srgbClr val="FEFEFC"/>
      </a:lt1>
      <a:dk2>
        <a:srgbClr val="3C3726"/>
      </a:dk2>
      <a:lt2>
        <a:srgbClr val="FCFAF4"/>
      </a:lt2>
      <a:accent1>
        <a:srgbClr val="C7A557"/>
      </a:accent1>
      <a:accent2>
        <a:srgbClr val="8B8572"/>
      </a:accent2>
      <a:accent3>
        <a:srgbClr val="403D32"/>
      </a:accent3>
      <a:accent4>
        <a:srgbClr val="F1E9D5"/>
      </a:accent4>
      <a:accent5>
        <a:srgbClr val="D4B56A"/>
      </a:accent5>
      <a:accent6>
        <a:srgbClr val="BEBAAC"/>
      </a:accent6>
      <a:hlink>
        <a:srgbClr val="3C3726"/>
      </a:hlink>
      <a:folHlink>
        <a:srgbClr val="403D32"/>
      </a:folHlink>
    </a:clrScheme>
    <a:fontScheme name="모임·동호회 소개 발표 템플릿">
      <a:majorFont>
        <a:latin typeface="Garamond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모임·동호회 소개 발표 템플릿</dc:title>
  <dc:subject>모임·동호회 소개 발표 자료</dc:subject>
  <dc:creator>반딧불이의 곳간</dc:creator>
  <cp:keywords>발표,PPT,템플릿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