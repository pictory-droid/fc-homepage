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3592CC9A-5759-468E-A3BF-1FA557BB8F86}">
          <p14:sldIdLst>
            <p14:sldId id="256"/>
          </p14:sldIdLst>
        </p14:section>
        <p14:section name="본문" id="{97D26FB3-3D20-4768-BD96-A0F272BF0853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BDA7F7B4-8825-4F56-A03C-11725F07FF7C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유리판 1"/>
          <p:cNvSpPr/>
          <p:nvPr/>
        </p:nvSpPr>
        <p:spPr>
          <a:xfrm rot="21000000">
            <a:off x="6979688" y="1463039"/>
            <a:ext cx="3291840" cy="420624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유리판 2"/>
          <p:cNvSpPr/>
          <p:nvPr/>
        </p:nvSpPr>
        <p:spPr>
          <a:xfrm rot="360000">
            <a:off x="7619768" y="1188719"/>
            <a:ext cx="3291840" cy="420624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유리판 3"/>
          <p:cNvSpPr/>
          <p:nvPr/>
        </p:nvSpPr>
        <p:spPr>
          <a:xfrm rot="21420000">
            <a:off x="8076968" y="868679"/>
            <a:ext cx="3291840" cy="42062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바깥 선"/>
          <p:cNvSpPr/>
          <p:nvPr/>
        </p:nvSpPr>
        <p:spPr>
          <a:xfrm rot="21420000">
            <a:off x="7391168" y="960119"/>
            <a:ext cx="3749039" cy="466344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포인트 고리"/>
          <p:cNvSpPr/>
          <p:nvPr/>
        </p:nvSpPr>
        <p:spPr>
          <a:xfrm>
            <a:off x="9869192" y="1645919"/>
            <a:ext cx="768096" cy="768096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A8C50AA3-F6DB-413E-84C2-94D750EC04AE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5D4DA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AFADB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유리판 1"/>
          <p:cNvSpPr/>
          <p:nvPr/>
        </p:nvSpPr>
        <p:spPr>
          <a:xfrm rot="21000000">
            <a:off x="6979688" y="1463039"/>
            <a:ext cx="3291840" cy="420624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유리판 2"/>
          <p:cNvSpPr/>
          <p:nvPr/>
        </p:nvSpPr>
        <p:spPr>
          <a:xfrm rot="360000">
            <a:off x="7619768" y="1188719"/>
            <a:ext cx="3291840" cy="420624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유리판 3"/>
          <p:cNvSpPr/>
          <p:nvPr/>
        </p:nvSpPr>
        <p:spPr>
          <a:xfrm rot="21420000">
            <a:off x="8076968" y="868679"/>
            <a:ext cx="3291840" cy="42062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바깥 선"/>
          <p:cNvSpPr/>
          <p:nvPr/>
        </p:nvSpPr>
        <p:spPr>
          <a:xfrm rot="21420000">
            <a:off x="7391168" y="960119"/>
            <a:ext cx="3749039" cy="466344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포인트 고리"/>
          <p:cNvSpPr/>
          <p:nvPr/>
        </p:nvSpPr>
        <p:spPr>
          <a:xfrm>
            <a:off x="9869192" y="1645919"/>
            <a:ext cx="768096" cy="768096"/>
          </a:xfrm>
          <a:prstGeom prst="ellipse">
            <a:avLst/>
          </a:prstGeom>
          <a:noFill/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66A9EA90-4A65-4579-A032-FFBCAF7F5CF1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73152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62E8D63F-C32D-478D-BCA8-AE155D350D33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LILAC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그동안 한 일을 차례로 돌아봅니다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연말 결산·회고 · 발표자 이름</a:t>
            </a:r>
          </a:p>
          <a:p>
            <a:r>
              <a:rPr lang="ko-KR"/>
              <a:t>날짜 입력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DFDF8-A839-4648-9126-392B506D367A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60120" y="2103120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No.01</a:t>
              </a:r>
            </a:p>
          </p:txBody>
        </p:sp>
        <p:cxnSp>
          <p:nvCxnSpPr>
            <p:cNvPr id="8" name="번호 밑줄"/>
            <p:cNvCxnSpPr/>
            <p:nvPr/>
          </p:nvCxnSpPr>
          <p:spPr>
            <a:xfrm>
              <a:off x="1005840" y="2441448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올해의 한 줄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4572000" y="199339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2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3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 txBox="1"/>
            <p:nvPr/>
          </p:nvSpPr>
          <p:spPr>
            <a:xfrm>
              <a:off x="960120" y="3154679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No.02</a:t>
              </a:r>
            </a:p>
          </p:txBody>
        </p:sp>
        <p:cxnSp>
          <p:nvCxnSpPr>
            <p:cNvPr id="15" name="번호 밑줄"/>
            <p:cNvCxnSpPr/>
            <p:nvPr/>
          </p:nvCxnSpPr>
          <p:spPr>
            <a:xfrm>
              <a:off x="1005840" y="3493008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6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잘한 일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572000" y="304495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9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20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번호 3"/>
            <p:cNvSpPr txBox="1"/>
            <p:nvPr/>
          </p:nvSpPr>
          <p:spPr>
            <a:xfrm>
              <a:off x="960120" y="4206240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No.03</a:t>
              </a:r>
            </a:p>
          </p:txBody>
        </p:sp>
        <p:cxnSp>
          <p:nvCxnSpPr>
            <p:cNvPr id="22" name="번호 밑줄"/>
            <p:cNvCxnSpPr/>
            <p:nvPr/>
          </p:nvCxnSpPr>
          <p:spPr>
            <a:xfrm>
              <a:off x="1005840" y="4544568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23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아쉬운 일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4572000" y="409651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6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7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번호 4"/>
            <p:cNvSpPr txBox="1"/>
            <p:nvPr/>
          </p:nvSpPr>
          <p:spPr>
            <a:xfrm>
              <a:off x="960120" y="5257799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No.04</a:t>
              </a:r>
            </a:p>
          </p:txBody>
        </p:sp>
        <p:cxnSp>
          <p:nvCxnSpPr>
            <p:cNvPr id="29" name="번호 밑줄"/>
            <p:cNvCxnSpPr/>
            <p:nvPr/>
          </p:nvCxnSpPr>
          <p:spPr>
            <a:xfrm>
              <a:off x="1005840" y="5596127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30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내년의 다짐</a:t>
              </a:r>
            </a:p>
          </p:txBody>
        </p:sp>
        <p:cxnSp>
          <p:nvCxnSpPr>
            <p:cNvPr id="31" name="구분선"/>
            <p:cNvCxnSpPr/>
            <p:nvPr/>
          </p:nvCxnSpPr>
          <p:spPr>
            <a:xfrm>
              <a:off x="4572000" y="514807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32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2D64A-647B-4D1A-A143-4B6EAE08190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482F5-665A-4C16-9714-E5F035CB990F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14400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No.01</a:t>
              </a:r>
            </a:p>
          </p:txBody>
        </p:sp>
        <p:cxnSp>
          <p:nvCxnSpPr>
            <p:cNvPr id="8" name="번호 밑줄"/>
            <p:cNvCxnSpPr/>
            <p:nvPr/>
          </p:nvCxnSpPr>
          <p:spPr>
            <a:xfrm>
              <a:off x="960120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잘한 점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 txBox="1"/>
            <p:nvPr/>
          </p:nvSpPr>
          <p:spPr>
            <a:xfrm>
              <a:off x="4582058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No.02</a:t>
              </a:r>
            </a:p>
          </p:txBody>
        </p:sp>
        <p:cxnSp>
          <p:nvCxnSpPr>
            <p:cNvPr id="15" name="번호 밑줄"/>
            <p:cNvCxnSpPr/>
            <p:nvPr/>
          </p:nvCxnSpPr>
          <p:spPr>
            <a:xfrm>
              <a:off x="4627778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배운 점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번호 3"/>
            <p:cNvSpPr txBox="1"/>
            <p:nvPr/>
          </p:nvSpPr>
          <p:spPr>
            <a:xfrm>
              <a:off x="8249716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No.03</a:t>
              </a:r>
            </a:p>
          </p:txBody>
        </p:sp>
        <p:cxnSp>
          <p:nvCxnSpPr>
            <p:cNvPr id="22" name="번호 밑줄"/>
            <p:cNvCxnSpPr/>
            <p:nvPr/>
          </p:nvCxnSpPr>
          <p:spPr>
            <a:xfrm>
              <a:off x="8295436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다음 목표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2ACC7-F759-4D71-AEF8-439D80BDE05D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올해 초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올해 말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D12ED-3C6B-4F13-8E4D-8C19252F2A96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pull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D561E-F4F9-405D-8508-93C0C583C6CB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한 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배운 점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점수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B0B58-4013-454B-B6F1-D8CED0B2ABB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LILAC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연말 결산·회고 발표 템플릿">
  <a:themeElements>
    <a:clrScheme name="연말 결산·회고 발표 템플릿">
      <a:dk1>
        <a:srgbClr val="3A3748"/>
      </a:dk1>
      <a:lt1>
        <a:srgbClr val="FCFCFD"/>
      </a:lt1>
      <a:dk2>
        <a:srgbClr val="38325A"/>
      </a:dk2>
      <a:lt2>
        <a:srgbClr val="F5F3F9"/>
      </a:lt2>
      <a:accent1>
        <a:srgbClr val="8C82B0"/>
      </a:accent1>
      <a:accent2>
        <a:srgbClr val="A7AEBB"/>
      </a:accent2>
      <a:accent3>
        <a:srgbClr val="403C55"/>
      </a:accent3>
      <a:accent4>
        <a:srgbClr val="E0DCEA"/>
      </a:accent4>
      <a:accent5>
        <a:srgbClr val="B9B3CB"/>
      </a:accent5>
      <a:accent6>
        <a:srgbClr val="CACDD7"/>
      </a:accent6>
      <a:hlink>
        <a:srgbClr val="38325A"/>
      </a:hlink>
      <a:folHlink>
        <a:srgbClr val="403C55"/>
      </a:folHlink>
    </a:clrScheme>
    <a:fontScheme name="연말 결산·회고 발표 템플릿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연말 결산·회고 발표 템플릿</dc:title>
  <dc:subject>연말 결산·회고 발표 자료</dc:subject>
  <dc:creator>반딧불이의 곳간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