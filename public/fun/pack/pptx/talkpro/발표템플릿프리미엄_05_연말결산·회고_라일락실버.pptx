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B795E15-EA74-4B36-8E32-9EDAE2E5DE24}">
          <p14:sldIdLst>
            <p14:sldId id="256"/>
          </p14:sldIdLst>
        </p14:section>
        <p14:section name="본문" id="{6E496CA8-C958-4466-8DCD-C183C3C93815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2433794F-3130-4E5C-93A9-B08F4204D5B1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B5BF6A5-75C4-4A70-941F-E9E6CE75B083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251D69B-9C28-44E6-A1B9-6679B49C9A7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8777500-F34D-4D74-8501-0168371CD04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올해 한 일을 월별로 돌아봅니다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FC591-8C47-4776-BC19-296D32A1C25A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997DE-3809-4A71-BE16-AF260E7A8F1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56CE7-7290-4AF6-8C70-5C300907555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38E21-096D-474B-BE76-243F4D15D071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8A389-7731-4756-8F59-8561760776A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40E06-3E4E-4376-8435-D8B48524B09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A59A4-E9D7-4AA5-851D-6A910CD153B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연말 결산·회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