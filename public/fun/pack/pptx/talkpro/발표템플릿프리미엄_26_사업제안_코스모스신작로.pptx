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E88C4FB-A5E7-445A-8AE3-613173D3DD4A}">
          <p14:sldIdLst>
            <p14:sldId id="256"/>
          </p14:sldIdLst>
        </p14:section>
        <p14:section name="본문" id="{37B5175E-1CF2-4D4F-8E2D-4E8783BCA45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5D09D2B-8842-4E01-B5CE-3BAE0EA8ABA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E7A9CC7-9EF5-42C5-95DD-41F7C25CEB7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6782"/>
            <a:ext cx="320040" cy="275234"/>
            <a:chOff x="11208715" y="776782"/>
            <a:chExt cx="320040" cy="275234"/>
          </a:xfrm>
        </p:grpSpPr>
        <p:sp>
          <p:nvSpPr>
            <p:cNvPr id="5" name="Hexagon 4"/>
            <p:cNvSpPr/>
            <p:nvPr/>
          </p:nvSpPr>
          <p:spPr>
            <a:xfrm>
              <a:off x="11208715" y="7767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9071A3B-2CDE-4C84-B19A-F93EC98E06A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6782"/>
            <a:ext cx="320040" cy="275234"/>
            <a:chOff x="11208715" y="776782"/>
            <a:chExt cx="320040" cy="275234"/>
          </a:xfrm>
        </p:grpSpPr>
        <p:sp>
          <p:nvSpPr>
            <p:cNvPr id="5" name="Hexagon 4"/>
            <p:cNvSpPr/>
            <p:nvPr/>
          </p:nvSpPr>
          <p:spPr>
            <a:xfrm>
              <a:off x="11208715" y="7767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AFD146B-C10D-4BA5-8283-8202CCEE0CD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7" name="Hexagon 6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하반기 마무리 전에 결정할 안건입니다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2EB2-FB58-4EDB-B92B-D431D878FEB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D7E5-DF93-40C8-AB03-9B148F9C08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A13B-B6D9-42F6-A4D1-C61F2754ADD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05F0-E4FA-48FF-81FD-4E1D96CD1B1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B161F-BB52-4A00-AD50-B77D940E610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4D98-D62D-4E6D-B2BB-09C19DAD4C5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355A-9D8B-44B9-9A2B-F71A40B483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사업 제안 발표 템플릿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