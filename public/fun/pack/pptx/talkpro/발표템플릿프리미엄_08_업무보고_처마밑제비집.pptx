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19407FA-759F-4B21-8131-60281028B012}">
          <p14:sldIdLst>
            <p14:sldId id="256"/>
          </p14:sldIdLst>
        </p14:section>
        <p14:section name="본문" id="{38FF40DE-4FF5-4219-826C-1655A5E1BFB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23B18D5-9AF3-42A2-857A-245C092946E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362931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2885309-AEAA-440F-BD6E-323EE5A0F33F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362931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9ADC0B8-7E15-4B28-AEE1-442A887C22A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EE22BEF-A524-44B6-8162-7C29CDFBEA0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달라진 숫자부터 보여 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4881-5C54-4D49-A587-ED683CAB1DF0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8048-8571-43C7-9001-D0D136827E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DF26-C18F-472C-B642-1622B964DC9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EBC36-990D-40C1-A8FE-A07FC45616E8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8E3A-D323-4EF7-86D7-3FC14FEA83B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37907-F8DA-4397-B950-0A5C08AF37F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51D92-0465-44C5-A2C0-8307F5FB2E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3A4564"/>
      </a:dk2>
      <a:lt2>
        <a:srgbClr val="E4EDF9"/>
      </a:lt2>
      <a:accent1>
        <a:srgbClr val="739DD8"/>
      </a:accent1>
      <a:accent2>
        <a:srgbClr val="827CC5"/>
      </a:accent2>
      <a:accent3>
        <a:srgbClr val="2C3A4E"/>
      </a:accent3>
      <a:accent4>
        <a:srgbClr val="C7DAF4"/>
      </a:accent4>
      <a:accent5>
        <a:srgbClr val="C9A3E0"/>
      </a:accent5>
      <a:accent6>
        <a:srgbClr val="BCE6DA"/>
      </a:accent6>
      <a:hlink>
        <a:srgbClr val="3A4564"/>
      </a:hlink>
      <a:folHlink>
        <a:srgbClr val="2C3A4E"/>
      </a:folHlink>
    </a:clrScheme>
    <a:fontScheme name="업무 보고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