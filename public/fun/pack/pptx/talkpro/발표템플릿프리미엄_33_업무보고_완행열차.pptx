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3BED33E4-D4D2-455A-BF93-10CB601F84F6}">
          <p14:sldIdLst>
            <p14:sldId id="256"/>
          </p14:sldIdLst>
        </p14:section>
        <p14:section name="본문" id="{5321008D-5D1B-4564-9E6E-E75D8C0A8870}">
          <p14:sldIdLst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마무리" id="{22D97BBA-652B-43AE-B012-4215D3AECFE5}">
          <p14:sldIdLst>
            <p14:sldId id="264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목표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</c:v>
                </c:pt>
                <c:pt idx="1">
                  <c:v>70</c:v>
                </c:pt>
                <c:pt idx="2">
                  <c:v>80</c:v>
                </c:pt>
                <c:pt idx="3">
                  <c:v>90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실적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55</c:v>
                </c:pt>
                <c:pt idx="1">
                  <c:v>72</c:v>
                </c:pt>
                <c:pt idx="2">
                  <c:v>78</c:v>
                </c:pt>
                <c:pt idx="3">
                  <c:v>95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>
            <a:solidFill>
              <a:schemeClr val="accent4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chemeClr val="accent4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100">
          <a:solidFill>
            <a:schemeClr val="tx1"/>
          </a:solidFill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날짜·발표자는 아래 안내 문구를 눌러 고치세요.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목차의 각 줄을 누르면 해당 쪽으로 이동합니다(슬라이드 쇼에서). 줄을 지우거나 늘려도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발표 전체를 한 문장으로 줄여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카드 제목과 내용을 고치세요. 카드는 슬라이드 쇼에서 차례로 나타납니다.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왼쪽과 오른쪽 칸의 제목·내용을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차트를 우클릭 &gt; [데이터 편집]으로 숫자를 바꾸면 그래프가 자동으로 바뀝니다. 지금 숫자는 예시입니다.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표의 칸을 눌러 내용을 입력하세요. 행은 Tab 키로 추가됩니다.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질문 받는 시간입니다.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마지막 쪽입니다.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6095847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6095847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6095847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6095847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막대 1"/>
          <p:cNvSpPr/>
          <p:nvPr/>
        </p:nvSpPr>
        <p:spPr>
          <a:xfrm>
            <a:off x="731501" y="3291840"/>
            <a:ext cx="457200" cy="310896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막대 2"/>
          <p:cNvSpPr/>
          <p:nvPr/>
        </p:nvSpPr>
        <p:spPr>
          <a:xfrm>
            <a:off x="1335005" y="1828800"/>
            <a:ext cx="457200" cy="45720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막대 3"/>
          <p:cNvSpPr/>
          <p:nvPr/>
        </p:nvSpPr>
        <p:spPr>
          <a:xfrm>
            <a:off x="1938509" y="2743200"/>
            <a:ext cx="457200" cy="365760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막대 4"/>
          <p:cNvSpPr/>
          <p:nvPr/>
        </p:nvSpPr>
        <p:spPr>
          <a:xfrm>
            <a:off x="2542013" y="1188719"/>
            <a:ext cx="457200" cy="521208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막대 5"/>
          <p:cNvSpPr/>
          <p:nvPr/>
        </p:nvSpPr>
        <p:spPr>
          <a:xfrm>
            <a:off x="3145517" y="2377439"/>
            <a:ext cx="457200" cy="4023360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막대 6"/>
          <p:cNvSpPr/>
          <p:nvPr/>
        </p:nvSpPr>
        <p:spPr>
          <a:xfrm>
            <a:off x="3749021" y="3657600"/>
            <a:ext cx="457200" cy="2743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막대 위 원"/>
          <p:cNvSpPr/>
          <p:nvPr/>
        </p:nvSpPr>
        <p:spPr>
          <a:xfrm>
            <a:off x="2496293" y="502919"/>
            <a:ext cx="548640" cy="54864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9" name="테마 장식"/>
          <p:cNvGrpSpPr/>
          <p:nvPr/>
        </p:nvGrpSpPr>
        <p:grpSpPr>
          <a:xfrm>
            <a:off x="2631624" y="603503"/>
            <a:ext cx="277977" cy="347472"/>
            <a:chOff x="2631624" y="603503"/>
            <a:chExt cx="277977" cy="347472"/>
          </a:xfrm>
        </p:grpSpPr>
        <p:sp>
          <p:nvSpPr>
            <p:cNvPr id="10" name="Diamond 9"/>
            <p:cNvSpPr/>
            <p:nvPr/>
          </p:nvSpPr>
          <p:spPr>
            <a:xfrm>
              <a:off x="2631624" y="603503"/>
              <a:ext cx="277977" cy="347472"/>
            </a:xfrm>
            <a:prstGeom prst="diamond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457200" y="6172200"/>
            <a:ext cx="548640" cy="5486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0">
                <a:solidFill>
                  <a:schemeClr val="bg1"/>
                </a:solidFill>
              </a:defRPr>
            </a:lvl1pPr>
          </a:lstStyle>
          <a:p>
            <a:fld id="{EF602F57-360D-4BCE-A72C-98A727F9A0F1}" type="slidenum">
              <a:rPr lang="en-US"/>
              <a:t>‹#›</a:t>
            </a:fld>
          </a:p>
        </p:txBody>
      </p:sp>
      <p:sp>
        <p:nvSpPr>
          <p:cNvPr id="2" name="제목 막대"/>
          <p:cNvSpPr/>
          <p:nvPr/>
        </p:nvSpPr>
        <p:spPr>
          <a:xfrm>
            <a:off x="10500055" y="1481328"/>
            <a:ext cx="914400" cy="822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쪽 번호 원"/>
          <p:cNvSpPr/>
          <p:nvPr/>
        </p:nvSpPr>
        <p:spPr>
          <a:xfrm>
            <a:off x="457200" y="6172200"/>
            <a:ext cx="548640" cy="5486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6095847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6095847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6095847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6095847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막대 1"/>
          <p:cNvSpPr/>
          <p:nvPr/>
        </p:nvSpPr>
        <p:spPr>
          <a:xfrm>
            <a:off x="731501" y="3291840"/>
            <a:ext cx="457200" cy="310896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막대 2"/>
          <p:cNvSpPr/>
          <p:nvPr/>
        </p:nvSpPr>
        <p:spPr>
          <a:xfrm>
            <a:off x="1335005" y="1828800"/>
            <a:ext cx="457200" cy="45720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막대 3"/>
          <p:cNvSpPr/>
          <p:nvPr/>
        </p:nvSpPr>
        <p:spPr>
          <a:xfrm>
            <a:off x="1938509" y="2743200"/>
            <a:ext cx="457200" cy="365760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막대 4"/>
          <p:cNvSpPr/>
          <p:nvPr/>
        </p:nvSpPr>
        <p:spPr>
          <a:xfrm>
            <a:off x="2542013" y="1188719"/>
            <a:ext cx="457200" cy="521208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막대 5"/>
          <p:cNvSpPr/>
          <p:nvPr/>
        </p:nvSpPr>
        <p:spPr>
          <a:xfrm>
            <a:off x="3145517" y="2377439"/>
            <a:ext cx="457200" cy="4023360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막대 6"/>
          <p:cNvSpPr/>
          <p:nvPr/>
        </p:nvSpPr>
        <p:spPr>
          <a:xfrm>
            <a:off x="3749021" y="3657600"/>
            <a:ext cx="457200" cy="2743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막대 위 원"/>
          <p:cNvSpPr/>
          <p:nvPr/>
        </p:nvSpPr>
        <p:spPr>
          <a:xfrm>
            <a:off x="2496293" y="502919"/>
            <a:ext cx="548640" cy="54864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9" name="테마 장식"/>
          <p:cNvGrpSpPr/>
          <p:nvPr/>
        </p:nvGrpSpPr>
        <p:grpSpPr>
          <a:xfrm>
            <a:off x="2631624" y="603503"/>
            <a:ext cx="277977" cy="347472"/>
            <a:chOff x="2631624" y="603503"/>
            <a:chExt cx="277977" cy="347472"/>
          </a:xfrm>
        </p:grpSpPr>
        <p:sp>
          <p:nvSpPr>
            <p:cNvPr id="10" name="Diamond 9"/>
            <p:cNvSpPr/>
            <p:nvPr/>
          </p:nvSpPr>
          <p:spPr>
            <a:xfrm>
              <a:off x="2631624" y="603503"/>
              <a:ext cx="277977" cy="347472"/>
            </a:xfrm>
            <a:prstGeom prst="diamond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457200" y="6172200"/>
            <a:ext cx="548640" cy="5486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0">
                <a:solidFill>
                  <a:schemeClr val="bg1"/>
                </a:solidFill>
              </a:defRPr>
            </a:lvl1pPr>
          </a:lstStyle>
          <a:p>
            <a:fld id="{9C23C092-BC5A-4C6A-B4E0-1D163B20889F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제목 막대"/>
          <p:cNvSpPr/>
          <p:nvPr/>
        </p:nvSpPr>
        <p:spPr>
          <a:xfrm>
            <a:off x="10500055" y="1481328"/>
            <a:ext cx="914400" cy="822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쪽 번호 원"/>
          <p:cNvSpPr/>
          <p:nvPr/>
        </p:nvSpPr>
        <p:spPr>
          <a:xfrm>
            <a:off x="457200" y="6172200"/>
            <a:ext cx="548640" cy="5486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3FCB7E52-2BA8-4D10-B1D0-E911BE6D6DC4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3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5876391" y="5212080"/>
            <a:ext cx="438912" cy="548640"/>
            <a:chOff x="5876391" y="5212080"/>
            <a:chExt cx="438912" cy="548640"/>
          </a:xfrm>
        </p:grpSpPr>
        <p:sp>
          <p:nvSpPr>
            <p:cNvPr id="6" name="Diamond 5"/>
            <p:cNvSpPr/>
            <p:nvPr/>
          </p:nvSpPr>
          <p:spPr>
            <a:xfrm>
              <a:off x="5876391" y="5212080"/>
              <a:ext cx="438912" cy="548640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slide" Target="slide4.xml"/><Relationship Id="rId4" Type="http://schemas.openxmlformats.org/officeDocument/2006/relationships/slide" Target="slide5.xml"/><Relationship Id="rId5" Type="http://schemas.openxmlformats.org/officeDocument/2006/relationships/slide" Target="slide6.xml"/><Relationship Id="rId6" Type="http://schemas.openxmlformats.org/officeDocument/2006/relationships/slide" Target="slide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AUTUMN  ·  PRESENTATION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발표 제목을 입력하세요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지난 보고 이후 바뀐 점만 말씀드립니다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업무 보고 · 발표자 이름</a:t>
            </a:r>
          </a:p>
          <a:p>
            <a:r>
              <a:rPr lang="ko-KR"/>
              <a:t>0000. 00. 00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CONTENTS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목차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FEAEB-7612-4C88-BF63-C14FE4FE67A2}" type="slidenum">
              <a:rPr lang="en-US"/>
              <a:t>‹#›</a:t>
            </a:fld>
            <a:endParaRPr lang="en-US"/>
          </a:p>
        </p:txBody>
      </p:sp>
      <p:grpSp>
        <p:nvGrpSpPr>
          <p:cNvPr id="5" name="줄 1"/>
          <p:cNvGrpSpPr/>
          <p:nvPr/>
        </p:nvGrpSpPr>
        <p:grpSpPr>
          <a:xfrm>
            <a:off x="731520" y="1828800"/>
            <a:ext cx="10728655" cy="914400"/>
            <a:chOff x="731520" y="1828800"/>
            <a:chExt cx="10728655" cy="914400"/>
          </a:xfrm>
        </p:grpSpPr>
        <p:sp>
          <p:nvSpPr>
            <p:cNvPr id="6" name="줄 바탕">
              <a:hlinkClick action="ppaction://hlinksldjump" r:id="rId3"/>
            </p:cNvPr>
            <p:cNvSpPr/>
            <p:nvPr/>
          </p:nvSpPr>
          <p:spPr>
            <a:xfrm>
              <a:off x="731520" y="1828800"/>
              <a:ext cx="10728655" cy="91440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1005840" y="2057400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1</a:t>
              </a:r>
            </a:p>
          </p:txBody>
        </p:sp>
        <p:sp>
          <p:nvSpPr>
            <p:cNvPr id="8" name="줄 제목"/>
            <p:cNvSpPr txBox="1"/>
            <p:nvPr/>
          </p:nvSpPr>
          <p:spPr>
            <a:xfrm>
              <a:off x="1737360" y="187451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추진 경과</a:t>
              </a:r>
            </a:p>
          </p:txBody>
        </p:sp>
        <p:sp>
          <p:nvSpPr>
            <p:cNvPr id="9" name="줄 내용"/>
            <p:cNvSpPr txBox="1"/>
            <p:nvPr/>
          </p:nvSpPr>
          <p:spPr>
            <a:xfrm>
              <a:off x="4754880" y="187451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10" name="줄 2"/>
          <p:cNvGrpSpPr/>
          <p:nvPr/>
        </p:nvGrpSpPr>
        <p:grpSpPr>
          <a:xfrm>
            <a:off x="731520" y="2880360"/>
            <a:ext cx="10728655" cy="914400"/>
            <a:chOff x="731520" y="2880360"/>
            <a:chExt cx="10728655" cy="914400"/>
          </a:xfrm>
        </p:grpSpPr>
        <p:sp>
          <p:nvSpPr>
            <p:cNvPr id="11" name="줄 바탕">
              <a:hlinkClick action="ppaction://hlinksldjump" r:id="rId4"/>
            </p:cNvPr>
            <p:cNvSpPr/>
            <p:nvPr/>
          </p:nvSpPr>
          <p:spPr>
            <a:xfrm>
              <a:off x="731520" y="2880360"/>
              <a:ext cx="10728655" cy="91440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번호 2"/>
            <p:cNvSpPr/>
            <p:nvPr/>
          </p:nvSpPr>
          <p:spPr>
            <a:xfrm>
              <a:off x="1005840" y="3108960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13" name="줄 제목"/>
            <p:cNvSpPr txBox="1"/>
            <p:nvPr/>
          </p:nvSpPr>
          <p:spPr>
            <a:xfrm>
              <a:off x="1737360" y="292607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주요 성과</a:t>
              </a:r>
            </a:p>
          </p:txBody>
        </p:sp>
        <p:sp>
          <p:nvSpPr>
            <p:cNvPr id="14" name="줄 내용"/>
            <p:cNvSpPr txBox="1"/>
            <p:nvPr/>
          </p:nvSpPr>
          <p:spPr>
            <a:xfrm>
              <a:off x="4754880" y="292607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15" name="줄 3"/>
          <p:cNvGrpSpPr/>
          <p:nvPr/>
        </p:nvGrpSpPr>
        <p:grpSpPr>
          <a:xfrm>
            <a:off x="731520" y="3931920"/>
            <a:ext cx="10728655" cy="914400"/>
            <a:chOff x="731520" y="3931920"/>
            <a:chExt cx="10728655" cy="914400"/>
          </a:xfrm>
        </p:grpSpPr>
        <p:sp>
          <p:nvSpPr>
            <p:cNvPr id="16" name="줄 바탕">
              <a:hlinkClick action="ppaction://hlinksldjump" r:id="rId5"/>
            </p:cNvPr>
            <p:cNvSpPr/>
            <p:nvPr/>
          </p:nvSpPr>
          <p:spPr>
            <a:xfrm>
              <a:off x="731520" y="3931920"/>
              <a:ext cx="10728655" cy="91440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번호 3"/>
            <p:cNvSpPr/>
            <p:nvPr/>
          </p:nvSpPr>
          <p:spPr>
            <a:xfrm>
              <a:off x="1005840" y="4160520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3</a:t>
              </a:r>
            </a:p>
          </p:txBody>
        </p:sp>
        <p:sp>
          <p:nvSpPr>
            <p:cNvPr id="18" name="줄 제목"/>
            <p:cNvSpPr txBox="1"/>
            <p:nvPr/>
          </p:nvSpPr>
          <p:spPr>
            <a:xfrm>
              <a:off x="1737360" y="397763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이슈와 대응</a:t>
              </a:r>
            </a:p>
          </p:txBody>
        </p:sp>
        <p:sp>
          <p:nvSpPr>
            <p:cNvPr id="19" name="줄 내용"/>
            <p:cNvSpPr txBox="1"/>
            <p:nvPr/>
          </p:nvSpPr>
          <p:spPr>
            <a:xfrm>
              <a:off x="4754880" y="397763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20" name="줄 4"/>
          <p:cNvGrpSpPr/>
          <p:nvPr/>
        </p:nvGrpSpPr>
        <p:grpSpPr>
          <a:xfrm>
            <a:off x="731520" y="4983479"/>
            <a:ext cx="10728655" cy="914400"/>
            <a:chOff x="731520" y="4983479"/>
            <a:chExt cx="10728655" cy="914400"/>
          </a:xfrm>
        </p:grpSpPr>
        <p:sp>
          <p:nvSpPr>
            <p:cNvPr id="21" name="줄 바탕">
              <a:hlinkClick action="ppaction://hlinksldjump" r:id="rId6"/>
            </p:cNvPr>
            <p:cNvSpPr/>
            <p:nvPr/>
          </p:nvSpPr>
          <p:spPr>
            <a:xfrm>
              <a:off x="731520" y="4983479"/>
              <a:ext cx="10728655" cy="91440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번호 4"/>
            <p:cNvSpPr/>
            <p:nvPr/>
          </p:nvSpPr>
          <p:spPr>
            <a:xfrm>
              <a:off x="1005840" y="5212079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4</a:t>
              </a:r>
            </a:p>
          </p:txBody>
        </p:sp>
        <p:sp>
          <p:nvSpPr>
            <p:cNvPr id="23" name="줄 제목"/>
            <p:cNvSpPr txBox="1"/>
            <p:nvPr/>
          </p:nvSpPr>
          <p:spPr>
            <a:xfrm>
              <a:off x="1737360" y="502919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향후 계획</a:t>
              </a:r>
            </a:p>
          </p:txBody>
        </p:sp>
        <p:sp>
          <p:nvSpPr>
            <p:cNvPr id="24" name="줄 내용"/>
            <p:cNvSpPr txBox="1"/>
            <p:nvPr/>
          </p:nvSpPr>
          <p:spPr>
            <a:xfrm>
              <a:off x="4754880" y="502919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MESSAGE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 문장으로 말하면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13DEBD-27B3-4FD4-924D-62A07CEC810A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POINTS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핵심 3가지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6ED5E-2EBD-4E6D-BAE3-5C8438446515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474720"/>
            <a:chOff x="731520" y="1828800"/>
            <a:chExt cx="3393338" cy="347472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47472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960120" y="2084832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1</a:t>
              </a:r>
            </a:p>
          </p:txBody>
        </p:sp>
        <p:sp>
          <p:nvSpPr>
            <p:cNvPr id="8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진행</a:t>
              </a:r>
            </a:p>
          </p:txBody>
        </p:sp>
        <p:sp>
          <p:nvSpPr>
            <p:cNvPr id="9" name="카드 내용"/>
            <p:cNvSpPr txBox="1"/>
            <p:nvPr/>
          </p:nvSpPr>
          <p:spPr>
            <a:xfrm>
              <a:off x="914400" y="3383280"/>
              <a:ext cx="3027578" cy="1783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0" name="카드 2"/>
          <p:cNvGrpSpPr/>
          <p:nvPr/>
        </p:nvGrpSpPr>
        <p:grpSpPr>
          <a:xfrm>
            <a:off x="4399178" y="1828800"/>
            <a:ext cx="3393338" cy="3474720"/>
            <a:chOff x="4399178" y="1828800"/>
            <a:chExt cx="3393338" cy="3474720"/>
          </a:xfrm>
        </p:grpSpPr>
        <p:sp>
          <p:nvSpPr>
            <p:cNvPr id="11" name="카드 바탕"/>
            <p:cNvSpPr/>
            <p:nvPr/>
          </p:nvSpPr>
          <p:spPr>
            <a:xfrm>
              <a:off x="4399178" y="1828800"/>
              <a:ext cx="3393338" cy="347472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번호 2"/>
            <p:cNvSpPr/>
            <p:nvPr/>
          </p:nvSpPr>
          <p:spPr>
            <a:xfrm>
              <a:off x="4627778" y="2084832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13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성과</a:t>
              </a:r>
            </a:p>
          </p:txBody>
        </p:sp>
        <p:sp>
          <p:nvSpPr>
            <p:cNvPr id="14" name="카드 내용"/>
            <p:cNvSpPr txBox="1"/>
            <p:nvPr/>
          </p:nvSpPr>
          <p:spPr>
            <a:xfrm>
              <a:off x="4582058" y="3383280"/>
              <a:ext cx="3027578" cy="1783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5" name="카드 3"/>
          <p:cNvGrpSpPr/>
          <p:nvPr/>
        </p:nvGrpSpPr>
        <p:grpSpPr>
          <a:xfrm>
            <a:off x="8066836" y="1828800"/>
            <a:ext cx="3393338" cy="3474720"/>
            <a:chOff x="8066836" y="1828800"/>
            <a:chExt cx="3393338" cy="3474720"/>
          </a:xfrm>
        </p:grpSpPr>
        <p:sp>
          <p:nvSpPr>
            <p:cNvPr id="16" name="카드 바탕"/>
            <p:cNvSpPr/>
            <p:nvPr/>
          </p:nvSpPr>
          <p:spPr>
            <a:xfrm>
              <a:off x="8066836" y="1828800"/>
              <a:ext cx="3393338" cy="347472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번호 3"/>
            <p:cNvSpPr/>
            <p:nvPr/>
          </p:nvSpPr>
          <p:spPr>
            <a:xfrm>
              <a:off x="8295436" y="2084832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3</a:t>
              </a:r>
            </a:p>
          </p:txBody>
        </p:sp>
        <p:sp>
          <p:nvSpPr>
            <p:cNvPr id="18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이슈</a:t>
              </a:r>
            </a:p>
          </p:txBody>
        </p:sp>
        <p:sp>
          <p:nvSpPr>
            <p:cNvPr id="19" name="카드 내용"/>
            <p:cNvSpPr txBox="1"/>
            <p:nvPr/>
          </p:nvSpPr>
          <p:spPr>
            <a:xfrm>
              <a:off x="8249716" y="3383280"/>
              <a:ext cx="3027578" cy="1783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COMPARE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한눈에 비교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E30A7-0E34-48E3-A3B1-294933390632}" type="slidenum">
              <a:rPr lang="en-US"/>
              <a:t>‹#›</a:t>
            </a:fld>
            <a:endParaRPr lang="en-US"/>
          </a:p>
        </p:txBody>
      </p:sp>
      <p:grpSp>
        <p:nvGrpSpPr>
          <p:cNvPr id="5" name="왼쪽 칸"/>
          <p:cNvGrpSpPr/>
          <p:nvPr/>
        </p:nvGrpSpPr>
        <p:grpSpPr>
          <a:xfrm>
            <a:off x="731520" y="1828800"/>
            <a:ext cx="5181447" cy="3566160"/>
            <a:chOff x="731520" y="1828800"/>
            <a:chExt cx="5181447" cy="3566160"/>
          </a:xfrm>
        </p:grpSpPr>
        <p:sp>
          <p:nvSpPr>
            <p:cNvPr id="6" name="칸 바탕"/>
            <p:cNvSpPr/>
            <p:nvPr/>
          </p:nvSpPr>
          <p:spPr>
            <a:xfrm>
              <a:off x="731520" y="1828800"/>
              <a:ext cx="5181447" cy="356616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칸 제목 알약"/>
            <p:cNvSpPr/>
            <p:nvPr/>
          </p:nvSpPr>
          <p:spPr>
            <a:xfrm>
              <a:off x="914400" y="2011680"/>
              <a:ext cx="4815687" cy="59436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chemeClr val="tx1"/>
                  </a:solidFill>
                </a:rPr>
                <a:t>계획</a:t>
              </a:r>
            </a:p>
          </p:txBody>
        </p:sp>
        <p:sp>
          <p:nvSpPr>
            <p:cNvPr id="8" name="칸 내용"/>
            <p:cNvSpPr txBox="1"/>
            <p:nvPr/>
          </p:nvSpPr>
          <p:spPr>
            <a:xfrm>
              <a:off x="1005840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9" name="오른쪽 칸"/>
          <p:cNvGrpSpPr/>
          <p:nvPr/>
        </p:nvGrpSpPr>
        <p:grpSpPr>
          <a:xfrm>
            <a:off x="6278727" y="1828800"/>
            <a:ext cx="5181447" cy="3566160"/>
            <a:chOff x="6278727" y="1828800"/>
            <a:chExt cx="5181447" cy="3566160"/>
          </a:xfrm>
        </p:grpSpPr>
        <p:sp>
          <p:nvSpPr>
            <p:cNvPr id="10" name="칸 바탕"/>
            <p:cNvSpPr/>
            <p:nvPr/>
          </p:nvSpPr>
          <p:spPr>
            <a:xfrm>
              <a:off x="6278727" y="1828800"/>
              <a:ext cx="5181447" cy="356616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칸 제목 알약"/>
            <p:cNvSpPr/>
            <p:nvPr/>
          </p:nvSpPr>
          <p:spPr>
            <a:xfrm>
              <a:off x="6461607" y="2011680"/>
              <a:ext cx="4815687" cy="594360"/>
            </a:xfrm>
            <a:prstGeom prst="roundRect">
              <a:avLst>
                <a:gd name="adj" fmla="val 50000"/>
              </a:avLst>
            </a:prstGeom>
            <a:solidFill>
              <a:schemeClr val="tx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chemeClr val="bg1"/>
                  </a:solidFill>
                </a:rPr>
                <a:t>실적</a:t>
              </a:r>
            </a:p>
          </p:txBody>
        </p:sp>
        <p:sp>
          <p:nvSpPr>
            <p:cNvPr id="12" name="칸 내용"/>
            <p:cNvSpPr txBox="1"/>
            <p:nvPr/>
          </p:nvSpPr>
          <p:spPr>
            <a:xfrm>
              <a:off x="6553047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NUMBERS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숫자로 보기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CF626-4BF8-45FB-B1FD-2AAE9FEBFF90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차트"/>
          <p:cNvGraphicFramePr>
            <a:graphicFrameLocks noGrp="1"/>
          </p:cNvGraphicFramePr>
          <p:nvPr/>
        </p:nvGraphicFramePr>
        <p:xfrm>
          <a:off x="731520" y="1828800"/>
          <a:ext cx="7619695" cy="40690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차트 안내"/>
          <p:cNvSpPr txBox="1"/>
          <p:nvPr/>
        </p:nvSpPr>
        <p:spPr>
          <a:xfrm>
            <a:off x="8625535" y="2103120"/>
            <a:ext cx="283464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예시 숫자입니다</a:t>
            </a:r>
          </a:p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차트를 우클릭해서</a:t>
            </a:r>
          </a:p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데이터를 고치세요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SCHEDULE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일정·현황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C5C286-0648-4723-9582-53D2C56A1522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2" cy="395020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682163"/>
                <a:gridCol w="2682163"/>
                <a:gridCol w="2682163"/>
                <a:gridCol w="2682163"/>
              </a:tblGrid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항목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목표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실적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달성률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1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2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3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4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5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Q &amp; 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질문과 의견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2D004-475D-43A9-95CC-CA083EAD205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AUTUMN  ·  PRESENTATION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감사합니다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끝까지 들어 주셔서 고맙습니다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문의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업무 보고 발표 템플릿">
  <a:themeElements>
    <a:clrScheme name="업무 보고 발표 템플릿">
      <a:dk1>
        <a:srgbClr val="2B2724"/>
      </a:dk1>
      <a:lt1>
        <a:srgbClr val="FFFFFF"/>
      </a:lt1>
      <a:dk2>
        <a:srgbClr val="643E3A"/>
      </a:dk2>
      <a:lt2>
        <a:srgbClr val="F5E8E2"/>
      </a:lt2>
      <a:accent1>
        <a:srgbClr val="CF957C"/>
      </a:accent1>
      <a:accent2>
        <a:srgbClr val="BE8399"/>
      </a:accent2>
      <a:accent3>
        <a:srgbClr val="4E362C"/>
      </a:accent3>
      <a:accent4>
        <a:srgbClr val="F0D6CB"/>
      </a:accent4>
      <a:accent5>
        <a:srgbClr val="CCE0A3"/>
      </a:accent5>
      <a:accent6>
        <a:srgbClr val="E6BCD4"/>
      </a:accent6>
      <a:hlink>
        <a:srgbClr val="643E3A"/>
      </a:hlink>
      <a:folHlink>
        <a:srgbClr val="4E362C"/>
      </a:folHlink>
    </a:clrScheme>
    <a:fontScheme name="업무 보고 발표 템플릿">
      <a:majorFont>
        <a:latin typeface="Bookman Old Style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업무 보고 발표 템플릿</dc:title>
  <dc:subject>업무 보고 발표 자료</dc:subject>
  <dc:creator>우체국보험 상담 안내</dc:creator>
  <cp:keywords>발표,PPT,템플릿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