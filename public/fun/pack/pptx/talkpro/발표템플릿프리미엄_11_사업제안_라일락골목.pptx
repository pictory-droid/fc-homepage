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462B362-9801-421B-A368-84101054CB03}">
          <p14:sldIdLst>
            <p14:sldId id="256"/>
          </p14:sldIdLst>
        </p14:section>
        <p14:section name="본문" id="{24472A1F-6190-4A91-B01C-A1899992F91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C9E3F9A-BEA5-4093-A3C2-FFBAED3AA21E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769975F1-A807-41E7-8666-58FB8A238CD8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lus 8"/>
            <p:cNvSpPr/>
            <p:nvPr/>
          </p:nvSpPr>
          <p:spPr>
            <a:xfrm>
              <a:off x="5844387" y="205739"/>
              <a:ext cx="502920" cy="502920"/>
            </a:xfrm>
            <a:prstGeom prst="mathPlus">
              <a:avLst>
                <a:gd name="adj1" fmla="val 24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FBAEC85-8056-417C-81A8-33A0EBC8490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101226D-805C-43FC-9C08-A0BFA74F201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세 장으로 줄인 제안서입니다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 제안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8B31C-1D00-45B4-B47D-08559833261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1168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문제와 기회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06324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해결 방법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1148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기대 효과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 txBox="1"/>
            <p:nvPr/>
          </p:nvSpPr>
          <p:spPr>
            <a:xfrm>
              <a:off x="914400" y="5166359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 계획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B714F-6C87-4685-BE27-48636A28C11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4092-1A03-4C3F-9DA2-68A24C8DC38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현황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제안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효과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ADC1-2657-4477-9FA2-58FF5850FE4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현재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제안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4DAAE-7ED4-4C80-92AE-9AB053A6853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09705-761E-416F-BD1B-62D8C723DB8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단계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9977-F84B-4FF3-9F18-8A8BC6C322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사업 제안 발표 템플릿">
  <a:themeElements>
    <a:clrScheme name="사업 제안 발표 템플릿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사업 제안 발표 템플릿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>사업 제안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