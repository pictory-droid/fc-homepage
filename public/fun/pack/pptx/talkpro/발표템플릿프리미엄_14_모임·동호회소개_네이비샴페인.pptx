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4454C47-9C6B-413F-9426-36A6FBD431D5}">
          <p14:sldIdLst>
            <p14:sldId id="256"/>
          </p14:sldIdLst>
        </p14:section>
        <p14:section name="본문" id="{DC4D5B70-77D7-4343-A368-2915D75D10CB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A6BF71ED-9A67-4484-A068-30D774693D50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03665FD-A62C-4B78-A9C1-B77607A330DD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BFAF98B-9D1B-4EB0-A9B9-7AB2287EC7A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CC74F2E-E07C-4BDE-9760-F1C3A885FFC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누가 어떤 일을 하는 모임인지 알려 드립니다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3EA6-E7E8-4C85-AD90-CBB1C6A50D7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813816" y="2962656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2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3816" y="401421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9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30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안쪽 선"/>
            <p:cNvSpPr/>
            <p:nvPr/>
          </p:nvSpPr>
          <p:spPr>
            <a:xfrm>
              <a:off x="813816" y="506577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33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4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35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6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A2C8F-F1F1-4F1B-8BBC-0DB3B86AACA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BC9929-433C-4541-9223-F09ED48E557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9EC6-90D4-47B3-8316-526CEAC16E37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처음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3EAAB4-616B-4FC3-B6C1-BBC444E064C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F68B1-AC2E-41F7-A772-9FB6F150B42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26C5B1-5801-4371-8A06-2B36270116F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F9F5ED"/>
      </a:dk1>
      <a:lt1>
        <a:srgbClr val="15243F"/>
      </a:lt1>
      <a:dk2>
        <a:srgbClr val="E8DCC0"/>
      </a:dk2>
      <a:lt2>
        <a:srgbClr val="0F1A2E"/>
      </a:lt2>
      <a:accent1>
        <a:srgbClr val="CDB07A"/>
      </a:accent1>
      <a:accent2>
        <a:srgbClr val="7F98C0"/>
      </a:accent2>
      <a:accent3>
        <a:srgbClr val="09101D"/>
      </a:accent3>
      <a:accent4>
        <a:srgbClr val="1C3054"/>
      </a:accent4>
      <a:accent5>
        <a:srgbClr val="D7BD88"/>
      </a:accent5>
      <a:accent6>
        <a:srgbClr val="5D7294"/>
      </a:accent6>
      <a:hlink>
        <a:srgbClr val="E8DCC0"/>
      </a:hlink>
      <a:folHlink>
        <a:srgbClr val="09101D"/>
      </a:folHlink>
    </a:clrScheme>
    <a:fontScheme name="모임·동호회 소개 발표 템플릿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