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B0598EC-3DD2-4760-B88C-904E87498DE9}">
          <p14:sldIdLst>
            <p14:sldId id="256"/>
          </p14:sldIdLst>
        </p14:section>
        <p14:section name="본문" id="{5B490D9B-43EB-4050-B8BE-A36CE9F6478B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C32D1308-27D6-46E8-B66A-866EA37826BF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5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992D430-3033-48A1-AD93-47C6B00A9F45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5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5F3C2C7-8015-438F-B8F0-71783E069CB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F70B1F2-D2E0-421E-B466-AB6089BE7D8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누가 어떤 일을 하는 모임인지 알려 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8A9C-B729-4476-81CF-50EDB28A606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005840" y="244144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4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813816" y="2962656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960120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1005840" y="349300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1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2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3816" y="401421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960120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1005840" y="45445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9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30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안쪽 선"/>
            <p:cNvSpPr/>
            <p:nvPr/>
          </p:nvSpPr>
          <p:spPr>
            <a:xfrm>
              <a:off x="813816" y="506577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번호 4"/>
            <p:cNvSpPr txBox="1"/>
            <p:nvPr/>
          </p:nvSpPr>
          <p:spPr>
            <a:xfrm>
              <a:off x="960120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33" name="번호 밑줄"/>
            <p:cNvCxnSpPr/>
            <p:nvPr/>
          </p:nvCxnSpPr>
          <p:spPr>
            <a:xfrm>
              <a:off x="1005840" y="5596127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4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cxnSp>
          <p:nvCxnSpPr>
            <p:cNvPr id="35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6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7BF1-8333-41D7-AEE2-6737527A4BE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22DC2-501C-43C1-96B4-F2B613F2378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481474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49132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E2EA-D37E-4B19-93E0-CF2278745317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안쪽 선"/>
            <p:cNvSpPr/>
            <p:nvPr/>
          </p:nvSpPr>
          <p:spPr>
            <a:xfrm>
              <a:off x="6361023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CFCC5-EFEE-4755-954A-42B6D1A99FB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BDE1-F2B8-407B-BED7-BE66E195E96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8017-E5D5-4AC8-9A96-61928B280EA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F9F5ED"/>
      </a:dk1>
      <a:lt1>
        <a:srgbClr val="15243F"/>
      </a:lt1>
      <a:dk2>
        <a:srgbClr val="E8DCC0"/>
      </a:dk2>
      <a:lt2>
        <a:srgbClr val="0F1A2E"/>
      </a:lt2>
      <a:accent1>
        <a:srgbClr val="CDB07A"/>
      </a:accent1>
      <a:accent2>
        <a:srgbClr val="7F98C0"/>
      </a:accent2>
      <a:accent3>
        <a:srgbClr val="09101D"/>
      </a:accent3>
      <a:accent4>
        <a:srgbClr val="1C3054"/>
      </a:accent4>
      <a:accent5>
        <a:srgbClr val="D7BD88"/>
      </a:accent5>
      <a:accent6>
        <a:srgbClr val="5D7294"/>
      </a:accent6>
      <a:hlink>
        <a:srgbClr val="E8DCC0"/>
      </a:hlink>
      <a:folHlink>
        <a:srgbClr val="09101D"/>
      </a:folHlink>
    </a:clrScheme>
    <a:fontScheme name="모임·동호회 소개 발표 템플릿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