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A0E45EC-0889-40B9-BDB9-4CD17F7CECCB}">
          <p14:sldIdLst>
            <p14:sldId id="256"/>
          </p14:sldIdLst>
        </p14:section>
        <p14:section name="본문" id="{59B0FFF0-2B3C-4EE2-8F51-9753782935E6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308D20F7-C6CB-42FE-9D04-AB3058194AF6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3A318D31-459A-4B24-B866-04C7016BA430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5E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3CEC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9E87D159-0185-416B-A972-704194D10786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79AF0E2-5579-4AD2-A67A-037E0CB89F87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TURQUOISE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지금까지의 실적과 남은 일정입니다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업무 보고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8340-242C-4FCE-BBE3-658B1F1302CF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01168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추진 경과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960120" y="306324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주요 성과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960120" y="41148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이슈와 대응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 txBox="1"/>
            <p:nvPr/>
          </p:nvSpPr>
          <p:spPr>
            <a:xfrm>
              <a:off x="960120" y="5166359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향후 계획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26965-0655-4308-B2B0-F592E59B282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51321B-4FE3-4F3B-AEEA-7CE4EEAAAD6B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성과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FAEE48-8682-4B3E-B689-A5AFCF28238E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계획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실적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D26E4-DCEA-496C-8AAA-AE9D4A7E87AB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32D55-577D-4149-86A7-4234757939B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82E2E7-F109-4340-A99A-96CB8227D06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TURQUOISE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업무 보고 발표 템플릿">
  <a:themeElements>
    <a:clrScheme name="업무 보고 발표 템플릿">
      <a:dk1>
        <a:srgbClr val="374847"/>
      </a:dk1>
      <a:lt1>
        <a:srgbClr val="FCFDFC"/>
      </a:lt1>
      <a:dk2>
        <a:srgbClr val="16413F"/>
      </a:dk2>
      <a:lt2>
        <a:srgbClr val="F5F8F4"/>
      </a:lt2>
      <a:accent1>
        <a:srgbClr val="1D7F7A"/>
      </a:accent1>
      <a:accent2>
        <a:srgbClr val="C2A25A"/>
      </a:accent2>
      <a:accent3>
        <a:srgbClr val="718B8A"/>
      </a:accent3>
      <a:accent4>
        <a:srgbClr val="CAE0DC"/>
      </a:accent4>
      <a:accent5>
        <a:srgbClr val="C4A45C"/>
      </a:accent5>
      <a:accent6>
        <a:srgbClr val="D9C99F"/>
      </a:accent6>
      <a:hlink>
        <a:srgbClr val="16413F"/>
      </a:hlink>
      <a:folHlink>
        <a:srgbClr val="718B8A"/>
      </a:folHlink>
    </a:clrScheme>
    <a:fontScheme name="업무 보고 발표 템플릿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>업무 보고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