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6DDB3B2-6017-4B2E-8F08-B2FA654D45B9}">
          <p14:sldIdLst>
            <p14:sldId id="256"/>
          </p14:sldIdLst>
        </p14:section>
        <p14:section name="본문" id="{15FC949B-F185-42FE-9EF9-AF0037EF3BBC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ACEC2E04-53FA-4ACD-A87A-784902E86A46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AC02559-3358-4E9A-B632-820C48690149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2E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D0C8C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tx2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D51B924-92F0-4C23-9FE8-A69250210EE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A5A3A88-6B8B-4758-9C29-234C83CA3AE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COGNAC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행사 준비 상황을 공유합니다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C902-85EF-400B-825F-51B07949FBF8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10312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1005840" y="244144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4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813816" y="2962656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960120" y="315467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1005840" y="349300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1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2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3816" y="401421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960120" y="42062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1005840" y="45445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9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30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안쪽 선"/>
            <p:cNvSpPr/>
            <p:nvPr/>
          </p:nvSpPr>
          <p:spPr>
            <a:xfrm>
              <a:off x="813816" y="506577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번호 4"/>
            <p:cNvSpPr txBox="1"/>
            <p:nvPr/>
          </p:nvSpPr>
          <p:spPr>
            <a:xfrm>
              <a:off x="960120" y="525779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No.04</a:t>
              </a:r>
            </a:p>
          </p:txBody>
        </p:sp>
        <p:cxnSp>
          <p:nvCxnSpPr>
            <p:cNvPr id="33" name="번호 밑줄"/>
            <p:cNvCxnSpPr/>
            <p:nvPr/>
          </p:nvCxnSpPr>
          <p:spPr>
            <a:xfrm>
              <a:off x="1005840" y="5596127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4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cxnSp>
          <p:nvCxnSpPr>
            <p:cNvPr id="35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6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7696-91D7-4F24-914D-7D6A5AABF5A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954C-051F-489A-A44A-7F83349B55E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481474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49132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FF8AD-5EE0-4220-A46F-576FD04FDBD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처음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안쪽 선"/>
            <p:cNvSpPr/>
            <p:nvPr/>
          </p:nvSpPr>
          <p:spPr>
            <a:xfrm>
              <a:off x="6361023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EBB6-833B-48D3-943E-D2DA72DE64A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6816E-7DF7-47C6-8286-8DEEB15D4CE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03E18-F06D-4977-BE13-D2B8B0EF70C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COGNAC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483D37"/>
      </a:dk1>
      <a:lt1>
        <a:srgbClr val="FEFCF9"/>
      </a:lt1>
      <a:dk2>
        <a:srgbClr val="4A2511"/>
      </a:dk2>
      <a:lt2>
        <a:srgbClr val="FAF3EA"/>
      </a:lt2>
      <a:accent1>
        <a:srgbClr val="9C5328"/>
      </a:accent1>
      <a:accent2>
        <a:srgbClr val="D2A25E"/>
      </a:accent2>
      <a:accent3>
        <a:srgbClr val="8E7B71"/>
      </a:accent3>
      <a:accent4>
        <a:srgbClr val="E7D3C3"/>
      </a:accent4>
      <a:accent5>
        <a:srgbClr val="C48F4F"/>
      </a:accent5>
      <a:accent6>
        <a:srgbClr val="E4C69D"/>
      </a:accent6>
      <a:hlink>
        <a:srgbClr val="4A2511"/>
      </a:hlink>
      <a:folHlink>
        <a:srgbClr val="8E7B71"/>
      </a:folHlink>
    </a:clrScheme>
    <a:fontScheme name="모임·동호회 소개 발표 템플릿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