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B24D6E4-1F34-4FAD-BDBD-61695C0137E9}">
          <p14:sldIdLst>
            <p14:sldId id="256"/>
          </p14:sldIdLst>
        </p14:section>
        <p14:section name="본문" id="{0F35659E-DE3E-4DBB-B931-8A294729E44B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150CD5BB-6D51-4D1E-93BF-3FD3FE876F2A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34C15C0-17E6-4BCE-AFAC-2960DA5D6E64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tx2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1B31C3E-7F16-4A9F-84AC-35BE63B264D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CDC2DB2-4D81-492E-8E42-D8773681362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가을 행사 준비 상황을 공유합니다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9ED49-BD00-4B49-8890-DDB2DE0E95A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2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9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30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DCFAD-5963-461C-B098-90FA7EA5E06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9365C-F7BE-4C5B-836B-2306861BCF1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A736E-BBE0-4B50-B5A4-A02F6D099B6C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처음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D4477D-1610-4BCE-98D6-3A24AF7890D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F0BC3-7875-489F-AA43-07C4956D0D8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6A48B-A767-486D-86A3-21BBFEDE7A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모임·동호회 소개 발표 템플릿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