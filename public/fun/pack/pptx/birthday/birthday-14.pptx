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9114351" y="5637503"/>
            <a:ext cx="419603" cy="41960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779996" y="5400928"/>
            <a:ext cx="611692" cy="611692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0835836" y="5859767"/>
            <a:ext cx="487089" cy="487089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119557" y="5849388"/>
            <a:ext cx="595431" cy="5954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049508" y="6102867"/>
            <a:ext cx="463533" cy="463533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0515572" y="5930318"/>
            <a:ext cx="539169" cy="539169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8631671" y="5574825"/>
            <a:ext cx="389859" cy="38985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9294D"/>
                </a:solidFill>
              </a:rPr>
              <a:t>첫 번째 생일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9294D"/>
                </a:solidFill>
              </a:rPr>
              <a:t>장마 속에서도 방긋 웃던 아기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062680" y="1006440"/>
            <a:ext cx="170949" cy="17094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741276" y="910058"/>
            <a:ext cx="249208" cy="249208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764025" y="1096992"/>
            <a:ext cx="198443" cy="198443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472208" y="1092764"/>
            <a:ext cx="242583" cy="24258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443669" y="1196033"/>
            <a:ext cx="188847" cy="188847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1633547" y="1125735"/>
            <a:ext cx="219661" cy="219661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0866032" y="980905"/>
            <a:ext cx="158831" cy="1588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294D"/>
                </a:solidFill>
              </a:rPr>
              <a:t>우리 아기를 소개합니다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91440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9294D"/>
                </a:solidFill>
              </a:rPr>
              <a:t>아기 사진을 넣어 주세요</a:t>
            </a:r>
          </a:p>
        </p:txBody>
      </p:sp>
      <p:graphicFrame>
        <p:nvGraphicFramePr>
          <p:cNvPr id="13" name="표"/>
          <p:cNvGraphicFramePr>
            <a:graphicFrameLocks noGrp="1"/>
          </p:cNvGraphicFramePr>
          <p:nvPr/>
        </p:nvGraphicFramePr>
        <p:xfrm>
          <a:off x="5120640" y="1600200"/>
          <a:ext cx="643097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0217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294D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D0D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294D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D0D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294D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D0D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294D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D0D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294D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D0D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294D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D0D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062680" y="1006440"/>
            <a:ext cx="170949" cy="17094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741276" y="910058"/>
            <a:ext cx="249208" cy="249208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764025" y="1096992"/>
            <a:ext cx="198443" cy="198443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472208" y="1092764"/>
            <a:ext cx="242583" cy="24258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443669" y="1196033"/>
            <a:ext cx="188847" cy="188847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1633547" y="1125735"/>
            <a:ext cx="219661" cy="219661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0866032" y="980905"/>
            <a:ext cx="158831" cy="1588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294D"/>
                </a:solidFill>
              </a:rPr>
              <a:t>초대합니다</a:t>
            </a:r>
          </a:p>
        </p:txBody>
      </p:sp>
      <p:sp>
        <p:nvSpPr>
          <p:cNvPr id="12" name="초대 글 칸"/>
          <p:cNvSpPr/>
          <p:nvPr/>
        </p:nvSpPr>
        <p:spPr>
          <a:xfrm>
            <a:off x="914400" y="1600200"/>
            <a:ext cx="10637215" cy="4800600"/>
          </a:xfrm>
          <a:prstGeom prst="roundRect">
            <a:avLst>
              <a:gd name="adj" fmla="val 8000"/>
            </a:avLst>
          </a:prstGeom>
          <a:solidFill>
            <a:srgbClr val="F0F3FA"/>
          </a:solidFill>
          <a:ln w="12700">
            <a:solidFill>
              <a:srgbClr val="D0DA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초대 글"/>
          <p:cNvSpPr txBox="1"/>
          <p:nvPr/>
        </p:nvSpPr>
        <p:spPr>
          <a:xfrm>
            <a:off x="1371600" y="1965960"/>
            <a:ext cx="9722815" cy="4069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소중한 분들을 초대합니다.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저희 아기가 첫 번째 생일을 맞이했습니다.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함께해 주시면 큰 기쁨이 되겠습니다.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일시 · 장소를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062680" y="1006440"/>
            <a:ext cx="170949" cy="17094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741276" y="910058"/>
            <a:ext cx="249208" cy="249208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764025" y="1096992"/>
            <a:ext cx="198443" cy="198443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472208" y="1092764"/>
            <a:ext cx="242583" cy="24258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443669" y="1196033"/>
            <a:ext cx="188847" cy="188847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1633547" y="1125735"/>
            <a:ext cx="219661" cy="219661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0866032" y="980905"/>
            <a:ext cx="158831" cy="1588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294D"/>
                </a:solidFill>
              </a:rPr>
              <a:t>부모의 한마디</a:t>
            </a:r>
          </a:p>
        </p:txBody>
      </p:sp>
      <p:sp>
        <p:nvSpPr>
          <p:cNvPr id="12" name="편지 칸"/>
          <p:cNvSpPr/>
          <p:nvPr/>
        </p:nvSpPr>
        <p:spPr>
          <a:xfrm>
            <a:off x="914400" y="1600200"/>
            <a:ext cx="10637215" cy="4800600"/>
          </a:xfrm>
          <a:prstGeom prst="roundRect">
            <a:avLst>
              <a:gd name="adj" fmla="val 8000"/>
            </a:avLst>
          </a:prstGeom>
          <a:solidFill>
            <a:srgbClr val="D0DAF1"/>
          </a:solidFill>
          <a:ln w="12700">
            <a:solidFill>
              <a:srgbClr val="3352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편지 글"/>
          <p:cNvSpPr txBox="1"/>
          <p:nvPr/>
        </p:nvSpPr>
        <p:spPr>
          <a:xfrm>
            <a:off x="1371600" y="1965960"/>
            <a:ext cx="9722815" cy="4069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사랑하는 우리 아기에게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엄마 아빠의 마음을 적어 주세요.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― 엄마 아빠가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062680" y="1006440"/>
            <a:ext cx="170949" cy="17094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741276" y="910058"/>
            <a:ext cx="249208" cy="249208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764025" y="1096992"/>
            <a:ext cx="198443" cy="198443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472208" y="1092764"/>
            <a:ext cx="242583" cy="24258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443669" y="1196033"/>
            <a:ext cx="188847" cy="188847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1633547" y="1125735"/>
            <a:ext cx="219661" cy="219661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0866032" y="980905"/>
            <a:ext cx="158831" cy="1588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294D"/>
                </a:solidFill>
              </a:rPr>
              <a:t>사진 모음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914400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1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3619423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2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324447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3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9029471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4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914400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5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3619423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6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6324447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7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9029471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9114351" y="5637503"/>
            <a:ext cx="419603" cy="41960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779996" y="5400928"/>
            <a:ext cx="611692" cy="611692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0835836" y="5859767"/>
            <a:ext cx="487089" cy="487089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119557" y="5849388"/>
            <a:ext cx="595431" cy="5954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049508" y="6102867"/>
            <a:ext cx="463533" cy="463533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0515572" y="5930318"/>
            <a:ext cx="539169" cy="539169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8631671" y="5574825"/>
            <a:ext cx="389859" cy="38985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9294D"/>
                </a:solidFill>
              </a:rPr>
              <a:t>함께해 주셔서 감사합니다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9294D"/>
                </a:solidFill>
              </a:rPr>
              <a:t>첫 번째 생일을 축하해 주셔서 고맙습니다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감사 인사 중심)">
  <a:themeElements>
    <a:clrScheme name="Office">
      <a:dk1>
        <a:sysClr val="windowText" lastClr="000000"/>
      </a:dk1>
      <a:lt1>
        <a:sysClr val="window" lastClr="FFFFFF"/>
      </a:lt1>
      <a:dk2>
        <a:srgbClr val="19294D"/>
      </a:dk2>
      <a:lt2>
        <a:srgbClr val="F0F3FA"/>
      </a:lt2>
      <a:accent1>
        <a:srgbClr val="335299"/>
      </a:accent1>
      <a:accent2>
        <a:srgbClr val="914C3B"/>
      </a:accent2>
      <a:accent3>
        <a:srgbClr val="19294D"/>
      </a:accent3>
      <a:accent4>
        <a:srgbClr val="D0DAF1"/>
      </a:accent4>
      <a:accent5>
        <a:srgbClr val="624F6A"/>
      </a:accent5>
      <a:accent6>
        <a:srgbClr val="757F94"/>
      </a:accent6>
      <a:hlink>
        <a:srgbClr val="335299"/>
      </a:hlink>
      <a:folHlink>
        <a:srgbClr val="19294D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