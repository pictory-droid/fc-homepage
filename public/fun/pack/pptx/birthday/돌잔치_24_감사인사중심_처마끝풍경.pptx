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38100">
            <a:solidFill>
              <a:srgbClr val="4B86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  <a:ln w="12700">
            <a:solidFill>
              <a:srgbClr val="D6E9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223510" y="960120"/>
            <a:ext cx="493775" cy="822959"/>
          </a:xfrm>
          <a:prstGeom prst="roundRect">
            <a:avLst/>
          </a:prstGeom>
          <a:solidFill>
            <a:srgbClr val="4B86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5346954" y="877824"/>
            <a:ext cx="246887" cy="82296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5346954" y="1783080"/>
            <a:ext cx="246887" cy="82296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5848959" y="1256385"/>
            <a:ext cx="493775" cy="691286"/>
          </a:xfrm>
          <a:prstGeom prst="roundRect">
            <a:avLst/>
          </a:prstGeom>
          <a:solidFill>
            <a:srgbClr val="D6E9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5972403" y="1174089"/>
            <a:ext cx="246887" cy="82296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5972403" y="1947672"/>
            <a:ext cx="246887" cy="82296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6474409" y="960120"/>
            <a:ext cx="493775" cy="822959"/>
          </a:xfrm>
          <a:prstGeom prst="round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6597853" y="877824"/>
            <a:ext cx="246887" cy="82296"/>
          </a:xfrm>
          <a:prstGeom prst="rect">
            <a:avLst/>
          </a:prstGeom>
          <a:solidFill>
            <a:srgbClr val="4B86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6597853" y="1783080"/>
            <a:ext cx="246887" cy="82296"/>
          </a:xfrm>
          <a:prstGeom prst="rect">
            <a:avLst/>
          </a:prstGeom>
          <a:solidFill>
            <a:srgbClr val="4B86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4000" b="1" i="0">
                <a:solidFill>
                  <a:srgbClr val="274649"/>
                </a:solidFill>
              </a:rPr>
              <a:t>첫 번째 생일</a:t>
            </a:r>
          </a:p>
        </p:txBody>
      </p:sp>
      <p:sp>
        <p:nvSpPr>
          <p:cNvPr id="14" name="한 줄 문구"/>
          <p:cNvSpPr txBox="1"/>
          <p:nvPr/>
        </p:nvSpPr>
        <p:spPr>
          <a:xfrm>
            <a:off x="1463003" y="3794760"/>
            <a:ext cx="9265688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0" i="1">
                <a:solidFill>
                  <a:srgbClr val="274649"/>
                </a:solidFill>
              </a:rPr>
              <a:t>맑은 풍경 소리 같은 옹알이</a:t>
            </a:r>
          </a:p>
        </p:txBody>
      </p:sp>
      <p:sp>
        <p:nvSpPr>
          <p:cNvPr id="15" name="안내 문구"/>
          <p:cNvSpPr txBox="1"/>
          <p:nvPr/>
        </p:nvSpPr>
        <p:spPr>
          <a:xfrm>
            <a:off x="1463003" y="4663440"/>
            <a:ext cx="9265688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2026. 00. 00</a:t>
            </a:r>
          </a:p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장소를 입력하세요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4B86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D6E9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564063" y="731520"/>
            <a:ext cx="274320" cy="457200"/>
          </a:xfrm>
          <a:prstGeom prst="roundRect">
            <a:avLst/>
          </a:prstGeom>
          <a:solidFill>
            <a:srgbClr val="4B86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632643" y="685800"/>
            <a:ext cx="137160" cy="45720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632643" y="1188720"/>
            <a:ext cx="137160" cy="45720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911535" y="896112"/>
            <a:ext cx="274320" cy="384048"/>
          </a:xfrm>
          <a:prstGeom prst="roundRect">
            <a:avLst/>
          </a:prstGeom>
          <a:solidFill>
            <a:srgbClr val="D6E9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0980115" y="850392"/>
            <a:ext cx="137160" cy="45720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0980115" y="1280160"/>
            <a:ext cx="137160" cy="45720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259007" y="731520"/>
            <a:ext cx="274320" cy="457200"/>
          </a:xfrm>
          <a:prstGeom prst="round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327587" y="685800"/>
            <a:ext cx="137160" cy="45720"/>
          </a:xfrm>
          <a:prstGeom prst="rect">
            <a:avLst/>
          </a:prstGeom>
          <a:solidFill>
            <a:srgbClr val="4B86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327587" y="1188720"/>
            <a:ext cx="137160" cy="45720"/>
          </a:xfrm>
          <a:prstGeom prst="rect">
            <a:avLst/>
          </a:prstGeom>
          <a:solidFill>
            <a:srgbClr val="4B86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74649"/>
                </a:solidFill>
              </a:rPr>
              <a:t>우리 아기를 소개합니다</a:t>
            </a:r>
          </a:p>
        </p:txBody>
      </p:sp>
      <p:sp>
        <p:nvSpPr>
          <p:cNvPr id="14" name="사진 자리"/>
          <p:cNvSpPr/>
          <p:nvPr/>
        </p:nvSpPr>
        <p:spPr>
          <a:xfrm>
            <a:off x="822960" y="1554480"/>
            <a:ext cx="3840480" cy="4434840"/>
          </a:xfrm>
          <a:prstGeom prst="roundRect">
            <a:avLst>
              <a:gd name="adj" fmla="val 6000"/>
            </a:avLst>
          </a:prstGeom>
          <a:solidFill>
            <a:srgbClr val="D6E9EB"/>
          </a:solidFill>
          <a:ln w="19050">
            <a:solidFill>
              <a:srgbClr val="4B868B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74649"/>
                </a:solidFill>
              </a:rPr>
              <a:t>아기 사진을 넣어 주세요</a:t>
            </a:r>
          </a:p>
        </p:txBody>
      </p:sp>
      <p:graphicFrame>
        <p:nvGraphicFramePr>
          <p:cNvPr id="15" name="표"/>
          <p:cNvGraphicFramePr>
            <a:graphicFrameLocks noGrp="1"/>
          </p:cNvGraphicFramePr>
          <p:nvPr/>
        </p:nvGraphicFramePr>
        <p:xfrm>
          <a:off x="5029200" y="1554480"/>
          <a:ext cx="6339535" cy="3950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451073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4649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9EB"/>
                      </a:solidFill>
                      <a:prstDash val="solid"/>
                    </a:lnL>
                    <a:lnR w="9525" cap="flat" cmpd="sng" algn="ctr">
                      <a:solidFill>
                        <a:srgbClr val="D6E9EB"/>
                      </a:solidFill>
                      <a:prstDash val="solid"/>
                    </a:lnR>
                    <a:lnT w="9525" cap="flat" cmpd="sng" algn="ctr">
                      <a:solidFill>
                        <a:srgbClr val="D6E9EB"/>
                      </a:solidFill>
                      <a:prstDash val="solid"/>
                    </a:lnT>
                    <a:lnB w="9525" cap="flat" cmpd="sng" algn="ctr">
                      <a:solidFill>
                        <a:srgbClr val="D6E9EB"/>
                      </a:solidFill>
                      <a:prstDash val="solid"/>
                    </a:lnB>
                    <a:solidFill>
                      <a:srgbClr val="D6E9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9EB"/>
                      </a:solidFill>
                      <a:prstDash val="solid"/>
                    </a:lnL>
                    <a:lnR w="9525" cap="flat" cmpd="sng" algn="ctr">
                      <a:solidFill>
                        <a:srgbClr val="D6E9EB"/>
                      </a:solidFill>
                      <a:prstDash val="solid"/>
                    </a:lnR>
                    <a:lnT w="9525" cap="flat" cmpd="sng" algn="ctr">
                      <a:solidFill>
                        <a:srgbClr val="D6E9EB"/>
                      </a:solidFill>
                      <a:prstDash val="solid"/>
                    </a:lnT>
                    <a:lnB w="9525" cap="flat" cmpd="sng" algn="ctr">
                      <a:solidFill>
                        <a:srgbClr val="D6E9EB"/>
                      </a:solidFill>
                      <a:prstDash val="solid"/>
                    </a:lnB>
                    <a:solidFill>
                      <a:srgbClr val="F2F7F8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4649"/>
                          </a:solidFill>
                        </a:rPr>
                        <a:t>생일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9EB"/>
                      </a:solidFill>
                      <a:prstDash val="solid"/>
                    </a:lnL>
                    <a:lnR w="9525" cap="flat" cmpd="sng" algn="ctr">
                      <a:solidFill>
                        <a:srgbClr val="D6E9EB"/>
                      </a:solidFill>
                      <a:prstDash val="solid"/>
                    </a:lnR>
                    <a:lnT w="9525" cap="flat" cmpd="sng" algn="ctr">
                      <a:solidFill>
                        <a:srgbClr val="D6E9EB"/>
                      </a:solidFill>
                      <a:prstDash val="solid"/>
                    </a:lnT>
                    <a:lnB w="9525" cap="flat" cmpd="sng" algn="ctr">
                      <a:solidFill>
                        <a:srgbClr val="D6E9EB"/>
                      </a:solidFill>
                      <a:prstDash val="solid"/>
                    </a:lnB>
                    <a:solidFill>
                      <a:srgbClr val="D6E9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9EB"/>
                      </a:solidFill>
                      <a:prstDash val="solid"/>
                    </a:lnL>
                    <a:lnR w="9525" cap="flat" cmpd="sng" algn="ctr">
                      <a:solidFill>
                        <a:srgbClr val="D6E9EB"/>
                      </a:solidFill>
                      <a:prstDash val="solid"/>
                    </a:lnR>
                    <a:lnT w="9525" cap="flat" cmpd="sng" algn="ctr">
                      <a:solidFill>
                        <a:srgbClr val="D6E9EB"/>
                      </a:solidFill>
                      <a:prstDash val="solid"/>
                    </a:lnT>
                    <a:lnB w="9525" cap="flat" cmpd="sng" algn="ctr">
                      <a:solidFill>
                        <a:srgbClr val="D6E9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4649"/>
                          </a:solidFill>
                        </a:rPr>
                        <a:t>키 · 몸무게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9EB"/>
                      </a:solidFill>
                      <a:prstDash val="solid"/>
                    </a:lnL>
                    <a:lnR w="9525" cap="flat" cmpd="sng" algn="ctr">
                      <a:solidFill>
                        <a:srgbClr val="D6E9EB"/>
                      </a:solidFill>
                      <a:prstDash val="solid"/>
                    </a:lnR>
                    <a:lnT w="9525" cap="flat" cmpd="sng" algn="ctr">
                      <a:solidFill>
                        <a:srgbClr val="D6E9EB"/>
                      </a:solidFill>
                      <a:prstDash val="solid"/>
                    </a:lnT>
                    <a:lnB w="9525" cap="flat" cmpd="sng" algn="ctr">
                      <a:solidFill>
                        <a:srgbClr val="D6E9EB"/>
                      </a:solidFill>
                      <a:prstDash val="solid"/>
                    </a:lnB>
                    <a:solidFill>
                      <a:srgbClr val="D6E9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9EB"/>
                      </a:solidFill>
                      <a:prstDash val="solid"/>
                    </a:lnL>
                    <a:lnR w="9525" cap="flat" cmpd="sng" algn="ctr">
                      <a:solidFill>
                        <a:srgbClr val="D6E9EB"/>
                      </a:solidFill>
                      <a:prstDash val="solid"/>
                    </a:lnR>
                    <a:lnT w="9525" cap="flat" cmpd="sng" algn="ctr">
                      <a:solidFill>
                        <a:srgbClr val="D6E9EB"/>
                      </a:solidFill>
                      <a:prstDash val="solid"/>
                    </a:lnT>
                    <a:lnB w="9525" cap="flat" cmpd="sng" algn="ctr">
                      <a:solidFill>
                        <a:srgbClr val="D6E9EB"/>
                      </a:solidFill>
                      <a:prstDash val="solid"/>
                    </a:lnB>
                    <a:solidFill>
                      <a:srgbClr val="F2F7F8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4649"/>
                          </a:solidFill>
                        </a:rPr>
                        <a:t>좋아하는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9EB"/>
                      </a:solidFill>
                      <a:prstDash val="solid"/>
                    </a:lnL>
                    <a:lnR w="9525" cap="flat" cmpd="sng" algn="ctr">
                      <a:solidFill>
                        <a:srgbClr val="D6E9EB"/>
                      </a:solidFill>
                      <a:prstDash val="solid"/>
                    </a:lnR>
                    <a:lnT w="9525" cap="flat" cmpd="sng" algn="ctr">
                      <a:solidFill>
                        <a:srgbClr val="D6E9EB"/>
                      </a:solidFill>
                      <a:prstDash val="solid"/>
                    </a:lnT>
                    <a:lnB w="9525" cap="flat" cmpd="sng" algn="ctr">
                      <a:solidFill>
                        <a:srgbClr val="D6E9EB"/>
                      </a:solidFill>
                      <a:prstDash val="solid"/>
                    </a:lnB>
                    <a:solidFill>
                      <a:srgbClr val="D6E9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9EB"/>
                      </a:solidFill>
                      <a:prstDash val="solid"/>
                    </a:lnL>
                    <a:lnR w="9525" cap="flat" cmpd="sng" algn="ctr">
                      <a:solidFill>
                        <a:srgbClr val="D6E9EB"/>
                      </a:solidFill>
                      <a:prstDash val="solid"/>
                    </a:lnR>
                    <a:lnT w="9525" cap="flat" cmpd="sng" algn="ctr">
                      <a:solidFill>
                        <a:srgbClr val="D6E9EB"/>
                      </a:solidFill>
                      <a:prstDash val="solid"/>
                    </a:lnT>
                    <a:lnB w="9525" cap="flat" cmpd="sng" algn="ctr">
                      <a:solidFill>
                        <a:srgbClr val="D6E9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4649"/>
                          </a:solidFill>
                        </a:rPr>
                        <a:t>별명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9EB"/>
                      </a:solidFill>
                      <a:prstDash val="solid"/>
                    </a:lnL>
                    <a:lnR w="9525" cap="flat" cmpd="sng" algn="ctr">
                      <a:solidFill>
                        <a:srgbClr val="D6E9EB"/>
                      </a:solidFill>
                      <a:prstDash val="solid"/>
                    </a:lnR>
                    <a:lnT w="9525" cap="flat" cmpd="sng" algn="ctr">
                      <a:solidFill>
                        <a:srgbClr val="D6E9EB"/>
                      </a:solidFill>
                      <a:prstDash val="solid"/>
                    </a:lnT>
                    <a:lnB w="9525" cap="flat" cmpd="sng" algn="ctr">
                      <a:solidFill>
                        <a:srgbClr val="D6E9EB"/>
                      </a:solidFill>
                      <a:prstDash val="solid"/>
                    </a:lnB>
                    <a:solidFill>
                      <a:srgbClr val="D6E9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9EB"/>
                      </a:solidFill>
                      <a:prstDash val="solid"/>
                    </a:lnL>
                    <a:lnR w="9525" cap="flat" cmpd="sng" algn="ctr">
                      <a:solidFill>
                        <a:srgbClr val="D6E9EB"/>
                      </a:solidFill>
                      <a:prstDash val="solid"/>
                    </a:lnR>
                    <a:lnT w="9525" cap="flat" cmpd="sng" algn="ctr">
                      <a:solidFill>
                        <a:srgbClr val="D6E9EB"/>
                      </a:solidFill>
                      <a:prstDash val="solid"/>
                    </a:lnT>
                    <a:lnB w="9525" cap="flat" cmpd="sng" algn="ctr">
                      <a:solidFill>
                        <a:srgbClr val="D6E9EB"/>
                      </a:solidFill>
                      <a:prstDash val="solid"/>
                    </a:lnB>
                    <a:solidFill>
                      <a:srgbClr val="F2F7F8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4649"/>
                          </a:solidFill>
                        </a:rPr>
                        <a:t>부모의 마음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9EB"/>
                      </a:solidFill>
                      <a:prstDash val="solid"/>
                    </a:lnL>
                    <a:lnR w="9525" cap="flat" cmpd="sng" algn="ctr">
                      <a:solidFill>
                        <a:srgbClr val="D6E9EB"/>
                      </a:solidFill>
                      <a:prstDash val="solid"/>
                    </a:lnR>
                    <a:lnT w="9525" cap="flat" cmpd="sng" algn="ctr">
                      <a:solidFill>
                        <a:srgbClr val="D6E9EB"/>
                      </a:solidFill>
                      <a:prstDash val="solid"/>
                    </a:lnT>
                    <a:lnB w="9525" cap="flat" cmpd="sng" algn="ctr">
                      <a:solidFill>
                        <a:srgbClr val="D6E9EB"/>
                      </a:solidFill>
                      <a:prstDash val="solid"/>
                    </a:lnB>
                    <a:solidFill>
                      <a:srgbClr val="D6E9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9EB"/>
                      </a:solidFill>
                      <a:prstDash val="solid"/>
                    </a:lnL>
                    <a:lnR w="9525" cap="flat" cmpd="sng" algn="ctr">
                      <a:solidFill>
                        <a:srgbClr val="D6E9EB"/>
                      </a:solidFill>
                      <a:prstDash val="solid"/>
                    </a:lnR>
                    <a:lnT w="9525" cap="flat" cmpd="sng" algn="ctr">
                      <a:solidFill>
                        <a:srgbClr val="D6E9EB"/>
                      </a:solidFill>
                      <a:prstDash val="solid"/>
                    </a:lnT>
                    <a:lnB w="9525" cap="flat" cmpd="sng" algn="ctr">
                      <a:solidFill>
                        <a:srgbClr val="D6E9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4B86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D6E9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564063" y="731520"/>
            <a:ext cx="274320" cy="457200"/>
          </a:xfrm>
          <a:prstGeom prst="roundRect">
            <a:avLst/>
          </a:prstGeom>
          <a:solidFill>
            <a:srgbClr val="4B86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632643" y="685800"/>
            <a:ext cx="137160" cy="45720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632643" y="1188720"/>
            <a:ext cx="137160" cy="45720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911535" y="896112"/>
            <a:ext cx="274320" cy="384048"/>
          </a:xfrm>
          <a:prstGeom prst="roundRect">
            <a:avLst/>
          </a:prstGeom>
          <a:solidFill>
            <a:srgbClr val="D6E9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0980115" y="850392"/>
            <a:ext cx="137160" cy="45720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0980115" y="1280160"/>
            <a:ext cx="137160" cy="45720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259007" y="731520"/>
            <a:ext cx="274320" cy="457200"/>
          </a:xfrm>
          <a:prstGeom prst="round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327587" y="685800"/>
            <a:ext cx="137160" cy="45720"/>
          </a:xfrm>
          <a:prstGeom prst="rect">
            <a:avLst/>
          </a:prstGeom>
          <a:solidFill>
            <a:srgbClr val="4B86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327587" y="1188720"/>
            <a:ext cx="137160" cy="45720"/>
          </a:xfrm>
          <a:prstGeom prst="rect">
            <a:avLst/>
          </a:prstGeom>
          <a:solidFill>
            <a:srgbClr val="4B86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74649"/>
                </a:solidFill>
              </a:rPr>
              <a:t>초대합니다</a:t>
            </a:r>
          </a:p>
        </p:txBody>
      </p:sp>
      <p:sp>
        <p:nvSpPr>
          <p:cNvPr id="14" name="초대 글 칸"/>
          <p:cNvSpPr/>
          <p:nvPr/>
        </p:nvSpPr>
        <p:spPr>
          <a:xfrm>
            <a:off x="822960" y="1554480"/>
            <a:ext cx="10545775" cy="4617720"/>
          </a:xfrm>
          <a:prstGeom prst="roundRect">
            <a:avLst>
              <a:gd name="adj" fmla="val 8000"/>
            </a:avLst>
          </a:prstGeom>
          <a:solidFill>
            <a:srgbClr val="F2F7F8"/>
          </a:solidFill>
          <a:ln w="12700">
            <a:solidFill>
              <a:srgbClr val="D6E9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초대 글"/>
          <p:cNvSpPr txBox="1"/>
          <p:nvPr/>
        </p:nvSpPr>
        <p:spPr>
          <a:xfrm>
            <a:off x="1280160" y="1920240"/>
            <a:ext cx="9631375" cy="38862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소중한 분들을 초대합니다.</a:t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/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저희 아기가 첫 번째 생일을 맞이했습니다.</a:t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함께해 주시면 큰 기쁨이 되겠습니다.</a:t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/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일시 · 장소를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4B86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D6E9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564063" y="731520"/>
            <a:ext cx="274320" cy="457200"/>
          </a:xfrm>
          <a:prstGeom prst="roundRect">
            <a:avLst/>
          </a:prstGeom>
          <a:solidFill>
            <a:srgbClr val="4B86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632643" y="685800"/>
            <a:ext cx="137160" cy="45720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632643" y="1188720"/>
            <a:ext cx="137160" cy="45720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911535" y="896112"/>
            <a:ext cx="274320" cy="384048"/>
          </a:xfrm>
          <a:prstGeom prst="roundRect">
            <a:avLst/>
          </a:prstGeom>
          <a:solidFill>
            <a:srgbClr val="D6E9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0980115" y="850392"/>
            <a:ext cx="137160" cy="45720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0980115" y="1280160"/>
            <a:ext cx="137160" cy="45720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259007" y="731520"/>
            <a:ext cx="274320" cy="457200"/>
          </a:xfrm>
          <a:prstGeom prst="round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327587" y="685800"/>
            <a:ext cx="137160" cy="45720"/>
          </a:xfrm>
          <a:prstGeom prst="rect">
            <a:avLst/>
          </a:prstGeom>
          <a:solidFill>
            <a:srgbClr val="4B86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327587" y="1188720"/>
            <a:ext cx="137160" cy="45720"/>
          </a:xfrm>
          <a:prstGeom prst="rect">
            <a:avLst/>
          </a:prstGeom>
          <a:solidFill>
            <a:srgbClr val="4B86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74649"/>
                </a:solidFill>
              </a:rPr>
              <a:t>부모의 한마디</a:t>
            </a:r>
          </a:p>
        </p:txBody>
      </p:sp>
      <p:sp>
        <p:nvSpPr>
          <p:cNvPr id="14" name="편지 칸"/>
          <p:cNvSpPr/>
          <p:nvPr/>
        </p:nvSpPr>
        <p:spPr>
          <a:xfrm>
            <a:off x="822960" y="1554480"/>
            <a:ext cx="10545775" cy="4617720"/>
          </a:xfrm>
          <a:prstGeom prst="roundRect">
            <a:avLst>
              <a:gd name="adj" fmla="val 8000"/>
            </a:avLst>
          </a:prstGeom>
          <a:solidFill>
            <a:srgbClr val="D6E9EB"/>
          </a:solidFill>
          <a:ln w="12700">
            <a:solidFill>
              <a:srgbClr val="4B86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편지 글"/>
          <p:cNvSpPr txBox="1"/>
          <p:nvPr/>
        </p:nvSpPr>
        <p:spPr>
          <a:xfrm>
            <a:off x="1280160" y="1920240"/>
            <a:ext cx="9631375" cy="38862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사랑하는 우리 아기에게</a:t>
            </a:r>
          </a:p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엄마 아빠의 마음을 적어 주세요.</a:t>
            </a:r>
          </a:p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― 엄마 아빠가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4B86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D6E9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564063" y="731520"/>
            <a:ext cx="274320" cy="457200"/>
          </a:xfrm>
          <a:prstGeom prst="roundRect">
            <a:avLst/>
          </a:prstGeom>
          <a:solidFill>
            <a:srgbClr val="4B86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632643" y="685800"/>
            <a:ext cx="137160" cy="45720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632643" y="1188720"/>
            <a:ext cx="137160" cy="45720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911535" y="896112"/>
            <a:ext cx="274320" cy="384048"/>
          </a:xfrm>
          <a:prstGeom prst="roundRect">
            <a:avLst/>
          </a:prstGeom>
          <a:solidFill>
            <a:srgbClr val="D6E9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0980115" y="850392"/>
            <a:ext cx="137160" cy="45720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0980115" y="1280160"/>
            <a:ext cx="137160" cy="45720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259007" y="731520"/>
            <a:ext cx="274320" cy="457200"/>
          </a:xfrm>
          <a:prstGeom prst="round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327587" y="685800"/>
            <a:ext cx="137160" cy="45720"/>
          </a:xfrm>
          <a:prstGeom prst="rect">
            <a:avLst/>
          </a:prstGeom>
          <a:solidFill>
            <a:srgbClr val="4B86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327587" y="1188720"/>
            <a:ext cx="137160" cy="45720"/>
          </a:xfrm>
          <a:prstGeom prst="rect">
            <a:avLst/>
          </a:prstGeom>
          <a:solidFill>
            <a:srgbClr val="4B86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74649"/>
                </a:solidFill>
              </a:rPr>
              <a:t>사진 모음</a:t>
            </a:r>
          </a:p>
        </p:txBody>
      </p:sp>
      <p:sp>
        <p:nvSpPr>
          <p:cNvPr id="14" name="사진 자리"/>
          <p:cNvSpPr/>
          <p:nvPr/>
        </p:nvSpPr>
        <p:spPr>
          <a:xfrm>
            <a:off x="822960" y="1554480"/>
            <a:ext cx="2499283" cy="2217420"/>
          </a:xfrm>
          <a:prstGeom prst="roundRect">
            <a:avLst>
              <a:gd name="adj" fmla="val 6000"/>
            </a:avLst>
          </a:prstGeom>
          <a:solidFill>
            <a:srgbClr val="D6E9EB"/>
          </a:solidFill>
          <a:ln w="19050">
            <a:solidFill>
              <a:srgbClr val="4B868B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74649"/>
                </a:solidFill>
              </a:rPr>
              <a:t>사진 1</a:t>
            </a:r>
          </a:p>
        </p:txBody>
      </p:sp>
      <p:sp>
        <p:nvSpPr>
          <p:cNvPr id="15" name="사진 자리"/>
          <p:cNvSpPr/>
          <p:nvPr/>
        </p:nvSpPr>
        <p:spPr>
          <a:xfrm>
            <a:off x="3505123" y="1554480"/>
            <a:ext cx="2499283" cy="2217420"/>
          </a:xfrm>
          <a:prstGeom prst="roundRect">
            <a:avLst>
              <a:gd name="adj" fmla="val 6000"/>
            </a:avLst>
          </a:prstGeom>
          <a:solidFill>
            <a:srgbClr val="D6E9EB"/>
          </a:solidFill>
          <a:ln w="19050">
            <a:solidFill>
              <a:srgbClr val="4B868B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74649"/>
                </a:solidFill>
              </a:rPr>
              <a:t>사진 2</a:t>
            </a:r>
          </a:p>
        </p:txBody>
      </p:sp>
      <p:sp>
        <p:nvSpPr>
          <p:cNvPr id="16" name="사진 자리"/>
          <p:cNvSpPr/>
          <p:nvPr/>
        </p:nvSpPr>
        <p:spPr>
          <a:xfrm>
            <a:off x="6187287" y="1554480"/>
            <a:ext cx="2499283" cy="2217420"/>
          </a:xfrm>
          <a:prstGeom prst="roundRect">
            <a:avLst>
              <a:gd name="adj" fmla="val 6000"/>
            </a:avLst>
          </a:prstGeom>
          <a:solidFill>
            <a:srgbClr val="D6E9EB"/>
          </a:solidFill>
          <a:ln w="19050">
            <a:solidFill>
              <a:srgbClr val="4B868B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74649"/>
                </a:solidFill>
              </a:rPr>
              <a:t>사진 3</a:t>
            </a:r>
          </a:p>
        </p:txBody>
      </p:sp>
      <p:sp>
        <p:nvSpPr>
          <p:cNvPr id="17" name="사진 자리"/>
          <p:cNvSpPr/>
          <p:nvPr/>
        </p:nvSpPr>
        <p:spPr>
          <a:xfrm>
            <a:off x="8869451" y="1554480"/>
            <a:ext cx="2499283" cy="2217420"/>
          </a:xfrm>
          <a:prstGeom prst="roundRect">
            <a:avLst>
              <a:gd name="adj" fmla="val 6000"/>
            </a:avLst>
          </a:prstGeom>
          <a:solidFill>
            <a:srgbClr val="D6E9EB"/>
          </a:solidFill>
          <a:ln w="19050">
            <a:solidFill>
              <a:srgbClr val="4B868B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74649"/>
                </a:solidFill>
              </a:rPr>
              <a:t>사진 4</a:t>
            </a:r>
          </a:p>
        </p:txBody>
      </p:sp>
      <p:sp>
        <p:nvSpPr>
          <p:cNvPr id="18" name="사진 자리"/>
          <p:cNvSpPr/>
          <p:nvPr/>
        </p:nvSpPr>
        <p:spPr>
          <a:xfrm>
            <a:off x="822960" y="3954780"/>
            <a:ext cx="2499283" cy="2217420"/>
          </a:xfrm>
          <a:prstGeom prst="roundRect">
            <a:avLst>
              <a:gd name="adj" fmla="val 6000"/>
            </a:avLst>
          </a:prstGeom>
          <a:solidFill>
            <a:srgbClr val="D6E9EB"/>
          </a:solidFill>
          <a:ln w="19050">
            <a:solidFill>
              <a:srgbClr val="4B868B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74649"/>
                </a:solidFill>
              </a:rPr>
              <a:t>사진 5</a:t>
            </a:r>
          </a:p>
        </p:txBody>
      </p:sp>
      <p:sp>
        <p:nvSpPr>
          <p:cNvPr id="19" name="사진 자리"/>
          <p:cNvSpPr/>
          <p:nvPr/>
        </p:nvSpPr>
        <p:spPr>
          <a:xfrm>
            <a:off x="3505123" y="3954780"/>
            <a:ext cx="2499283" cy="2217420"/>
          </a:xfrm>
          <a:prstGeom prst="roundRect">
            <a:avLst>
              <a:gd name="adj" fmla="val 6000"/>
            </a:avLst>
          </a:prstGeom>
          <a:solidFill>
            <a:srgbClr val="D6E9EB"/>
          </a:solidFill>
          <a:ln w="19050">
            <a:solidFill>
              <a:srgbClr val="4B868B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74649"/>
                </a:solidFill>
              </a:rPr>
              <a:t>사진 6</a:t>
            </a:r>
          </a:p>
        </p:txBody>
      </p:sp>
      <p:sp>
        <p:nvSpPr>
          <p:cNvPr id="20" name="사진 자리"/>
          <p:cNvSpPr/>
          <p:nvPr/>
        </p:nvSpPr>
        <p:spPr>
          <a:xfrm>
            <a:off x="6187287" y="3954780"/>
            <a:ext cx="2499283" cy="2217420"/>
          </a:xfrm>
          <a:prstGeom prst="roundRect">
            <a:avLst>
              <a:gd name="adj" fmla="val 6000"/>
            </a:avLst>
          </a:prstGeom>
          <a:solidFill>
            <a:srgbClr val="D6E9EB"/>
          </a:solidFill>
          <a:ln w="19050">
            <a:solidFill>
              <a:srgbClr val="4B868B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74649"/>
                </a:solidFill>
              </a:rPr>
              <a:t>사진 7</a:t>
            </a:r>
          </a:p>
        </p:txBody>
      </p:sp>
      <p:sp>
        <p:nvSpPr>
          <p:cNvPr id="21" name="사진 자리"/>
          <p:cNvSpPr/>
          <p:nvPr/>
        </p:nvSpPr>
        <p:spPr>
          <a:xfrm>
            <a:off x="8869451" y="3954780"/>
            <a:ext cx="2499283" cy="2217420"/>
          </a:xfrm>
          <a:prstGeom prst="roundRect">
            <a:avLst>
              <a:gd name="adj" fmla="val 6000"/>
            </a:avLst>
          </a:prstGeom>
          <a:solidFill>
            <a:srgbClr val="D6E9EB"/>
          </a:solidFill>
          <a:ln w="19050">
            <a:solidFill>
              <a:srgbClr val="4B868B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74649"/>
                </a:solidFill>
              </a:rPr>
              <a:t>사진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38100">
            <a:solidFill>
              <a:srgbClr val="4B86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  <a:ln w="12700">
            <a:solidFill>
              <a:srgbClr val="D6E9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223510" y="960120"/>
            <a:ext cx="493775" cy="822959"/>
          </a:xfrm>
          <a:prstGeom prst="roundRect">
            <a:avLst/>
          </a:prstGeom>
          <a:solidFill>
            <a:srgbClr val="4B86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5346954" y="877824"/>
            <a:ext cx="246887" cy="82296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5346954" y="1783080"/>
            <a:ext cx="246887" cy="82296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5848959" y="1256385"/>
            <a:ext cx="493775" cy="691286"/>
          </a:xfrm>
          <a:prstGeom prst="roundRect">
            <a:avLst/>
          </a:prstGeom>
          <a:solidFill>
            <a:srgbClr val="D6E9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5972403" y="1174089"/>
            <a:ext cx="246887" cy="82296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5972403" y="1947672"/>
            <a:ext cx="246887" cy="82296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6474409" y="960120"/>
            <a:ext cx="493775" cy="822959"/>
          </a:xfrm>
          <a:prstGeom prst="round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6597853" y="877824"/>
            <a:ext cx="246887" cy="82296"/>
          </a:xfrm>
          <a:prstGeom prst="rect">
            <a:avLst/>
          </a:prstGeom>
          <a:solidFill>
            <a:srgbClr val="4B86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6597853" y="1783080"/>
            <a:ext cx="246887" cy="82296"/>
          </a:xfrm>
          <a:prstGeom prst="rect">
            <a:avLst/>
          </a:prstGeom>
          <a:solidFill>
            <a:srgbClr val="4B86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274649"/>
                </a:solidFill>
              </a:rPr>
              <a:t>함께해 주셔서 감사합니다</a:t>
            </a:r>
          </a:p>
        </p:txBody>
      </p:sp>
      <p:sp>
        <p:nvSpPr>
          <p:cNvPr id="14" name="한 줄 문구"/>
          <p:cNvSpPr txBox="1"/>
          <p:nvPr/>
        </p:nvSpPr>
        <p:spPr>
          <a:xfrm>
            <a:off x="1463003" y="3794760"/>
            <a:ext cx="9265688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0" i="1">
                <a:solidFill>
                  <a:srgbClr val="274649"/>
                </a:solidFill>
              </a:rPr>
              <a:t>첫 번째 생일을 축하해 주셔서 고맙습니다</a:t>
            </a:r>
          </a:p>
        </p:txBody>
      </p:sp>
      <p:sp>
        <p:nvSpPr>
          <p:cNvPr id="15" name="안내 문구"/>
          <p:cNvSpPr txBox="1"/>
          <p:nvPr/>
        </p:nvSpPr>
        <p:spPr>
          <a:xfrm>
            <a:off x="1463003" y="4663440"/>
            <a:ext cx="9265688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부모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돌잔치 슬라이드(감사 인사 중심)">
  <a:themeElements>
    <a:clrScheme name="Office">
      <a:dk1>
        <a:sysClr val="windowText" lastClr="000000"/>
      </a:dk1>
      <a:lt1>
        <a:sysClr val="window" lastClr="FFFFFF"/>
      </a:lt1>
      <a:dk2>
        <a:srgbClr val="274649"/>
      </a:dk2>
      <a:lt2>
        <a:srgbClr val="F2F7F8"/>
      </a:lt2>
      <a:accent1>
        <a:srgbClr val="4B868B"/>
      </a:accent1>
      <a:accent2>
        <a:srgbClr val="854761"/>
      </a:accent2>
      <a:accent3>
        <a:srgbClr val="274649"/>
      </a:accent3>
      <a:accent4>
        <a:srgbClr val="D6E9EB"/>
      </a:accent4>
      <a:accent5>
        <a:srgbClr val="686676"/>
      </a:accent5>
      <a:accent6>
        <a:srgbClr val="7D9092"/>
      </a:accent6>
      <a:hlink>
        <a:srgbClr val="4B868B"/>
      </a:hlink>
      <a:folHlink>
        <a:srgbClr val="274649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슬라이드(감사 인사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