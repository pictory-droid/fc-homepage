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A5F3D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3E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바쁘신 중에도 와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un">
            <a:avLst/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E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E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E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E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E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AFD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E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un">
            <a:avLst/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초대합니다</a:t>
            </a:r>
          </a:p>
        </p:txBody>
      </p:sp>
      <p:sp>
        <p:nvSpPr>
          <p:cNvPr id="6" name="초대 글 칸"/>
          <p:cNvSpPr/>
          <p:nvPr/>
        </p:nvSpPr>
        <p:spPr>
          <a:xfrm>
            <a:off x="640080" y="1600200"/>
            <a:ext cx="1091153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10893247" cy="82296"/>
          </a:xfrm>
          <a:prstGeom prst="rect">
            <a:avLst/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초대 글"/>
          <p:cNvSpPr txBox="1"/>
          <p:nvPr/>
        </p:nvSpPr>
        <p:spPr>
          <a:xfrm>
            <a:off x="1097280" y="196596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un">
            <a:avLst/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부모의 한마디</a:t>
            </a:r>
          </a:p>
        </p:txBody>
      </p:sp>
      <p:sp>
        <p:nvSpPr>
          <p:cNvPr id="6" name="편지 칸"/>
          <p:cNvSpPr/>
          <p:nvPr/>
        </p:nvSpPr>
        <p:spPr>
          <a:xfrm>
            <a:off x="640080" y="1600200"/>
            <a:ext cx="1091153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10893247" cy="82296"/>
          </a:xfrm>
          <a:prstGeom prst="rect">
            <a:avLst/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편지 글"/>
          <p:cNvSpPr txBox="1"/>
          <p:nvPr/>
        </p:nvSpPr>
        <p:spPr>
          <a:xfrm>
            <a:off x="1097280" y="196596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un">
            <a:avLst/>
          </a:prstGeom>
          <a:solidFill>
            <a:srgbClr val="7BE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802684" y="0"/>
            <a:ext cx="4389010" cy="6858000"/>
          </a:xfrm>
          <a:prstGeom prst="rect">
            <a:avLst/>
          </a:prstGeom>
          <a:solidFill>
            <a:srgbClr val="A5F3D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3E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8168435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27493E"/>
      </a:dk2>
      <a:lt2>
        <a:srgbClr val="EAFDF7"/>
      </a:lt2>
      <a:accent1>
        <a:srgbClr val="7BEAC5"/>
      </a:accent1>
      <a:accent2>
        <a:srgbClr val="9FE5EF"/>
      </a:accent2>
      <a:accent3>
        <a:srgbClr val="27493E"/>
      </a:accent3>
      <a:accent4>
        <a:srgbClr val="D1FAEC"/>
      </a:accent4>
      <a:accent5>
        <a:srgbClr val="8DE8DA"/>
      </a:accent5>
      <a:accent6>
        <a:srgbClr val="7D928B"/>
      </a:accent6>
      <a:hlink>
        <a:srgbClr val="7BEAC5"/>
      </a:hlink>
      <a:folHlink>
        <a:srgbClr val="27493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