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15F45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45"/>
                </a:solidFill>
              </a:rPr>
              <a:t>바쁘신 중에도 와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15F45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5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EFC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5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5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EFC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5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5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EEFC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45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D1FA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EC"/>
                      </a:solidFill>
                      <a:prstDash val="solid"/>
                    </a:lnL>
                    <a:lnR w="9525" cap="flat" cmpd="sng" algn="ctr">
                      <a:solidFill>
                        <a:srgbClr val="D1FAEC"/>
                      </a:solidFill>
                      <a:prstDash val="solid"/>
                    </a:lnR>
                    <a:lnT w="9525" cap="flat" cmpd="sng" algn="ctr">
                      <a:solidFill>
                        <a:srgbClr val="D1FAEC"/>
                      </a:solidFill>
                      <a:prstDash val="solid"/>
                    </a:lnT>
                    <a:lnB w="9525" cap="flat" cmpd="sng" algn="ctr">
                      <a:solidFill>
                        <a:srgbClr val="D1FAE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초대합니다</a:t>
            </a:r>
          </a:p>
        </p:txBody>
      </p:sp>
      <p:sp>
        <p:nvSpPr>
          <p:cNvPr id="5" name="초대 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EEFCF7"/>
          </a:solidFill>
          <a:ln w="12700">
            <a:solidFill>
              <a:srgbClr val="D1FA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초대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부모의 한마디</a:t>
            </a:r>
          </a:p>
        </p:txBody>
      </p:sp>
      <p:sp>
        <p:nvSpPr>
          <p:cNvPr id="5" name="편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D1FAEC"/>
          </a:solidFill>
          <a:ln w="12700">
            <a:solidFill>
              <a:srgbClr val="26C5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편지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1FA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6C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45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FAEC"/>
          </a:solidFill>
          <a:ln w="19050">
            <a:solidFill>
              <a:srgbClr val="26C59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45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5F45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45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115F45"/>
      </a:dk2>
      <a:lt2>
        <a:srgbClr val="EEFCF7"/>
      </a:lt2>
      <a:accent1>
        <a:srgbClr val="26C590"/>
      </a:accent1>
      <a:accent2>
        <a:srgbClr val="209DB6"/>
      </a:accent2>
      <a:accent3>
        <a:srgbClr val="115F45"/>
      </a:accent3>
      <a:accent4>
        <a:srgbClr val="D1FAEC"/>
      </a:accent4>
      <a:accent5>
        <a:srgbClr val="23B1A3"/>
      </a:accent5>
      <a:accent6>
        <a:srgbClr val="709F8F"/>
      </a:accent6>
      <a:hlink>
        <a:srgbClr val="26C590"/>
      </a:hlink>
      <a:folHlink>
        <a:srgbClr val="115F4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