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43D30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43D30"/>
                </a:solidFill>
              </a:rPr>
              <a:t>바쁘신 중에도 와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30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0F1E6"/>
          </a:solidFill>
          <a:ln w="19050">
            <a:solidFill>
              <a:srgbClr val="246B5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43D30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30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30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30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30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30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0FA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43D30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D0F1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0F1E6"/>
                      </a:solidFill>
                      <a:prstDash val="solid"/>
                    </a:lnL>
                    <a:lnR w="9525" cap="flat" cmpd="sng" algn="ctr">
                      <a:solidFill>
                        <a:srgbClr val="D0F1E6"/>
                      </a:solidFill>
                      <a:prstDash val="solid"/>
                    </a:lnR>
                    <a:lnT w="9525" cap="flat" cmpd="sng" algn="ctr">
                      <a:solidFill>
                        <a:srgbClr val="D0F1E6"/>
                      </a:solidFill>
                      <a:prstDash val="solid"/>
                    </a:lnT>
                    <a:lnB w="9525" cap="flat" cmpd="sng" algn="ctr">
                      <a:solidFill>
                        <a:srgbClr val="D0F1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30"/>
                </a:solidFill>
              </a:rPr>
              <a:t>초대합니다</a:t>
            </a:r>
          </a:p>
        </p:txBody>
      </p:sp>
      <p:sp>
        <p:nvSpPr>
          <p:cNvPr id="5" name="초대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0FAF6"/>
          </a:solidFill>
          <a:ln w="12700">
            <a:solidFill>
              <a:srgbClr val="D0F1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초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아이의 첫 생일에 모십니다.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오셔서 같이 밥 한 끼 해 주세요.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30"/>
                </a:solidFill>
              </a:rPr>
              <a:t>부모의 한마디</a:t>
            </a:r>
          </a:p>
        </p:txBody>
      </p:sp>
      <p:sp>
        <p:nvSpPr>
          <p:cNvPr id="5" name="편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D0F1E6"/>
          </a:solidFill>
          <a:ln w="12700">
            <a:solidFill>
              <a:srgbClr val="246B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편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0F1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46B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43D30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0F1E6"/>
          </a:solidFill>
          <a:ln w="19050">
            <a:solidFill>
              <a:srgbClr val="246B5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30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0F1E6"/>
          </a:solidFill>
          <a:ln w="19050">
            <a:solidFill>
              <a:srgbClr val="246B5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30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0F1E6"/>
          </a:solidFill>
          <a:ln w="19050">
            <a:solidFill>
              <a:srgbClr val="246B5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30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0F1E6"/>
          </a:solidFill>
          <a:ln w="19050">
            <a:solidFill>
              <a:srgbClr val="246B5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30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0F1E6"/>
          </a:solidFill>
          <a:ln w="19050">
            <a:solidFill>
              <a:srgbClr val="246B5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30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0F1E6"/>
          </a:solidFill>
          <a:ln w="19050">
            <a:solidFill>
              <a:srgbClr val="246B5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30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0F1E6"/>
          </a:solidFill>
          <a:ln w="19050">
            <a:solidFill>
              <a:srgbClr val="246B5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30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0F1E6"/>
          </a:solidFill>
          <a:ln w="19050">
            <a:solidFill>
              <a:srgbClr val="246B53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43D3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43D30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43D30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143D30"/>
      </a:dk2>
      <a:lt2>
        <a:srgbClr val="F0FAF6"/>
      </a:lt2>
      <a:accent1>
        <a:srgbClr val="246B53"/>
      </a:accent1>
      <a:accent2>
        <a:srgbClr val="913B83"/>
      </a:accent2>
      <a:accent3>
        <a:srgbClr val="143D30"/>
      </a:accent3>
      <a:accent4>
        <a:srgbClr val="D0F1E6"/>
      </a:accent4>
      <a:accent5>
        <a:srgbClr val="5A536B"/>
      </a:accent5>
      <a:accent6>
        <a:srgbClr val="728B83"/>
      </a:accent6>
      <a:hlink>
        <a:srgbClr val="246B53"/>
      </a:hlink>
      <a:folHlink>
        <a:srgbClr val="143D3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