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-1714500"/>
            <a:ext cx="7886700" cy="788670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9509522" y="3977639"/>
            <a:ext cx="3429000" cy="34290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0370041" y="1303642"/>
            <a:ext cx="972669" cy="972669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0966056" y="404965"/>
            <a:ext cx="415579" cy="415579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8517029" y="1857812"/>
            <a:ext cx="743304" cy="74330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0732199" y="2536825"/>
            <a:ext cx="862336" cy="862336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0694079" y="2423818"/>
            <a:ext cx="852890" cy="852890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0442192" y="1296230"/>
            <a:ext cx="435134" cy="43513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705432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43D30"/>
                </a:solidFill>
              </a:rPr>
              <a:t>첫 번째 생일</a:t>
            </a:r>
          </a:p>
        </p:txBody>
      </p:sp>
      <p:sp>
        <p:nvSpPr>
          <p:cNvPr id="11" name="한 줄 문구"/>
          <p:cNvSpPr txBox="1"/>
          <p:nvPr/>
        </p:nvSpPr>
        <p:spPr>
          <a:xfrm>
            <a:off x="853418" y="3611880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반딧불처럼 반짝이는 눈망울</a:t>
            </a:r>
          </a:p>
        </p:txBody>
      </p:sp>
      <p:sp>
        <p:nvSpPr>
          <p:cNvPr id="12" name="안내 문구"/>
          <p:cNvSpPr txBox="1"/>
          <p:nvPr/>
        </p:nvSpPr>
        <p:spPr>
          <a:xfrm>
            <a:off x="853418" y="448056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2026.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우리 아기를 소개합니다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43D30"/>
                </a:solidFill>
              </a:rPr>
              <a:t>아기 사진을 넣어 주세요</a:t>
            </a:r>
          </a:p>
        </p:txBody>
      </p:sp>
      <p:graphicFrame>
        <p:nvGraphicFramePr>
          <p:cNvPr id="12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초대합니다</a:t>
            </a:r>
          </a:p>
        </p:txBody>
      </p:sp>
      <p:sp>
        <p:nvSpPr>
          <p:cNvPr id="11" name="초대 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초대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소중한 분들을 초대합니다.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저희 아기가 첫 번째 생일을 맞이했습니다.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함께해 주시면 큰 기쁨이 되겠습니다.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부모의 한마디</a:t>
            </a:r>
          </a:p>
        </p:txBody>
      </p:sp>
      <p:sp>
        <p:nvSpPr>
          <p:cNvPr id="11" name="편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D0F1E6"/>
          </a:solidFill>
          <a:ln w="12700">
            <a:solidFill>
              <a:srgbClr val="246B5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편지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사진 모음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1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2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3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4</a:t>
            </a:r>
          </a:p>
        </p:txBody>
      </p:sp>
      <p:sp>
        <p:nvSpPr>
          <p:cNvPr id="15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5</a:t>
            </a:r>
          </a:p>
        </p:txBody>
      </p:sp>
      <p:sp>
        <p:nvSpPr>
          <p:cNvPr id="16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6</a:t>
            </a:r>
          </a:p>
        </p:txBody>
      </p:sp>
      <p:sp>
        <p:nvSpPr>
          <p:cNvPr id="17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7</a:t>
            </a:r>
          </a:p>
        </p:txBody>
      </p:sp>
      <p:sp>
        <p:nvSpPr>
          <p:cNvPr id="18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-1714500"/>
            <a:ext cx="7886700" cy="788670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9509522" y="3977639"/>
            <a:ext cx="3429000" cy="34290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0370041" y="1303642"/>
            <a:ext cx="972669" cy="972669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0966056" y="404965"/>
            <a:ext cx="415579" cy="415579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8517029" y="1857812"/>
            <a:ext cx="743304" cy="74330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0732199" y="2536825"/>
            <a:ext cx="862336" cy="862336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0694079" y="2423818"/>
            <a:ext cx="852890" cy="852890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0442192" y="1296230"/>
            <a:ext cx="435134" cy="43513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705432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3D30"/>
                </a:solidFill>
              </a:rPr>
              <a:t>함께해 주셔서 감사합니다</a:t>
            </a:r>
          </a:p>
        </p:txBody>
      </p:sp>
      <p:sp>
        <p:nvSpPr>
          <p:cNvPr id="11" name="한 줄 문구"/>
          <p:cNvSpPr txBox="1"/>
          <p:nvPr/>
        </p:nvSpPr>
        <p:spPr>
          <a:xfrm>
            <a:off x="853418" y="3611880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첫 번째 생일을 축하해 주셔서 고맙습니다</a:t>
            </a:r>
          </a:p>
        </p:txBody>
      </p:sp>
      <p:sp>
        <p:nvSpPr>
          <p:cNvPr id="12" name="안내 문구"/>
          <p:cNvSpPr txBox="1"/>
          <p:nvPr/>
        </p:nvSpPr>
        <p:spPr>
          <a:xfrm>
            <a:off x="853418" y="448056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143D30"/>
      </a:dk2>
      <a:lt2>
        <a:srgbClr val="F0FAF6"/>
      </a:lt2>
      <a:accent1>
        <a:srgbClr val="246B53"/>
      </a:accent1>
      <a:accent2>
        <a:srgbClr val="913B83"/>
      </a:accent2>
      <a:accent3>
        <a:srgbClr val="143D30"/>
      </a:accent3>
      <a:accent4>
        <a:srgbClr val="D0F1E6"/>
      </a:accent4>
      <a:accent5>
        <a:srgbClr val="5A536B"/>
      </a:accent5>
      <a:accent6>
        <a:srgbClr val="728B83"/>
      </a:accent6>
      <a:hlink>
        <a:srgbClr val="246B53"/>
      </a:hlink>
      <a:folHlink>
        <a:srgbClr val="143D3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