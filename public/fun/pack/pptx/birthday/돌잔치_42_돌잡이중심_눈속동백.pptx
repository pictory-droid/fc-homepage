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5B151B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151B"/>
                </a:solidFill>
              </a:rPr>
              <a:t>고른 것은 평생 놀림감이 될 겁니다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우리 아기를 소개합니다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91440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B151B"/>
                </a:solidFill>
              </a:rPr>
              <a:t>아기 사진을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5120640" y="1600200"/>
          <a:ext cx="643097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0217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151B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151B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151B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151B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151B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151B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돌잡이 이야기</a:t>
            </a:r>
          </a:p>
        </p:txBody>
      </p:sp>
      <p:sp>
        <p:nvSpPr>
          <p:cNvPr id="5" name="카드 1"/>
          <p:cNvSpPr/>
          <p:nvPr/>
        </p:nvSpPr>
        <p:spPr>
          <a:xfrm>
            <a:off x="914400" y="1600200"/>
            <a:ext cx="2487853" cy="48006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5B151B"/>
                </a:solidFill>
              </a:rPr>
              <a:t>연필 · 공부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221353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학문과 총명을 바라는 마음</a:t>
            </a:r>
          </a:p>
        </p:txBody>
      </p:sp>
      <p:sp>
        <p:nvSpPr>
          <p:cNvPr id="9" name="카드 2"/>
          <p:cNvSpPr/>
          <p:nvPr/>
        </p:nvSpPr>
        <p:spPr>
          <a:xfrm>
            <a:off x="3630853" y="1600200"/>
            <a:ext cx="2487853" cy="48006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3813733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8013" y="237744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5B151B"/>
                </a:solidFill>
              </a:rPr>
              <a:t>실 · 장수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8013" y="3063240"/>
            <a:ext cx="221353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건강하고 오래 살기를</a:t>
            </a:r>
          </a:p>
        </p:txBody>
      </p:sp>
      <p:sp>
        <p:nvSpPr>
          <p:cNvPr id="13" name="카드 3"/>
          <p:cNvSpPr/>
          <p:nvPr/>
        </p:nvSpPr>
        <p:spPr>
          <a:xfrm>
            <a:off x="6347307" y="1600200"/>
            <a:ext cx="2487853" cy="48006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6530187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4467" y="237744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5B151B"/>
                </a:solidFill>
              </a:rPr>
              <a:t>돈 · 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4467" y="3063240"/>
            <a:ext cx="221353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넉넉한 삶을 바라는 마음</a:t>
            </a:r>
          </a:p>
        </p:txBody>
      </p:sp>
      <p:sp>
        <p:nvSpPr>
          <p:cNvPr id="17" name="카드 4"/>
          <p:cNvSpPr/>
          <p:nvPr/>
        </p:nvSpPr>
        <p:spPr>
          <a:xfrm>
            <a:off x="9063761" y="1600200"/>
            <a:ext cx="2487853" cy="48006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9246641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0921" y="237744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5B151B"/>
                </a:solidFill>
              </a:rPr>
              <a:t>마이크 · 인기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0921" y="3063240"/>
            <a:ext cx="221353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사람들에게 사랑받기를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우리 아기의 선택은?</a:t>
            </a:r>
          </a:p>
        </p:txBody>
      </p:sp>
      <p:sp>
        <p:nvSpPr>
          <p:cNvPr id="5" name="사진 자리"/>
          <p:cNvSpPr/>
          <p:nvPr/>
        </p:nvSpPr>
        <p:spPr>
          <a:xfrm>
            <a:off x="914400" y="1600200"/>
            <a:ext cx="4572000" cy="480060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B151B"/>
                </a:solidFill>
              </a:rPr>
              <a:t>돌잡이 사진</a:t>
            </a:r>
          </a:p>
        </p:txBody>
      </p:sp>
      <p:sp>
        <p:nvSpPr>
          <p:cNvPr id="6" name="선택 칸"/>
          <p:cNvSpPr/>
          <p:nvPr/>
        </p:nvSpPr>
        <p:spPr>
          <a:xfrm>
            <a:off x="5852160" y="1600200"/>
            <a:ext cx="5699455" cy="48006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2700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874519"/>
            <a:ext cx="5150815" cy="4251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그때 가족의 반응은?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사진 모음</a:t>
            </a:r>
          </a:p>
        </p:txBody>
      </p:sp>
      <p:sp>
        <p:nvSpPr>
          <p:cNvPr id="5" name="사진 자리"/>
          <p:cNvSpPr/>
          <p:nvPr/>
        </p:nvSpPr>
        <p:spPr>
          <a:xfrm>
            <a:off x="914400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3619423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324447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9029471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914400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619423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6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324447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7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9029471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5B151B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151B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돌잡이 중심)">
  <a:themeElements>
    <a:clrScheme name="Office">
      <a:dk1>
        <a:sysClr val="windowText" lastClr="000000"/>
      </a:dk1>
      <a:lt1>
        <a:sysClr val="window" lastClr="FFFFFF"/>
      </a:lt1>
      <a:dk2>
        <a:srgbClr val="5B151B"/>
      </a:dk2>
      <a:lt2>
        <a:srgbClr val="FBEEF0"/>
      </a:lt2>
      <a:accent1>
        <a:srgbClr val="AE2934"/>
      </a:accent1>
      <a:accent2>
        <a:srgbClr val="3B915F"/>
      </a:accent2>
      <a:accent3>
        <a:srgbClr val="5B151B"/>
      </a:accent3>
      <a:accent4>
        <a:srgbClr val="F5CCCF"/>
      </a:accent4>
      <a:accent5>
        <a:srgbClr val="745D4A"/>
      </a:accent5>
      <a:accent6>
        <a:srgbClr val="9D7376"/>
      </a:accent6>
      <a:hlink>
        <a:srgbClr val="AE2934"/>
      </a:hlink>
      <a:folHlink>
        <a:srgbClr val="5B151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