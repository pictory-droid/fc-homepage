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birthday-4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5B151B"/>
                </a:solidFill>
              </a:rPr>
              <a:t>첫 번째 생일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5B151B"/>
                </a:solidFill>
              </a:rPr>
              <a:t>고른 것은 평생 놀림감이 될 겁니다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2027.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장소를 입력하세요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E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AE29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3B91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B151B"/>
                </a:solidFill>
              </a:rPr>
              <a:t>우리 아기를 소개합니다</a:t>
            </a:r>
          </a:p>
        </p:txBody>
      </p:sp>
      <p:sp>
        <p:nvSpPr>
          <p:cNvPr id="5" name="사진 자리"/>
          <p:cNvSpPr/>
          <p:nvPr/>
        </p:nvSpPr>
        <p:spPr>
          <a:xfrm>
            <a:off x="914400" y="1600200"/>
            <a:ext cx="3840480" cy="4617720"/>
          </a:xfrm>
          <a:prstGeom prst="roundRect">
            <a:avLst>
              <a:gd name="adj" fmla="val 6000"/>
            </a:avLst>
          </a:prstGeom>
          <a:solidFill>
            <a:srgbClr val="F5CCCF"/>
          </a:solidFill>
          <a:ln w="19050">
            <a:solidFill>
              <a:srgbClr val="AE2934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5B151B"/>
                </a:solidFill>
              </a:rPr>
              <a:t>아기 사진을 넣어 주세요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5120640" y="1600200"/>
          <a:ext cx="6430975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460217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5B151B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CCCF"/>
                      </a:solidFill>
                      <a:prstDash val="solid"/>
                    </a:lnL>
                    <a:lnR w="9525" cap="flat" cmpd="sng" algn="ctr">
                      <a:solidFill>
                        <a:srgbClr val="F5CCCF"/>
                      </a:solidFill>
                      <a:prstDash val="solid"/>
                    </a:lnR>
                    <a:lnT w="9525" cap="flat" cmpd="sng" algn="ctr">
                      <a:solidFill>
                        <a:srgbClr val="F5CCCF"/>
                      </a:solidFill>
                      <a:prstDash val="solid"/>
                    </a:lnT>
                    <a:lnB w="9525" cap="flat" cmpd="sng" algn="ctr">
                      <a:solidFill>
                        <a:srgbClr val="F5CCCF"/>
                      </a:solidFill>
                      <a:prstDash val="solid"/>
                    </a:lnB>
                    <a:solidFill>
                      <a:srgbClr val="F5CC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CCCF"/>
                      </a:solidFill>
                      <a:prstDash val="solid"/>
                    </a:lnL>
                    <a:lnR w="9525" cap="flat" cmpd="sng" algn="ctr">
                      <a:solidFill>
                        <a:srgbClr val="F5CCCF"/>
                      </a:solidFill>
                      <a:prstDash val="solid"/>
                    </a:lnR>
                    <a:lnT w="9525" cap="flat" cmpd="sng" algn="ctr">
                      <a:solidFill>
                        <a:srgbClr val="F5CCCF"/>
                      </a:solidFill>
                      <a:prstDash val="solid"/>
                    </a:lnT>
                    <a:lnB w="9525" cap="flat" cmpd="sng" algn="ctr">
                      <a:solidFill>
                        <a:srgbClr val="F5CCCF"/>
                      </a:solidFill>
                      <a:prstDash val="solid"/>
                    </a:lnB>
                    <a:solidFill>
                      <a:srgbClr val="FBEEF0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5B151B"/>
                          </a:solidFill>
                        </a:rPr>
                        <a:t>생일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CCCF"/>
                      </a:solidFill>
                      <a:prstDash val="solid"/>
                    </a:lnL>
                    <a:lnR w="9525" cap="flat" cmpd="sng" algn="ctr">
                      <a:solidFill>
                        <a:srgbClr val="F5CCCF"/>
                      </a:solidFill>
                      <a:prstDash val="solid"/>
                    </a:lnR>
                    <a:lnT w="9525" cap="flat" cmpd="sng" algn="ctr">
                      <a:solidFill>
                        <a:srgbClr val="F5CCCF"/>
                      </a:solidFill>
                      <a:prstDash val="solid"/>
                    </a:lnT>
                    <a:lnB w="9525" cap="flat" cmpd="sng" algn="ctr">
                      <a:solidFill>
                        <a:srgbClr val="F5CCCF"/>
                      </a:solidFill>
                      <a:prstDash val="solid"/>
                    </a:lnB>
                    <a:solidFill>
                      <a:srgbClr val="F5CC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CCCF"/>
                      </a:solidFill>
                      <a:prstDash val="solid"/>
                    </a:lnL>
                    <a:lnR w="9525" cap="flat" cmpd="sng" algn="ctr">
                      <a:solidFill>
                        <a:srgbClr val="F5CCCF"/>
                      </a:solidFill>
                      <a:prstDash val="solid"/>
                    </a:lnR>
                    <a:lnT w="9525" cap="flat" cmpd="sng" algn="ctr">
                      <a:solidFill>
                        <a:srgbClr val="F5CCCF"/>
                      </a:solidFill>
                      <a:prstDash val="solid"/>
                    </a:lnT>
                    <a:lnB w="9525" cap="flat" cmpd="sng" algn="ctr">
                      <a:solidFill>
                        <a:srgbClr val="F5CC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5B151B"/>
                          </a:solidFill>
                        </a:rPr>
                        <a:t>키 · 몸무게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CCCF"/>
                      </a:solidFill>
                      <a:prstDash val="solid"/>
                    </a:lnL>
                    <a:lnR w="9525" cap="flat" cmpd="sng" algn="ctr">
                      <a:solidFill>
                        <a:srgbClr val="F5CCCF"/>
                      </a:solidFill>
                      <a:prstDash val="solid"/>
                    </a:lnR>
                    <a:lnT w="9525" cap="flat" cmpd="sng" algn="ctr">
                      <a:solidFill>
                        <a:srgbClr val="F5CCCF"/>
                      </a:solidFill>
                      <a:prstDash val="solid"/>
                    </a:lnT>
                    <a:lnB w="9525" cap="flat" cmpd="sng" algn="ctr">
                      <a:solidFill>
                        <a:srgbClr val="F5CCCF"/>
                      </a:solidFill>
                      <a:prstDash val="solid"/>
                    </a:lnB>
                    <a:solidFill>
                      <a:srgbClr val="F5CC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CCCF"/>
                      </a:solidFill>
                      <a:prstDash val="solid"/>
                    </a:lnL>
                    <a:lnR w="9525" cap="flat" cmpd="sng" algn="ctr">
                      <a:solidFill>
                        <a:srgbClr val="F5CCCF"/>
                      </a:solidFill>
                      <a:prstDash val="solid"/>
                    </a:lnR>
                    <a:lnT w="9525" cap="flat" cmpd="sng" algn="ctr">
                      <a:solidFill>
                        <a:srgbClr val="F5CCCF"/>
                      </a:solidFill>
                      <a:prstDash val="solid"/>
                    </a:lnT>
                    <a:lnB w="9525" cap="flat" cmpd="sng" algn="ctr">
                      <a:solidFill>
                        <a:srgbClr val="F5CCCF"/>
                      </a:solidFill>
                      <a:prstDash val="solid"/>
                    </a:lnB>
                    <a:solidFill>
                      <a:srgbClr val="FBEEF0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5B151B"/>
                          </a:solidFill>
                        </a:rPr>
                        <a:t>좋아하는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CCCF"/>
                      </a:solidFill>
                      <a:prstDash val="solid"/>
                    </a:lnL>
                    <a:lnR w="9525" cap="flat" cmpd="sng" algn="ctr">
                      <a:solidFill>
                        <a:srgbClr val="F5CCCF"/>
                      </a:solidFill>
                      <a:prstDash val="solid"/>
                    </a:lnR>
                    <a:lnT w="9525" cap="flat" cmpd="sng" algn="ctr">
                      <a:solidFill>
                        <a:srgbClr val="F5CCCF"/>
                      </a:solidFill>
                      <a:prstDash val="solid"/>
                    </a:lnT>
                    <a:lnB w="9525" cap="flat" cmpd="sng" algn="ctr">
                      <a:solidFill>
                        <a:srgbClr val="F5CCCF"/>
                      </a:solidFill>
                      <a:prstDash val="solid"/>
                    </a:lnB>
                    <a:solidFill>
                      <a:srgbClr val="F5CC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CCCF"/>
                      </a:solidFill>
                      <a:prstDash val="solid"/>
                    </a:lnL>
                    <a:lnR w="9525" cap="flat" cmpd="sng" algn="ctr">
                      <a:solidFill>
                        <a:srgbClr val="F5CCCF"/>
                      </a:solidFill>
                      <a:prstDash val="solid"/>
                    </a:lnR>
                    <a:lnT w="9525" cap="flat" cmpd="sng" algn="ctr">
                      <a:solidFill>
                        <a:srgbClr val="F5CCCF"/>
                      </a:solidFill>
                      <a:prstDash val="solid"/>
                    </a:lnT>
                    <a:lnB w="9525" cap="flat" cmpd="sng" algn="ctr">
                      <a:solidFill>
                        <a:srgbClr val="F5CC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5B151B"/>
                          </a:solidFill>
                        </a:rPr>
                        <a:t>별명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CCCF"/>
                      </a:solidFill>
                      <a:prstDash val="solid"/>
                    </a:lnL>
                    <a:lnR w="9525" cap="flat" cmpd="sng" algn="ctr">
                      <a:solidFill>
                        <a:srgbClr val="F5CCCF"/>
                      </a:solidFill>
                      <a:prstDash val="solid"/>
                    </a:lnR>
                    <a:lnT w="9525" cap="flat" cmpd="sng" algn="ctr">
                      <a:solidFill>
                        <a:srgbClr val="F5CCCF"/>
                      </a:solidFill>
                      <a:prstDash val="solid"/>
                    </a:lnT>
                    <a:lnB w="9525" cap="flat" cmpd="sng" algn="ctr">
                      <a:solidFill>
                        <a:srgbClr val="F5CCCF"/>
                      </a:solidFill>
                      <a:prstDash val="solid"/>
                    </a:lnB>
                    <a:solidFill>
                      <a:srgbClr val="F5CC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CCCF"/>
                      </a:solidFill>
                      <a:prstDash val="solid"/>
                    </a:lnL>
                    <a:lnR w="9525" cap="flat" cmpd="sng" algn="ctr">
                      <a:solidFill>
                        <a:srgbClr val="F5CCCF"/>
                      </a:solidFill>
                      <a:prstDash val="solid"/>
                    </a:lnR>
                    <a:lnT w="9525" cap="flat" cmpd="sng" algn="ctr">
                      <a:solidFill>
                        <a:srgbClr val="F5CCCF"/>
                      </a:solidFill>
                      <a:prstDash val="solid"/>
                    </a:lnT>
                    <a:lnB w="9525" cap="flat" cmpd="sng" algn="ctr">
                      <a:solidFill>
                        <a:srgbClr val="F5CCCF"/>
                      </a:solidFill>
                      <a:prstDash val="solid"/>
                    </a:lnB>
                    <a:solidFill>
                      <a:srgbClr val="FBEEF0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5B151B"/>
                          </a:solidFill>
                        </a:rPr>
                        <a:t>부모의 마음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CCCF"/>
                      </a:solidFill>
                      <a:prstDash val="solid"/>
                    </a:lnL>
                    <a:lnR w="9525" cap="flat" cmpd="sng" algn="ctr">
                      <a:solidFill>
                        <a:srgbClr val="F5CCCF"/>
                      </a:solidFill>
                      <a:prstDash val="solid"/>
                    </a:lnR>
                    <a:lnT w="9525" cap="flat" cmpd="sng" algn="ctr">
                      <a:solidFill>
                        <a:srgbClr val="F5CCCF"/>
                      </a:solidFill>
                      <a:prstDash val="solid"/>
                    </a:lnT>
                    <a:lnB w="9525" cap="flat" cmpd="sng" algn="ctr">
                      <a:solidFill>
                        <a:srgbClr val="F5CCCF"/>
                      </a:solidFill>
                      <a:prstDash val="solid"/>
                    </a:lnB>
                    <a:solidFill>
                      <a:srgbClr val="F5CC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CCCF"/>
                      </a:solidFill>
                      <a:prstDash val="solid"/>
                    </a:lnL>
                    <a:lnR w="9525" cap="flat" cmpd="sng" algn="ctr">
                      <a:solidFill>
                        <a:srgbClr val="F5CCCF"/>
                      </a:solidFill>
                      <a:prstDash val="solid"/>
                    </a:lnR>
                    <a:lnT w="9525" cap="flat" cmpd="sng" algn="ctr">
                      <a:solidFill>
                        <a:srgbClr val="F5CCCF"/>
                      </a:solidFill>
                      <a:prstDash val="solid"/>
                    </a:lnT>
                    <a:lnB w="9525" cap="flat" cmpd="sng" algn="ctr">
                      <a:solidFill>
                        <a:srgbClr val="F5CC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E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AE29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3B91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B151B"/>
                </a:solidFill>
              </a:rPr>
              <a:t>돌잡이 이야기</a:t>
            </a:r>
          </a:p>
        </p:txBody>
      </p:sp>
      <p:sp>
        <p:nvSpPr>
          <p:cNvPr id="5" name="카드 1"/>
          <p:cNvSpPr/>
          <p:nvPr/>
        </p:nvSpPr>
        <p:spPr>
          <a:xfrm>
            <a:off x="914400" y="1600200"/>
            <a:ext cx="2487853" cy="4800600"/>
          </a:xfrm>
          <a:prstGeom prst="roundRect">
            <a:avLst>
              <a:gd name="adj" fmla="val 8000"/>
            </a:avLst>
          </a:prstGeom>
          <a:solidFill>
            <a:srgbClr val="FBEEF0"/>
          </a:solidFill>
          <a:ln w="15875">
            <a:solidFill>
              <a:srgbClr val="F5CCC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1097280" y="1783080"/>
            <a:ext cx="457200" cy="457200"/>
          </a:xfrm>
          <a:prstGeom prst="ellipse">
            <a:avLst/>
          </a:prstGeom>
          <a:solidFill>
            <a:srgbClr val="AE2934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377440"/>
            <a:ext cx="221353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5B151B"/>
                </a:solidFill>
              </a:rPr>
              <a:t>연필 · 공부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063240"/>
            <a:ext cx="2213533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2B2B2B"/>
                </a:solidFill>
              </a:rPr>
              <a:t>학문과 총명을 바라는 마음</a:t>
            </a:r>
          </a:p>
        </p:txBody>
      </p:sp>
      <p:sp>
        <p:nvSpPr>
          <p:cNvPr id="9" name="카드 2"/>
          <p:cNvSpPr/>
          <p:nvPr/>
        </p:nvSpPr>
        <p:spPr>
          <a:xfrm>
            <a:off x="3630853" y="1600200"/>
            <a:ext cx="2487853" cy="4800600"/>
          </a:xfrm>
          <a:prstGeom prst="roundRect">
            <a:avLst>
              <a:gd name="adj" fmla="val 8000"/>
            </a:avLst>
          </a:prstGeom>
          <a:solidFill>
            <a:srgbClr val="FBEEF0"/>
          </a:solidFill>
          <a:ln w="15875">
            <a:solidFill>
              <a:srgbClr val="F5CCC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3813733" y="1783080"/>
            <a:ext cx="457200" cy="457200"/>
          </a:xfrm>
          <a:prstGeom prst="ellipse">
            <a:avLst/>
          </a:prstGeom>
          <a:solidFill>
            <a:srgbClr val="AE2934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68013" y="2377440"/>
            <a:ext cx="221353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5B151B"/>
                </a:solidFill>
              </a:rPr>
              <a:t>실 · 장수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68013" y="3063240"/>
            <a:ext cx="2213533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2B2B2B"/>
                </a:solidFill>
              </a:rPr>
              <a:t>건강하고 오래 살기를</a:t>
            </a:r>
          </a:p>
        </p:txBody>
      </p:sp>
      <p:sp>
        <p:nvSpPr>
          <p:cNvPr id="13" name="카드 3"/>
          <p:cNvSpPr/>
          <p:nvPr/>
        </p:nvSpPr>
        <p:spPr>
          <a:xfrm>
            <a:off x="6347307" y="1600200"/>
            <a:ext cx="2487853" cy="4800600"/>
          </a:xfrm>
          <a:prstGeom prst="roundRect">
            <a:avLst>
              <a:gd name="adj" fmla="val 8000"/>
            </a:avLst>
          </a:prstGeom>
          <a:solidFill>
            <a:srgbClr val="FBEEF0"/>
          </a:solidFill>
          <a:ln w="15875">
            <a:solidFill>
              <a:srgbClr val="F5CCC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6530187" y="1783080"/>
            <a:ext cx="457200" cy="457200"/>
          </a:xfrm>
          <a:prstGeom prst="ellipse">
            <a:avLst/>
          </a:prstGeom>
          <a:solidFill>
            <a:srgbClr val="AE2934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4467" y="2377440"/>
            <a:ext cx="221353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5B151B"/>
                </a:solidFill>
              </a:rPr>
              <a:t>돈 · 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4467" y="3063240"/>
            <a:ext cx="2213533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2B2B2B"/>
                </a:solidFill>
              </a:rPr>
              <a:t>넉넉한 삶을 바라는 마음</a:t>
            </a:r>
          </a:p>
        </p:txBody>
      </p:sp>
      <p:sp>
        <p:nvSpPr>
          <p:cNvPr id="17" name="카드 4"/>
          <p:cNvSpPr/>
          <p:nvPr/>
        </p:nvSpPr>
        <p:spPr>
          <a:xfrm>
            <a:off x="9063761" y="1600200"/>
            <a:ext cx="2487853" cy="4800600"/>
          </a:xfrm>
          <a:prstGeom prst="roundRect">
            <a:avLst>
              <a:gd name="adj" fmla="val 8000"/>
            </a:avLst>
          </a:prstGeom>
          <a:solidFill>
            <a:srgbClr val="FBEEF0"/>
          </a:solidFill>
          <a:ln w="15875">
            <a:solidFill>
              <a:srgbClr val="F5CCC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번호 4"/>
          <p:cNvSpPr/>
          <p:nvPr/>
        </p:nvSpPr>
        <p:spPr>
          <a:xfrm>
            <a:off x="9246641" y="1783080"/>
            <a:ext cx="457200" cy="457200"/>
          </a:xfrm>
          <a:prstGeom prst="ellipse">
            <a:avLst/>
          </a:prstGeom>
          <a:solidFill>
            <a:srgbClr val="AE2934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00921" y="2377440"/>
            <a:ext cx="221353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5B151B"/>
                </a:solidFill>
              </a:rPr>
              <a:t>마이크 · 인기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00921" y="3063240"/>
            <a:ext cx="2213533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2B2B2B"/>
                </a:solidFill>
              </a:rPr>
              <a:t>사람들에게 사랑받기를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E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AE29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3B91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B151B"/>
                </a:solidFill>
              </a:rPr>
              <a:t>우리 아기의 선택은?</a:t>
            </a:r>
          </a:p>
        </p:txBody>
      </p:sp>
      <p:sp>
        <p:nvSpPr>
          <p:cNvPr id="5" name="사진 자리"/>
          <p:cNvSpPr/>
          <p:nvPr/>
        </p:nvSpPr>
        <p:spPr>
          <a:xfrm>
            <a:off x="914400" y="1600200"/>
            <a:ext cx="4572000" cy="4800600"/>
          </a:xfrm>
          <a:prstGeom prst="roundRect">
            <a:avLst>
              <a:gd name="adj" fmla="val 6000"/>
            </a:avLst>
          </a:prstGeom>
          <a:solidFill>
            <a:srgbClr val="F5CCCF"/>
          </a:solidFill>
          <a:ln w="19050">
            <a:solidFill>
              <a:srgbClr val="AE2934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5B151B"/>
                </a:solidFill>
              </a:rPr>
              <a:t>돌잡이 사진</a:t>
            </a:r>
          </a:p>
        </p:txBody>
      </p:sp>
      <p:sp>
        <p:nvSpPr>
          <p:cNvPr id="6" name="선택 칸"/>
          <p:cNvSpPr/>
          <p:nvPr/>
        </p:nvSpPr>
        <p:spPr>
          <a:xfrm>
            <a:off x="5852160" y="1600200"/>
            <a:ext cx="5699455" cy="4800600"/>
          </a:xfrm>
          <a:prstGeom prst="roundRect">
            <a:avLst>
              <a:gd name="adj" fmla="val 8000"/>
            </a:avLst>
          </a:prstGeom>
          <a:solidFill>
            <a:srgbClr val="FBEEF0"/>
          </a:solidFill>
          <a:ln w="12700">
            <a:solidFill>
              <a:srgbClr val="F5CCC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0" y="1874519"/>
            <a:ext cx="5150815" cy="4251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2B2B2B"/>
                </a:solidFill>
              </a:rPr>
              <a:t>우리 아기의 선택</a:t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2B2B2B"/>
                </a:solidFill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2B2B2B"/>
                </a:solidFill>
              </a:rPr>
              <a:t>무엇을 집었나요?</a:t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2B2B2B"/>
                </a:solidFill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2B2B2B"/>
                </a:solidFill>
              </a:rPr>
              <a:t>그때 가족의 반응은?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E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AE29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3B91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B151B"/>
                </a:solidFill>
              </a:rPr>
              <a:t>사진 모음</a:t>
            </a:r>
          </a:p>
        </p:txBody>
      </p:sp>
      <p:sp>
        <p:nvSpPr>
          <p:cNvPr id="5" name="사진 자리"/>
          <p:cNvSpPr/>
          <p:nvPr/>
        </p:nvSpPr>
        <p:spPr>
          <a:xfrm>
            <a:off x="914400" y="1600200"/>
            <a:ext cx="2522143" cy="2308860"/>
          </a:xfrm>
          <a:prstGeom prst="roundRect">
            <a:avLst>
              <a:gd name="adj" fmla="val 6000"/>
            </a:avLst>
          </a:prstGeom>
          <a:solidFill>
            <a:srgbClr val="F5CCCF"/>
          </a:solidFill>
          <a:ln w="19050">
            <a:solidFill>
              <a:srgbClr val="AE2934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B151B"/>
                </a:solidFill>
              </a:rPr>
              <a:t>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3619423" y="1600200"/>
            <a:ext cx="2522143" cy="2308860"/>
          </a:xfrm>
          <a:prstGeom prst="roundRect">
            <a:avLst>
              <a:gd name="adj" fmla="val 6000"/>
            </a:avLst>
          </a:prstGeom>
          <a:solidFill>
            <a:srgbClr val="F5CCCF"/>
          </a:solidFill>
          <a:ln w="19050">
            <a:solidFill>
              <a:srgbClr val="AE2934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B151B"/>
                </a:solidFill>
              </a:rPr>
              <a:t>사진 2</a:t>
            </a:r>
          </a:p>
        </p:txBody>
      </p:sp>
      <p:sp>
        <p:nvSpPr>
          <p:cNvPr id="7" name="사진 자리"/>
          <p:cNvSpPr/>
          <p:nvPr/>
        </p:nvSpPr>
        <p:spPr>
          <a:xfrm>
            <a:off x="6324447" y="1600200"/>
            <a:ext cx="2522143" cy="2308860"/>
          </a:xfrm>
          <a:prstGeom prst="roundRect">
            <a:avLst>
              <a:gd name="adj" fmla="val 6000"/>
            </a:avLst>
          </a:prstGeom>
          <a:solidFill>
            <a:srgbClr val="F5CCCF"/>
          </a:solidFill>
          <a:ln w="19050">
            <a:solidFill>
              <a:srgbClr val="AE2934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B151B"/>
                </a:solidFill>
              </a:rPr>
              <a:t>사진 3</a:t>
            </a:r>
          </a:p>
        </p:txBody>
      </p:sp>
      <p:sp>
        <p:nvSpPr>
          <p:cNvPr id="8" name="사진 자리"/>
          <p:cNvSpPr/>
          <p:nvPr/>
        </p:nvSpPr>
        <p:spPr>
          <a:xfrm>
            <a:off x="9029471" y="1600200"/>
            <a:ext cx="2522143" cy="2308860"/>
          </a:xfrm>
          <a:prstGeom prst="roundRect">
            <a:avLst>
              <a:gd name="adj" fmla="val 6000"/>
            </a:avLst>
          </a:prstGeom>
          <a:solidFill>
            <a:srgbClr val="F5CCCF"/>
          </a:solidFill>
          <a:ln w="19050">
            <a:solidFill>
              <a:srgbClr val="AE2934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B151B"/>
                </a:solidFill>
              </a:rPr>
              <a:t>사진 4</a:t>
            </a:r>
          </a:p>
        </p:txBody>
      </p:sp>
      <p:sp>
        <p:nvSpPr>
          <p:cNvPr id="9" name="사진 자리"/>
          <p:cNvSpPr/>
          <p:nvPr/>
        </p:nvSpPr>
        <p:spPr>
          <a:xfrm>
            <a:off x="914400" y="4091939"/>
            <a:ext cx="2522143" cy="2308860"/>
          </a:xfrm>
          <a:prstGeom prst="roundRect">
            <a:avLst>
              <a:gd name="adj" fmla="val 6000"/>
            </a:avLst>
          </a:prstGeom>
          <a:solidFill>
            <a:srgbClr val="F5CCCF"/>
          </a:solidFill>
          <a:ln w="19050">
            <a:solidFill>
              <a:srgbClr val="AE2934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B151B"/>
                </a:solidFill>
              </a:rPr>
              <a:t>사진 5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3619423" y="4091939"/>
            <a:ext cx="2522143" cy="2308860"/>
          </a:xfrm>
          <a:prstGeom prst="roundRect">
            <a:avLst>
              <a:gd name="adj" fmla="val 6000"/>
            </a:avLst>
          </a:prstGeom>
          <a:solidFill>
            <a:srgbClr val="F5CCCF"/>
          </a:solidFill>
          <a:ln w="19050">
            <a:solidFill>
              <a:srgbClr val="AE2934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B151B"/>
                </a:solidFill>
              </a:rPr>
              <a:t>사진 6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6324447" y="4091939"/>
            <a:ext cx="2522143" cy="2308860"/>
          </a:xfrm>
          <a:prstGeom prst="roundRect">
            <a:avLst>
              <a:gd name="adj" fmla="val 6000"/>
            </a:avLst>
          </a:prstGeom>
          <a:solidFill>
            <a:srgbClr val="F5CCCF"/>
          </a:solidFill>
          <a:ln w="19050">
            <a:solidFill>
              <a:srgbClr val="AE2934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B151B"/>
                </a:solidFill>
              </a:rPr>
              <a:t>사진 7</a:t>
            </a:r>
          </a:p>
        </p:txBody>
      </p:sp>
      <p:sp>
        <p:nvSpPr>
          <p:cNvPr id="12" name="사진 자리"/>
          <p:cNvSpPr/>
          <p:nvPr/>
        </p:nvSpPr>
        <p:spPr>
          <a:xfrm>
            <a:off x="9029471" y="4091939"/>
            <a:ext cx="2522143" cy="2308860"/>
          </a:xfrm>
          <a:prstGeom prst="roundRect">
            <a:avLst>
              <a:gd name="adj" fmla="val 6000"/>
            </a:avLst>
          </a:prstGeom>
          <a:solidFill>
            <a:srgbClr val="F5CCCF"/>
          </a:solidFill>
          <a:ln w="19050">
            <a:solidFill>
              <a:srgbClr val="AE2934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B151B"/>
                </a:solidFill>
              </a:rPr>
              <a:t>사진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birthday-4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5B151B"/>
                </a:solidFill>
              </a:rPr>
              <a:t>와 주셔서 고맙습니다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5B151B"/>
                </a:solidFill>
              </a:rPr>
              <a:t>아이가 한 살이 되었습니다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부모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돌잔치 슬라이드(돌잡이 중심)">
  <a:themeElements>
    <a:clrScheme name="Office">
      <a:dk1>
        <a:sysClr val="windowText" lastClr="000000"/>
      </a:dk1>
      <a:lt1>
        <a:sysClr val="window" lastClr="FFFFFF"/>
      </a:lt1>
      <a:dk2>
        <a:srgbClr val="5B151B"/>
      </a:dk2>
      <a:lt2>
        <a:srgbClr val="FBEEF0"/>
      </a:lt2>
      <a:accent1>
        <a:srgbClr val="AE2934"/>
      </a:accent1>
      <a:accent2>
        <a:srgbClr val="3B915F"/>
      </a:accent2>
      <a:accent3>
        <a:srgbClr val="5B151B"/>
      </a:accent3>
      <a:accent4>
        <a:srgbClr val="F5CCCF"/>
      </a:accent4>
      <a:accent5>
        <a:srgbClr val="745D4A"/>
      </a:accent5>
      <a:accent6>
        <a:srgbClr val="9D7376"/>
      </a:accent6>
      <a:hlink>
        <a:srgbClr val="AE2934"/>
      </a:hlink>
      <a:folHlink>
        <a:srgbClr val="5B151B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슬라이드(돌잡이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