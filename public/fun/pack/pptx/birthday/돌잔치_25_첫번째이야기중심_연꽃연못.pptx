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7B3759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B3759"/>
                </a:solidFill>
              </a:rPr>
              <a:t>태어나서 처음 맞은 여름 이야기입니다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61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B3759"/>
                </a:solidFill>
              </a:rPr>
              <a:t>우리 아기를 소개합니다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31520" y="1600200"/>
            <a:ext cx="3840480" cy="4434840"/>
          </a:xfrm>
          <a:prstGeom prst="roundRect">
            <a:avLst>
              <a:gd name="adj" fmla="val 6000"/>
            </a:avLst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B3759"/>
                </a:solidFill>
              </a:rPr>
              <a:t>아기 사진을 넣어 주세요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4937759" y="1600200"/>
          <a:ext cx="652241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B3759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B3759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B3759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B3759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B3759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9F1F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B3759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EED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ED3E0"/>
                      </a:solidFill>
                      <a:prstDash val="solid"/>
                    </a:lnL>
                    <a:lnR w="9525" cap="flat" cmpd="sng" algn="ctr">
                      <a:solidFill>
                        <a:srgbClr val="EED3E0"/>
                      </a:solidFill>
                      <a:prstDash val="solid"/>
                    </a:lnR>
                    <a:lnT w="9525" cap="flat" cmpd="sng" algn="ctr">
                      <a:solidFill>
                        <a:srgbClr val="EED3E0"/>
                      </a:solidFill>
                      <a:prstDash val="solid"/>
                    </a:lnT>
                    <a:lnB w="9525" cap="flat" cmpd="sng" algn="ctr">
                      <a:solidFill>
                        <a:srgbClr val="EED3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61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B3759"/>
                </a:solidFill>
              </a:rPr>
              <a:t>태어난 날 이야기</a:t>
            </a:r>
          </a:p>
        </p:txBody>
      </p:sp>
      <p:sp>
        <p:nvSpPr>
          <p:cNvPr id="4" name="타임라인 선"/>
          <p:cNvSpPr/>
          <p:nvPr/>
        </p:nvSpPr>
        <p:spPr>
          <a:xfrm>
            <a:off x="731520" y="3337560"/>
            <a:ext cx="10728655" cy="54864"/>
          </a:xfrm>
          <a:prstGeom prst="rect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때 1"/>
          <p:cNvSpPr/>
          <p:nvPr/>
        </p:nvSpPr>
        <p:spPr>
          <a:xfrm>
            <a:off x="1871433" y="3154680"/>
            <a:ext cx="402336" cy="402336"/>
          </a:xfrm>
          <a:prstGeom prst="ellipse">
            <a:avLst/>
          </a:prstGeom>
          <a:solidFill>
            <a:srgbClr val="B8618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B8618C"/>
                </a:solidFill>
              </a:rPr>
              <a:t>임신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소식을 들은 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9" name="때 2"/>
          <p:cNvSpPr/>
          <p:nvPr/>
        </p:nvSpPr>
        <p:spPr>
          <a:xfrm>
            <a:off x="4553597" y="3154680"/>
            <a:ext cx="402336" cy="402336"/>
          </a:xfrm>
          <a:prstGeom prst="ellipse">
            <a:avLst/>
          </a:prstGeom>
          <a:solidFill>
            <a:srgbClr val="B8618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9403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B8618C"/>
                </a:solidFill>
              </a:rPr>
              <a:t>출산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5123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태어난 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5123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3" name="때 3"/>
          <p:cNvSpPr/>
          <p:nvPr/>
        </p:nvSpPr>
        <p:spPr>
          <a:xfrm>
            <a:off x="7235761" y="3154680"/>
            <a:ext cx="402336" cy="402336"/>
          </a:xfrm>
          <a:prstGeom prst="ellipse">
            <a:avLst/>
          </a:prstGeom>
          <a:solidFill>
            <a:srgbClr val="B8618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1567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B8618C"/>
                </a:solidFill>
              </a:rPr>
              <a:t>첫 만남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7287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품에 안은 순간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7" name="때 4"/>
          <p:cNvSpPr/>
          <p:nvPr/>
        </p:nvSpPr>
        <p:spPr>
          <a:xfrm>
            <a:off x="9917925" y="3154680"/>
            <a:ext cx="402336" cy="402336"/>
          </a:xfrm>
          <a:prstGeom prst="ellipse">
            <a:avLst/>
          </a:prstGeom>
          <a:solidFill>
            <a:srgbClr val="B8618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731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B8618C"/>
                </a:solidFill>
              </a:rPr>
              <a:t>집으로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451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함께 돌아온 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451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61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B3759"/>
                </a:solidFill>
              </a:rPr>
              <a:t>첫 번째 순간들</a:t>
            </a:r>
          </a:p>
        </p:txBody>
      </p:sp>
      <p:sp>
        <p:nvSpPr>
          <p:cNvPr id="4" name="카드 1"/>
          <p:cNvSpPr/>
          <p:nvPr/>
        </p:nvSpPr>
        <p:spPr>
          <a:xfrm>
            <a:off x="731520" y="1600200"/>
            <a:ext cx="2510713" cy="4617720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5875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223639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첫 웃음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223639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8" name="카드 2"/>
          <p:cNvSpPr/>
          <p:nvPr/>
        </p:nvSpPr>
        <p:spPr>
          <a:xfrm>
            <a:off x="3470833" y="1600200"/>
            <a:ext cx="2510713" cy="4617720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5875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3653713" y="1783080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7993" y="2377440"/>
            <a:ext cx="223639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첫 뒤집기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7993" y="3063240"/>
            <a:ext cx="223639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12" name="카드 3"/>
          <p:cNvSpPr/>
          <p:nvPr/>
        </p:nvSpPr>
        <p:spPr>
          <a:xfrm>
            <a:off x="6210147" y="1600200"/>
            <a:ext cx="2510713" cy="4617720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5875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6393027" y="1783080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7307" y="2377440"/>
            <a:ext cx="223639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첫 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3063240"/>
            <a:ext cx="223639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16" name="카드 4"/>
          <p:cNvSpPr/>
          <p:nvPr/>
        </p:nvSpPr>
        <p:spPr>
          <a:xfrm>
            <a:off x="8949461" y="1600200"/>
            <a:ext cx="2510713" cy="4617720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5875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4"/>
          <p:cNvSpPr/>
          <p:nvPr/>
        </p:nvSpPr>
        <p:spPr>
          <a:xfrm>
            <a:off x="9132341" y="1783080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6621" y="2377440"/>
            <a:ext cx="223639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첫 걸음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6621" y="3063240"/>
            <a:ext cx="223639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61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B3759"/>
                </a:solidFill>
              </a:rPr>
              <a:t>사진 모음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31520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3759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3459403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3759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187287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3759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915171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3759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31520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3759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3459403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3759"/>
                </a:solidFill>
              </a:rPr>
              <a:t>사진 6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187287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3759"/>
                </a:solidFill>
              </a:rPr>
              <a:t>사진 7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915171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3759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7B3759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B3759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첫 번째 이야기 중심)">
  <a:themeElements>
    <a:clrScheme name="Office">
      <a:dk1>
        <a:sysClr val="windowText" lastClr="000000"/>
      </a:dk1>
      <a:lt1>
        <a:sysClr val="window" lastClr="FFFFFF"/>
      </a:lt1>
      <a:dk2>
        <a:srgbClr val="7B3759"/>
      </a:dk2>
      <a:lt2>
        <a:srgbClr val="F9F1F5"/>
      </a:lt2>
      <a:accent1>
        <a:srgbClr val="B8618C"/>
      </a:accent1>
      <a:accent2>
        <a:srgbClr val="3F8D3F"/>
      </a:accent2>
      <a:accent3>
        <a:srgbClr val="7B3759"/>
      </a:accent3>
      <a:accent4>
        <a:srgbClr val="EED3E0"/>
      </a:accent4>
      <a:accent5>
        <a:srgbClr val="7C7766"/>
      </a:accent5>
      <a:accent6>
        <a:srgbClr val="B0879B"/>
      </a:accent6>
      <a:hlink>
        <a:srgbClr val="B8618C"/>
      </a:hlink>
      <a:folHlink>
        <a:srgbClr val="7B375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