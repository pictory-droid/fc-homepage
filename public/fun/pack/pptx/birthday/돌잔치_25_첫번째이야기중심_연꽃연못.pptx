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115F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115F"/>
                </a:solidFill>
              </a:rPr>
              <a:t>태어나서 처음 맞은 여름 이야기입니다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3840480" cy="443484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D115F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937759" y="1600200"/>
          <a:ext cx="652241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115F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115F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115F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115F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115F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0EE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115F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D7D1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7D1FA"/>
                      </a:solidFill>
                      <a:prstDash val="solid"/>
                    </a:lnL>
                    <a:lnR w="9525" cap="flat" cmpd="sng" algn="ctr">
                      <a:solidFill>
                        <a:srgbClr val="D7D1FA"/>
                      </a:solidFill>
                      <a:prstDash val="solid"/>
                    </a:lnR>
                    <a:lnT w="9525" cap="flat" cmpd="sng" algn="ctr">
                      <a:solidFill>
                        <a:srgbClr val="D7D1FA"/>
                      </a:solidFill>
                      <a:prstDash val="solid"/>
                    </a:lnT>
                    <a:lnB w="9525" cap="flat" cmpd="sng" algn="ctr">
                      <a:solidFill>
                        <a:srgbClr val="D7D1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태어난 날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731520" y="3337560"/>
            <a:ext cx="10728655" cy="54864"/>
          </a:xfrm>
          <a:prstGeom prst="rect">
            <a:avLst/>
          </a:prstGeom>
          <a:solidFill>
            <a:srgbClr val="D7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71433" y="3154680"/>
            <a:ext cx="402336" cy="402336"/>
          </a:xfrm>
          <a:prstGeom prst="ellipse">
            <a:avLst/>
          </a:prstGeom>
          <a:solidFill>
            <a:srgbClr val="3D26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D26C5"/>
                </a:solidFill>
              </a:rPr>
              <a:t>임신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소식을 들은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9" name="때 2"/>
          <p:cNvSpPr/>
          <p:nvPr/>
        </p:nvSpPr>
        <p:spPr>
          <a:xfrm>
            <a:off x="4553597" y="3154680"/>
            <a:ext cx="402336" cy="402336"/>
          </a:xfrm>
          <a:prstGeom prst="ellipse">
            <a:avLst/>
          </a:prstGeom>
          <a:solidFill>
            <a:srgbClr val="3D26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9403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D26C5"/>
                </a:solidFill>
              </a:rPr>
              <a:t>출산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5123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태어난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123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3" name="때 3"/>
          <p:cNvSpPr/>
          <p:nvPr/>
        </p:nvSpPr>
        <p:spPr>
          <a:xfrm>
            <a:off x="7235761" y="3154680"/>
            <a:ext cx="402336" cy="402336"/>
          </a:xfrm>
          <a:prstGeom prst="ellipse">
            <a:avLst/>
          </a:prstGeom>
          <a:solidFill>
            <a:srgbClr val="3D26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D26C5"/>
                </a:solidFill>
              </a:rPr>
              <a:t>첫 만남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품에 안은 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7" name="때 4"/>
          <p:cNvSpPr/>
          <p:nvPr/>
        </p:nvSpPr>
        <p:spPr>
          <a:xfrm>
            <a:off x="9917925" y="3154680"/>
            <a:ext cx="402336" cy="402336"/>
          </a:xfrm>
          <a:prstGeom prst="ellipse">
            <a:avLst/>
          </a:prstGeom>
          <a:solidFill>
            <a:srgbClr val="3D26C5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731" y="2514600"/>
            <a:ext cx="259072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D26C5"/>
                </a:solidFill>
              </a:rPr>
              <a:t>집으로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3703320"/>
            <a:ext cx="249928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함께 돌아온 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451" y="4206240"/>
            <a:ext cx="249928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첫 번째 순간들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첫 웃음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8" name="카드 2"/>
          <p:cNvSpPr/>
          <p:nvPr/>
        </p:nvSpPr>
        <p:spPr>
          <a:xfrm>
            <a:off x="3470833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53713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7993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첫 뒤집기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7993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첫 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6" name="카드 4"/>
          <p:cNvSpPr/>
          <p:nvPr/>
        </p:nvSpPr>
        <p:spPr>
          <a:xfrm>
            <a:off x="8949461" y="1600200"/>
            <a:ext cx="2510713" cy="4617720"/>
          </a:xfrm>
          <a:prstGeom prst="roundRect">
            <a:avLst>
              <a:gd name="adj" fmla="val 8000"/>
            </a:avLst>
          </a:prstGeom>
          <a:solidFill>
            <a:srgbClr val="F0EEFC"/>
          </a:solidFill>
          <a:ln w="15875">
            <a:solidFill>
              <a:srgbClr val="D7D1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32341" y="1783080"/>
            <a:ext cx="457200" cy="457200"/>
          </a:xfrm>
          <a:prstGeom prst="ellipse">
            <a:avLst/>
          </a:prstGeom>
          <a:solidFill>
            <a:srgbClr val="3D26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6621" y="2377440"/>
            <a:ext cx="223639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115F"/>
                </a:solidFill>
              </a:rPr>
              <a:t>첫 걸음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6621" y="3063240"/>
            <a:ext cx="2236393" cy="30175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26C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115F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31520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59403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15171" y="16002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31520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59403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15171" y="4000500"/>
            <a:ext cx="2545003" cy="2217420"/>
          </a:xfrm>
          <a:prstGeom prst="roundRect">
            <a:avLst>
              <a:gd name="adj" fmla="val 6000"/>
            </a:avLst>
          </a:prstGeom>
          <a:solidFill>
            <a:srgbClr val="D7D1FA"/>
          </a:solidFill>
          <a:ln w="19050">
            <a:solidFill>
              <a:srgbClr val="3D26C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D115F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D115F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115F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1D115F"/>
      </a:dk2>
      <a:lt2>
        <a:srgbClr val="F0EEFC"/>
      </a:lt2>
      <a:accent1>
        <a:srgbClr val="3D26C5"/>
      </a:accent1>
      <a:accent2>
        <a:srgbClr val="209DB6"/>
      </a:accent2>
      <a:accent3>
        <a:srgbClr val="1D115F"/>
      </a:accent3>
      <a:accent4>
        <a:srgbClr val="D7D1FA"/>
      </a:accent4>
      <a:accent5>
        <a:srgbClr val="2E62BE"/>
      </a:accent5>
      <a:accent6>
        <a:srgbClr val="77709F"/>
      </a:accent6>
      <a:hlink>
        <a:srgbClr val="3D26C5"/>
      </a:hlink>
      <a:folHlink>
        <a:srgbClr val="1D11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