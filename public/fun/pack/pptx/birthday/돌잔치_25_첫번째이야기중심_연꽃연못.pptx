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3A5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태어나서 처음 맞은 날들의 이야기입니다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star4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DEA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AD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6"/>
                      </a:solidFill>
                      <a:prstDash val="solid"/>
                    </a:lnL>
                    <a:lnR w="9525" cap="flat" cmpd="sng" algn="ctr">
                      <a:solidFill>
                        <a:srgbClr val="FAD1E6"/>
                      </a:solidFill>
                      <a:prstDash val="solid"/>
                    </a:lnR>
                    <a:lnT w="9525" cap="flat" cmpd="sng" algn="ctr">
                      <a:solidFill>
                        <a:srgbClr val="FAD1E6"/>
                      </a:solidFill>
                      <a:prstDash val="solid"/>
                    </a:lnT>
                    <a:lnB w="9525" cap="flat" cmpd="sng" algn="ctr">
                      <a:solidFill>
                        <a:srgbClr val="FAD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star4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AD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A7B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7BB3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A7B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7BB3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A7B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7BB3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A7B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7BB3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star4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A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7BB3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첫 웃음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A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3516553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7BB3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첫 뒤집기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A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6301587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7BB3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첫 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A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9086621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7BB3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8"/>
                </a:solidFill>
              </a:rPr>
              <a:t>첫 걸음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star4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7B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3A5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92738"/>
      </a:dk2>
      <a:lt2>
        <a:srgbClr val="FDEAF4"/>
      </a:lt2>
      <a:accent1>
        <a:srgbClr val="EA7BB3"/>
      </a:accent1>
      <a:accent2>
        <a:srgbClr val="EF9FA1"/>
      </a:accent2>
      <a:accent3>
        <a:srgbClr val="492738"/>
      </a:accent3>
      <a:accent4>
        <a:srgbClr val="FAD1E6"/>
      </a:accent4>
      <a:accent5>
        <a:srgbClr val="EC8DAA"/>
      </a:accent5>
      <a:accent6>
        <a:srgbClr val="927D88"/>
      </a:accent6>
      <a:hlink>
        <a:srgbClr val="EA7BB3"/>
      </a:hlink>
      <a:folHlink>
        <a:srgbClr val="4927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