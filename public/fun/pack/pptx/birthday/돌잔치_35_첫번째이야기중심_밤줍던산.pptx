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CC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8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떡을 돌리던 날이 생각납니다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C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C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태어난 날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E6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D8A8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A879"/>
                </a:solidFill>
              </a:rPr>
              <a:t>임신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소식을 들은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D8A8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A879"/>
                </a:solidFill>
              </a:rPr>
              <a:t>출산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태어난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D8A8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A879"/>
                </a:solidFill>
              </a:rPr>
              <a:t>첫 만남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품에 안은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D8A8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A879"/>
                </a:solidFill>
              </a:rPr>
              <a:t>집으로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함께 돌아온 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C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순간들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1DF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첫 웃음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3425113" y="1892807"/>
            <a:ext cx="54864" cy="4352544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E1DF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첫 뒤집기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210147" y="1892807"/>
            <a:ext cx="54864" cy="4352544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E1DF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첫 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포인트 막대"/>
          <p:cNvSpPr/>
          <p:nvPr/>
        </p:nvSpPr>
        <p:spPr>
          <a:xfrm>
            <a:off x="8995181" y="1892807"/>
            <a:ext cx="54864" cy="4352544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E1DF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C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CC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8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493827"/>
      </a:dk2>
      <a:lt2>
        <a:srgbClr val="FBF4EC"/>
      </a:lt2>
      <a:accent1>
        <a:srgbClr val="D8A879"/>
      </a:accent1>
      <a:accent2>
        <a:srgbClr val="E1DF98"/>
      </a:accent2>
      <a:accent3>
        <a:srgbClr val="493827"/>
      </a:accent3>
      <a:accent4>
        <a:srgbClr val="F6E6D5"/>
      </a:accent4>
      <a:accent5>
        <a:srgbClr val="DCC488"/>
      </a:accent5>
      <a:accent6>
        <a:srgbClr val="92887D"/>
      </a:accent6>
      <a:hlink>
        <a:srgbClr val="D8A879"/>
      </a:hlink>
      <a:folHlink>
        <a:srgbClr val="4938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