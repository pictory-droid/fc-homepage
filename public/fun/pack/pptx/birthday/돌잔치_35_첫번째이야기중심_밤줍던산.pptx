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A2918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백일 떡을 돌리던 날이 생각납니다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2918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태어난 날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임신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소식을 들은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출산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품에 안은 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집으로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함께 돌아온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첫 번째 순간들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웃음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93693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76573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853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뒤집기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853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26601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09481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761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걸음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761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A291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