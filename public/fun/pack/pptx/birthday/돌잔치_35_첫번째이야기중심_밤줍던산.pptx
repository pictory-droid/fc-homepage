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3A2918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백일 떡을 돌리던 날이 생각납니다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840480" cy="448055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A2918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83479" y="155448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2918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태어난 날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905723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임신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소식을 들은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4565027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263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출산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7224331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첫 만남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품에 안은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9883635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0871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집으로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591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함께 돌아온 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6591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첫 번째 순간들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첫 웃음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93693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76573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853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첫 뒤집기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853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첫 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26601" y="1554480"/>
            <a:ext cx="2487853" cy="46634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09481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3761" y="2331720"/>
            <a:ext cx="221353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첫 걸음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3761" y="3017520"/>
            <a:ext cx="2213533" cy="30632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82263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892311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77240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82263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892311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A2918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3A2918"/>
      </a:dk2>
      <a:lt2>
        <a:srgbClr val="F9F5F1"/>
      </a:lt2>
      <a:accent1>
        <a:srgbClr val="7B5732"/>
      </a:accent1>
      <a:accent2>
        <a:srgbClr val="3B9191"/>
      </a:accent2>
      <a:accent3>
        <a:srgbClr val="3A2918"/>
      </a:accent3>
      <a:accent4>
        <a:srgbClr val="EFE0D2"/>
      </a:accent4>
      <a:accent5>
        <a:srgbClr val="5B7462"/>
      </a:accent5>
      <a:accent6>
        <a:srgbClr val="897F74"/>
      </a:accent6>
      <a:hlink>
        <a:srgbClr val="7B5732"/>
      </a:hlink>
      <a:folHlink>
        <a:srgbClr val="3A291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