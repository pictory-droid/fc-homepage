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071183" y="960120"/>
            <a:ext cx="3657508" cy="4526280"/>
          </a:xfrm>
          <a:prstGeom prst="roundRect">
            <a:avLst>
              <a:gd name="adj" fmla="val 4000"/>
            </a:avLst>
          </a:prstGeom>
          <a:solidFill>
            <a:srgbClr val="A6C6F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73549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7558851" y="1234439"/>
            <a:ext cx="3657508" cy="4526280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첫 번째 생일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처음 웃던 순간부터 걸음마까지입니다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날짜 입력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round2SameRect">
            <a:avLst/>
          </a:prstGeom>
          <a:solidFill>
            <a:srgbClr val="97BB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아기를 소개합니다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600200"/>
            <a:ext cx="3840480" cy="4389120"/>
          </a:xfrm>
          <a:prstGeom prst="roundRect">
            <a:avLst>
              <a:gd name="adj" fmla="val 6000"/>
            </a:avLst>
          </a:prstGeom>
          <a:solidFill>
            <a:srgbClr val="D1E2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8E8780"/>
                </a:solidFill>
              </a:rPr>
              <a:t>아기 사진을 넣어 주세요</a:t>
            </a:r>
          </a:p>
        </p:txBody>
      </p:sp>
      <p:graphicFrame>
        <p:nvGraphicFramePr>
          <p:cNvPr id="7" name="표"/>
          <p:cNvGraphicFramePr>
            <a:graphicFrameLocks noGrp="1"/>
          </p:cNvGraphicFramePr>
          <p:nvPr/>
        </p:nvGraphicFramePr>
        <p:xfrm>
          <a:off x="4846320" y="160020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3549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D1E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EAF2F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3549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D1E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3549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D1E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EAF2F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3549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D1E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3549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D1E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EAF2F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73549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D1E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2FA"/>
                      </a:solidFill>
                      <a:prstDash val="solid"/>
                    </a:lnL>
                    <a:lnR w="9525" cap="flat" cmpd="sng" algn="ctr">
                      <a:solidFill>
                        <a:srgbClr val="D1E2FA"/>
                      </a:solidFill>
                      <a:prstDash val="solid"/>
                    </a:lnR>
                    <a:lnT w="9525" cap="flat" cmpd="sng" algn="ctr">
                      <a:solidFill>
                        <a:srgbClr val="D1E2FA"/>
                      </a:solidFill>
                      <a:prstDash val="solid"/>
                    </a:lnT>
                    <a:lnB w="9525" cap="flat" cmpd="sng" algn="ctr">
                      <a:solidFill>
                        <a:srgbClr val="D1E2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round2SameRect">
            <a:avLst/>
          </a:prstGeom>
          <a:solidFill>
            <a:srgbClr val="97BB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첫 번째 생일 사진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600200"/>
            <a:ext cx="5318607" cy="4572000"/>
          </a:xfrm>
          <a:prstGeom prst="roundRect">
            <a:avLst>
              <a:gd name="adj" fmla="val 6000"/>
            </a:avLst>
          </a:prstGeom>
          <a:solidFill>
            <a:srgbClr val="D1E2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8E8780"/>
                </a:solidFill>
              </a:rPr>
              <a:t>대표 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233007" y="1600200"/>
            <a:ext cx="5318607" cy="4572000"/>
          </a:xfrm>
          <a:prstGeom prst="roundRect">
            <a:avLst>
              <a:gd name="adj" fmla="val 6000"/>
            </a:avLst>
          </a:prstGeom>
          <a:solidFill>
            <a:srgbClr val="D1E2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8E8780"/>
                </a:solidFill>
              </a:rPr>
              <a:t>대표 사진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round2SameRect">
            <a:avLst/>
          </a:prstGeom>
          <a:solidFill>
            <a:srgbClr val="97BB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한 해의 순간들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60020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E2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4338218" y="160020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E2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036356" y="160020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E2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3977639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E2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4338218" y="3977639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E2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036356" y="3977639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E2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round2SameRect">
            <a:avLst/>
          </a:prstGeom>
          <a:solidFill>
            <a:srgbClr val="97BB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사진 모음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60020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E2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3413683" y="160020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E2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187287" y="160020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E2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960891" y="160020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E2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40080" y="3977639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E2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3413683" y="3977639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E2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6187287" y="3977639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E2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7</a:t>
            </a:r>
          </a:p>
        </p:txBody>
      </p:sp>
      <p:sp>
        <p:nvSpPr>
          <p:cNvPr id="13" name="사진 자리"/>
          <p:cNvSpPr/>
          <p:nvPr/>
        </p:nvSpPr>
        <p:spPr>
          <a:xfrm>
            <a:off x="8960891" y="3977639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D1E2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071183" y="960120"/>
            <a:ext cx="3657508" cy="4526280"/>
          </a:xfrm>
          <a:prstGeom prst="roundRect">
            <a:avLst>
              <a:gd name="adj" fmla="val 4000"/>
            </a:avLst>
          </a:prstGeom>
          <a:solidFill>
            <a:srgbClr val="A6C6F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73549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7558851" y="1234439"/>
            <a:ext cx="3657508" cy="4526280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6231F"/>
                </a:solidFill>
              </a:rPr>
              <a:t>와 주셔서 고맙습니다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아이가 한 살이 되었습니다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사진 중심)">
  <a:themeElements>
    <a:clrScheme name="Office">
      <a:dk1>
        <a:sysClr val="windowText" lastClr="000000"/>
      </a:dk1>
      <a:lt1>
        <a:sysClr val="window" lastClr="FFFFFF"/>
      </a:lt1>
      <a:dk2>
        <a:srgbClr val="273549"/>
      </a:dk2>
      <a:lt2>
        <a:srgbClr val="EAF2FD"/>
      </a:lt2>
      <a:accent1>
        <a:srgbClr val="97BBED"/>
      </a:accent1>
      <a:accent2>
        <a:srgbClr val="BCBAF3"/>
      </a:accent2>
      <a:accent3>
        <a:srgbClr val="273549"/>
      </a:accent3>
      <a:accent4>
        <a:srgbClr val="D1E2FA"/>
      </a:accent4>
      <a:accent5>
        <a:srgbClr val="AABAF0"/>
      </a:accent5>
      <a:accent6>
        <a:srgbClr val="7D8692"/>
      </a:accent6>
      <a:hlink>
        <a:srgbClr val="97BBED"/>
      </a:hlink>
      <a:folHlink>
        <a:srgbClr val="27354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슬라이드(사진 중심)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