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4072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4072"/>
                </a:solidFill>
              </a:rPr>
              <a:t>처음 웃던 순간부터 걸음마까지입니다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E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4072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D4072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407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D4E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4072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D4E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4072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D4E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4072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D4E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4072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D4E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4072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D4E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3F7"/>
                      </a:solidFill>
                      <a:prstDash val="solid"/>
                    </a:lnL>
                    <a:lnR w="9525" cap="flat" cmpd="sng" algn="ctr">
                      <a:solidFill>
                        <a:srgbClr val="D4E3F7"/>
                      </a:solidFill>
                      <a:prstDash val="solid"/>
                    </a:lnR>
                    <a:lnT w="9525" cap="flat" cmpd="sng" algn="ctr">
                      <a:solidFill>
                        <a:srgbClr val="D4E3F7"/>
                      </a:solidFill>
                      <a:prstDash val="solid"/>
                    </a:lnT>
                    <a:lnB w="9525" cap="flat" cmpd="sng" algn="ctr">
                      <a:solidFill>
                        <a:srgbClr val="D4E3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E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4072"/>
                </a:solidFill>
              </a:rPr>
              <a:t>첫 번째 생일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D4072"/>
                </a:solidFill>
              </a:rPr>
              <a:t>대표 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233007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D4072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E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4072"/>
                </a:solidFill>
              </a:rPr>
              <a:t>한 해의 순간들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4E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4072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E3F7"/>
          </a:solidFill>
          <a:ln w="19050">
            <a:solidFill>
              <a:srgbClr val="4981D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4072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4072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4072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1D4072"/>
      </a:dk2>
      <a:lt2>
        <a:srgbClr val="F3F7FC"/>
      </a:lt2>
      <a:accent1>
        <a:srgbClr val="4981D0"/>
      </a:accent1>
      <a:accent2>
        <a:srgbClr val="339941"/>
      </a:accent2>
      <a:accent3>
        <a:srgbClr val="1D4072"/>
      </a:accent3>
      <a:accent4>
        <a:srgbClr val="D4E3F7"/>
      </a:accent4>
      <a:accent5>
        <a:srgbClr val="3E8D88"/>
      </a:accent5>
      <a:accent6>
        <a:srgbClr val="778CAA"/>
      </a:accent6>
      <a:hlink>
        <a:srgbClr val="4981D0"/>
      </a:hlink>
      <a:folHlink>
        <a:srgbClr val="1D407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