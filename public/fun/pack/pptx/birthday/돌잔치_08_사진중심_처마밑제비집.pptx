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6263B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6263B"/>
                </a:solidFill>
              </a:rPr>
              <a:t>처음 웃던 순간부터 걸음마까지입니다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6263B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6263B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63B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D1D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F0F4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63B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D1D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63B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D1D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F0F4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63B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D1D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63B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D1D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F0F4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6263B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D1D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DEF0"/>
                      </a:solidFill>
                      <a:prstDash val="solid"/>
                    </a:lnL>
                    <a:lnR w="9525" cap="flat" cmpd="sng" algn="ctr">
                      <a:solidFill>
                        <a:srgbClr val="D1DEF0"/>
                      </a:solidFill>
                      <a:prstDash val="solid"/>
                    </a:lnR>
                    <a:lnT w="9525" cap="flat" cmpd="sng" algn="ctr">
                      <a:solidFill>
                        <a:srgbClr val="D1DEF0"/>
                      </a:solidFill>
                      <a:prstDash val="solid"/>
                    </a:lnT>
                    <a:lnB w="9525" cap="flat" cmpd="sng" algn="ctr">
                      <a:solidFill>
                        <a:srgbClr val="D1DE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6263B"/>
                </a:solidFill>
              </a:rPr>
              <a:t>첫 번째 생일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5318607" cy="480060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6263B"/>
                </a:solidFill>
              </a:rPr>
              <a:t>대표 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233007" y="1600200"/>
            <a:ext cx="5318607" cy="480060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6263B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6263B"/>
                </a:solidFill>
              </a:rPr>
              <a:t>한 해의 순간들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6263B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1DEF0"/>
          </a:solidFill>
          <a:ln w="19050">
            <a:solidFill>
              <a:srgbClr val="2A476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6263B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6263B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6263B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16263B"/>
      </a:dk2>
      <a:lt2>
        <a:srgbClr val="F0F4F9"/>
      </a:lt2>
      <a:accent1>
        <a:srgbClr val="2A476F"/>
      </a:accent1>
      <a:accent2>
        <a:srgbClr val="91423B"/>
      </a:accent2>
      <a:accent3>
        <a:srgbClr val="16263B"/>
      </a:accent3>
      <a:accent4>
        <a:srgbClr val="D1DEF0"/>
      </a:accent4>
      <a:accent5>
        <a:srgbClr val="5E4455"/>
      </a:accent5>
      <a:accent6>
        <a:srgbClr val="737D89"/>
      </a:accent6>
      <a:hlink>
        <a:srgbClr val="2A476F"/>
      </a:hlink>
      <a:folHlink>
        <a:srgbClr val="16263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