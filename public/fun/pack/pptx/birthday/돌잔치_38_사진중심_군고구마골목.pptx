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492713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가족사진 한 장은 꼭 남기려 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13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첫 번째 생일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5135727" cy="46177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13"/>
                </a:solidFill>
              </a:rPr>
              <a:t>대표 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233007" y="1554480"/>
            <a:ext cx="5135727" cy="46177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13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한 해의 순간들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92713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492713"/>
      </a:dk2>
      <a:lt2>
        <a:srgbClr val="FBF3EF"/>
      </a:lt2>
      <a:accent1>
        <a:srgbClr val="995229"/>
      </a:accent1>
      <a:accent2>
        <a:srgbClr val="3B9185"/>
      </a:accent2>
      <a:accent3>
        <a:srgbClr val="492713"/>
      </a:accent3>
      <a:accent4>
        <a:srgbClr val="F4DBCD"/>
      </a:accent4>
      <a:accent5>
        <a:srgbClr val="6A7257"/>
      </a:accent5>
      <a:accent6>
        <a:srgbClr val="927D71"/>
      </a:accent6>
      <a:hlink>
        <a:srgbClr val="995229"/>
      </a:hlink>
      <a:folHlink>
        <a:srgbClr val="4927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