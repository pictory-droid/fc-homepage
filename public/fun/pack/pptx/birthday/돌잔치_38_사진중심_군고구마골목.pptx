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1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4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가족사진 한 장은 꼭 남기려 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78308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8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첫 번째 생일 사진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783080"/>
            <a:ext cx="5318607" cy="4389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대표 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233007" y="1783080"/>
            <a:ext cx="5318607" cy="4389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 해의 순간들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036356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7830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3413683" y="17830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187287" y="17830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960891" y="17830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40080" y="40690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3413683" y="40690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6187287" y="40690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8960891" y="40690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6E1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1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4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493427"/>
      </a:dk2>
      <a:lt2>
        <a:srgbClr val="FBF2EC"/>
      </a:lt2>
      <a:accent1>
        <a:srgbClr val="D89C79"/>
      </a:accent1>
      <a:accent2>
        <a:srgbClr val="E1D598"/>
      </a:accent2>
      <a:accent3>
        <a:srgbClr val="493427"/>
      </a:accent3>
      <a:accent4>
        <a:srgbClr val="F6E1D5"/>
      </a:accent4>
      <a:accent5>
        <a:srgbClr val="DCB888"/>
      </a:accent5>
      <a:accent6>
        <a:srgbClr val="92857D"/>
      </a:accent6>
      <a:hlink>
        <a:srgbClr val="D89C79"/>
      </a:hlink>
      <a:folHlink>
        <a:srgbClr val="4934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