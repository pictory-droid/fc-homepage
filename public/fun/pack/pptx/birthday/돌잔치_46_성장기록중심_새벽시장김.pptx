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2057400"/>
            <a:ext cx="10241023" cy="1828800"/>
          </a:xfrm>
          <a:prstGeom prst="homePlate">
            <a:avLst/>
          </a:prstGeom>
          <a:solidFill>
            <a:srgbClr val="4974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3886200"/>
            <a:ext cx="9509522" cy="64008"/>
          </a:xfrm>
          <a:prstGeom prst="rect">
            <a:avLst/>
          </a:prstGeom>
          <a:solidFill>
            <a:srgbClr val="8349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9446245" y="555497"/>
            <a:ext cx="2215134" cy="1282446"/>
          </a:xfrm>
          <a:prstGeom prst="cloud">
            <a:avLst/>
          </a:prstGeom>
          <a:solidFill>
            <a:srgbClr val="D6E5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495519" y="1138428"/>
            <a:ext cx="1399032" cy="886053"/>
          </a:xfrm>
          <a:prstGeom prst="cloud">
            <a:avLst/>
          </a:prstGeom>
          <a:solidFill>
            <a:srgbClr val="4974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900000">
            <a:off x="10029175" y="2117750"/>
            <a:ext cx="279806" cy="279806"/>
          </a:xfrm>
          <a:prstGeom prst="teardrop">
            <a:avLst/>
          </a:prstGeom>
          <a:solidFill>
            <a:srgbClr val="8349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900000">
            <a:off x="10728691" y="2117750"/>
            <a:ext cx="279806" cy="279806"/>
          </a:xfrm>
          <a:prstGeom prst="teardrop">
            <a:avLst/>
          </a:prstGeom>
          <a:solidFill>
            <a:srgbClr val="8349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8900000">
            <a:off x="11428207" y="2117750"/>
            <a:ext cx="279806" cy="279806"/>
          </a:xfrm>
          <a:prstGeom prst="teardrop">
            <a:avLst/>
          </a:prstGeom>
          <a:solidFill>
            <a:srgbClr val="8349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01" y="2167128"/>
            <a:ext cx="8778020" cy="1609344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FFFFFF"/>
                </a:solidFill>
              </a:rPr>
              <a:t>첫 번째 생일</a:t>
            </a:r>
          </a:p>
        </p:txBody>
      </p:sp>
      <p:sp>
        <p:nvSpPr>
          <p:cNvPr id="10" name="한 줄 문구"/>
          <p:cNvSpPr txBox="1"/>
          <p:nvPr/>
        </p:nvSpPr>
        <p:spPr>
          <a:xfrm>
            <a:off x="731501" y="4160520"/>
            <a:ext cx="8534186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253A41"/>
                </a:solidFill>
              </a:rPr>
              <a:t>새벽처럼 찾아온 가장 큰 기쁨</a:t>
            </a:r>
          </a:p>
        </p:txBody>
      </p:sp>
      <p:sp>
        <p:nvSpPr>
          <p:cNvPr id="11" name="안내 문구"/>
          <p:cNvSpPr txBox="1"/>
          <p:nvPr/>
        </p:nvSpPr>
        <p:spPr>
          <a:xfrm>
            <a:off x="731501" y="5029200"/>
            <a:ext cx="8534186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아기 이름 · 2026. 00. 00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장소를 입력하세요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384048"/>
            <a:ext cx="9509522" cy="896112"/>
          </a:xfrm>
          <a:prstGeom prst="homePlate">
            <a:avLst/>
          </a:prstGeom>
          <a:solidFill>
            <a:srgbClr val="4974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769803" y="425196"/>
            <a:ext cx="955547" cy="553212"/>
          </a:xfrm>
          <a:prstGeom prst="cloud">
            <a:avLst/>
          </a:prstGeom>
          <a:solidFill>
            <a:srgbClr val="D6E5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222431" y="676656"/>
            <a:ext cx="603504" cy="382219"/>
          </a:xfrm>
          <a:prstGeom prst="cloud">
            <a:avLst/>
          </a:prstGeom>
          <a:solidFill>
            <a:srgbClr val="4974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8900000">
            <a:off x="11021263" y="1099108"/>
            <a:ext cx="120700" cy="120700"/>
          </a:xfrm>
          <a:prstGeom prst="teardrop">
            <a:avLst/>
          </a:prstGeom>
          <a:solidFill>
            <a:srgbClr val="8349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900000">
            <a:off x="11323015" y="1099108"/>
            <a:ext cx="120700" cy="120700"/>
          </a:xfrm>
          <a:prstGeom prst="teardrop">
            <a:avLst/>
          </a:prstGeom>
          <a:solidFill>
            <a:srgbClr val="8349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900000">
            <a:off x="11624767" y="1099108"/>
            <a:ext cx="120700" cy="120700"/>
          </a:xfrm>
          <a:prstGeom prst="teardrop">
            <a:avLst/>
          </a:prstGeom>
          <a:solidFill>
            <a:srgbClr val="8349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8412242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FFFFF"/>
                </a:solidFill>
              </a:rPr>
              <a:t>우리 아기를 소개합니다</a:t>
            </a:r>
          </a:p>
        </p:txBody>
      </p:sp>
      <p:sp>
        <p:nvSpPr>
          <p:cNvPr id="9" name="사진 자리"/>
          <p:cNvSpPr/>
          <p:nvPr/>
        </p:nvSpPr>
        <p:spPr>
          <a:xfrm>
            <a:off x="640080" y="1645920"/>
            <a:ext cx="3840480" cy="4572000"/>
          </a:xfrm>
          <a:prstGeom prst="roundRect">
            <a:avLst>
              <a:gd name="adj" fmla="val 6000"/>
            </a:avLst>
          </a:prstGeom>
          <a:solidFill>
            <a:srgbClr val="D6E5EA"/>
          </a:solidFill>
          <a:ln w="19050">
            <a:solidFill>
              <a:srgbClr val="497483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253A41"/>
                </a:solidFill>
              </a:rPr>
              <a:t>아기 사진을 넣어 주세요</a:t>
            </a:r>
          </a:p>
        </p:txBody>
      </p:sp>
      <p:graphicFrame>
        <p:nvGraphicFramePr>
          <p:cNvPr id="10" name="표"/>
          <p:cNvGraphicFramePr>
            <a:graphicFrameLocks noGrp="1"/>
          </p:cNvGraphicFramePr>
          <p:nvPr/>
        </p:nvGraphicFramePr>
        <p:xfrm>
          <a:off x="4846320" y="1645920"/>
          <a:ext cx="6705295" cy="39502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/>
                <a:gridCol w="4876495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53A41"/>
                          </a:solidFill>
                        </a:rPr>
                        <a:t>이름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5EA"/>
                      </a:solidFill>
                      <a:prstDash val="solid"/>
                    </a:lnL>
                    <a:lnR w="9525" cap="flat" cmpd="sng" algn="ctr">
                      <a:solidFill>
                        <a:srgbClr val="D6E5EA"/>
                      </a:solidFill>
                      <a:prstDash val="solid"/>
                    </a:lnR>
                    <a:lnT w="9525" cap="flat" cmpd="sng" algn="ctr">
                      <a:solidFill>
                        <a:srgbClr val="D6E5EA"/>
                      </a:solidFill>
                      <a:prstDash val="solid"/>
                    </a:lnT>
                    <a:lnB w="9525" cap="flat" cmpd="sng" algn="ctr">
                      <a:solidFill>
                        <a:srgbClr val="D6E5EA"/>
                      </a:solidFill>
                      <a:prstDash val="solid"/>
                    </a:lnB>
                    <a:solidFill>
                      <a:srgbClr val="D6E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5EA"/>
                      </a:solidFill>
                      <a:prstDash val="solid"/>
                    </a:lnL>
                    <a:lnR w="9525" cap="flat" cmpd="sng" algn="ctr">
                      <a:solidFill>
                        <a:srgbClr val="D6E5EA"/>
                      </a:solidFill>
                      <a:prstDash val="solid"/>
                    </a:lnR>
                    <a:lnT w="9525" cap="flat" cmpd="sng" algn="ctr">
                      <a:solidFill>
                        <a:srgbClr val="D6E5EA"/>
                      </a:solidFill>
                      <a:prstDash val="solid"/>
                    </a:lnT>
                    <a:lnB w="9525" cap="flat" cmpd="sng" algn="ctr">
                      <a:solidFill>
                        <a:srgbClr val="D6E5EA"/>
                      </a:solidFill>
                      <a:prstDash val="solid"/>
                    </a:lnB>
                    <a:solidFill>
                      <a:srgbClr val="F2F6F8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53A41"/>
                          </a:solidFill>
                        </a:rPr>
                        <a:t>생일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5EA"/>
                      </a:solidFill>
                      <a:prstDash val="solid"/>
                    </a:lnL>
                    <a:lnR w="9525" cap="flat" cmpd="sng" algn="ctr">
                      <a:solidFill>
                        <a:srgbClr val="D6E5EA"/>
                      </a:solidFill>
                      <a:prstDash val="solid"/>
                    </a:lnR>
                    <a:lnT w="9525" cap="flat" cmpd="sng" algn="ctr">
                      <a:solidFill>
                        <a:srgbClr val="D6E5EA"/>
                      </a:solidFill>
                      <a:prstDash val="solid"/>
                    </a:lnT>
                    <a:lnB w="9525" cap="flat" cmpd="sng" algn="ctr">
                      <a:solidFill>
                        <a:srgbClr val="D6E5EA"/>
                      </a:solidFill>
                      <a:prstDash val="solid"/>
                    </a:lnB>
                    <a:solidFill>
                      <a:srgbClr val="D6E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5EA"/>
                      </a:solidFill>
                      <a:prstDash val="solid"/>
                    </a:lnL>
                    <a:lnR w="9525" cap="flat" cmpd="sng" algn="ctr">
                      <a:solidFill>
                        <a:srgbClr val="D6E5EA"/>
                      </a:solidFill>
                      <a:prstDash val="solid"/>
                    </a:lnR>
                    <a:lnT w="9525" cap="flat" cmpd="sng" algn="ctr">
                      <a:solidFill>
                        <a:srgbClr val="D6E5EA"/>
                      </a:solidFill>
                      <a:prstDash val="solid"/>
                    </a:lnT>
                    <a:lnB w="9525" cap="flat" cmpd="sng" algn="ctr">
                      <a:solidFill>
                        <a:srgbClr val="D6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53A41"/>
                          </a:solidFill>
                        </a:rPr>
                        <a:t>키 · 몸무게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5EA"/>
                      </a:solidFill>
                      <a:prstDash val="solid"/>
                    </a:lnL>
                    <a:lnR w="9525" cap="flat" cmpd="sng" algn="ctr">
                      <a:solidFill>
                        <a:srgbClr val="D6E5EA"/>
                      </a:solidFill>
                      <a:prstDash val="solid"/>
                    </a:lnR>
                    <a:lnT w="9525" cap="flat" cmpd="sng" algn="ctr">
                      <a:solidFill>
                        <a:srgbClr val="D6E5EA"/>
                      </a:solidFill>
                      <a:prstDash val="solid"/>
                    </a:lnT>
                    <a:lnB w="9525" cap="flat" cmpd="sng" algn="ctr">
                      <a:solidFill>
                        <a:srgbClr val="D6E5EA"/>
                      </a:solidFill>
                      <a:prstDash val="solid"/>
                    </a:lnB>
                    <a:solidFill>
                      <a:srgbClr val="D6E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5EA"/>
                      </a:solidFill>
                      <a:prstDash val="solid"/>
                    </a:lnL>
                    <a:lnR w="9525" cap="flat" cmpd="sng" algn="ctr">
                      <a:solidFill>
                        <a:srgbClr val="D6E5EA"/>
                      </a:solidFill>
                      <a:prstDash val="solid"/>
                    </a:lnR>
                    <a:lnT w="9525" cap="flat" cmpd="sng" algn="ctr">
                      <a:solidFill>
                        <a:srgbClr val="D6E5EA"/>
                      </a:solidFill>
                      <a:prstDash val="solid"/>
                    </a:lnT>
                    <a:lnB w="9525" cap="flat" cmpd="sng" algn="ctr">
                      <a:solidFill>
                        <a:srgbClr val="D6E5EA"/>
                      </a:solidFill>
                      <a:prstDash val="solid"/>
                    </a:lnB>
                    <a:solidFill>
                      <a:srgbClr val="F2F6F8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53A41"/>
                          </a:solidFill>
                        </a:rPr>
                        <a:t>좋아하는 것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5EA"/>
                      </a:solidFill>
                      <a:prstDash val="solid"/>
                    </a:lnL>
                    <a:lnR w="9525" cap="flat" cmpd="sng" algn="ctr">
                      <a:solidFill>
                        <a:srgbClr val="D6E5EA"/>
                      </a:solidFill>
                      <a:prstDash val="solid"/>
                    </a:lnR>
                    <a:lnT w="9525" cap="flat" cmpd="sng" algn="ctr">
                      <a:solidFill>
                        <a:srgbClr val="D6E5EA"/>
                      </a:solidFill>
                      <a:prstDash val="solid"/>
                    </a:lnT>
                    <a:lnB w="9525" cap="flat" cmpd="sng" algn="ctr">
                      <a:solidFill>
                        <a:srgbClr val="D6E5EA"/>
                      </a:solidFill>
                      <a:prstDash val="solid"/>
                    </a:lnB>
                    <a:solidFill>
                      <a:srgbClr val="D6E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5EA"/>
                      </a:solidFill>
                      <a:prstDash val="solid"/>
                    </a:lnL>
                    <a:lnR w="9525" cap="flat" cmpd="sng" algn="ctr">
                      <a:solidFill>
                        <a:srgbClr val="D6E5EA"/>
                      </a:solidFill>
                      <a:prstDash val="solid"/>
                    </a:lnR>
                    <a:lnT w="9525" cap="flat" cmpd="sng" algn="ctr">
                      <a:solidFill>
                        <a:srgbClr val="D6E5EA"/>
                      </a:solidFill>
                      <a:prstDash val="solid"/>
                    </a:lnT>
                    <a:lnB w="9525" cap="flat" cmpd="sng" algn="ctr">
                      <a:solidFill>
                        <a:srgbClr val="D6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53A41"/>
                          </a:solidFill>
                        </a:rPr>
                        <a:t>별명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5EA"/>
                      </a:solidFill>
                      <a:prstDash val="solid"/>
                    </a:lnL>
                    <a:lnR w="9525" cap="flat" cmpd="sng" algn="ctr">
                      <a:solidFill>
                        <a:srgbClr val="D6E5EA"/>
                      </a:solidFill>
                      <a:prstDash val="solid"/>
                    </a:lnR>
                    <a:lnT w="9525" cap="flat" cmpd="sng" algn="ctr">
                      <a:solidFill>
                        <a:srgbClr val="D6E5EA"/>
                      </a:solidFill>
                      <a:prstDash val="solid"/>
                    </a:lnT>
                    <a:lnB w="9525" cap="flat" cmpd="sng" algn="ctr">
                      <a:solidFill>
                        <a:srgbClr val="D6E5EA"/>
                      </a:solidFill>
                      <a:prstDash val="solid"/>
                    </a:lnB>
                    <a:solidFill>
                      <a:srgbClr val="D6E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5EA"/>
                      </a:solidFill>
                      <a:prstDash val="solid"/>
                    </a:lnL>
                    <a:lnR w="9525" cap="flat" cmpd="sng" algn="ctr">
                      <a:solidFill>
                        <a:srgbClr val="D6E5EA"/>
                      </a:solidFill>
                      <a:prstDash val="solid"/>
                    </a:lnR>
                    <a:lnT w="9525" cap="flat" cmpd="sng" algn="ctr">
                      <a:solidFill>
                        <a:srgbClr val="D6E5EA"/>
                      </a:solidFill>
                      <a:prstDash val="solid"/>
                    </a:lnT>
                    <a:lnB w="9525" cap="flat" cmpd="sng" algn="ctr">
                      <a:solidFill>
                        <a:srgbClr val="D6E5EA"/>
                      </a:solidFill>
                      <a:prstDash val="solid"/>
                    </a:lnB>
                    <a:solidFill>
                      <a:srgbClr val="F2F6F8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53A41"/>
                          </a:solidFill>
                        </a:rPr>
                        <a:t>부모의 마음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5EA"/>
                      </a:solidFill>
                      <a:prstDash val="solid"/>
                    </a:lnL>
                    <a:lnR w="9525" cap="flat" cmpd="sng" algn="ctr">
                      <a:solidFill>
                        <a:srgbClr val="D6E5EA"/>
                      </a:solidFill>
                      <a:prstDash val="solid"/>
                    </a:lnR>
                    <a:lnT w="9525" cap="flat" cmpd="sng" algn="ctr">
                      <a:solidFill>
                        <a:srgbClr val="D6E5EA"/>
                      </a:solidFill>
                      <a:prstDash val="solid"/>
                    </a:lnT>
                    <a:lnB w="9525" cap="flat" cmpd="sng" algn="ctr">
                      <a:solidFill>
                        <a:srgbClr val="D6E5EA"/>
                      </a:solidFill>
                      <a:prstDash val="solid"/>
                    </a:lnB>
                    <a:solidFill>
                      <a:srgbClr val="D6E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5EA"/>
                      </a:solidFill>
                      <a:prstDash val="solid"/>
                    </a:lnL>
                    <a:lnR w="9525" cap="flat" cmpd="sng" algn="ctr">
                      <a:solidFill>
                        <a:srgbClr val="D6E5EA"/>
                      </a:solidFill>
                      <a:prstDash val="solid"/>
                    </a:lnR>
                    <a:lnT w="9525" cap="flat" cmpd="sng" algn="ctr">
                      <a:solidFill>
                        <a:srgbClr val="D6E5EA"/>
                      </a:solidFill>
                      <a:prstDash val="solid"/>
                    </a:lnT>
                    <a:lnB w="9525" cap="flat" cmpd="sng" algn="ctr">
                      <a:solidFill>
                        <a:srgbClr val="D6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384048"/>
            <a:ext cx="9509522" cy="896112"/>
          </a:xfrm>
          <a:prstGeom prst="homePlate">
            <a:avLst/>
          </a:prstGeom>
          <a:solidFill>
            <a:srgbClr val="4974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769803" y="425196"/>
            <a:ext cx="955547" cy="553212"/>
          </a:xfrm>
          <a:prstGeom prst="cloud">
            <a:avLst/>
          </a:prstGeom>
          <a:solidFill>
            <a:srgbClr val="D6E5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222431" y="676656"/>
            <a:ext cx="603504" cy="382219"/>
          </a:xfrm>
          <a:prstGeom prst="cloud">
            <a:avLst/>
          </a:prstGeom>
          <a:solidFill>
            <a:srgbClr val="4974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8900000">
            <a:off x="11021263" y="1099108"/>
            <a:ext cx="120700" cy="120700"/>
          </a:xfrm>
          <a:prstGeom prst="teardrop">
            <a:avLst/>
          </a:prstGeom>
          <a:solidFill>
            <a:srgbClr val="8349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900000">
            <a:off x="11323015" y="1099108"/>
            <a:ext cx="120700" cy="120700"/>
          </a:xfrm>
          <a:prstGeom prst="teardrop">
            <a:avLst/>
          </a:prstGeom>
          <a:solidFill>
            <a:srgbClr val="8349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900000">
            <a:off x="11624767" y="1099108"/>
            <a:ext cx="120700" cy="120700"/>
          </a:xfrm>
          <a:prstGeom prst="teardrop">
            <a:avLst/>
          </a:prstGeom>
          <a:solidFill>
            <a:srgbClr val="8349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8412242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FFFFF"/>
                </a:solidFill>
              </a:rPr>
              <a:t>한 해 성장 기록</a:t>
            </a:r>
          </a:p>
        </p:txBody>
      </p:sp>
      <p:sp>
        <p:nvSpPr>
          <p:cNvPr id="9" name="타임라인 선"/>
          <p:cNvSpPr/>
          <p:nvPr/>
        </p:nvSpPr>
        <p:spPr>
          <a:xfrm>
            <a:off x="640080" y="3383280"/>
            <a:ext cx="10911535" cy="54864"/>
          </a:xfrm>
          <a:prstGeom prst="rect">
            <a:avLst/>
          </a:prstGeom>
          <a:solidFill>
            <a:srgbClr val="D6E5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때 1"/>
          <p:cNvSpPr/>
          <p:nvPr/>
        </p:nvSpPr>
        <p:spPr>
          <a:xfrm>
            <a:off x="1530065" y="3200400"/>
            <a:ext cx="402336" cy="402336"/>
          </a:xfrm>
          <a:prstGeom prst="ellipse">
            <a:avLst/>
          </a:prstGeom>
          <a:solidFill>
            <a:srgbClr val="497483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560320"/>
            <a:ext cx="2090867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497483"/>
                </a:solidFill>
              </a:rPr>
              <a:t>1개월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19" y="3749039"/>
            <a:ext cx="1999427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53A41"/>
                </a:solidFill>
              </a:rPr>
              <a:t>처음 눈을 맞춘 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19" y="4251960"/>
            <a:ext cx="1999427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2B2B2B"/>
                </a:solidFill>
              </a:rPr>
              <a:t>기억을 적어 주세요</a:t>
            </a:r>
          </a:p>
        </p:txBody>
      </p:sp>
      <p:sp>
        <p:nvSpPr>
          <p:cNvPr id="14" name="때 2"/>
          <p:cNvSpPr/>
          <p:nvPr/>
        </p:nvSpPr>
        <p:spPr>
          <a:xfrm>
            <a:off x="3712372" y="3200400"/>
            <a:ext cx="402336" cy="402336"/>
          </a:xfrm>
          <a:prstGeom prst="ellipse">
            <a:avLst/>
          </a:prstGeom>
          <a:solidFill>
            <a:srgbClr val="497483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68107" y="2560320"/>
            <a:ext cx="2090867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497483"/>
                </a:solidFill>
              </a:rPr>
              <a:t>3개월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13827" y="3749039"/>
            <a:ext cx="1999427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53A41"/>
                </a:solidFill>
              </a:rPr>
              <a:t>처음 웃은 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13827" y="4251960"/>
            <a:ext cx="1999427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2B2B2B"/>
                </a:solidFill>
              </a:rPr>
              <a:t>기억을 적어 주세요</a:t>
            </a:r>
          </a:p>
        </p:txBody>
      </p:sp>
      <p:sp>
        <p:nvSpPr>
          <p:cNvPr id="18" name="때 3"/>
          <p:cNvSpPr/>
          <p:nvPr/>
        </p:nvSpPr>
        <p:spPr>
          <a:xfrm>
            <a:off x="5894679" y="3200400"/>
            <a:ext cx="402336" cy="402336"/>
          </a:xfrm>
          <a:prstGeom prst="ellipse">
            <a:avLst/>
          </a:prstGeom>
          <a:solidFill>
            <a:srgbClr val="497483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50414" y="2560320"/>
            <a:ext cx="2090867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497483"/>
                </a:solidFill>
              </a:rPr>
              <a:t>6개월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96134" y="3749039"/>
            <a:ext cx="1999427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53A41"/>
                </a:solidFill>
              </a:rPr>
              <a:t>뒤집기 성공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96134" y="4251960"/>
            <a:ext cx="1999427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2B2B2B"/>
                </a:solidFill>
              </a:rPr>
              <a:t>기억을 적어 주세요</a:t>
            </a:r>
          </a:p>
        </p:txBody>
      </p:sp>
      <p:sp>
        <p:nvSpPr>
          <p:cNvPr id="22" name="때 4"/>
          <p:cNvSpPr/>
          <p:nvPr/>
        </p:nvSpPr>
        <p:spPr>
          <a:xfrm>
            <a:off x="8076986" y="3200400"/>
            <a:ext cx="402336" cy="402336"/>
          </a:xfrm>
          <a:prstGeom prst="ellipse">
            <a:avLst/>
          </a:prstGeom>
          <a:solidFill>
            <a:srgbClr val="497483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32721" y="2560320"/>
            <a:ext cx="2090867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497483"/>
                </a:solidFill>
              </a:rPr>
              <a:t>9개월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78441" y="3749039"/>
            <a:ext cx="1999427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53A41"/>
                </a:solidFill>
              </a:rPr>
              <a:t>첫 이유식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78441" y="4251960"/>
            <a:ext cx="1999427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2B2B2B"/>
                </a:solidFill>
              </a:rPr>
              <a:t>기억을 적어 주세요</a:t>
            </a:r>
          </a:p>
        </p:txBody>
      </p:sp>
      <p:sp>
        <p:nvSpPr>
          <p:cNvPr id="26" name="때 5"/>
          <p:cNvSpPr/>
          <p:nvPr/>
        </p:nvSpPr>
        <p:spPr>
          <a:xfrm>
            <a:off x="10259293" y="3200400"/>
            <a:ext cx="402336" cy="402336"/>
          </a:xfrm>
          <a:prstGeom prst="ellipse">
            <a:avLst/>
          </a:prstGeom>
          <a:solidFill>
            <a:srgbClr val="497483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15028" y="2560320"/>
            <a:ext cx="2090867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497483"/>
                </a:solidFill>
              </a:rPr>
              <a:t>12개월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60748" y="3749039"/>
            <a:ext cx="1999427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53A41"/>
                </a:solidFill>
              </a:rPr>
              <a:t>첫 걸음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60748" y="4251960"/>
            <a:ext cx="1999427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2B2B2B"/>
                </a:solidFill>
              </a:rPr>
              <a:t>기억을 적어 주세요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384048"/>
            <a:ext cx="9509522" cy="896112"/>
          </a:xfrm>
          <a:prstGeom prst="homePlate">
            <a:avLst/>
          </a:prstGeom>
          <a:solidFill>
            <a:srgbClr val="4974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769803" y="425196"/>
            <a:ext cx="955547" cy="553212"/>
          </a:xfrm>
          <a:prstGeom prst="cloud">
            <a:avLst/>
          </a:prstGeom>
          <a:solidFill>
            <a:srgbClr val="D6E5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222431" y="676656"/>
            <a:ext cx="603504" cy="382219"/>
          </a:xfrm>
          <a:prstGeom prst="cloud">
            <a:avLst/>
          </a:prstGeom>
          <a:solidFill>
            <a:srgbClr val="4974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8900000">
            <a:off x="11021263" y="1099108"/>
            <a:ext cx="120700" cy="120700"/>
          </a:xfrm>
          <a:prstGeom prst="teardrop">
            <a:avLst/>
          </a:prstGeom>
          <a:solidFill>
            <a:srgbClr val="8349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900000">
            <a:off x="11323015" y="1099108"/>
            <a:ext cx="120700" cy="120700"/>
          </a:xfrm>
          <a:prstGeom prst="teardrop">
            <a:avLst/>
          </a:prstGeom>
          <a:solidFill>
            <a:srgbClr val="8349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900000">
            <a:off x="11624767" y="1099108"/>
            <a:ext cx="120700" cy="120700"/>
          </a:xfrm>
          <a:prstGeom prst="teardrop">
            <a:avLst/>
          </a:prstGeom>
          <a:solidFill>
            <a:srgbClr val="8349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8412242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FFFFF"/>
                </a:solidFill>
              </a:rPr>
              <a:t>키와 몸무게</a:t>
            </a:r>
          </a:p>
        </p:txBody>
      </p:sp>
      <p:graphicFrame>
        <p:nvGraphicFramePr>
          <p:cNvPr id="9" name="표"/>
          <p:cNvGraphicFramePr>
            <a:graphicFrameLocks noGrp="1"/>
          </p:cNvGraphicFramePr>
          <p:nvPr/>
        </p:nvGraphicFramePr>
        <p:xfrm>
          <a:off x="640080" y="1645920"/>
          <a:ext cx="10911535" cy="32918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182307"/>
                <a:gridCol w="2182307"/>
                <a:gridCol w="2182307"/>
                <a:gridCol w="2182307"/>
                <a:gridCol w="2182307"/>
              </a:tblGrid>
              <a:tr h="822960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497483"/>
                      </a:solidFill>
                      <a:prstDash val="solid"/>
                    </a:lnL>
                    <a:lnR w="9525" cap="flat" cmpd="sng" algn="ctr">
                      <a:solidFill>
                        <a:srgbClr val="497483"/>
                      </a:solidFill>
                      <a:prstDash val="solid"/>
                    </a:lnR>
                    <a:lnT w="9525" cap="flat" cmpd="sng" algn="ctr">
                      <a:solidFill>
                        <a:srgbClr val="497483"/>
                      </a:solidFill>
                      <a:prstDash val="solid"/>
                    </a:lnT>
                    <a:lnB w="9525" cap="flat" cmpd="sng" algn="ctr">
                      <a:solidFill>
                        <a:srgbClr val="497483"/>
                      </a:solidFill>
                      <a:prstDash val="solid"/>
                    </a:lnB>
                    <a:solidFill>
                      <a:srgbClr val="49748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3개월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497483"/>
                      </a:solidFill>
                      <a:prstDash val="solid"/>
                    </a:lnL>
                    <a:lnR w="9525" cap="flat" cmpd="sng" algn="ctr">
                      <a:solidFill>
                        <a:srgbClr val="497483"/>
                      </a:solidFill>
                      <a:prstDash val="solid"/>
                    </a:lnR>
                    <a:lnT w="9525" cap="flat" cmpd="sng" algn="ctr">
                      <a:solidFill>
                        <a:srgbClr val="497483"/>
                      </a:solidFill>
                      <a:prstDash val="solid"/>
                    </a:lnT>
                    <a:lnB w="9525" cap="flat" cmpd="sng" algn="ctr">
                      <a:solidFill>
                        <a:srgbClr val="497483"/>
                      </a:solidFill>
                      <a:prstDash val="solid"/>
                    </a:lnB>
                    <a:solidFill>
                      <a:srgbClr val="49748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6개월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497483"/>
                      </a:solidFill>
                      <a:prstDash val="solid"/>
                    </a:lnL>
                    <a:lnR w="9525" cap="flat" cmpd="sng" algn="ctr">
                      <a:solidFill>
                        <a:srgbClr val="497483"/>
                      </a:solidFill>
                      <a:prstDash val="solid"/>
                    </a:lnR>
                    <a:lnT w="9525" cap="flat" cmpd="sng" algn="ctr">
                      <a:solidFill>
                        <a:srgbClr val="497483"/>
                      </a:solidFill>
                      <a:prstDash val="solid"/>
                    </a:lnT>
                    <a:lnB w="9525" cap="flat" cmpd="sng" algn="ctr">
                      <a:solidFill>
                        <a:srgbClr val="497483"/>
                      </a:solidFill>
                      <a:prstDash val="solid"/>
                    </a:lnB>
                    <a:solidFill>
                      <a:srgbClr val="49748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9개월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497483"/>
                      </a:solidFill>
                      <a:prstDash val="solid"/>
                    </a:lnL>
                    <a:lnR w="9525" cap="flat" cmpd="sng" algn="ctr">
                      <a:solidFill>
                        <a:srgbClr val="497483"/>
                      </a:solidFill>
                      <a:prstDash val="solid"/>
                    </a:lnR>
                    <a:lnT w="9525" cap="flat" cmpd="sng" algn="ctr">
                      <a:solidFill>
                        <a:srgbClr val="497483"/>
                      </a:solidFill>
                      <a:prstDash val="solid"/>
                    </a:lnT>
                    <a:lnB w="9525" cap="flat" cmpd="sng" algn="ctr">
                      <a:solidFill>
                        <a:srgbClr val="497483"/>
                      </a:solidFill>
                      <a:prstDash val="solid"/>
                    </a:lnB>
                    <a:solidFill>
                      <a:srgbClr val="49748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12개월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497483"/>
                      </a:solidFill>
                      <a:prstDash val="solid"/>
                    </a:lnL>
                    <a:lnR w="9525" cap="flat" cmpd="sng" algn="ctr">
                      <a:solidFill>
                        <a:srgbClr val="497483"/>
                      </a:solidFill>
                      <a:prstDash val="solid"/>
                    </a:lnR>
                    <a:lnT w="9525" cap="flat" cmpd="sng" algn="ctr">
                      <a:solidFill>
                        <a:srgbClr val="497483"/>
                      </a:solidFill>
                      <a:prstDash val="solid"/>
                    </a:lnT>
                    <a:lnB w="9525" cap="flat" cmpd="sng" algn="ctr">
                      <a:solidFill>
                        <a:srgbClr val="497483"/>
                      </a:solidFill>
                      <a:prstDash val="solid"/>
                    </a:lnB>
                    <a:solidFill>
                      <a:srgbClr val="497483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253A41"/>
                          </a:solidFill>
                        </a:rPr>
                        <a:t>키(cm)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5EA"/>
                      </a:solidFill>
                      <a:prstDash val="solid"/>
                    </a:lnL>
                    <a:lnR w="9525" cap="flat" cmpd="sng" algn="ctr">
                      <a:solidFill>
                        <a:srgbClr val="D6E5EA"/>
                      </a:solidFill>
                      <a:prstDash val="solid"/>
                    </a:lnR>
                    <a:lnT w="9525" cap="flat" cmpd="sng" algn="ctr">
                      <a:solidFill>
                        <a:srgbClr val="D6E5EA"/>
                      </a:solidFill>
                      <a:prstDash val="solid"/>
                    </a:lnT>
                    <a:lnB w="9525" cap="flat" cmpd="sng" algn="ctr">
                      <a:solidFill>
                        <a:srgbClr val="D6E5EA"/>
                      </a:solidFill>
                      <a:prstDash val="solid"/>
                    </a:lnB>
                    <a:solidFill>
                      <a:srgbClr val="D6E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5EA"/>
                      </a:solidFill>
                      <a:prstDash val="solid"/>
                    </a:lnL>
                    <a:lnR w="9525" cap="flat" cmpd="sng" algn="ctr">
                      <a:solidFill>
                        <a:srgbClr val="D6E5EA"/>
                      </a:solidFill>
                      <a:prstDash val="solid"/>
                    </a:lnR>
                    <a:lnT w="9525" cap="flat" cmpd="sng" algn="ctr">
                      <a:solidFill>
                        <a:srgbClr val="D6E5EA"/>
                      </a:solidFill>
                      <a:prstDash val="solid"/>
                    </a:lnT>
                    <a:lnB w="9525" cap="flat" cmpd="sng" algn="ctr">
                      <a:solidFill>
                        <a:srgbClr val="D6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5EA"/>
                      </a:solidFill>
                      <a:prstDash val="solid"/>
                    </a:lnL>
                    <a:lnR w="9525" cap="flat" cmpd="sng" algn="ctr">
                      <a:solidFill>
                        <a:srgbClr val="D6E5EA"/>
                      </a:solidFill>
                      <a:prstDash val="solid"/>
                    </a:lnR>
                    <a:lnT w="9525" cap="flat" cmpd="sng" algn="ctr">
                      <a:solidFill>
                        <a:srgbClr val="D6E5EA"/>
                      </a:solidFill>
                      <a:prstDash val="solid"/>
                    </a:lnT>
                    <a:lnB w="9525" cap="flat" cmpd="sng" algn="ctr">
                      <a:solidFill>
                        <a:srgbClr val="D6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5EA"/>
                      </a:solidFill>
                      <a:prstDash val="solid"/>
                    </a:lnL>
                    <a:lnR w="9525" cap="flat" cmpd="sng" algn="ctr">
                      <a:solidFill>
                        <a:srgbClr val="D6E5EA"/>
                      </a:solidFill>
                      <a:prstDash val="solid"/>
                    </a:lnR>
                    <a:lnT w="9525" cap="flat" cmpd="sng" algn="ctr">
                      <a:solidFill>
                        <a:srgbClr val="D6E5EA"/>
                      </a:solidFill>
                      <a:prstDash val="solid"/>
                    </a:lnT>
                    <a:lnB w="9525" cap="flat" cmpd="sng" algn="ctr">
                      <a:solidFill>
                        <a:srgbClr val="D6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5EA"/>
                      </a:solidFill>
                      <a:prstDash val="solid"/>
                    </a:lnL>
                    <a:lnR w="9525" cap="flat" cmpd="sng" algn="ctr">
                      <a:solidFill>
                        <a:srgbClr val="D6E5EA"/>
                      </a:solidFill>
                      <a:prstDash val="solid"/>
                    </a:lnR>
                    <a:lnT w="9525" cap="flat" cmpd="sng" algn="ctr">
                      <a:solidFill>
                        <a:srgbClr val="D6E5EA"/>
                      </a:solidFill>
                      <a:prstDash val="solid"/>
                    </a:lnT>
                    <a:lnB w="9525" cap="flat" cmpd="sng" algn="ctr">
                      <a:solidFill>
                        <a:srgbClr val="D6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253A41"/>
                          </a:solidFill>
                        </a:rPr>
                        <a:t>몸무게(kg)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5EA"/>
                      </a:solidFill>
                      <a:prstDash val="solid"/>
                    </a:lnL>
                    <a:lnR w="9525" cap="flat" cmpd="sng" algn="ctr">
                      <a:solidFill>
                        <a:srgbClr val="D6E5EA"/>
                      </a:solidFill>
                      <a:prstDash val="solid"/>
                    </a:lnR>
                    <a:lnT w="9525" cap="flat" cmpd="sng" algn="ctr">
                      <a:solidFill>
                        <a:srgbClr val="D6E5EA"/>
                      </a:solidFill>
                      <a:prstDash val="solid"/>
                    </a:lnT>
                    <a:lnB w="9525" cap="flat" cmpd="sng" algn="ctr">
                      <a:solidFill>
                        <a:srgbClr val="D6E5EA"/>
                      </a:solidFill>
                      <a:prstDash val="solid"/>
                    </a:lnB>
                    <a:solidFill>
                      <a:srgbClr val="D6E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5EA"/>
                      </a:solidFill>
                      <a:prstDash val="solid"/>
                    </a:lnL>
                    <a:lnR w="9525" cap="flat" cmpd="sng" algn="ctr">
                      <a:solidFill>
                        <a:srgbClr val="D6E5EA"/>
                      </a:solidFill>
                      <a:prstDash val="solid"/>
                    </a:lnR>
                    <a:lnT w="9525" cap="flat" cmpd="sng" algn="ctr">
                      <a:solidFill>
                        <a:srgbClr val="D6E5EA"/>
                      </a:solidFill>
                      <a:prstDash val="solid"/>
                    </a:lnT>
                    <a:lnB w="9525" cap="flat" cmpd="sng" algn="ctr">
                      <a:solidFill>
                        <a:srgbClr val="D6E5EA"/>
                      </a:solidFill>
                      <a:prstDash val="soli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5EA"/>
                      </a:solidFill>
                      <a:prstDash val="solid"/>
                    </a:lnL>
                    <a:lnR w="9525" cap="flat" cmpd="sng" algn="ctr">
                      <a:solidFill>
                        <a:srgbClr val="D6E5EA"/>
                      </a:solidFill>
                      <a:prstDash val="solid"/>
                    </a:lnR>
                    <a:lnT w="9525" cap="flat" cmpd="sng" algn="ctr">
                      <a:solidFill>
                        <a:srgbClr val="D6E5EA"/>
                      </a:solidFill>
                      <a:prstDash val="solid"/>
                    </a:lnT>
                    <a:lnB w="9525" cap="flat" cmpd="sng" algn="ctr">
                      <a:solidFill>
                        <a:srgbClr val="D6E5EA"/>
                      </a:solidFill>
                      <a:prstDash val="soli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5EA"/>
                      </a:solidFill>
                      <a:prstDash val="solid"/>
                    </a:lnL>
                    <a:lnR w="9525" cap="flat" cmpd="sng" algn="ctr">
                      <a:solidFill>
                        <a:srgbClr val="D6E5EA"/>
                      </a:solidFill>
                      <a:prstDash val="solid"/>
                    </a:lnR>
                    <a:lnT w="9525" cap="flat" cmpd="sng" algn="ctr">
                      <a:solidFill>
                        <a:srgbClr val="D6E5EA"/>
                      </a:solidFill>
                      <a:prstDash val="solid"/>
                    </a:lnT>
                    <a:lnB w="9525" cap="flat" cmpd="sng" algn="ctr">
                      <a:solidFill>
                        <a:srgbClr val="D6E5EA"/>
                      </a:solidFill>
                      <a:prstDash val="soli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5EA"/>
                      </a:solidFill>
                      <a:prstDash val="solid"/>
                    </a:lnL>
                    <a:lnR w="9525" cap="flat" cmpd="sng" algn="ctr">
                      <a:solidFill>
                        <a:srgbClr val="D6E5EA"/>
                      </a:solidFill>
                      <a:prstDash val="solid"/>
                    </a:lnR>
                    <a:lnT w="9525" cap="flat" cmpd="sng" algn="ctr">
                      <a:solidFill>
                        <a:srgbClr val="D6E5EA"/>
                      </a:solidFill>
                      <a:prstDash val="solid"/>
                    </a:lnT>
                    <a:lnB w="9525" cap="flat" cmpd="sng" algn="ctr">
                      <a:solidFill>
                        <a:srgbClr val="D6E5EA"/>
                      </a:solidFill>
                      <a:prstDash val="solid"/>
                    </a:lnB>
                    <a:solidFill>
                      <a:srgbClr val="F2F6F8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253A41"/>
                          </a:solidFill>
                        </a:rPr>
                        <a:t>새로 한 것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5EA"/>
                      </a:solidFill>
                      <a:prstDash val="solid"/>
                    </a:lnL>
                    <a:lnR w="9525" cap="flat" cmpd="sng" algn="ctr">
                      <a:solidFill>
                        <a:srgbClr val="D6E5EA"/>
                      </a:solidFill>
                      <a:prstDash val="solid"/>
                    </a:lnR>
                    <a:lnT w="9525" cap="flat" cmpd="sng" algn="ctr">
                      <a:solidFill>
                        <a:srgbClr val="D6E5EA"/>
                      </a:solidFill>
                      <a:prstDash val="solid"/>
                    </a:lnT>
                    <a:lnB w="9525" cap="flat" cmpd="sng" algn="ctr">
                      <a:solidFill>
                        <a:srgbClr val="D6E5EA"/>
                      </a:solidFill>
                      <a:prstDash val="solid"/>
                    </a:lnB>
                    <a:solidFill>
                      <a:srgbClr val="D6E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5EA"/>
                      </a:solidFill>
                      <a:prstDash val="solid"/>
                    </a:lnL>
                    <a:lnR w="9525" cap="flat" cmpd="sng" algn="ctr">
                      <a:solidFill>
                        <a:srgbClr val="D6E5EA"/>
                      </a:solidFill>
                      <a:prstDash val="solid"/>
                    </a:lnR>
                    <a:lnT w="9525" cap="flat" cmpd="sng" algn="ctr">
                      <a:solidFill>
                        <a:srgbClr val="D6E5EA"/>
                      </a:solidFill>
                      <a:prstDash val="solid"/>
                    </a:lnT>
                    <a:lnB w="9525" cap="flat" cmpd="sng" algn="ctr">
                      <a:solidFill>
                        <a:srgbClr val="D6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5EA"/>
                      </a:solidFill>
                      <a:prstDash val="solid"/>
                    </a:lnL>
                    <a:lnR w="9525" cap="flat" cmpd="sng" algn="ctr">
                      <a:solidFill>
                        <a:srgbClr val="D6E5EA"/>
                      </a:solidFill>
                      <a:prstDash val="solid"/>
                    </a:lnR>
                    <a:lnT w="9525" cap="flat" cmpd="sng" algn="ctr">
                      <a:solidFill>
                        <a:srgbClr val="D6E5EA"/>
                      </a:solidFill>
                      <a:prstDash val="solid"/>
                    </a:lnT>
                    <a:lnB w="9525" cap="flat" cmpd="sng" algn="ctr">
                      <a:solidFill>
                        <a:srgbClr val="D6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5EA"/>
                      </a:solidFill>
                      <a:prstDash val="solid"/>
                    </a:lnL>
                    <a:lnR w="9525" cap="flat" cmpd="sng" algn="ctr">
                      <a:solidFill>
                        <a:srgbClr val="D6E5EA"/>
                      </a:solidFill>
                      <a:prstDash val="solid"/>
                    </a:lnR>
                    <a:lnT w="9525" cap="flat" cmpd="sng" algn="ctr">
                      <a:solidFill>
                        <a:srgbClr val="D6E5EA"/>
                      </a:solidFill>
                      <a:prstDash val="solid"/>
                    </a:lnT>
                    <a:lnB w="9525" cap="flat" cmpd="sng" algn="ctr">
                      <a:solidFill>
                        <a:srgbClr val="D6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5EA"/>
                      </a:solidFill>
                      <a:prstDash val="solid"/>
                    </a:lnL>
                    <a:lnR w="9525" cap="flat" cmpd="sng" algn="ctr">
                      <a:solidFill>
                        <a:srgbClr val="D6E5EA"/>
                      </a:solidFill>
                      <a:prstDash val="solid"/>
                    </a:lnR>
                    <a:lnT w="9525" cap="flat" cmpd="sng" algn="ctr">
                      <a:solidFill>
                        <a:srgbClr val="D6E5EA"/>
                      </a:solidFill>
                      <a:prstDash val="solid"/>
                    </a:lnT>
                    <a:lnB w="9525" cap="flat" cmpd="sng" algn="ctr">
                      <a:solidFill>
                        <a:srgbClr val="D6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384048"/>
            <a:ext cx="9509522" cy="896112"/>
          </a:xfrm>
          <a:prstGeom prst="homePlate">
            <a:avLst/>
          </a:prstGeom>
          <a:solidFill>
            <a:srgbClr val="4974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769803" y="425196"/>
            <a:ext cx="955547" cy="553212"/>
          </a:xfrm>
          <a:prstGeom prst="cloud">
            <a:avLst/>
          </a:prstGeom>
          <a:solidFill>
            <a:srgbClr val="D6E5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222431" y="676656"/>
            <a:ext cx="603504" cy="382219"/>
          </a:xfrm>
          <a:prstGeom prst="cloud">
            <a:avLst/>
          </a:prstGeom>
          <a:solidFill>
            <a:srgbClr val="4974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8900000">
            <a:off x="11021263" y="1099108"/>
            <a:ext cx="120700" cy="120700"/>
          </a:xfrm>
          <a:prstGeom prst="teardrop">
            <a:avLst/>
          </a:prstGeom>
          <a:solidFill>
            <a:srgbClr val="8349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900000">
            <a:off x="11323015" y="1099108"/>
            <a:ext cx="120700" cy="120700"/>
          </a:xfrm>
          <a:prstGeom prst="teardrop">
            <a:avLst/>
          </a:prstGeom>
          <a:solidFill>
            <a:srgbClr val="8349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900000">
            <a:off x="11624767" y="1099108"/>
            <a:ext cx="120700" cy="120700"/>
          </a:xfrm>
          <a:prstGeom prst="teardrop">
            <a:avLst/>
          </a:prstGeom>
          <a:solidFill>
            <a:srgbClr val="8349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8412242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FFFFF"/>
                </a:solidFill>
              </a:rPr>
              <a:t>사진 모음</a:t>
            </a:r>
          </a:p>
        </p:txBody>
      </p:sp>
      <p:sp>
        <p:nvSpPr>
          <p:cNvPr id="9" name="사진 자리"/>
          <p:cNvSpPr/>
          <p:nvPr/>
        </p:nvSpPr>
        <p:spPr>
          <a:xfrm>
            <a:off x="640080" y="1645920"/>
            <a:ext cx="2590723" cy="2286000"/>
          </a:xfrm>
          <a:prstGeom prst="roundRect">
            <a:avLst>
              <a:gd name="adj" fmla="val 6000"/>
            </a:avLst>
          </a:prstGeom>
          <a:solidFill>
            <a:srgbClr val="D6E5EA"/>
          </a:solidFill>
          <a:ln w="19050">
            <a:solidFill>
              <a:srgbClr val="497483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53A41"/>
                </a:solidFill>
              </a:rPr>
              <a:t>사진 1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3413683" y="1645920"/>
            <a:ext cx="2590723" cy="2286000"/>
          </a:xfrm>
          <a:prstGeom prst="roundRect">
            <a:avLst>
              <a:gd name="adj" fmla="val 6000"/>
            </a:avLst>
          </a:prstGeom>
          <a:solidFill>
            <a:srgbClr val="D6E5EA"/>
          </a:solidFill>
          <a:ln w="19050">
            <a:solidFill>
              <a:srgbClr val="497483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53A41"/>
                </a:solidFill>
              </a:rPr>
              <a:t>사진 2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6187287" y="1645920"/>
            <a:ext cx="2590723" cy="2286000"/>
          </a:xfrm>
          <a:prstGeom prst="roundRect">
            <a:avLst>
              <a:gd name="adj" fmla="val 6000"/>
            </a:avLst>
          </a:prstGeom>
          <a:solidFill>
            <a:srgbClr val="D6E5EA"/>
          </a:solidFill>
          <a:ln w="19050">
            <a:solidFill>
              <a:srgbClr val="497483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53A41"/>
                </a:solidFill>
              </a:rPr>
              <a:t>사진 3</a:t>
            </a:r>
          </a:p>
        </p:txBody>
      </p:sp>
      <p:sp>
        <p:nvSpPr>
          <p:cNvPr id="12" name="사진 자리"/>
          <p:cNvSpPr/>
          <p:nvPr/>
        </p:nvSpPr>
        <p:spPr>
          <a:xfrm>
            <a:off x="8960891" y="1645920"/>
            <a:ext cx="2590723" cy="2286000"/>
          </a:xfrm>
          <a:prstGeom prst="roundRect">
            <a:avLst>
              <a:gd name="adj" fmla="val 6000"/>
            </a:avLst>
          </a:prstGeom>
          <a:solidFill>
            <a:srgbClr val="D6E5EA"/>
          </a:solidFill>
          <a:ln w="19050">
            <a:solidFill>
              <a:srgbClr val="497483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53A41"/>
                </a:solidFill>
              </a:rPr>
              <a:t>사진 4</a:t>
            </a:r>
          </a:p>
        </p:txBody>
      </p:sp>
      <p:sp>
        <p:nvSpPr>
          <p:cNvPr id="13" name="사진 자리"/>
          <p:cNvSpPr/>
          <p:nvPr/>
        </p:nvSpPr>
        <p:spPr>
          <a:xfrm>
            <a:off x="640080" y="4114800"/>
            <a:ext cx="2590723" cy="2286000"/>
          </a:xfrm>
          <a:prstGeom prst="roundRect">
            <a:avLst>
              <a:gd name="adj" fmla="val 6000"/>
            </a:avLst>
          </a:prstGeom>
          <a:solidFill>
            <a:srgbClr val="D6E5EA"/>
          </a:solidFill>
          <a:ln w="19050">
            <a:solidFill>
              <a:srgbClr val="497483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53A41"/>
                </a:solidFill>
              </a:rPr>
              <a:t>사진 5</a:t>
            </a:r>
          </a:p>
        </p:txBody>
      </p:sp>
      <p:sp>
        <p:nvSpPr>
          <p:cNvPr id="14" name="사진 자리"/>
          <p:cNvSpPr/>
          <p:nvPr/>
        </p:nvSpPr>
        <p:spPr>
          <a:xfrm>
            <a:off x="3413683" y="4114800"/>
            <a:ext cx="2590723" cy="2286000"/>
          </a:xfrm>
          <a:prstGeom prst="roundRect">
            <a:avLst>
              <a:gd name="adj" fmla="val 6000"/>
            </a:avLst>
          </a:prstGeom>
          <a:solidFill>
            <a:srgbClr val="D6E5EA"/>
          </a:solidFill>
          <a:ln w="19050">
            <a:solidFill>
              <a:srgbClr val="497483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53A41"/>
                </a:solidFill>
              </a:rPr>
              <a:t>사진 6</a:t>
            </a:r>
          </a:p>
        </p:txBody>
      </p:sp>
      <p:sp>
        <p:nvSpPr>
          <p:cNvPr id="15" name="사진 자리"/>
          <p:cNvSpPr/>
          <p:nvPr/>
        </p:nvSpPr>
        <p:spPr>
          <a:xfrm>
            <a:off x="6187287" y="4114800"/>
            <a:ext cx="2590723" cy="2286000"/>
          </a:xfrm>
          <a:prstGeom prst="roundRect">
            <a:avLst>
              <a:gd name="adj" fmla="val 6000"/>
            </a:avLst>
          </a:prstGeom>
          <a:solidFill>
            <a:srgbClr val="D6E5EA"/>
          </a:solidFill>
          <a:ln w="19050">
            <a:solidFill>
              <a:srgbClr val="497483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53A41"/>
                </a:solidFill>
              </a:rPr>
              <a:t>사진 7</a:t>
            </a:r>
          </a:p>
        </p:txBody>
      </p:sp>
      <p:sp>
        <p:nvSpPr>
          <p:cNvPr id="16" name="사진 자리"/>
          <p:cNvSpPr/>
          <p:nvPr/>
        </p:nvSpPr>
        <p:spPr>
          <a:xfrm>
            <a:off x="8960891" y="4114800"/>
            <a:ext cx="2590723" cy="2286000"/>
          </a:xfrm>
          <a:prstGeom prst="roundRect">
            <a:avLst>
              <a:gd name="adj" fmla="val 6000"/>
            </a:avLst>
          </a:prstGeom>
          <a:solidFill>
            <a:srgbClr val="D6E5EA"/>
          </a:solidFill>
          <a:ln w="19050">
            <a:solidFill>
              <a:srgbClr val="497483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53A41"/>
                </a:solidFill>
              </a:rPr>
              <a:t>사진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2057400"/>
            <a:ext cx="10241023" cy="1828800"/>
          </a:xfrm>
          <a:prstGeom prst="homePlate">
            <a:avLst/>
          </a:prstGeom>
          <a:solidFill>
            <a:srgbClr val="4974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3886200"/>
            <a:ext cx="9509522" cy="64008"/>
          </a:xfrm>
          <a:prstGeom prst="rect">
            <a:avLst/>
          </a:prstGeom>
          <a:solidFill>
            <a:srgbClr val="8349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9446245" y="555497"/>
            <a:ext cx="2215134" cy="1282446"/>
          </a:xfrm>
          <a:prstGeom prst="cloud">
            <a:avLst/>
          </a:prstGeom>
          <a:solidFill>
            <a:srgbClr val="D6E5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495519" y="1138428"/>
            <a:ext cx="1399032" cy="886053"/>
          </a:xfrm>
          <a:prstGeom prst="cloud">
            <a:avLst/>
          </a:prstGeom>
          <a:solidFill>
            <a:srgbClr val="4974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900000">
            <a:off x="10029175" y="2117750"/>
            <a:ext cx="279806" cy="279806"/>
          </a:xfrm>
          <a:prstGeom prst="teardrop">
            <a:avLst/>
          </a:prstGeom>
          <a:solidFill>
            <a:srgbClr val="8349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900000">
            <a:off x="10728691" y="2117750"/>
            <a:ext cx="279806" cy="279806"/>
          </a:xfrm>
          <a:prstGeom prst="teardrop">
            <a:avLst/>
          </a:prstGeom>
          <a:solidFill>
            <a:srgbClr val="8349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8900000">
            <a:off x="11428207" y="2117750"/>
            <a:ext cx="279806" cy="279806"/>
          </a:xfrm>
          <a:prstGeom prst="teardrop">
            <a:avLst/>
          </a:prstGeom>
          <a:solidFill>
            <a:srgbClr val="8349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01" y="2167128"/>
            <a:ext cx="8778020" cy="1609344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FFFFFF"/>
                </a:solidFill>
              </a:rPr>
              <a:t>함께해 주셔서 감사합니다</a:t>
            </a:r>
          </a:p>
        </p:txBody>
      </p:sp>
      <p:sp>
        <p:nvSpPr>
          <p:cNvPr id="10" name="한 줄 문구"/>
          <p:cNvSpPr txBox="1"/>
          <p:nvPr/>
        </p:nvSpPr>
        <p:spPr>
          <a:xfrm>
            <a:off x="731501" y="4160520"/>
            <a:ext cx="8534186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253A41"/>
                </a:solidFill>
              </a:rPr>
              <a:t>첫 번째 생일을 축하해 주셔서 고맙습니다</a:t>
            </a:r>
          </a:p>
        </p:txBody>
      </p:sp>
      <p:sp>
        <p:nvSpPr>
          <p:cNvPr id="11" name="안내 문구"/>
          <p:cNvSpPr txBox="1"/>
          <p:nvPr/>
        </p:nvSpPr>
        <p:spPr>
          <a:xfrm>
            <a:off x="731501" y="5029200"/>
            <a:ext cx="8534186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아기 이름 · 부모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돌잔치 슬라이드(성장 기록 중심)">
  <a:themeElements>
    <a:clrScheme name="Office">
      <a:dk1>
        <a:sysClr val="windowText" lastClr="000000"/>
      </a:dk1>
      <a:lt1>
        <a:sysClr val="window" lastClr="FFFFFF"/>
      </a:lt1>
      <a:dk2>
        <a:srgbClr val="253A41"/>
      </a:dk2>
      <a:lt2>
        <a:srgbClr val="F2F6F8"/>
      </a:lt2>
      <a:accent1>
        <a:srgbClr val="497483"/>
      </a:accent1>
      <a:accent2>
        <a:srgbClr val="834958"/>
      </a:accent2>
      <a:accent3>
        <a:srgbClr val="253A41"/>
      </a:accent3>
      <a:accent4>
        <a:srgbClr val="D6E5EA"/>
      </a:accent4>
      <a:accent5>
        <a:srgbClr val="665E6E"/>
      </a:accent5>
      <a:accent6>
        <a:srgbClr val="7C898D"/>
      </a:accent6>
      <a:hlink>
        <a:srgbClr val="497483"/>
      </a:hlink>
      <a:folHlink>
        <a:srgbClr val="253A41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돌잔치 슬라이드(성장 기록 중심)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