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7261A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누가 먼저 손을 내밀었는지 기록합니다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7261A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4592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돌잡이 이야기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연필 · 공부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8" name="카드 2"/>
          <p:cNvSpPr/>
          <p:nvPr/>
        </p:nvSpPr>
        <p:spPr>
          <a:xfrm>
            <a:off x="3425113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07993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273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실 · 장수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돈 · 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6" name="카드 4"/>
          <p:cNvSpPr/>
          <p:nvPr/>
        </p:nvSpPr>
        <p:spPr>
          <a:xfrm>
            <a:off x="8995181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78061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마이크 · 인기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아기의 선택은?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4572000" cy="475488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7261A"/>
                </a:solidFill>
              </a:rPr>
              <a:t>돌잡이 사진</a:t>
            </a:r>
          </a:p>
        </p:txBody>
      </p:sp>
      <p:sp>
        <p:nvSpPr>
          <p:cNvPr id="5" name="선택 칸"/>
          <p:cNvSpPr/>
          <p:nvPr/>
        </p:nvSpPr>
        <p:spPr>
          <a:xfrm>
            <a:off x="5577840" y="1645920"/>
            <a:ext cx="5973775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920240"/>
            <a:ext cx="5425135" cy="4206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7261A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