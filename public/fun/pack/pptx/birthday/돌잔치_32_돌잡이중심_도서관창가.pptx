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5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누가 먼저 손을 내밀었는지 기록합니다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5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6E2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2D5"/>
                      </a:solidFill>
                      <a:prstDash val="solid"/>
                    </a:lnL>
                    <a:lnR w="9525" cap="flat" cmpd="sng" algn="ctr">
                      <a:solidFill>
                        <a:srgbClr val="F6E2D5"/>
                      </a:solidFill>
                      <a:prstDash val="solid"/>
                    </a:lnR>
                    <a:lnT w="9525" cap="flat" cmpd="sng" algn="ctr">
                      <a:solidFill>
                        <a:srgbClr val="F6E2D5"/>
                      </a:solidFill>
                      <a:prstDash val="solid"/>
                    </a:lnT>
                    <a:lnB w="9525" cap="flat" cmpd="sng" algn="ctr">
                      <a:solidFill>
                        <a:srgbClr val="F6E2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돌잡이 이야기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연필 · 공부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학문과 총명을 바라는 마음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3425113" y="1892807"/>
            <a:ext cx="54864" cy="4352544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실 · 장수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건강하고 오래 살기를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210147" y="1892807"/>
            <a:ext cx="54864" cy="4352544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돈 · 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넉넉한 삶을 바라는 마음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8995181" y="1892807"/>
            <a:ext cx="54864" cy="4352544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마이크 · 인기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아기의 선택은?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돌잡이 사진</a:t>
            </a:r>
          </a:p>
        </p:txBody>
      </p:sp>
      <p:sp>
        <p:nvSpPr>
          <p:cNvPr id="7" name="선택 칸"/>
          <p:cNvSpPr/>
          <p:nvPr/>
        </p:nvSpPr>
        <p:spPr>
          <a:xfrm>
            <a:off x="5577840" y="1783080"/>
            <a:ext cx="5973775" cy="4572000"/>
          </a:xfrm>
          <a:prstGeom prst="roundRect">
            <a:avLst>
              <a:gd name="adj" fmla="val 4000"/>
            </a:avLst>
          </a:prstGeom>
          <a:solidFill>
            <a:srgbClr val="FB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5577840" y="1892807"/>
            <a:ext cx="54864" cy="4352544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057400"/>
            <a:ext cx="5425135" cy="4023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donu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5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493527"/>
      </a:dk2>
      <a:lt2>
        <a:srgbClr val="FBF2EC"/>
      </a:lt2>
      <a:accent1>
        <a:srgbClr val="D89F79"/>
      </a:accent1>
      <a:accent2>
        <a:srgbClr val="E1D798"/>
      </a:accent2>
      <a:accent3>
        <a:srgbClr val="493527"/>
      </a:accent3>
      <a:accent4>
        <a:srgbClr val="F6E2D5"/>
      </a:accent4>
      <a:accent5>
        <a:srgbClr val="DCBB88"/>
      </a:accent5>
      <a:accent6>
        <a:srgbClr val="92867D"/>
      </a:accent6>
      <a:hlink>
        <a:srgbClr val="D89F79"/>
      </a:hlink>
      <a:folHlink>
        <a:srgbClr val="4935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