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914377" y="2130425"/>
            <a:ext cx="1036294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828754" y="3886200"/>
            <a:ext cx="8534186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>
          <a:xfrm>
            <a:off x="812758" y="0"/>
            <a:ext cx="3792875" cy="0"/>
          </a:xfrm>
        </p:spPr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>
          <a:xfrm>
            <a:off x="5553854" y="0"/>
            <a:ext cx="5147475" cy="0"/>
          </a:xfrm>
        </p:spPr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>
          <a:xfrm>
            <a:off x="11649549" y="0"/>
            <a:ext cx="3792875" cy="0"/>
          </a:xfrm>
        </p:spPr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12758" y="0"/>
            <a:ext cx="14629667" cy="0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812758" y="0"/>
            <a:ext cx="14629667" cy="0"/>
          </a:xfrm>
        </p:spPr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>
          <a:xfrm>
            <a:off x="812758" y="0"/>
            <a:ext cx="3792875" cy="0"/>
          </a:xfrm>
        </p:spPr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>
          <a:xfrm>
            <a:off x="5553854" y="0"/>
            <a:ext cx="5147475" cy="0"/>
          </a:xfrm>
        </p:spPr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>
          <a:xfrm>
            <a:off x="11649549" y="0"/>
            <a:ext cx="3792875" cy="0"/>
          </a:xfrm>
        </p:spPr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963059" y="4406900"/>
            <a:ext cx="1036294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963059" y="2906713"/>
            <a:ext cx="1036294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>
          <a:xfrm>
            <a:off x="812758" y="0"/>
            <a:ext cx="3792875" cy="0"/>
          </a:xfrm>
        </p:spPr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>
          <a:xfrm>
            <a:off x="5553854" y="0"/>
            <a:ext cx="5147475" cy="0"/>
          </a:xfrm>
        </p:spPr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>
          <a:xfrm>
            <a:off x="11649549" y="0"/>
            <a:ext cx="3792875" cy="0"/>
          </a:xfrm>
        </p:spPr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12758" y="0"/>
            <a:ext cx="14629667" cy="0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609584" y="1600200"/>
            <a:ext cx="5384665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197444" y="1600200"/>
            <a:ext cx="5384665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>
          <a:xfrm>
            <a:off x="812758" y="0"/>
            <a:ext cx="3792875" cy="0"/>
          </a:xfrm>
        </p:spPr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>
          <a:xfrm>
            <a:off x="5553854" y="0"/>
            <a:ext cx="5147475" cy="0"/>
          </a:xfrm>
        </p:spPr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>
          <a:xfrm>
            <a:off x="11649549" y="0"/>
            <a:ext cx="3792875" cy="0"/>
          </a:xfrm>
        </p:spPr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12758" y="0"/>
            <a:ext cx="14629667" cy="0"/>
          </a:xfrm>
        </p:spPr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09584" y="1535113"/>
            <a:ext cx="5386782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09584" y="2174875"/>
            <a:ext cx="5386782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6193211" y="1535113"/>
            <a:ext cx="538889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6193211" y="2174875"/>
            <a:ext cx="538889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>
          <a:xfrm>
            <a:off x="812758" y="0"/>
            <a:ext cx="3792875" cy="0"/>
          </a:xfrm>
        </p:spPr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>
          <a:xfrm>
            <a:off x="5553854" y="0"/>
            <a:ext cx="5147475" cy="0"/>
          </a:xfrm>
        </p:spPr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>
          <a:xfrm>
            <a:off x="11649549" y="0"/>
            <a:ext cx="3792875" cy="0"/>
          </a:xfrm>
        </p:spPr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12758" y="0"/>
            <a:ext cx="14629667" cy="0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>
          <a:xfrm>
            <a:off x="812758" y="0"/>
            <a:ext cx="3792875" cy="0"/>
          </a:xfrm>
        </p:spPr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>
          <a:xfrm>
            <a:off x="5553854" y="0"/>
            <a:ext cx="5147475" cy="0"/>
          </a:xfrm>
        </p:spPr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>
          <a:xfrm>
            <a:off x="11649549" y="0"/>
            <a:ext cx="3792875" cy="0"/>
          </a:xfrm>
        </p:spPr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>
          <a:xfrm>
            <a:off x="812758" y="0"/>
            <a:ext cx="3792875" cy="0"/>
          </a:xfrm>
        </p:spPr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>
          <a:xfrm>
            <a:off x="5553854" y="0"/>
            <a:ext cx="5147475" cy="0"/>
          </a:xfrm>
        </p:spPr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>
          <a:xfrm>
            <a:off x="11649549" y="0"/>
            <a:ext cx="3792875" cy="0"/>
          </a:xfrm>
        </p:spPr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09584" y="273050"/>
            <a:ext cx="401098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4766614" y="273050"/>
            <a:ext cx="6815496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609584" y="1435100"/>
            <a:ext cx="401098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>
          <a:xfrm>
            <a:off x="812758" y="0"/>
            <a:ext cx="3792875" cy="0"/>
          </a:xfrm>
        </p:spPr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>
          <a:xfrm>
            <a:off x="5553854" y="0"/>
            <a:ext cx="5147475" cy="0"/>
          </a:xfrm>
        </p:spPr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>
          <a:xfrm>
            <a:off x="11649549" y="0"/>
            <a:ext cx="3792875" cy="0"/>
          </a:xfrm>
        </p:spPr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2389657" y="4800600"/>
            <a:ext cx="7315016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2389657" y="612775"/>
            <a:ext cx="7315016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2389657" y="5367338"/>
            <a:ext cx="7315016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>
          <a:xfrm>
            <a:off x="812758" y="0"/>
            <a:ext cx="3792875" cy="0"/>
          </a:xfrm>
        </p:spPr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>
          <a:xfrm>
            <a:off x="5553854" y="0"/>
            <a:ext cx="5147475" cy="0"/>
          </a:xfrm>
        </p:spPr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>
          <a:xfrm>
            <a:off x="11649549" y="0"/>
            <a:ext cx="3792875" cy="0"/>
          </a:xfrm>
        </p:spPr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12758" y="0"/>
            <a:ext cx="14629667" cy="0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812758" y="0"/>
            <a:ext cx="14629667" cy="0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>
          <a:xfrm>
            <a:off x="812758" y="0"/>
            <a:ext cx="3792875" cy="0"/>
          </a:xfrm>
        </p:spPr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>
          <a:xfrm>
            <a:off x="5553854" y="0"/>
            <a:ext cx="5147475" cy="0"/>
          </a:xfrm>
        </p:spPr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>
          <a:xfrm>
            <a:off x="11649549" y="0"/>
            <a:ext cx="3792875" cy="0"/>
          </a:xfrm>
        </p:spPr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8838978" y="274638"/>
            <a:ext cx="2743131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609584" y="274638"/>
            <a:ext cx="8026199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>
          <a:xfrm>
            <a:off x="812758" y="0"/>
            <a:ext cx="3792875" cy="0"/>
          </a:xfrm>
        </p:spPr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>
          <a:xfrm>
            <a:off x="5553854" y="0"/>
            <a:ext cx="5147475" cy="0"/>
          </a:xfrm>
        </p:spPr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>
          <a:xfrm>
            <a:off x="11649549" y="0"/>
            <a:ext cx="3792875" cy="0"/>
          </a:xfrm>
        </p:spPr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609584" y="274638"/>
            <a:ext cx="10972525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09584" y="1600200"/>
            <a:ext cx="10972525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609584" y="6356350"/>
            <a:ext cx="2844728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4165495" y="6356350"/>
            <a:ext cx="3860703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8737381" y="6356350"/>
            <a:ext cx="2844728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3" name="장식"/>
          <p:cNvSpPr/>
          <p:nvPr/>
        </p:nvSpPr>
        <p:spPr>
          <a:xfrm>
            <a:off x="-274320" y="4251960"/>
            <a:ext cx="12740335" cy="2743200"/>
          </a:xfrm>
          <a:prstGeom prst="wave">
            <a:avLst/>
          </a:prstGeom>
          <a:solidFill>
            <a:srgbClr val="F0D1D6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4" name="장식"/>
          <p:cNvSpPr/>
          <p:nvPr/>
        </p:nvSpPr>
        <p:spPr>
          <a:xfrm>
            <a:off x="-274320" y="5074920"/>
            <a:ext cx="12740335" cy="2331720"/>
          </a:xfrm>
          <a:prstGeom prst="wave">
            <a:avLst/>
          </a:prstGeom>
          <a:solidFill>
            <a:srgbClr val="8D3443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5" name="장식"/>
          <p:cNvSpPr/>
          <p:nvPr/>
        </p:nvSpPr>
        <p:spPr>
          <a:xfrm>
            <a:off x="8543294" y="1234440"/>
            <a:ext cx="822959" cy="1371600"/>
          </a:xfrm>
          <a:prstGeom prst="roundRect">
            <a:avLst/>
          </a:prstGeom>
          <a:solidFill>
            <a:srgbClr val="8D3443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6" name="장식"/>
          <p:cNvSpPr/>
          <p:nvPr/>
        </p:nvSpPr>
        <p:spPr>
          <a:xfrm>
            <a:off x="8749034" y="1097280"/>
            <a:ext cx="411479" cy="137160"/>
          </a:xfrm>
          <a:prstGeom prst="rect">
            <a:avLst/>
          </a:prstGeom>
          <a:solidFill>
            <a:srgbClr val="3B9158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7" name="장식"/>
          <p:cNvSpPr/>
          <p:nvPr/>
        </p:nvSpPr>
        <p:spPr>
          <a:xfrm>
            <a:off x="8749034" y="2606040"/>
            <a:ext cx="411479" cy="137160"/>
          </a:xfrm>
          <a:prstGeom prst="rect">
            <a:avLst/>
          </a:prstGeom>
          <a:solidFill>
            <a:srgbClr val="3B9158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8" name="장식"/>
          <p:cNvSpPr/>
          <p:nvPr/>
        </p:nvSpPr>
        <p:spPr>
          <a:xfrm>
            <a:off x="9585710" y="1728216"/>
            <a:ext cx="822959" cy="1152144"/>
          </a:xfrm>
          <a:prstGeom prst="roundRect">
            <a:avLst/>
          </a:prstGeom>
          <a:solidFill>
            <a:srgbClr val="F0D1D6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9" name="장식"/>
          <p:cNvSpPr/>
          <p:nvPr/>
        </p:nvSpPr>
        <p:spPr>
          <a:xfrm>
            <a:off x="9791450" y="1591056"/>
            <a:ext cx="411479" cy="137160"/>
          </a:xfrm>
          <a:prstGeom prst="rect">
            <a:avLst/>
          </a:prstGeom>
          <a:solidFill>
            <a:srgbClr val="3B9158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0" name="장식"/>
          <p:cNvSpPr/>
          <p:nvPr/>
        </p:nvSpPr>
        <p:spPr>
          <a:xfrm>
            <a:off x="9791450" y="2880360"/>
            <a:ext cx="411479" cy="137160"/>
          </a:xfrm>
          <a:prstGeom prst="rect">
            <a:avLst/>
          </a:prstGeom>
          <a:solidFill>
            <a:srgbClr val="3B9158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1" name="장식"/>
          <p:cNvSpPr/>
          <p:nvPr/>
        </p:nvSpPr>
        <p:spPr>
          <a:xfrm>
            <a:off x="10628126" y="1234440"/>
            <a:ext cx="822959" cy="1371600"/>
          </a:xfrm>
          <a:prstGeom prst="roundRect">
            <a:avLst/>
          </a:prstGeom>
          <a:solidFill>
            <a:srgbClr val="3B9158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2" name="장식"/>
          <p:cNvSpPr/>
          <p:nvPr/>
        </p:nvSpPr>
        <p:spPr>
          <a:xfrm>
            <a:off x="10833866" y="1097280"/>
            <a:ext cx="411479" cy="137160"/>
          </a:xfrm>
          <a:prstGeom prst="rect">
            <a:avLst/>
          </a:prstGeom>
          <a:solidFill>
            <a:srgbClr val="8D3443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3" name="장식"/>
          <p:cNvSpPr/>
          <p:nvPr/>
        </p:nvSpPr>
        <p:spPr>
          <a:xfrm>
            <a:off x="10833866" y="2606040"/>
            <a:ext cx="411479" cy="137160"/>
          </a:xfrm>
          <a:prstGeom prst="rect">
            <a:avLst/>
          </a:prstGeom>
          <a:solidFill>
            <a:srgbClr val="8D3443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975335" y="1371600"/>
            <a:ext cx="7558851" cy="1463040"/>
          </a:xfrm>
        </p:spPr>
        <p:txBody>
          <a:bodyPr wrap="square" lIns="54864" rIns="54864" tIns="27432" bIns="27432" anchor="ctr">
            <a:noAutofit/>
          </a:bodyPr>
          <a:lstStyle/>
          <a:p>
            <a:pPr algn="l">
              <a:lnSpc>
                <a:spcPct val="105000"/>
              </a:lnSpc>
            </a:pPr>
            <a:r>
              <a:rPr sz="4000" b="1" i="0">
                <a:solidFill>
                  <a:srgbClr val="431920"/>
                </a:solidFill>
              </a:rPr>
              <a:t>첫 번째 생일</a:t>
            </a:r>
          </a:p>
        </p:txBody>
      </p:sp>
      <p:sp>
        <p:nvSpPr>
          <p:cNvPr id="14" name="한 줄 문구"/>
          <p:cNvSpPr txBox="1"/>
          <p:nvPr/>
        </p:nvSpPr>
        <p:spPr>
          <a:xfrm>
            <a:off x="975335" y="2926080"/>
            <a:ext cx="7315017" cy="822960"/>
          </a:xfrm>
          <a:prstGeom prst="rect">
            <a:avLst/>
          </a:prstGeom>
          <a:noFill/>
        </p:spPr>
        <p:txBody>
          <a:bodyPr wrap="square" lIns="54864" rIns="54864" tIns="27432" bIns="27432" anchor="t">
            <a:noAutofit/>
          </a:bodyPr>
          <a:lstStyle/>
          <a:p>
            <a:pPr algn="l">
              <a:lnSpc>
                <a:spcPct val="115000"/>
              </a:lnSpc>
            </a:pPr>
            <a:r>
              <a:rPr sz="1700" b="0" i="1">
                <a:solidFill>
                  <a:srgbClr val="431920"/>
                </a:solidFill>
              </a:rPr>
              <a:t>새해 첫 돌, 복 많이 받아라</a:t>
            </a:r>
          </a:p>
        </p:txBody>
      </p:sp>
      <p:sp>
        <p:nvSpPr>
          <p:cNvPr id="15" name="안내 문구"/>
          <p:cNvSpPr txBox="1"/>
          <p:nvPr/>
        </p:nvSpPr>
        <p:spPr>
          <a:xfrm>
            <a:off x="975335" y="3794760"/>
            <a:ext cx="7315017" cy="914400"/>
          </a:xfrm>
          <a:prstGeom prst="rect">
            <a:avLst/>
          </a:prstGeom>
          <a:noFill/>
        </p:spPr>
        <p:txBody>
          <a:bodyPr wrap="square" lIns="54864" rIns="54864" tIns="27432" bIns="27432" anchor="t">
            <a:noAutofit/>
          </a:bodyPr>
          <a:lstStyle/>
          <a:p>
            <a:pPr algn="l">
              <a:lnSpc>
                <a:spcPct val="115000"/>
              </a:lnSpc>
            </a:pPr>
            <a:r>
              <a:rPr sz="1400" b="0" i="0">
                <a:solidFill>
                  <a:srgbClr val="666666"/>
                </a:solidFill>
              </a:rPr>
              <a:t>아기 이름 · 2026. 00. 00</a:t>
            </a:r>
          </a:p>
          <a:p>
            <a:pPr algn="l">
              <a:lnSpc>
                <a:spcPct val="115000"/>
              </a:lnSpc>
            </a:pPr>
            <a:r>
              <a:rPr sz="1400" b="0" i="0">
                <a:solidFill>
                  <a:srgbClr val="666666"/>
                </a:solidFill>
              </a:rPr>
              <a:t>장소를 입력하세요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3" name="장식"/>
          <p:cNvSpPr/>
          <p:nvPr/>
        </p:nvSpPr>
        <p:spPr>
          <a:xfrm>
            <a:off x="-182880" y="6144768"/>
            <a:ext cx="12557455" cy="731520"/>
          </a:xfrm>
          <a:prstGeom prst="wave">
            <a:avLst/>
          </a:prstGeom>
          <a:solidFill>
            <a:srgbClr val="F0D1D6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4" name="장식"/>
          <p:cNvSpPr/>
          <p:nvPr/>
        </p:nvSpPr>
        <p:spPr>
          <a:xfrm>
            <a:off x="-182880" y="6400800"/>
            <a:ext cx="12557455" cy="502920"/>
          </a:xfrm>
          <a:prstGeom prst="wave">
            <a:avLst/>
          </a:prstGeom>
          <a:solidFill>
            <a:srgbClr val="8D3443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5" name="장식"/>
          <p:cNvSpPr/>
          <p:nvPr/>
        </p:nvSpPr>
        <p:spPr>
          <a:xfrm>
            <a:off x="10789920" y="525780"/>
            <a:ext cx="301752" cy="502920"/>
          </a:xfrm>
          <a:prstGeom prst="roundRect">
            <a:avLst/>
          </a:prstGeom>
          <a:solidFill>
            <a:srgbClr val="8D3443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6" name="장식"/>
          <p:cNvSpPr/>
          <p:nvPr/>
        </p:nvSpPr>
        <p:spPr>
          <a:xfrm>
            <a:off x="10865358" y="475487"/>
            <a:ext cx="150876" cy="50292"/>
          </a:xfrm>
          <a:prstGeom prst="rect">
            <a:avLst/>
          </a:prstGeom>
          <a:solidFill>
            <a:srgbClr val="3B9158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7" name="장식"/>
          <p:cNvSpPr/>
          <p:nvPr/>
        </p:nvSpPr>
        <p:spPr>
          <a:xfrm>
            <a:off x="10865358" y="1028700"/>
            <a:ext cx="150876" cy="50292"/>
          </a:xfrm>
          <a:prstGeom prst="rect">
            <a:avLst/>
          </a:prstGeom>
          <a:solidFill>
            <a:srgbClr val="3B9158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8" name="장식"/>
          <p:cNvSpPr/>
          <p:nvPr/>
        </p:nvSpPr>
        <p:spPr>
          <a:xfrm>
            <a:off x="11172139" y="706831"/>
            <a:ext cx="301752" cy="422452"/>
          </a:xfrm>
          <a:prstGeom prst="roundRect">
            <a:avLst/>
          </a:prstGeom>
          <a:solidFill>
            <a:srgbClr val="F0D1D6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9" name="장식"/>
          <p:cNvSpPr/>
          <p:nvPr/>
        </p:nvSpPr>
        <p:spPr>
          <a:xfrm>
            <a:off x="11247577" y="656539"/>
            <a:ext cx="150876" cy="50292"/>
          </a:xfrm>
          <a:prstGeom prst="rect">
            <a:avLst/>
          </a:prstGeom>
          <a:solidFill>
            <a:srgbClr val="3B9158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0" name="장식"/>
          <p:cNvSpPr/>
          <p:nvPr/>
        </p:nvSpPr>
        <p:spPr>
          <a:xfrm>
            <a:off x="11247577" y="1129284"/>
            <a:ext cx="150876" cy="50292"/>
          </a:xfrm>
          <a:prstGeom prst="rect">
            <a:avLst/>
          </a:prstGeom>
          <a:solidFill>
            <a:srgbClr val="3B9158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1" name="장식"/>
          <p:cNvSpPr/>
          <p:nvPr/>
        </p:nvSpPr>
        <p:spPr>
          <a:xfrm>
            <a:off x="11554358" y="525780"/>
            <a:ext cx="301752" cy="502920"/>
          </a:xfrm>
          <a:prstGeom prst="roundRect">
            <a:avLst/>
          </a:prstGeom>
          <a:solidFill>
            <a:srgbClr val="3B9158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2" name="장식"/>
          <p:cNvSpPr/>
          <p:nvPr/>
        </p:nvSpPr>
        <p:spPr>
          <a:xfrm>
            <a:off x="11629796" y="475487"/>
            <a:ext cx="150876" cy="50292"/>
          </a:xfrm>
          <a:prstGeom prst="rect">
            <a:avLst/>
          </a:prstGeom>
          <a:solidFill>
            <a:srgbClr val="8D3443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3" name="장식"/>
          <p:cNvSpPr/>
          <p:nvPr/>
        </p:nvSpPr>
        <p:spPr>
          <a:xfrm>
            <a:off x="11629796" y="1028700"/>
            <a:ext cx="150876" cy="50292"/>
          </a:xfrm>
          <a:prstGeom prst="rect">
            <a:avLst/>
          </a:prstGeom>
          <a:solidFill>
            <a:srgbClr val="8D3443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40080" y="457200"/>
            <a:ext cx="9722815" cy="868680"/>
          </a:xfrm>
        </p:spPr>
        <p:txBody>
          <a:bodyPr wrap="square" lIns="54864" rIns="54864" tIns="27432" bIns="27432" anchor="ctr">
            <a:noAutofit/>
          </a:bodyPr>
          <a:lstStyle/>
          <a:p>
            <a:pPr algn="l">
              <a:lnSpc>
                <a:spcPct val="105000"/>
              </a:lnSpc>
            </a:pPr>
            <a:r>
              <a:rPr sz="3000" b="1" i="0">
                <a:solidFill>
                  <a:srgbClr val="431920"/>
                </a:solidFill>
              </a:rPr>
              <a:t>우리 아기를 소개합니다</a:t>
            </a:r>
          </a:p>
        </p:txBody>
      </p:sp>
      <p:sp>
        <p:nvSpPr>
          <p:cNvPr id="14" name="사진 자리"/>
          <p:cNvSpPr/>
          <p:nvPr/>
        </p:nvSpPr>
        <p:spPr>
          <a:xfrm>
            <a:off x="640080" y="1554480"/>
            <a:ext cx="3840480" cy="4206240"/>
          </a:xfrm>
          <a:prstGeom prst="roundRect">
            <a:avLst>
              <a:gd name="adj" fmla="val 6000"/>
            </a:avLst>
          </a:prstGeom>
          <a:solidFill>
            <a:srgbClr val="F0D1D6"/>
          </a:solidFill>
          <a:ln w="19050">
            <a:solidFill>
              <a:srgbClr val="8D3443"/>
            </a:solidFill>
            <a:prstDash val="dash"/>
          </a:ln>
        </p:spPr>
        <p:txBody>
          <a:bodyPr rtlCol="0" anchor="ctr" wrap="square" lIns="54864" rIns="54864" tIns="27432" bIns="27432">
            <a:noAutofit/>
          </a:bodyPr>
          <a:lstStyle/>
          <a:p>
            <a:pPr algn="ctr">
              <a:lnSpc>
                <a:spcPct val="100000"/>
              </a:lnSpc>
            </a:pPr>
            <a:r>
              <a:rPr sz="1400" b="0" i="0">
                <a:solidFill>
                  <a:srgbClr val="431920"/>
                </a:solidFill>
              </a:rPr>
              <a:t>아기 사진을 넣어 주세요</a:t>
            </a:r>
          </a:p>
        </p:txBody>
      </p:sp>
      <p:graphicFrame>
        <p:nvGraphicFramePr>
          <p:cNvPr id="15" name="표"/>
          <p:cNvGraphicFramePr>
            <a:graphicFrameLocks noGrp="1"/>
          </p:cNvGraphicFramePr>
          <p:nvPr/>
        </p:nvGraphicFramePr>
        <p:xfrm>
          <a:off x="4846320" y="1554480"/>
          <a:ext cx="6705295" cy="3950208"/>
        </p:xfrm>
        <a:graphic>
          <a:graphicData uri="http://schemas.openxmlformats.org/drawingml/2006/table">
            <a:tbl>
              <a:tblPr>
                <a:tableStyleId>{5C22544A-7EE6-4342-B048-85BDC9FD1C3A}</a:tableStyleId>
              </a:tblPr>
              <a:tblGrid>
                <a:gridCol w="1828800"/>
                <a:gridCol w="4876495"/>
              </a:tblGrid>
              <a:tr h="658368">
                <a:tc>
                  <a:txBody>
                    <a:bodyPr wrap="square"/>
                    <a:lstStyle/>
                    <a:p>
                      <a:pPr algn="l"/>
                      <a:r>
                        <a:rPr sz="1500" b="1">
                          <a:solidFill>
                            <a:srgbClr val="431920"/>
                          </a:solidFill>
                        </a:rPr>
                        <a:t>이름</a:t>
                      </a:r>
                    </a:p>
                  </a:txBody>
                  <a:tcPr anchor="ctr" marL="73152" marR="73152">
                    <a:lnL w="9525" cap="flat" cmpd="sng" algn="ctr">
                      <a:solidFill>
                        <a:srgbClr val="F0D1D6"/>
                      </a:solidFill>
                      <a:prstDash val="solid"/>
                    </a:lnL>
                    <a:lnR w="9525" cap="flat" cmpd="sng" algn="ctr">
                      <a:solidFill>
                        <a:srgbClr val="F0D1D6"/>
                      </a:solidFill>
                      <a:prstDash val="solid"/>
                    </a:lnR>
                    <a:lnT w="9525" cap="flat" cmpd="sng" algn="ctr">
                      <a:solidFill>
                        <a:srgbClr val="F0D1D6"/>
                      </a:solidFill>
                      <a:prstDash val="solid"/>
                    </a:lnT>
                    <a:lnB w="9525" cap="flat" cmpd="sng" algn="ctr">
                      <a:solidFill>
                        <a:srgbClr val="F0D1D6"/>
                      </a:solidFill>
                      <a:prstDash val="solid"/>
                    </a:lnB>
                    <a:solidFill>
                      <a:srgbClr val="F0D1D6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500" b="0">
                          <a:solidFill>
                            <a:srgbClr val="2B2B2B"/>
                          </a:solidFill>
                        </a:rPr>
                        <a:t>입력하세요</a:t>
                      </a:r>
                    </a:p>
                  </a:txBody>
                  <a:tcPr anchor="ctr" marL="73152" marR="73152">
                    <a:lnL w="9525" cap="flat" cmpd="sng" algn="ctr">
                      <a:solidFill>
                        <a:srgbClr val="F0D1D6"/>
                      </a:solidFill>
                      <a:prstDash val="solid"/>
                    </a:lnL>
                    <a:lnR w="9525" cap="flat" cmpd="sng" algn="ctr">
                      <a:solidFill>
                        <a:srgbClr val="F0D1D6"/>
                      </a:solidFill>
                      <a:prstDash val="solid"/>
                    </a:lnR>
                    <a:lnT w="9525" cap="flat" cmpd="sng" algn="ctr">
                      <a:solidFill>
                        <a:srgbClr val="F0D1D6"/>
                      </a:solidFill>
                      <a:prstDash val="solid"/>
                    </a:lnT>
                    <a:lnB w="9525" cap="flat" cmpd="sng" algn="ctr">
                      <a:solidFill>
                        <a:srgbClr val="F0D1D6"/>
                      </a:solidFill>
                      <a:prstDash val="solid"/>
                    </a:lnB>
                    <a:solidFill>
                      <a:srgbClr val="F9F0F2"/>
                    </a:solidFill>
                  </a:tcPr>
                </a:tc>
              </a:tr>
              <a:tr h="658368">
                <a:tc>
                  <a:txBody>
                    <a:bodyPr wrap="square"/>
                    <a:lstStyle/>
                    <a:p>
                      <a:pPr algn="l"/>
                      <a:r>
                        <a:rPr sz="1500" b="1">
                          <a:solidFill>
                            <a:srgbClr val="431920"/>
                          </a:solidFill>
                        </a:rPr>
                        <a:t>생일</a:t>
                      </a:r>
                    </a:p>
                  </a:txBody>
                  <a:tcPr anchor="ctr" marL="73152" marR="73152">
                    <a:lnL w="9525" cap="flat" cmpd="sng" algn="ctr">
                      <a:solidFill>
                        <a:srgbClr val="F0D1D6"/>
                      </a:solidFill>
                      <a:prstDash val="solid"/>
                    </a:lnL>
                    <a:lnR w="9525" cap="flat" cmpd="sng" algn="ctr">
                      <a:solidFill>
                        <a:srgbClr val="F0D1D6"/>
                      </a:solidFill>
                      <a:prstDash val="solid"/>
                    </a:lnR>
                    <a:lnT w="9525" cap="flat" cmpd="sng" algn="ctr">
                      <a:solidFill>
                        <a:srgbClr val="F0D1D6"/>
                      </a:solidFill>
                      <a:prstDash val="solid"/>
                    </a:lnT>
                    <a:lnB w="9525" cap="flat" cmpd="sng" algn="ctr">
                      <a:solidFill>
                        <a:srgbClr val="F0D1D6"/>
                      </a:solidFill>
                      <a:prstDash val="solid"/>
                    </a:lnB>
                    <a:solidFill>
                      <a:srgbClr val="F0D1D6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500" b="0">
                          <a:solidFill>
                            <a:srgbClr val="2B2B2B"/>
                          </a:solidFill>
                        </a:rPr>
                        <a:t>입력하세요</a:t>
                      </a:r>
                    </a:p>
                  </a:txBody>
                  <a:tcPr anchor="ctr" marL="73152" marR="73152">
                    <a:lnL w="9525" cap="flat" cmpd="sng" algn="ctr">
                      <a:solidFill>
                        <a:srgbClr val="F0D1D6"/>
                      </a:solidFill>
                      <a:prstDash val="solid"/>
                    </a:lnL>
                    <a:lnR w="9525" cap="flat" cmpd="sng" algn="ctr">
                      <a:solidFill>
                        <a:srgbClr val="F0D1D6"/>
                      </a:solidFill>
                      <a:prstDash val="solid"/>
                    </a:lnR>
                    <a:lnT w="9525" cap="flat" cmpd="sng" algn="ctr">
                      <a:solidFill>
                        <a:srgbClr val="F0D1D6"/>
                      </a:solidFill>
                      <a:prstDash val="solid"/>
                    </a:lnT>
                    <a:lnB w="9525" cap="flat" cmpd="sng" algn="ctr">
                      <a:solidFill>
                        <a:srgbClr val="F0D1D6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</a:tr>
              <a:tr h="658368">
                <a:tc>
                  <a:txBody>
                    <a:bodyPr wrap="square"/>
                    <a:lstStyle/>
                    <a:p>
                      <a:pPr algn="l"/>
                      <a:r>
                        <a:rPr sz="1500" b="1">
                          <a:solidFill>
                            <a:srgbClr val="431920"/>
                          </a:solidFill>
                        </a:rPr>
                        <a:t>키 · 몸무게</a:t>
                      </a:r>
                    </a:p>
                  </a:txBody>
                  <a:tcPr anchor="ctr" marL="73152" marR="73152">
                    <a:lnL w="9525" cap="flat" cmpd="sng" algn="ctr">
                      <a:solidFill>
                        <a:srgbClr val="F0D1D6"/>
                      </a:solidFill>
                      <a:prstDash val="solid"/>
                    </a:lnL>
                    <a:lnR w="9525" cap="flat" cmpd="sng" algn="ctr">
                      <a:solidFill>
                        <a:srgbClr val="F0D1D6"/>
                      </a:solidFill>
                      <a:prstDash val="solid"/>
                    </a:lnR>
                    <a:lnT w="9525" cap="flat" cmpd="sng" algn="ctr">
                      <a:solidFill>
                        <a:srgbClr val="F0D1D6"/>
                      </a:solidFill>
                      <a:prstDash val="solid"/>
                    </a:lnT>
                    <a:lnB w="9525" cap="flat" cmpd="sng" algn="ctr">
                      <a:solidFill>
                        <a:srgbClr val="F0D1D6"/>
                      </a:solidFill>
                      <a:prstDash val="solid"/>
                    </a:lnB>
                    <a:solidFill>
                      <a:srgbClr val="F0D1D6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500" b="0">
                          <a:solidFill>
                            <a:srgbClr val="2B2B2B"/>
                          </a:solidFill>
                        </a:rPr>
                        <a:t>입력하세요</a:t>
                      </a:r>
                    </a:p>
                  </a:txBody>
                  <a:tcPr anchor="ctr" marL="73152" marR="73152">
                    <a:lnL w="9525" cap="flat" cmpd="sng" algn="ctr">
                      <a:solidFill>
                        <a:srgbClr val="F0D1D6"/>
                      </a:solidFill>
                      <a:prstDash val="solid"/>
                    </a:lnL>
                    <a:lnR w="9525" cap="flat" cmpd="sng" algn="ctr">
                      <a:solidFill>
                        <a:srgbClr val="F0D1D6"/>
                      </a:solidFill>
                      <a:prstDash val="solid"/>
                    </a:lnR>
                    <a:lnT w="9525" cap="flat" cmpd="sng" algn="ctr">
                      <a:solidFill>
                        <a:srgbClr val="F0D1D6"/>
                      </a:solidFill>
                      <a:prstDash val="solid"/>
                    </a:lnT>
                    <a:lnB w="9525" cap="flat" cmpd="sng" algn="ctr">
                      <a:solidFill>
                        <a:srgbClr val="F0D1D6"/>
                      </a:solidFill>
                      <a:prstDash val="solid"/>
                    </a:lnB>
                    <a:solidFill>
                      <a:srgbClr val="F9F0F2"/>
                    </a:solidFill>
                  </a:tcPr>
                </a:tc>
              </a:tr>
              <a:tr h="658368">
                <a:tc>
                  <a:txBody>
                    <a:bodyPr wrap="square"/>
                    <a:lstStyle/>
                    <a:p>
                      <a:pPr algn="l"/>
                      <a:r>
                        <a:rPr sz="1500" b="1">
                          <a:solidFill>
                            <a:srgbClr val="431920"/>
                          </a:solidFill>
                        </a:rPr>
                        <a:t>좋아하는 것</a:t>
                      </a:r>
                    </a:p>
                  </a:txBody>
                  <a:tcPr anchor="ctr" marL="73152" marR="73152">
                    <a:lnL w="9525" cap="flat" cmpd="sng" algn="ctr">
                      <a:solidFill>
                        <a:srgbClr val="F0D1D6"/>
                      </a:solidFill>
                      <a:prstDash val="solid"/>
                    </a:lnL>
                    <a:lnR w="9525" cap="flat" cmpd="sng" algn="ctr">
                      <a:solidFill>
                        <a:srgbClr val="F0D1D6"/>
                      </a:solidFill>
                      <a:prstDash val="solid"/>
                    </a:lnR>
                    <a:lnT w="9525" cap="flat" cmpd="sng" algn="ctr">
                      <a:solidFill>
                        <a:srgbClr val="F0D1D6"/>
                      </a:solidFill>
                      <a:prstDash val="solid"/>
                    </a:lnT>
                    <a:lnB w="9525" cap="flat" cmpd="sng" algn="ctr">
                      <a:solidFill>
                        <a:srgbClr val="F0D1D6"/>
                      </a:solidFill>
                      <a:prstDash val="solid"/>
                    </a:lnB>
                    <a:solidFill>
                      <a:srgbClr val="F0D1D6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500" b="0">
                          <a:solidFill>
                            <a:srgbClr val="2B2B2B"/>
                          </a:solidFill>
                        </a:rPr>
                        <a:t>입력하세요</a:t>
                      </a:r>
                    </a:p>
                  </a:txBody>
                  <a:tcPr anchor="ctr" marL="73152" marR="73152">
                    <a:lnL w="9525" cap="flat" cmpd="sng" algn="ctr">
                      <a:solidFill>
                        <a:srgbClr val="F0D1D6"/>
                      </a:solidFill>
                      <a:prstDash val="solid"/>
                    </a:lnL>
                    <a:lnR w="9525" cap="flat" cmpd="sng" algn="ctr">
                      <a:solidFill>
                        <a:srgbClr val="F0D1D6"/>
                      </a:solidFill>
                      <a:prstDash val="solid"/>
                    </a:lnR>
                    <a:lnT w="9525" cap="flat" cmpd="sng" algn="ctr">
                      <a:solidFill>
                        <a:srgbClr val="F0D1D6"/>
                      </a:solidFill>
                      <a:prstDash val="solid"/>
                    </a:lnT>
                    <a:lnB w="9525" cap="flat" cmpd="sng" algn="ctr">
                      <a:solidFill>
                        <a:srgbClr val="F0D1D6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</a:tr>
              <a:tr h="658368">
                <a:tc>
                  <a:txBody>
                    <a:bodyPr wrap="square"/>
                    <a:lstStyle/>
                    <a:p>
                      <a:pPr algn="l"/>
                      <a:r>
                        <a:rPr sz="1500" b="1">
                          <a:solidFill>
                            <a:srgbClr val="431920"/>
                          </a:solidFill>
                        </a:rPr>
                        <a:t>별명</a:t>
                      </a:r>
                    </a:p>
                  </a:txBody>
                  <a:tcPr anchor="ctr" marL="73152" marR="73152">
                    <a:lnL w="9525" cap="flat" cmpd="sng" algn="ctr">
                      <a:solidFill>
                        <a:srgbClr val="F0D1D6"/>
                      </a:solidFill>
                      <a:prstDash val="solid"/>
                    </a:lnL>
                    <a:lnR w="9525" cap="flat" cmpd="sng" algn="ctr">
                      <a:solidFill>
                        <a:srgbClr val="F0D1D6"/>
                      </a:solidFill>
                      <a:prstDash val="solid"/>
                    </a:lnR>
                    <a:lnT w="9525" cap="flat" cmpd="sng" algn="ctr">
                      <a:solidFill>
                        <a:srgbClr val="F0D1D6"/>
                      </a:solidFill>
                      <a:prstDash val="solid"/>
                    </a:lnT>
                    <a:lnB w="9525" cap="flat" cmpd="sng" algn="ctr">
                      <a:solidFill>
                        <a:srgbClr val="F0D1D6"/>
                      </a:solidFill>
                      <a:prstDash val="solid"/>
                    </a:lnB>
                    <a:solidFill>
                      <a:srgbClr val="F0D1D6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500" b="0">
                          <a:solidFill>
                            <a:srgbClr val="2B2B2B"/>
                          </a:solidFill>
                        </a:rPr>
                        <a:t>입력하세요</a:t>
                      </a:r>
                    </a:p>
                  </a:txBody>
                  <a:tcPr anchor="ctr" marL="73152" marR="73152">
                    <a:lnL w="9525" cap="flat" cmpd="sng" algn="ctr">
                      <a:solidFill>
                        <a:srgbClr val="F0D1D6"/>
                      </a:solidFill>
                      <a:prstDash val="solid"/>
                    </a:lnL>
                    <a:lnR w="9525" cap="flat" cmpd="sng" algn="ctr">
                      <a:solidFill>
                        <a:srgbClr val="F0D1D6"/>
                      </a:solidFill>
                      <a:prstDash val="solid"/>
                    </a:lnR>
                    <a:lnT w="9525" cap="flat" cmpd="sng" algn="ctr">
                      <a:solidFill>
                        <a:srgbClr val="F0D1D6"/>
                      </a:solidFill>
                      <a:prstDash val="solid"/>
                    </a:lnT>
                    <a:lnB w="9525" cap="flat" cmpd="sng" algn="ctr">
                      <a:solidFill>
                        <a:srgbClr val="F0D1D6"/>
                      </a:solidFill>
                      <a:prstDash val="solid"/>
                    </a:lnB>
                    <a:solidFill>
                      <a:srgbClr val="F9F0F2"/>
                    </a:solidFill>
                  </a:tcPr>
                </a:tc>
              </a:tr>
              <a:tr h="658368">
                <a:tc>
                  <a:txBody>
                    <a:bodyPr wrap="square"/>
                    <a:lstStyle/>
                    <a:p>
                      <a:pPr algn="l"/>
                      <a:r>
                        <a:rPr sz="1500" b="1">
                          <a:solidFill>
                            <a:srgbClr val="431920"/>
                          </a:solidFill>
                        </a:rPr>
                        <a:t>부모의 마음</a:t>
                      </a:r>
                    </a:p>
                  </a:txBody>
                  <a:tcPr anchor="ctr" marL="73152" marR="73152">
                    <a:lnL w="9525" cap="flat" cmpd="sng" algn="ctr">
                      <a:solidFill>
                        <a:srgbClr val="F0D1D6"/>
                      </a:solidFill>
                      <a:prstDash val="solid"/>
                    </a:lnL>
                    <a:lnR w="9525" cap="flat" cmpd="sng" algn="ctr">
                      <a:solidFill>
                        <a:srgbClr val="F0D1D6"/>
                      </a:solidFill>
                      <a:prstDash val="solid"/>
                    </a:lnR>
                    <a:lnT w="9525" cap="flat" cmpd="sng" algn="ctr">
                      <a:solidFill>
                        <a:srgbClr val="F0D1D6"/>
                      </a:solidFill>
                      <a:prstDash val="solid"/>
                    </a:lnT>
                    <a:lnB w="9525" cap="flat" cmpd="sng" algn="ctr">
                      <a:solidFill>
                        <a:srgbClr val="F0D1D6"/>
                      </a:solidFill>
                      <a:prstDash val="solid"/>
                    </a:lnB>
                    <a:solidFill>
                      <a:srgbClr val="F0D1D6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500" b="0">
                          <a:solidFill>
                            <a:srgbClr val="2B2B2B"/>
                          </a:solidFill>
                        </a:rPr>
                        <a:t>입력하세요</a:t>
                      </a:r>
                    </a:p>
                  </a:txBody>
                  <a:tcPr anchor="ctr" marL="73152" marR="73152">
                    <a:lnL w="9525" cap="flat" cmpd="sng" algn="ctr">
                      <a:solidFill>
                        <a:srgbClr val="F0D1D6"/>
                      </a:solidFill>
                      <a:prstDash val="solid"/>
                    </a:lnL>
                    <a:lnR w="9525" cap="flat" cmpd="sng" algn="ctr">
                      <a:solidFill>
                        <a:srgbClr val="F0D1D6"/>
                      </a:solidFill>
                      <a:prstDash val="solid"/>
                    </a:lnR>
                    <a:lnT w="9525" cap="flat" cmpd="sng" algn="ctr">
                      <a:solidFill>
                        <a:srgbClr val="F0D1D6"/>
                      </a:solidFill>
                      <a:prstDash val="solid"/>
                    </a:lnT>
                    <a:lnB w="9525" cap="flat" cmpd="sng" algn="ctr">
                      <a:solidFill>
                        <a:srgbClr val="F0D1D6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3" name="장식"/>
          <p:cNvSpPr/>
          <p:nvPr/>
        </p:nvSpPr>
        <p:spPr>
          <a:xfrm>
            <a:off x="-182880" y="6144768"/>
            <a:ext cx="12557455" cy="731520"/>
          </a:xfrm>
          <a:prstGeom prst="wave">
            <a:avLst/>
          </a:prstGeom>
          <a:solidFill>
            <a:srgbClr val="F0D1D6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4" name="장식"/>
          <p:cNvSpPr/>
          <p:nvPr/>
        </p:nvSpPr>
        <p:spPr>
          <a:xfrm>
            <a:off x="-182880" y="6400800"/>
            <a:ext cx="12557455" cy="502920"/>
          </a:xfrm>
          <a:prstGeom prst="wave">
            <a:avLst/>
          </a:prstGeom>
          <a:solidFill>
            <a:srgbClr val="8D3443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5" name="장식"/>
          <p:cNvSpPr/>
          <p:nvPr/>
        </p:nvSpPr>
        <p:spPr>
          <a:xfrm>
            <a:off x="10789920" y="525780"/>
            <a:ext cx="301752" cy="502920"/>
          </a:xfrm>
          <a:prstGeom prst="roundRect">
            <a:avLst/>
          </a:prstGeom>
          <a:solidFill>
            <a:srgbClr val="8D3443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6" name="장식"/>
          <p:cNvSpPr/>
          <p:nvPr/>
        </p:nvSpPr>
        <p:spPr>
          <a:xfrm>
            <a:off x="10865358" y="475487"/>
            <a:ext cx="150876" cy="50292"/>
          </a:xfrm>
          <a:prstGeom prst="rect">
            <a:avLst/>
          </a:prstGeom>
          <a:solidFill>
            <a:srgbClr val="3B9158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7" name="장식"/>
          <p:cNvSpPr/>
          <p:nvPr/>
        </p:nvSpPr>
        <p:spPr>
          <a:xfrm>
            <a:off x="10865358" y="1028700"/>
            <a:ext cx="150876" cy="50292"/>
          </a:xfrm>
          <a:prstGeom prst="rect">
            <a:avLst/>
          </a:prstGeom>
          <a:solidFill>
            <a:srgbClr val="3B9158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8" name="장식"/>
          <p:cNvSpPr/>
          <p:nvPr/>
        </p:nvSpPr>
        <p:spPr>
          <a:xfrm>
            <a:off x="11172139" y="706831"/>
            <a:ext cx="301752" cy="422452"/>
          </a:xfrm>
          <a:prstGeom prst="roundRect">
            <a:avLst/>
          </a:prstGeom>
          <a:solidFill>
            <a:srgbClr val="F0D1D6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9" name="장식"/>
          <p:cNvSpPr/>
          <p:nvPr/>
        </p:nvSpPr>
        <p:spPr>
          <a:xfrm>
            <a:off x="11247577" y="656539"/>
            <a:ext cx="150876" cy="50292"/>
          </a:xfrm>
          <a:prstGeom prst="rect">
            <a:avLst/>
          </a:prstGeom>
          <a:solidFill>
            <a:srgbClr val="3B9158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0" name="장식"/>
          <p:cNvSpPr/>
          <p:nvPr/>
        </p:nvSpPr>
        <p:spPr>
          <a:xfrm>
            <a:off x="11247577" y="1129284"/>
            <a:ext cx="150876" cy="50292"/>
          </a:xfrm>
          <a:prstGeom prst="rect">
            <a:avLst/>
          </a:prstGeom>
          <a:solidFill>
            <a:srgbClr val="3B9158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1" name="장식"/>
          <p:cNvSpPr/>
          <p:nvPr/>
        </p:nvSpPr>
        <p:spPr>
          <a:xfrm>
            <a:off x="11554358" y="525780"/>
            <a:ext cx="301752" cy="502920"/>
          </a:xfrm>
          <a:prstGeom prst="roundRect">
            <a:avLst/>
          </a:prstGeom>
          <a:solidFill>
            <a:srgbClr val="3B9158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2" name="장식"/>
          <p:cNvSpPr/>
          <p:nvPr/>
        </p:nvSpPr>
        <p:spPr>
          <a:xfrm>
            <a:off x="11629796" y="475487"/>
            <a:ext cx="150876" cy="50292"/>
          </a:xfrm>
          <a:prstGeom prst="rect">
            <a:avLst/>
          </a:prstGeom>
          <a:solidFill>
            <a:srgbClr val="8D3443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3" name="장식"/>
          <p:cNvSpPr/>
          <p:nvPr/>
        </p:nvSpPr>
        <p:spPr>
          <a:xfrm>
            <a:off x="11629796" y="1028700"/>
            <a:ext cx="150876" cy="50292"/>
          </a:xfrm>
          <a:prstGeom prst="rect">
            <a:avLst/>
          </a:prstGeom>
          <a:solidFill>
            <a:srgbClr val="8D3443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40080" y="457200"/>
            <a:ext cx="9722815" cy="868680"/>
          </a:xfrm>
        </p:spPr>
        <p:txBody>
          <a:bodyPr wrap="square" lIns="54864" rIns="54864" tIns="27432" bIns="27432" anchor="ctr">
            <a:noAutofit/>
          </a:bodyPr>
          <a:lstStyle/>
          <a:p>
            <a:pPr algn="l">
              <a:lnSpc>
                <a:spcPct val="105000"/>
              </a:lnSpc>
            </a:pPr>
            <a:r>
              <a:rPr sz="3000" b="1" i="0">
                <a:solidFill>
                  <a:srgbClr val="431920"/>
                </a:solidFill>
              </a:rPr>
              <a:t>첫 번째 생일 사진</a:t>
            </a:r>
          </a:p>
        </p:txBody>
      </p:sp>
      <p:sp>
        <p:nvSpPr>
          <p:cNvPr id="14" name="사진 자리"/>
          <p:cNvSpPr/>
          <p:nvPr/>
        </p:nvSpPr>
        <p:spPr>
          <a:xfrm>
            <a:off x="640080" y="1554480"/>
            <a:ext cx="5318607" cy="4389120"/>
          </a:xfrm>
          <a:prstGeom prst="roundRect">
            <a:avLst>
              <a:gd name="adj" fmla="val 6000"/>
            </a:avLst>
          </a:prstGeom>
          <a:solidFill>
            <a:srgbClr val="F0D1D6"/>
          </a:solidFill>
          <a:ln w="19050">
            <a:solidFill>
              <a:srgbClr val="8D3443"/>
            </a:solidFill>
            <a:prstDash val="dash"/>
          </a:ln>
        </p:spPr>
        <p:txBody>
          <a:bodyPr rtlCol="0" anchor="ctr" wrap="square" lIns="54864" rIns="54864" tIns="27432" bIns="27432">
            <a:noAutofit/>
          </a:bodyPr>
          <a:lstStyle/>
          <a:p>
            <a:pPr algn="ctr">
              <a:lnSpc>
                <a:spcPct val="100000"/>
              </a:lnSpc>
            </a:pPr>
            <a:r>
              <a:rPr sz="1400" b="0" i="0">
                <a:solidFill>
                  <a:srgbClr val="431920"/>
                </a:solidFill>
              </a:rPr>
              <a:t>대표 사진 1</a:t>
            </a:r>
          </a:p>
        </p:txBody>
      </p:sp>
      <p:sp>
        <p:nvSpPr>
          <p:cNvPr id="15" name="사진 자리"/>
          <p:cNvSpPr/>
          <p:nvPr/>
        </p:nvSpPr>
        <p:spPr>
          <a:xfrm>
            <a:off x="6233007" y="1554480"/>
            <a:ext cx="5318607" cy="4389120"/>
          </a:xfrm>
          <a:prstGeom prst="roundRect">
            <a:avLst>
              <a:gd name="adj" fmla="val 6000"/>
            </a:avLst>
          </a:prstGeom>
          <a:solidFill>
            <a:srgbClr val="F0D1D6"/>
          </a:solidFill>
          <a:ln w="19050">
            <a:solidFill>
              <a:srgbClr val="8D3443"/>
            </a:solidFill>
            <a:prstDash val="dash"/>
          </a:ln>
        </p:spPr>
        <p:txBody>
          <a:bodyPr rtlCol="0" anchor="ctr" wrap="square" lIns="54864" rIns="54864" tIns="27432" bIns="27432">
            <a:noAutofit/>
          </a:bodyPr>
          <a:lstStyle/>
          <a:p>
            <a:pPr algn="ctr">
              <a:lnSpc>
                <a:spcPct val="100000"/>
              </a:lnSpc>
            </a:pPr>
            <a:r>
              <a:rPr sz="1400" b="0" i="0">
                <a:solidFill>
                  <a:srgbClr val="431920"/>
                </a:solidFill>
              </a:rPr>
              <a:t>대표 사진 2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3" name="장식"/>
          <p:cNvSpPr/>
          <p:nvPr/>
        </p:nvSpPr>
        <p:spPr>
          <a:xfrm>
            <a:off x="-182880" y="6144768"/>
            <a:ext cx="12557455" cy="731520"/>
          </a:xfrm>
          <a:prstGeom prst="wave">
            <a:avLst/>
          </a:prstGeom>
          <a:solidFill>
            <a:srgbClr val="F0D1D6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4" name="장식"/>
          <p:cNvSpPr/>
          <p:nvPr/>
        </p:nvSpPr>
        <p:spPr>
          <a:xfrm>
            <a:off x="-182880" y="6400800"/>
            <a:ext cx="12557455" cy="502920"/>
          </a:xfrm>
          <a:prstGeom prst="wave">
            <a:avLst/>
          </a:prstGeom>
          <a:solidFill>
            <a:srgbClr val="8D3443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5" name="장식"/>
          <p:cNvSpPr/>
          <p:nvPr/>
        </p:nvSpPr>
        <p:spPr>
          <a:xfrm>
            <a:off x="10789920" y="525780"/>
            <a:ext cx="301752" cy="502920"/>
          </a:xfrm>
          <a:prstGeom prst="roundRect">
            <a:avLst/>
          </a:prstGeom>
          <a:solidFill>
            <a:srgbClr val="8D3443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6" name="장식"/>
          <p:cNvSpPr/>
          <p:nvPr/>
        </p:nvSpPr>
        <p:spPr>
          <a:xfrm>
            <a:off x="10865358" y="475487"/>
            <a:ext cx="150876" cy="50292"/>
          </a:xfrm>
          <a:prstGeom prst="rect">
            <a:avLst/>
          </a:prstGeom>
          <a:solidFill>
            <a:srgbClr val="3B9158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7" name="장식"/>
          <p:cNvSpPr/>
          <p:nvPr/>
        </p:nvSpPr>
        <p:spPr>
          <a:xfrm>
            <a:off x="10865358" y="1028700"/>
            <a:ext cx="150876" cy="50292"/>
          </a:xfrm>
          <a:prstGeom prst="rect">
            <a:avLst/>
          </a:prstGeom>
          <a:solidFill>
            <a:srgbClr val="3B9158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8" name="장식"/>
          <p:cNvSpPr/>
          <p:nvPr/>
        </p:nvSpPr>
        <p:spPr>
          <a:xfrm>
            <a:off x="11172139" y="706831"/>
            <a:ext cx="301752" cy="422452"/>
          </a:xfrm>
          <a:prstGeom prst="roundRect">
            <a:avLst/>
          </a:prstGeom>
          <a:solidFill>
            <a:srgbClr val="F0D1D6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9" name="장식"/>
          <p:cNvSpPr/>
          <p:nvPr/>
        </p:nvSpPr>
        <p:spPr>
          <a:xfrm>
            <a:off x="11247577" y="656539"/>
            <a:ext cx="150876" cy="50292"/>
          </a:xfrm>
          <a:prstGeom prst="rect">
            <a:avLst/>
          </a:prstGeom>
          <a:solidFill>
            <a:srgbClr val="3B9158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0" name="장식"/>
          <p:cNvSpPr/>
          <p:nvPr/>
        </p:nvSpPr>
        <p:spPr>
          <a:xfrm>
            <a:off x="11247577" y="1129284"/>
            <a:ext cx="150876" cy="50292"/>
          </a:xfrm>
          <a:prstGeom prst="rect">
            <a:avLst/>
          </a:prstGeom>
          <a:solidFill>
            <a:srgbClr val="3B9158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1" name="장식"/>
          <p:cNvSpPr/>
          <p:nvPr/>
        </p:nvSpPr>
        <p:spPr>
          <a:xfrm>
            <a:off x="11554358" y="525780"/>
            <a:ext cx="301752" cy="502920"/>
          </a:xfrm>
          <a:prstGeom prst="roundRect">
            <a:avLst/>
          </a:prstGeom>
          <a:solidFill>
            <a:srgbClr val="3B9158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2" name="장식"/>
          <p:cNvSpPr/>
          <p:nvPr/>
        </p:nvSpPr>
        <p:spPr>
          <a:xfrm>
            <a:off x="11629796" y="475487"/>
            <a:ext cx="150876" cy="50292"/>
          </a:xfrm>
          <a:prstGeom prst="rect">
            <a:avLst/>
          </a:prstGeom>
          <a:solidFill>
            <a:srgbClr val="8D3443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3" name="장식"/>
          <p:cNvSpPr/>
          <p:nvPr/>
        </p:nvSpPr>
        <p:spPr>
          <a:xfrm>
            <a:off x="11629796" y="1028700"/>
            <a:ext cx="150876" cy="50292"/>
          </a:xfrm>
          <a:prstGeom prst="rect">
            <a:avLst/>
          </a:prstGeom>
          <a:solidFill>
            <a:srgbClr val="8D3443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40080" y="457200"/>
            <a:ext cx="9722815" cy="868680"/>
          </a:xfrm>
        </p:spPr>
        <p:txBody>
          <a:bodyPr wrap="square" lIns="54864" rIns="54864" tIns="27432" bIns="27432" anchor="ctr">
            <a:noAutofit/>
          </a:bodyPr>
          <a:lstStyle/>
          <a:p>
            <a:pPr algn="l">
              <a:lnSpc>
                <a:spcPct val="105000"/>
              </a:lnSpc>
            </a:pPr>
            <a:r>
              <a:rPr sz="3000" b="1" i="0">
                <a:solidFill>
                  <a:srgbClr val="431920"/>
                </a:solidFill>
              </a:rPr>
              <a:t>한 해의 순간들</a:t>
            </a:r>
          </a:p>
        </p:txBody>
      </p:sp>
      <p:sp>
        <p:nvSpPr>
          <p:cNvPr id="14" name="사진 자리"/>
          <p:cNvSpPr/>
          <p:nvPr/>
        </p:nvSpPr>
        <p:spPr>
          <a:xfrm>
            <a:off x="640080" y="1554480"/>
            <a:ext cx="3515258" cy="2103120"/>
          </a:xfrm>
          <a:prstGeom prst="roundRect">
            <a:avLst>
              <a:gd name="adj" fmla="val 6000"/>
            </a:avLst>
          </a:prstGeom>
          <a:solidFill>
            <a:srgbClr val="F0D1D6"/>
          </a:solidFill>
          <a:ln w="19050">
            <a:solidFill>
              <a:srgbClr val="8D3443"/>
            </a:solidFill>
            <a:prstDash val="dash"/>
          </a:ln>
        </p:spPr>
        <p:txBody>
          <a:bodyPr rtlCol="0" anchor="ctr" wrap="square" lIns="54864" rIns="54864" tIns="27432" bIns="27432">
            <a:noAutofit/>
          </a:bodyPr>
          <a:lstStyle/>
          <a:p>
            <a:pPr algn="ctr">
              <a:lnSpc>
                <a:spcPct val="100000"/>
              </a:lnSpc>
            </a:pPr>
            <a:r>
              <a:rPr sz="1200" b="0" i="0">
                <a:solidFill>
                  <a:srgbClr val="431920"/>
                </a:solidFill>
              </a:rPr>
              <a:t>사진 1</a:t>
            </a:r>
          </a:p>
        </p:txBody>
      </p:sp>
      <p:sp>
        <p:nvSpPr>
          <p:cNvPr id="15" name="사진 자리"/>
          <p:cNvSpPr/>
          <p:nvPr/>
        </p:nvSpPr>
        <p:spPr>
          <a:xfrm>
            <a:off x="4338218" y="1554480"/>
            <a:ext cx="3515258" cy="2103120"/>
          </a:xfrm>
          <a:prstGeom prst="roundRect">
            <a:avLst>
              <a:gd name="adj" fmla="val 6000"/>
            </a:avLst>
          </a:prstGeom>
          <a:solidFill>
            <a:srgbClr val="F0D1D6"/>
          </a:solidFill>
          <a:ln w="19050">
            <a:solidFill>
              <a:srgbClr val="8D3443"/>
            </a:solidFill>
            <a:prstDash val="dash"/>
          </a:ln>
        </p:spPr>
        <p:txBody>
          <a:bodyPr rtlCol="0" anchor="ctr" wrap="square" lIns="54864" rIns="54864" tIns="27432" bIns="27432">
            <a:noAutofit/>
          </a:bodyPr>
          <a:lstStyle/>
          <a:p>
            <a:pPr algn="ctr">
              <a:lnSpc>
                <a:spcPct val="100000"/>
              </a:lnSpc>
            </a:pPr>
            <a:r>
              <a:rPr sz="1200" b="0" i="0">
                <a:solidFill>
                  <a:srgbClr val="431920"/>
                </a:solidFill>
              </a:rPr>
              <a:t>사진 2</a:t>
            </a:r>
          </a:p>
        </p:txBody>
      </p:sp>
      <p:sp>
        <p:nvSpPr>
          <p:cNvPr id="16" name="사진 자리"/>
          <p:cNvSpPr/>
          <p:nvPr/>
        </p:nvSpPr>
        <p:spPr>
          <a:xfrm>
            <a:off x="8036356" y="1554480"/>
            <a:ext cx="3515258" cy="2103120"/>
          </a:xfrm>
          <a:prstGeom prst="roundRect">
            <a:avLst>
              <a:gd name="adj" fmla="val 6000"/>
            </a:avLst>
          </a:prstGeom>
          <a:solidFill>
            <a:srgbClr val="F0D1D6"/>
          </a:solidFill>
          <a:ln w="19050">
            <a:solidFill>
              <a:srgbClr val="8D3443"/>
            </a:solidFill>
            <a:prstDash val="dash"/>
          </a:ln>
        </p:spPr>
        <p:txBody>
          <a:bodyPr rtlCol="0" anchor="ctr" wrap="square" lIns="54864" rIns="54864" tIns="27432" bIns="27432">
            <a:noAutofit/>
          </a:bodyPr>
          <a:lstStyle/>
          <a:p>
            <a:pPr algn="ctr">
              <a:lnSpc>
                <a:spcPct val="100000"/>
              </a:lnSpc>
            </a:pPr>
            <a:r>
              <a:rPr sz="1200" b="0" i="0">
                <a:solidFill>
                  <a:srgbClr val="431920"/>
                </a:solidFill>
              </a:rPr>
              <a:t>사진 3</a:t>
            </a:r>
          </a:p>
        </p:txBody>
      </p:sp>
      <p:sp>
        <p:nvSpPr>
          <p:cNvPr id="17" name="사진 자리"/>
          <p:cNvSpPr/>
          <p:nvPr/>
        </p:nvSpPr>
        <p:spPr>
          <a:xfrm>
            <a:off x="640080" y="3840480"/>
            <a:ext cx="3515258" cy="2103120"/>
          </a:xfrm>
          <a:prstGeom prst="roundRect">
            <a:avLst>
              <a:gd name="adj" fmla="val 6000"/>
            </a:avLst>
          </a:prstGeom>
          <a:solidFill>
            <a:srgbClr val="F0D1D6"/>
          </a:solidFill>
          <a:ln w="19050">
            <a:solidFill>
              <a:srgbClr val="8D3443"/>
            </a:solidFill>
            <a:prstDash val="dash"/>
          </a:ln>
        </p:spPr>
        <p:txBody>
          <a:bodyPr rtlCol="0" anchor="ctr" wrap="square" lIns="54864" rIns="54864" tIns="27432" bIns="27432">
            <a:noAutofit/>
          </a:bodyPr>
          <a:lstStyle/>
          <a:p>
            <a:pPr algn="ctr">
              <a:lnSpc>
                <a:spcPct val="100000"/>
              </a:lnSpc>
            </a:pPr>
            <a:r>
              <a:rPr sz="1200" b="0" i="0">
                <a:solidFill>
                  <a:srgbClr val="431920"/>
                </a:solidFill>
              </a:rPr>
              <a:t>사진 4</a:t>
            </a:r>
          </a:p>
        </p:txBody>
      </p:sp>
      <p:sp>
        <p:nvSpPr>
          <p:cNvPr id="18" name="사진 자리"/>
          <p:cNvSpPr/>
          <p:nvPr/>
        </p:nvSpPr>
        <p:spPr>
          <a:xfrm>
            <a:off x="4338218" y="3840480"/>
            <a:ext cx="3515258" cy="2103120"/>
          </a:xfrm>
          <a:prstGeom prst="roundRect">
            <a:avLst>
              <a:gd name="adj" fmla="val 6000"/>
            </a:avLst>
          </a:prstGeom>
          <a:solidFill>
            <a:srgbClr val="F0D1D6"/>
          </a:solidFill>
          <a:ln w="19050">
            <a:solidFill>
              <a:srgbClr val="8D3443"/>
            </a:solidFill>
            <a:prstDash val="dash"/>
          </a:ln>
        </p:spPr>
        <p:txBody>
          <a:bodyPr rtlCol="0" anchor="ctr" wrap="square" lIns="54864" rIns="54864" tIns="27432" bIns="27432">
            <a:noAutofit/>
          </a:bodyPr>
          <a:lstStyle/>
          <a:p>
            <a:pPr algn="ctr">
              <a:lnSpc>
                <a:spcPct val="100000"/>
              </a:lnSpc>
            </a:pPr>
            <a:r>
              <a:rPr sz="1200" b="0" i="0">
                <a:solidFill>
                  <a:srgbClr val="431920"/>
                </a:solidFill>
              </a:rPr>
              <a:t>사진 5</a:t>
            </a:r>
          </a:p>
        </p:txBody>
      </p:sp>
      <p:sp>
        <p:nvSpPr>
          <p:cNvPr id="19" name="사진 자리"/>
          <p:cNvSpPr/>
          <p:nvPr/>
        </p:nvSpPr>
        <p:spPr>
          <a:xfrm>
            <a:off x="8036356" y="3840480"/>
            <a:ext cx="3515258" cy="2103120"/>
          </a:xfrm>
          <a:prstGeom prst="roundRect">
            <a:avLst>
              <a:gd name="adj" fmla="val 6000"/>
            </a:avLst>
          </a:prstGeom>
          <a:solidFill>
            <a:srgbClr val="F0D1D6"/>
          </a:solidFill>
          <a:ln w="19050">
            <a:solidFill>
              <a:srgbClr val="8D3443"/>
            </a:solidFill>
            <a:prstDash val="dash"/>
          </a:ln>
        </p:spPr>
        <p:txBody>
          <a:bodyPr rtlCol="0" anchor="ctr" wrap="square" lIns="54864" rIns="54864" tIns="27432" bIns="27432">
            <a:noAutofit/>
          </a:bodyPr>
          <a:lstStyle/>
          <a:p>
            <a:pPr algn="ctr">
              <a:lnSpc>
                <a:spcPct val="100000"/>
              </a:lnSpc>
            </a:pPr>
            <a:r>
              <a:rPr sz="1200" b="0" i="0">
                <a:solidFill>
                  <a:srgbClr val="431920"/>
                </a:solidFill>
              </a:rPr>
              <a:t>사진 6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3" name="장식"/>
          <p:cNvSpPr/>
          <p:nvPr/>
        </p:nvSpPr>
        <p:spPr>
          <a:xfrm>
            <a:off x="-182880" y="6144768"/>
            <a:ext cx="12557455" cy="731520"/>
          </a:xfrm>
          <a:prstGeom prst="wave">
            <a:avLst/>
          </a:prstGeom>
          <a:solidFill>
            <a:srgbClr val="F0D1D6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4" name="장식"/>
          <p:cNvSpPr/>
          <p:nvPr/>
        </p:nvSpPr>
        <p:spPr>
          <a:xfrm>
            <a:off x="-182880" y="6400800"/>
            <a:ext cx="12557455" cy="502920"/>
          </a:xfrm>
          <a:prstGeom prst="wave">
            <a:avLst/>
          </a:prstGeom>
          <a:solidFill>
            <a:srgbClr val="8D3443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5" name="장식"/>
          <p:cNvSpPr/>
          <p:nvPr/>
        </p:nvSpPr>
        <p:spPr>
          <a:xfrm>
            <a:off x="10789920" y="525780"/>
            <a:ext cx="301752" cy="502920"/>
          </a:xfrm>
          <a:prstGeom prst="roundRect">
            <a:avLst/>
          </a:prstGeom>
          <a:solidFill>
            <a:srgbClr val="8D3443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6" name="장식"/>
          <p:cNvSpPr/>
          <p:nvPr/>
        </p:nvSpPr>
        <p:spPr>
          <a:xfrm>
            <a:off x="10865358" y="475487"/>
            <a:ext cx="150876" cy="50292"/>
          </a:xfrm>
          <a:prstGeom prst="rect">
            <a:avLst/>
          </a:prstGeom>
          <a:solidFill>
            <a:srgbClr val="3B9158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7" name="장식"/>
          <p:cNvSpPr/>
          <p:nvPr/>
        </p:nvSpPr>
        <p:spPr>
          <a:xfrm>
            <a:off x="10865358" y="1028700"/>
            <a:ext cx="150876" cy="50292"/>
          </a:xfrm>
          <a:prstGeom prst="rect">
            <a:avLst/>
          </a:prstGeom>
          <a:solidFill>
            <a:srgbClr val="3B9158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8" name="장식"/>
          <p:cNvSpPr/>
          <p:nvPr/>
        </p:nvSpPr>
        <p:spPr>
          <a:xfrm>
            <a:off x="11172139" y="706831"/>
            <a:ext cx="301752" cy="422452"/>
          </a:xfrm>
          <a:prstGeom prst="roundRect">
            <a:avLst/>
          </a:prstGeom>
          <a:solidFill>
            <a:srgbClr val="F0D1D6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9" name="장식"/>
          <p:cNvSpPr/>
          <p:nvPr/>
        </p:nvSpPr>
        <p:spPr>
          <a:xfrm>
            <a:off x="11247577" y="656539"/>
            <a:ext cx="150876" cy="50292"/>
          </a:xfrm>
          <a:prstGeom prst="rect">
            <a:avLst/>
          </a:prstGeom>
          <a:solidFill>
            <a:srgbClr val="3B9158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0" name="장식"/>
          <p:cNvSpPr/>
          <p:nvPr/>
        </p:nvSpPr>
        <p:spPr>
          <a:xfrm>
            <a:off x="11247577" y="1129284"/>
            <a:ext cx="150876" cy="50292"/>
          </a:xfrm>
          <a:prstGeom prst="rect">
            <a:avLst/>
          </a:prstGeom>
          <a:solidFill>
            <a:srgbClr val="3B9158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1" name="장식"/>
          <p:cNvSpPr/>
          <p:nvPr/>
        </p:nvSpPr>
        <p:spPr>
          <a:xfrm>
            <a:off x="11554358" y="525780"/>
            <a:ext cx="301752" cy="502920"/>
          </a:xfrm>
          <a:prstGeom prst="roundRect">
            <a:avLst/>
          </a:prstGeom>
          <a:solidFill>
            <a:srgbClr val="3B9158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2" name="장식"/>
          <p:cNvSpPr/>
          <p:nvPr/>
        </p:nvSpPr>
        <p:spPr>
          <a:xfrm>
            <a:off x="11629796" y="475487"/>
            <a:ext cx="150876" cy="50292"/>
          </a:xfrm>
          <a:prstGeom prst="rect">
            <a:avLst/>
          </a:prstGeom>
          <a:solidFill>
            <a:srgbClr val="8D3443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3" name="장식"/>
          <p:cNvSpPr/>
          <p:nvPr/>
        </p:nvSpPr>
        <p:spPr>
          <a:xfrm>
            <a:off x="11629796" y="1028700"/>
            <a:ext cx="150876" cy="50292"/>
          </a:xfrm>
          <a:prstGeom prst="rect">
            <a:avLst/>
          </a:prstGeom>
          <a:solidFill>
            <a:srgbClr val="8D3443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40080" y="457200"/>
            <a:ext cx="9722815" cy="868680"/>
          </a:xfrm>
        </p:spPr>
        <p:txBody>
          <a:bodyPr wrap="square" lIns="54864" rIns="54864" tIns="27432" bIns="27432" anchor="ctr">
            <a:noAutofit/>
          </a:bodyPr>
          <a:lstStyle/>
          <a:p>
            <a:pPr algn="l">
              <a:lnSpc>
                <a:spcPct val="105000"/>
              </a:lnSpc>
            </a:pPr>
            <a:r>
              <a:rPr sz="3000" b="1" i="0">
                <a:solidFill>
                  <a:srgbClr val="431920"/>
                </a:solidFill>
              </a:rPr>
              <a:t>사진 모음</a:t>
            </a:r>
          </a:p>
        </p:txBody>
      </p:sp>
      <p:sp>
        <p:nvSpPr>
          <p:cNvPr id="14" name="사진 자리"/>
          <p:cNvSpPr/>
          <p:nvPr/>
        </p:nvSpPr>
        <p:spPr>
          <a:xfrm>
            <a:off x="640080" y="1554480"/>
            <a:ext cx="2590723" cy="2103120"/>
          </a:xfrm>
          <a:prstGeom prst="roundRect">
            <a:avLst>
              <a:gd name="adj" fmla="val 6000"/>
            </a:avLst>
          </a:prstGeom>
          <a:solidFill>
            <a:srgbClr val="F0D1D6"/>
          </a:solidFill>
          <a:ln w="19050">
            <a:solidFill>
              <a:srgbClr val="8D3443"/>
            </a:solidFill>
            <a:prstDash val="dash"/>
          </a:ln>
        </p:spPr>
        <p:txBody>
          <a:bodyPr rtlCol="0" anchor="ctr" wrap="square" lIns="54864" rIns="54864" tIns="27432" bIns="27432">
            <a:noAutofit/>
          </a:bodyPr>
          <a:lstStyle/>
          <a:p>
            <a:pPr algn="ctr">
              <a:lnSpc>
                <a:spcPct val="100000"/>
              </a:lnSpc>
            </a:pPr>
            <a:r>
              <a:rPr sz="1200" b="0" i="0">
                <a:solidFill>
                  <a:srgbClr val="431920"/>
                </a:solidFill>
              </a:rPr>
              <a:t>사진 1</a:t>
            </a:r>
          </a:p>
        </p:txBody>
      </p:sp>
      <p:sp>
        <p:nvSpPr>
          <p:cNvPr id="15" name="사진 자리"/>
          <p:cNvSpPr/>
          <p:nvPr/>
        </p:nvSpPr>
        <p:spPr>
          <a:xfrm>
            <a:off x="3413683" y="1554480"/>
            <a:ext cx="2590723" cy="2103120"/>
          </a:xfrm>
          <a:prstGeom prst="roundRect">
            <a:avLst>
              <a:gd name="adj" fmla="val 6000"/>
            </a:avLst>
          </a:prstGeom>
          <a:solidFill>
            <a:srgbClr val="F0D1D6"/>
          </a:solidFill>
          <a:ln w="19050">
            <a:solidFill>
              <a:srgbClr val="8D3443"/>
            </a:solidFill>
            <a:prstDash val="dash"/>
          </a:ln>
        </p:spPr>
        <p:txBody>
          <a:bodyPr rtlCol="0" anchor="ctr" wrap="square" lIns="54864" rIns="54864" tIns="27432" bIns="27432">
            <a:noAutofit/>
          </a:bodyPr>
          <a:lstStyle/>
          <a:p>
            <a:pPr algn="ctr">
              <a:lnSpc>
                <a:spcPct val="100000"/>
              </a:lnSpc>
            </a:pPr>
            <a:r>
              <a:rPr sz="1200" b="0" i="0">
                <a:solidFill>
                  <a:srgbClr val="431920"/>
                </a:solidFill>
              </a:rPr>
              <a:t>사진 2</a:t>
            </a:r>
          </a:p>
        </p:txBody>
      </p:sp>
      <p:sp>
        <p:nvSpPr>
          <p:cNvPr id="16" name="사진 자리"/>
          <p:cNvSpPr/>
          <p:nvPr/>
        </p:nvSpPr>
        <p:spPr>
          <a:xfrm>
            <a:off x="6187287" y="1554480"/>
            <a:ext cx="2590723" cy="2103120"/>
          </a:xfrm>
          <a:prstGeom prst="roundRect">
            <a:avLst>
              <a:gd name="adj" fmla="val 6000"/>
            </a:avLst>
          </a:prstGeom>
          <a:solidFill>
            <a:srgbClr val="F0D1D6"/>
          </a:solidFill>
          <a:ln w="19050">
            <a:solidFill>
              <a:srgbClr val="8D3443"/>
            </a:solidFill>
            <a:prstDash val="dash"/>
          </a:ln>
        </p:spPr>
        <p:txBody>
          <a:bodyPr rtlCol="0" anchor="ctr" wrap="square" lIns="54864" rIns="54864" tIns="27432" bIns="27432">
            <a:noAutofit/>
          </a:bodyPr>
          <a:lstStyle/>
          <a:p>
            <a:pPr algn="ctr">
              <a:lnSpc>
                <a:spcPct val="100000"/>
              </a:lnSpc>
            </a:pPr>
            <a:r>
              <a:rPr sz="1200" b="0" i="0">
                <a:solidFill>
                  <a:srgbClr val="431920"/>
                </a:solidFill>
              </a:rPr>
              <a:t>사진 3</a:t>
            </a:r>
          </a:p>
        </p:txBody>
      </p:sp>
      <p:sp>
        <p:nvSpPr>
          <p:cNvPr id="17" name="사진 자리"/>
          <p:cNvSpPr/>
          <p:nvPr/>
        </p:nvSpPr>
        <p:spPr>
          <a:xfrm>
            <a:off x="8960891" y="1554480"/>
            <a:ext cx="2590723" cy="2103120"/>
          </a:xfrm>
          <a:prstGeom prst="roundRect">
            <a:avLst>
              <a:gd name="adj" fmla="val 6000"/>
            </a:avLst>
          </a:prstGeom>
          <a:solidFill>
            <a:srgbClr val="F0D1D6"/>
          </a:solidFill>
          <a:ln w="19050">
            <a:solidFill>
              <a:srgbClr val="8D3443"/>
            </a:solidFill>
            <a:prstDash val="dash"/>
          </a:ln>
        </p:spPr>
        <p:txBody>
          <a:bodyPr rtlCol="0" anchor="ctr" wrap="square" lIns="54864" rIns="54864" tIns="27432" bIns="27432">
            <a:noAutofit/>
          </a:bodyPr>
          <a:lstStyle/>
          <a:p>
            <a:pPr algn="ctr">
              <a:lnSpc>
                <a:spcPct val="100000"/>
              </a:lnSpc>
            </a:pPr>
            <a:r>
              <a:rPr sz="1200" b="0" i="0">
                <a:solidFill>
                  <a:srgbClr val="431920"/>
                </a:solidFill>
              </a:rPr>
              <a:t>사진 4</a:t>
            </a:r>
          </a:p>
        </p:txBody>
      </p:sp>
      <p:sp>
        <p:nvSpPr>
          <p:cNvPr id="18" name="사진 자리"/>
          <p:cNvSpPr/>
          <p:nvPr/>
        </p:nvSpPr>
        <p:spPr>
          <a:xfrm>
            <a:off x="640080" y="3840480"/>
            <a:ext cx="2590723" cy="2103120"/>
          </a:xfrm>
          <a:prstGeom prst="roundRect">
            <a:avLst>
              <a:gd name="adj" fmla="val 6000"/>
            </a:avLst>
          </a:prstGeom>
          <a:solidFill>
            <a:srgbClr val="F0D1D6"/>
          </a:solidFill>
          <a:ln w="19050">
            <a:solidFill>
              <a:srgbClr val="8D3443"/>
            </a:solidFill>
            <a:prstDash val="dash"/>
          </a:ln>
        </p:spPr>
        <p:txBody>
          <a:bodyPr rtlCol="0" anchor="ctr" wrap="square" lIns="54864" rIns="54864" tIns="27432" bIns="27432">
            <a:noAutofit/>
          </a:bodyPr>
          <a:lstStyle/>
          <a:p>
            <a:pPr algn="ctr">
              <a:lnSpc>
                <a:spcPct val="100000"/>
              </a:lnSpc>
            </a:pPr>
            <a:r>
              <a:rPr sz="1200" b="0" i="0">
                <a:solidFill>
                  <a:srgbClr val="431920"/>
                </a:solidFill>
              </a:rPr>
              <a:t>사진 5</a:t>
            </a:r>
          </a:p>
        </p:txBody>
      </p:sp>
      <p:sp>
        <p:nvSpPr>
          <p:cNvPr id="19" name="사진 자리"/>
          <p:cNvSpPr/>
          <p:nvPr/>
        </p:nvSpPr>
        <p:spPr>
          <a:xfrm>
            <a:off x="3413683" y="3840480"/>
            <a:ext cx="2590723" cy="2103120"/>
          </a:xfrm>
          <a:prstGeom prst="roundRect">
            <a:avLst>
              <a:gd name="adj" fmla="val 6000"/>
            </a:avLst>
          </a:prstGeom>
          <a:solidFill>
            <a:srgbClr val="F0D1D6"/>
          </a:solidFill>
          <a:ln w="19050">
            <a:solidFill>
              <a:srgbClr val="8D3443"/>
            </a:solidFill>
            <a:prstDash val="dash"/>
          </a:ln>
        </p:spPr>
        <p:txBody>
          <a:bodyPr rtlCol="0" anchor="ctr" wrap="square" lIns="54864" rIns="54864" tIns="27432" bIns="27432">
            <a:noAutofit/>
          </a:bodyPr>
          <a:lstStyle/>
          <a:p>
            <a:pPr algn="ctr">
              <a:lnSpc>
                <a:spcPct val="100000"/>
              </a:lnSpc>
            </a:pPr>
            <a:r>
              <a:rPr sz="1200" b="0" i="0">
                <a:solidFill>
                  <a:srgbClr val="431920"/>
                </a:solidFill>
              </a:rPr>
              <a:t>사진 6</a:t>
            </a:r>
          </a:p>
        </p:txBody>
      </p:sp>
      <p:sp>
        <p:nvSpPr>
          <p:cNvPr id="20" name="사진 자리"/>
          <p:cNvSpPr/>
          <p:nvPr/>
        </p:nvSpPr>
        <p:spPr>
          <a:xfrm>
            <a:off x="6187287" y="3840480"/>
            <a:ext cx="2590723" cy="2103120"/>
          </a:xfrm>
          <a:prstGeom prst="roundRect">
            <a:avLst>
              <a:gd name="adj" fmla="val 6000"/>
            </a:avLst>
          </a:prstGeom>
          <a:solidFill>
            <a:srgbClr val="F0D1D6"/>
          </a:solidFill>
          <a:ln w="19050">
            <a:solidFill>
              <a:srgbClr val="8D3443"/>
            </a:solidFill>
            <a:prstDash val="dash"/>
          </a:ln>
        </p:spPr>
        <p:txBody>
          <a:bodyPr rtlCol="0" anchor="ctr" wrap="square" lIns="54864" rIns="54864" tIns="27432" bIns="27432">
            <a:noAutofit/>
          </a:bodyPr>
          <a:lstStyle/>
          <a:p>
            <a:pPr algn="ctr">
              <a:lnSpc>
                <a:spcPct val="100000"/>
              </a:lnSpc>
            </a:pPr>
            <a:r>
              <a:rPr sz="1200" b="0" i="0">
                <a:solidFill>
                  <a:srgbClr val="431920"/>
                </a:solidFill>
              </a:rPr>
              <a:t>사진 7</a:t>
            </a:r>
          </a:p>
        </p:txBody>
      </p:sp>
      <p:sp>
        <p:nvSpPr>
          <p:cNvPr id="21" name="사진 자리"/>
          <p:cNvSpPr/>
          <p:nvPr/>
        </p:nvSpPr>
        <p:spPr>
          <a:xfrm>
            <a:off x="8960891" y="3840480"/>
            <a:ext cx="2590723" cy="2103120"/>
          </a:xfrm>
          <a:prstGeom prst="roundRect">
            <a:avLst>
              <a:gd name="adj" fmla="val 6000"/>
            </a:avLst>
          </a:prstGeom>
          <a:solidFill>
            <a:srgbClr val="F0D1D6"/>
          </a:solidFill>
          <a:ln w="19050">
            <a:solidFill>
              <a:srgbClr val="8D3443"/>
            </a:solidFill>
            <a:prstDash val="dash"/>
          </a:ln>
        </p:spPr>
        <p:txBody>
          <a:bodyPr rtlCol="0" anchor="ctr" wrap="square" lIns="54864" rIns="54864" tIns="27432" bIns="27432">
            <a:noAutofit/>
          </a:bodyPr>
          <a:lstStyle/>
          <a:p>
            <a:pPr algn="ctr">
              <a:lnSpc>
                <a:spcPct val="100000"/>
              </a:lnSpc>
            </a:pPr>
            <a:r>
              <a:rPr sz="1200" b="0" i="0">
                <a:solidFill>
                  <a:srgbClr val="431920"/>
                </a:solidFill>
              </a:rPr>
              <a:t>사진 8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3" name="장식"/>
          <p:cNvSpPr/>
          <p:nvPr/>
        </p:nvSpPr>
        <p:spPr>
          <a:xfrm>
            <a:off x="-274320" y="4251960"/>
            <a:ext cx="12740335" cy="2743200"/>
          </a:xfrm>
          <a:prstGeom prst="wave">
            <a:avLst/>
          </a:prstGeom>
          <a:solidFill>
            <a:srgbClr val="F0D1D6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4" name="장식"/>
          <p:cNvSpPr/>
          <p:nvPr/>
        </p:nvSpPr>
        <p:spPr>
          <a:xfrm>
            <a:off x="-274320" y="5074920"/>
            <a:ext cx="12740335" cy="2331720"/>
          </a:xfrm>
          <a:prstGeom prst="wave">
            <a:avLst/>
          </a:prstGeom>
          <a:solidFill>
            <a:srgbClr val="8D3443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5" name="장식"/>
          <p:cNvSpPr/>
          <p:nvPr/>
        </p:nvSpPr>
        <p:spPr>
          <a:xfrm>
            <a:off x="8543294" y="1234440"/>
            <a:ext cx="822959" cy="1371600"/>
          </a:xfrm>
          <a:prstGeom prst="roundRect">
            <a:avLst/>
          </a:prstGeom>
          <a:solidFill>
            <a:srgbClr val="8D3443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6" name="장식"/>
          <p:cNvSpPr/>
          <p:nvPr/>
        </p:nvSpPr>
        <p:spPr>
          <a:xfrm>
            <a:off x="8749034" y="1097280"/>
            <a:ext cx="411479" cy="137160"/>
          </a:xfrm>
          <a:prstGeom prst="rect">
            <a:avLst/>
          </a:prstGeom>
          <a:solidFill>
            <a:srgbClr val="3B9158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7" name="장식"/>
          <p:cNvSpPr/>
          <p:nvPr/>
        </p:nvSpPr>
        <p:spPr>
          <a:xfrm>
            <a:off x="8749034" y="2606040"/>
            <a:ext cx="411479" cy="137160"/>
          </a:xfrm>
          <a:prstGeom prst="rect">
            <a:avLst/>
          </a:prstGeom>
          <a:solidFill>
            <a:srgbClr val="3B9158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8" name="장식"/>
          <p:cNvSpPr/>
          <p:nvPr/>
        </p:nvSpPr>
        <p:spPr>
          <a:xfrm>
            <a:off x="9585710" y="1728216"/>
            <a:ext cx="822959" cy="1152144"/>
          </a:xfrm>
          <a:prstGeom prst="roundRect">
            <a:avLst/>
          </a:prstGeom>
          <a:solidFill>
            <a:srgbClr val="F0D1D6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9" name="장식"/>
          <p:cNvSpPr/>
          <p:nvPr/>
        </p:nvSpPr>
        <p:spPr>
          <a:xfrm>
            <a:off x="9791450" y="1591056"/>
            <a:ext cx="411479" cy="137160"/>
          </a:xfrm>
          <a:prstGeom prst="rect">
            <a:avLst/>
          </a:prstGeom>
          <a:solidFill>
            <a:srgbClr val="3B9158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0" name="장식"/>
          <p:cNvSpPr/>
          <p:nvPr/>
        </p:nvSpPr>
        <p:spPr>
          <a:xfrm>
            <a:off x="9791450" y="2880360"/>
            <a:ext cx="411479" cy="137160"/>
          </a:xfrm>
          <a:prstGeom prst="rect">
            <a:avLst/>
          </a:prstGeom>
          <a:solidFill>
            <a:srgbClr val="3B9158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1" name="장식"/>
          <p:cNvSpPr/>
          <p:nvPr/>
        </p:nvSpPr>
        <p:spPr>
          <a:xfrm>
            <a:off x="10628126" y="1234440"/>
            <a:ext cx="822959" cy="1371600"/>
          </a:xfrm>
          <a:prstGeom prst="roundRect">
            <a:avLst/>
          </a:prstGeom>
          <a:solidFill>
            <a:srgbClr val="3B9158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2" name="장식"/>
          <p:cNvSpPr/>
          <p:nvPr/>
        </p:nvSpPr>
        <p:spPr>
          <a:xfrm>
            <a:off x="10833866" y="1097280"/>
            <a:ext cx="411479" cy="137160"/>
          </a:xfrm>
          <a:prstGeom prst="rect">
            <a:avLst/>
          </a:prstGeom>
          <a:solidFill>
            <a:srgbClr val="8D3443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3" name="장식"/>
          <p:cNvSpPr/>
          <p:nvPr/>
        </p:nvSpPr>
        <p:spPr>
          <a:xfrm>
            <a:off x="10833866" y="2606040"/>
            <a:ext cx="411479" cy="137160"/>
          </a:xfrm>
          <a:prstGeom prst="rect">
            <a:avLst/>
          </a:prstGeom>
          <a:solidFill>
            <a:srgbClr val="8D3443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975335" y="1371600"/>
            <a:ext cx="7558851" cy="1463040"/>
          </a:xfrm>
        </p:spPr>
        <p:txBody>
          <a:bodyPr wrap="square" lIns="54864" rIns="54864" tIns="27432" bIns="27432" anchor="ctr">
            <a:noAutofit/>
          </a:bodyPr>
          <a:lstStyle/>
          <a:p>
            <a:pPr algn="l">
              <a:lnSpc>
                <a:spcPct val="105000"/>
              </a:lnSpc>
            </a:pPr>
            <a:r>
              <a:rPr sz="3400" b="1" i="0">
                <a:solidFill>
                  <a:srgbClr val="431920"/>
                </a:solidFill>
              </a:rPr>
              <a:t>함께해 주셔서 감사합니다</a:t>
            </a:r>
          </a:p>
        </p:txBody>
      </p:sp>
      <p:sp>
        <p:nvSpPr>
          <p:cNvPr id="14" name="한 줄 문구"/>
          <p:cNvSpPr txBox="1"/>
          <p:nvPr/>
        </p:nvSpPr>
        <p:spPr>
          <a:xfrm>
            <a:off x="975335" y="2926080"/>
            <a:ext cx="7315017" cy="822960"/>
          </a:xfrm>
          <a:prstGeom prst="rect">
            <a:avLst/>
          </a:prstGeom>
          <a:noFill/>
        </p:spPr>
        <p:txBody>
          <a:bodyPr wrap="square" lIns="54864" rIns="54864" tIns="27432" bIns="27432" anchor="t">
            <a:noAutofit/>
          </a:bodyPr>
          <a:lstStyle/>
          <a:p>
            <a:pPr algn="l">
              <a:lnSpc>
                <a:spcPct val="115000"/>
              </a:lnSpc>
            </a:pPr>
            <a:r>
              <a:rPr sz="1700" b="0" i="1">
                <a:solidFill>
                  <a:srgbClr val="431920"/>
                </a:solidFill>
              </a:rPr>
              <a:t>첫 번째 생일을 축하해 주셔서 고맙습니다</a:t>
            </a:r>
          </a:p>
        </p:txBody>
      </p:sp>
      <p:sp>
        <p:nvSpPr>
          <p:cNvPr id="15" name="안내 문구"/>
          <p:cNvSpPr txBox="1"/>
          <p:nvPr/>
        </p:nvSpPr>
        <p:spPr>
          <a:xfrm>
            <a:off x="975335" y="3794760"/>
            <a:ext cx="7315017" cy="914400"/>
          </a:xfrm>
          <a:prstGeom prst="rect">
            <a:avLst/>
          </a:prstGeom>
          <a:noFill/>
        </p:spPr>
        <p:txBody>
          <a:bodyPr wrap="square" lIns="54864" rIns="54864" tIns="27432" bIns="27432" anchor="t">
            <a:noAutofit/>
          </a:bodyPr>
          <a:lstStyle/>
          <a:p>
            <a:pPr algn="l">
              <a:lnSpc>
                <a:spcPct val="115000"/>
              </a:lnSpc>
            </a:pPr>
            <a:r>
              <a:rPr sz="1400" b="0" i="0">
                <a:solidFill>
                  <a:srgbClr val="666666"/>
                </a:solidFill>
              </a:rPr>
              <a:t>아기 이름 · 부모 이름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돌잔치 슬라이드(사진 중심)">
  <a:themeElements>
    <a:clrScheme name="Office">
      <a:dk1>
        <a:sysClr val="windowText" lastClr="000000"/>
      </a:dk1>
      <a:lt1>
        <a:sysClr val="window" lastClr="FFFFFF"/>
      </a:lt1>
      <a:dk2>
        <a:srgbClr val="431920"/>
      </a:dk2>
      <a:lt2>
        <a:srgbClr val="F9F0F2"/>
      </a:lt2>
      <a:accent1>
        <a:srgbClr val="8D3443"/>
      </a:accent1>
      <a:accent2>
        <a:srgbClr val="3B9158"/>
      </a:accent2>
      <a:accent3>
        <a:srgbClr val="431920"/>
      </a:accent3>
      <a:accent4>
        <a:srgbClr val="F0D1D6"/>
      </a:accent4>
      <a:accent5>
        <a:srgbClr val="64624E"/>
      </a:accent5>
      <a:accent6>
        <a:srgbClr val="8E7579"/>
      </a:accent6>
      <a:hlink>
        <a:srgbClr val="8D3443"/>
      </a:hlink>
      <a:folHlink>
        <a:srgbClr val="431920"/>
      </a:folHlink>
    </a:clrScheme>
    <a:fontScheme name="Office">
      <a:majorFont>
        <a:latin typeface="맑은 고딕"/>
        <a:ea typeface="맑은 고딕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맑은 고딕"/>
        <a:ea typeface="맑은 고딕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돌잔치 슬라이드(사진 중심)</dc:title>
  <dc:subject/>
  <dc:creator>우체국보험 상담 안내</dc:creator>
  <cp:keywords/>
  <dc:description>자유롭게 편집해서 사용하세요.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