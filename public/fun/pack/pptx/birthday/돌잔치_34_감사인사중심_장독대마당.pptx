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4D2019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작은 자리지만 마음은 크게 준비했습니다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D2019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초대합니다</a:t>
            </a:r>
          </a:p>
        </p:txBody>
      </p:sp>
      <p:sp>
        <p:nvSpPr>
          <p:cNvPr id="5" name="초대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초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부모의 한마디</a:t>
            </a:r>
          </a:p>
        </p:txBody>
      </p:sp>
      <p:sp>
        <p:nvSpPr>
          <p:cNvPr id="5" name="편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1D4D0"/>
          </a:solidFill>
          <a:ln w="12700">
            <a:solidFill>
              <a:srgbClr val="9941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편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D2019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4D2019"/>
      </a:dk2>
      <a:lt2>
        <a:srgbClr val="FAF1F0"/>
      </a:lt2>
      <a:accent1>
        <a:srgbClr val="994133"/>
      </a:accent1>
      <a:accent2>
        <a:srgbClr val="3B9171"/>
      </a:accent2>
      <a:accent3>
        <a:srgbClr val="4D2019"/>
      </a:accent3>
      <a:accent4>
        <a:srgbClr val="F1D4D0"/>
      </a:accent4>
      <a:accent5>
        <a:srgbClr val="6A6952"/>
      </a:accent5>
      <a:accent6>
        <a:srgbClr val="947975"/>
      </a:accent6>
      <a:hlink>
        <a:srgbClr val="994133"/>
      </a:hlink>
      <a:folHlink>
        <a:srgbClr val="4D201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