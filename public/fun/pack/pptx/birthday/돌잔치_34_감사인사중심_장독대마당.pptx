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C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첫 번째 생일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작은 자리지만 마음은 크게 준비했습니다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아기를 소개합니다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840480" cy="438912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E8780"/>
                </a:solidFill>
              </a:rPr>
              <a:t>아기 사진을 넣어 주세요</a:t>
            </a:r>
          </a:p>
        </p:txBody>
      </p:sp>
      <p:graphicFrame>
        <p:nvGraphicFramePr>
          <p:cNvPr id="7" name="표"/>
          <p:cNvGraphicFramePr>
            <a:graphicFrameLocks noGrp="1"/>
          </p:cNvGraphicFramePr>
          <p:nvPr/>
        </p:nvGraphicFramePr>
        <p:xfrm>
          <a:off x="4846320" y="178308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BEEE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492C27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6D9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6231F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D9D5"/>
                      </a:solidFill>
                      <a:prstDash val="solid"/>
                    </a:lnL>
                    <a:lnR w="9525" cap="flat" cmpd="sng" algn="ctr">
                      <a:solidFill>
                        <a:srgbClr val="F6D9D5"/>
                      </a:solidFill>
                      <a:prstDash val="solid"/>
                    </a:lnR>
                    <a:lnT w="9525" cap="flat" cmpd="sng" algn="ctr">
                      <a:solidFill>
                        <a:srgbClr val="F6D9D5"/>
                      </a:solidFill>
                      <a:prstDash val="solid"/>
                    </a:lnT>
                    <a:lnB w="9525" cap="flat" cmpd="sng" algn="ctr">
                      <a:solidFill>
                        <a:srgbClr val="F6D9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초대합니다</a:t>
            </a:r>
          </a:p>
        </p:txBody>
      </p:sp>
      <p:sp>
        <p:nvSpPr>
          <p:cNvPr id="6" name="초대 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BEE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초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부모의 한마디</a:t>
            </a:r>
          </a:p>
        </p:txBody>
      </p:sp>
      <p:sp>
        <p:nvSpPr>
          <p:cNvPr id="6" name="편지 칸"/>
          <p:cNvSpPr/>
          <p:nvPr/>
        </p:nvSpPr>
        <p:spPr>
          <a:xfrm>
            <a:off x="640080" y="1783080"/>
            <a:ext cx="10911535" cy="4572000"/>
          </a:xfrm>
          <a:prstGeom prst="roundRect">
            <a:avLst>
              <a:gd name="adj" fmla="val 7000"/>
            </a:avLst>
          </a:prstGeom>
          <a:solidFill>
            <a:srgbClr val="F6D9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편지 글"/>
          <p:cNvSpPr txBox="1"/>
          <p:nvPr/>
        </p:nvSpPr>
        <p:spPr>
          <a:xfrm>
            <a:off x="1097280" y="2148840"/>
            <a:ext cx="9997135" cy="38404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6231F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D9D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64008" cy="868680"/>
          </a:xfrm>
          <a:prstGeom prst="roundRect">
            <a:avLst>
              <a:gd name="adj" fmla="val 50000"/>
            </a:avLst>
          </a:prstGeom>
          <a:solidFill>
            <a:srgbClr val="D885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8686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8E8780"/>
                </a:solidFill>
              </a:rPr>
              <a:t>FIRST BIRTHDAY</a:t>
            </a:r>
          </a:p>
        </p:txBody>
      </p:sp>
      <p:sp>
        <p:nvSpPr>
          <p:cNvPr id="5" name="포인트"/>
          <p:cNvSpPr/>
          <p:nvPr/>
        </p:nvSpPr>
        <p:spPr>
          <a:xfrm>
            <a:off x="11167567" y="667512"/>
            <a:ext cx="310896" cy="310896"/>
          </a:xfrm>
          <a:prstGeom prst="star4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80" y="566928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사진 모음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3413683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187287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960891" y="178308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40080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3413683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6187287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7</a:t>
            </a:r>
          </a:p>
        </p:txBody>
      </p:sp>
      <p:sp>
        <p:nvSpPr>
          <p:cNvPr id="13" name="사진 자리"/>
          <p:cNvSpPr/>
          <p:nvPr/>
        </p:nvSpPr>
        <p:spPr>
          <a:xfrm>
            <a:off x="8960891" y="4160520"/>
            <a:ext cx="2590723" cy="2194560"/>
          </a:xfrm>
          <a:prstGeom prst="roundRect">
            <a:avLst>
              <a:gd name="adj" fmla="val 6000"/>
            </a:avLst>
          </a:prstGeom>
          <a:solidFill>
            <a:srgbClr val="F6D9D5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EE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BB6A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492C27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EBB6A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FIRST BIRTHDAY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26231F"/>
                </a:solidFill>
              </a:rPr>
              <a:t>와 주셔서 고맙습니다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아이가 한 살이 되었습니다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492C27"/>
      </a:dk2>
      <a:lt2>
        <a:srgbClr val="FBEEEC"/>
      </a:lt2>
      <a:accent1>
        <a:srgbClr val="D88579"/>
      </a:accent1>
      <a:accent2>
        <a:srgbClr val="E1C498"/>
      </a:accent2>
      <a:accent3>
        <a:srgbClr val="492C27"/>
      </a:accent3>
      <a:accent4>
        <a:srgbClr val="F6D9D5"/>
      </a:accent4>
      <a:accent5>
        <a:srgbClr val="DCA488"/>
      </a:accent5>
      <a:accent6>
        <a:srgbClr val="92807D"/>
      </a:accent6>
      <a:hlink>
        <a:srgbClr val="D88579"/>
      </a:hlink>
      <a:folHlink>
        <a:srgbClr val="492C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