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추운 날 와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donu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8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BF7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0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6ED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DD5"/>
                      </a:solidFill>
                      <a:prstDash val="solid"/>
                    </a:lnL>
                    <a:lnR w="9525" cap="flat" cmpd="sng" algn="ctr">
                      <a:solidFill>
                        <a:srgbClr val="F6EDD5"/>
                      </a:solidFill>
                      <a:prstDash val="solid"/>
                    </a:lnR>
                    <a:lnT w="9525" cap="flat" cmpd="sng" algn="ctr">
                      <a:solidFill>
                        <a:srgbClr val="F6EDD5"/>
                      </a:solidFill>
                      <a:prstDash val="solid"/>
                    </a:lnT>
                    <a:lnB w="9525" cap="flat" cmpd="sng" algn="ctr">
                      <a:solidFill>
                        <a:srgbClr val="F6ED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donu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초대합니다</a:t>
            </a:r>
          </a:p>
        </p:txBody>
      </p:sp>
      <p:sp>
        <p:nvSpPr>
          <p:cNvPr id="7" name="초대 글 칸"/>
          <p:cNvSpPr/>
          <p:nvPr/>
        </p:nvSpPr>
        <p:spPr>
          <a:xfrm>
            <a:off x="640080" y="160020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초대 글"/>
          <p:cNvSpPr txBox="1"/>
          <p:nvPr/>
        </p:nvSpPr>
        <p:spPr>
          <a:xfrm>
            <a:off x="1097280" y="196596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donu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부모의 한마디</a:t>
            </a:r>
          </a:p>
        </p:txBody>
      </p:sp>
      <p:sp>
        <p:nvSpPr>
          <p:cNvPr id="7" name="편지 칸"/>
          <p:cNvSpPr/>
          <p:nvPr/>
        </p:nvSpPr>
        <p:spPr>
          <a:xfrm>
            <a:off x="640080" y="160020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편지 글"/>
          <p:cNvSpPr txBox="1"/>
          <p:nvPr/>
        </p:nvSpPr>
        <p:spPr>
          <a:xfrm>
            <a:off x="1097280" y="196596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donu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494027"/>
      </a:dk2>
      <a:lt2>
        <a:srgbClr val="FBF7EC"/>
      </a:lt2>
      <a:accent1>
        <a:srgbClr val="E1CE98"/>
      </a:accent1>
      <a:accent2>
        <a:srgbClr val="E0EAB8"/>
      </a:accent2>
      <a:accent3>
        <a:srgbClr val="494027"/>
      </a:accent3>
      <a:accent4>
        <a:srgbClr val="F6EDD5"/>
      </a:accent4>
      <a:accent5>
        <a:srgbClr val="E0DCA8"/>
      </a:accent5>
      <a:accent6>
        <a:srgbClr val="928C7D"/>
      </a:accent6>
      <a:hlink>
        <a:srgbClr val="E1CE98"/>
      </a:hlink>
      <a:folHlink>
        <a:srgbClr val="494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