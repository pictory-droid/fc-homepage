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44212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추운 날 와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44212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초대합니다</a:t>
            </a:r>
          </a:p>
        </p:txBody>
      </p:sp>
      <p:sp>
        <p:nvSpPr>
          <p:cNvPr id="4" name="초대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초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부모의 한마디</a:t>
            </a:r>
          </a:p>
        </p:txBody>
      </p:sp>
      <p:sp>
        <p:nvSpPr>
          <p:cNvPr id="4" name="편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6EACB"/>
          </a:solidFill>
          <a:ln w="12700">
            <a:solidFill>
              <a:srgbClr val="A784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편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44212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