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525F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25F"/>
                </a:solidFill>
              </a:rPr>
              <a:t>이름을 지어 놓고 며칠을 불러 봤습니다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25F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25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태어난 날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임신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소식을 들은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출산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태어난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첫 만남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품에 안은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집으로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함께 돌아온 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첫 번째 순간들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첫 웃음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첫 뒤집기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첫 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첫 걸음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2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25F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11525F"/>
      </a:dk2>
      <a:lt2>
        <a:srgbClr val="EEFAFC"/>
      </a:lt2>
      <a:accent1>
        <a:srgbClr val="26AAC5"/>
      </a:accent1>
      <a:accent2>
        <a:srgbClr val="209DB6"/>
      </a:accent2>
      <a:accent3>
        <a:srgbClr val="11525F"/>
      </a:accent3>
      <a:accent4>
        <a:srgbClr val="D1F3FA"/>
      </a:accent4>
      <a:accent5>
        <a:srgbClr val="23A4BE"/>
      </a:accent5>
      <a:accent6>
        <a:srgbClr val="70979F"/>
      </a:accent6>
      <a:hlink>
        <a:srgbClr val="26AAC5"/>
      </a:hlink>
      <a:folHlink>
        <a:srgbClr val="1152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