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263B"/>
                </a:solidFill>
              </a:rPr>
              <a:t>첫 번째 생일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제비가 물어다 준 선물 같은 아기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우리 아기를 소개합니다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3840480" cy="461772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6263B"/>
                </a:solidFill>
              </a:rPr>
              <a:t>아기 사진을 넣어 주세요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4846320" y="160020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6263B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DEF0"/>
                      </a:solidFill>
                      <a:prstDash val="solid"/>
                    </a:lnL>
                    <a:lnR w="9525" cap="flat" cmpd="sng" algn="ctr">
                      <a:solidFill>
                        <a:srgbClr val="D1DEF0"/>
                      </a:solidFill>
                      <a:prstDash val="solid"/>
                    </a:lnR>
                    <a:lnT w="9525" cap="flat" cmpd="sng" algn="ctr">
                      <a:solidFill>
                        <a:srgbClr val="D1DEF0"/>
                      </a:solidFill>
                      <a:prstDash val="solid"/>
                    </a:lnT>
                    <a:lnB w="9525" cap="flat" cmpd="sng" algn="ctr">
                      <a:solidFill>
                        <a:srgbClr val="D1DE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첫 번째 생일 사진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6263B"/>
                </a:solidFill>
              </a:rPr>
              <a:t>대표 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233007" y="1600200"/>
            <a:ext cx="5318607" cy="480060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6263B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한 해의 순간들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2079" y="521208"/>
            <a:ext cx="694944" cy="402336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021263" y="704088"/>
            <a:ext cx="438912" cy="277977"/>
          </a:xfrm>
          <a:prstGeom prst="cloud">
            <a:avLst/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00000">
            <a:off x="10874959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11094415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11313871" y="1011326"/>
            <a:ext cx="87782" cy="87782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사진 모음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413683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960891" y="1600200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40080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3413683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187287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7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960891" y="4091939"/>
            <a:ext cx="2590723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A47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137956" y="2926096"/>
            <a:ext cx="1737316" cy="1005814"/>
          </a:xfrm>
          <a:prstGeom prst="cloud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960895" y="3383284"/>
            <a:ext cx="1097252" cy="694926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900000">
            <a:off x="8595145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900000">
            <a:off x="9143771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8900000">
            <a:off x="9692397" y="4151361"/>
            <a:ext cx="219450" cy="219450"/>
          </a:xfrm>
          <a:prstGeom prst="teardrop">
            <a:avLst/>
          </a:prstGeom>
          <a:solidFill>
            <a:srgbClr val="9142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6263B"/>
                </a:solidFill>
              </a:rPr>
              <a:t>함께해 주셔서 감사합니다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첫 번째 생일을 축하해 주셔서 고맙습니다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