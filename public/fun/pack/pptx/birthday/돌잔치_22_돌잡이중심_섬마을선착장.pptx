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315017" y="960120"/>
            <a:ext cx="3657508" cy="58978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924601" y="1783080"/>
            <a:ext cx="2438339" cy="50749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8046518" y="3017533"/>
            <a:ext cx="2194505" cy="54862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8046518" y="3493009"/>
            <a:ext cx="2194505" cy="548626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8046518" y="3968485"/>
            <a:ext cx="2194505" cy="54862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22A3F"/>
                </a:solidFill>
              </a:rPr>
              <a:t>첫 번째 생일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853418" y="3703320"/>
            <a:ext cx="5852013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22A3F"/>
                </a:solidFill>
              </a:rPr>
              <a:t>섬 바람 같은 웃음소리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853418" y="4572000"/>
            <a:ext cx="5852013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2026.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우리 아기를 소개합니다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2A3F"/>
                </a:solidFill>
              </a:rPr>
              <a:t>아기 사진을 넣어 주세요</a:t>
            </a:r>
          </a:p>
        </p:txBody>
      </p:sp>
      <p:graphicFrame>
        <p:nvGraphicFramePr>
          <p:cNvPr id="8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돌잡이 이야기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2A3F"/>
                </a:solidFill>
              </a:rPr>
              <a:t>연필 · 공부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2A3F"/>
                </a:solidFill>
              </a:rPr>
              <a:t>실 · 장수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5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2A3F"/>
                </a:solidFill>
              </a:rPr>
              <a:t>돈 · 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9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2A3F"/>
                </a:solidFill>
              </a:rPr>
              <a:t>마이크 · 인기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우리 아기의 선택은?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00200"/>
            <a:ext cx="4572000" cy="480060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2A3F"/>
                </a:solidFill>
              </a:rPr>
              <a:t>돌잡이 사진</a:t>
            </a:r>
          </a:p>
        </p:txBody>
      </p:sp>
      <p:sp>
        <p:nvSpPr>
          <p:cNvPr id="8" name="선택 칸"/>
          <p:cNvSpPr/>
          <p:nvPr/>
        </p:nvSpPr>
        <p:spPr>
          <a:xfrm>
            <a:off x="5577840" y="1600200"/>
            <a:ext cx="5973775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2700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0" y="1874519"/>
            <a:ext cx="5425135" cy="4251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사진 모음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6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7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315017" y="960120"/>
            <a:ext cx="3657508" cy="58978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924601" y="1783080"/>
            <a:ext cx="2438339" cy="50749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8046518" y="3017533"/>
            <a:ext cx="2194505" cy="54862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8046518" y="3493009"/>
            <a:ext cx="2194505" cy="548626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8046518" y="3968485"/>
            <a:ext cx="2194505" cy="54862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22A3F"/>
                </a:solidFill>
              </a:rPr>
              <a:t>함께해 주셔서 감사합니다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853418" y="3703320"/>
            <a:ext cx="5852013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22A3F"/>
                </a:solidFill>
              </a:rPr>
              <a:t>첫 번째 생일을 축하해 주셔서 고맙습니다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853418" y="4572000"/>
            <a:ext cx="5852013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122A3F"/>
      </a:dk2>
      <a:lt2>
        <a:srgbClr val="EFF5FA"/>
      </a:lt2>
      <a:accent1>
        <a:srgbClr val="275A86"/>
      </a:accent1>
      <a:accent2>
        <a:srgbClr val="913B3E"/>
      </a:accent2>
      <a:accent3>
        <a:srgbClr val="122A3F"/>
      </a:accent3>
      <a:accent4>
        <a:srgbClr val="CEE2F3"/>
      </a:accent4>
      <a:accent5>
        <a:srgbClr val="5C4A62"/>
      </a:accent5>
      <a:accent6>
        <a:srgbClr val="717F8C"/>
      </a:accent6>
      <a:hlink>
        <a:srgbClr val="275A86"/>
      </a:hlink>
      <a:folHlink>
        <a:srgbClr val="122A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