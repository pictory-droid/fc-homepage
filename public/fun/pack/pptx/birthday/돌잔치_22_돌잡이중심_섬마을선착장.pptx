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A5CF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9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돈을 잡았으면 좋겠다고 할머니가 말씀하셨습니다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EAF4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949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D1E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7FA"/>
                      </a:solidFill>
                      <a:prstDash val="solid"/>
                    </a:lnL>
                    <a:lnR w="9525" cap="flat" cmpd="sng" algn="ctr">
                      <a:solidFill>
                        <a:srgbClr val="D1E7FA"/>
                      </a:solidFill>
                      <a:prstDash val="solid"/>
                    </a:lnR>
                    <a:lnT w="9525" cap="flat" cmpd="sng" algn="ctr">
                      <a:solidFill>
                        <a:srgbClr val="D1E7FA"/>
                      </a:solidFill>
                      <a:prstDash val="solid"/>
                    </a:lnT>
                    <a:lnB w="9525" cap="flat" cmpd="sng" algn="ctr">
                      <a:solidFill>
                        <a:srgbClr val="D1E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돌잡이 이야기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CF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B6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73949"/>
                </a:solidFill>
              </a:rPr>
              <a:t>연필 · 공부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학문과 총명을 바라는 마음</a:t>
            </a:r>
          </a:p>
        </p:txBody>
      </p:sp>
      <p:sp>
        <p:nvSpPr>
          <p:cNvPr id="10" name="카드 2"/>
          <p:cNvSpPr/>
          <p:nvPr/>
        </p:nvSpPr>
        <p:spPr>
          <a:xfrm>
            <a:off x="3425113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CF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3607993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B6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73949"/>
                </a:solidFill>
              </a:rPr>
              <a:t>실 · 장수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273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건강하고 오래 살기를</a:t>
            </a:r>
          </a:p>
        </p:txBody>
      </p:sp>
      <p:sp>
        <p:nvSpPr>
          <p:cNvPr id="14" name="카드 3"/>
          <p:cNvSpPr/>
          <p:nvPr/>
        </p:nvSpPr>
        <p:spPr>
          <a:xfrm>
            <a:off x="6210147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CF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6393027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B6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73949"/>
                </a:solidFill>
              </a:rPr>
              <a:t>돈 · 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넉넉한 삶을 바라는 마음</a:t>
            </a:r>
          </a:p>
        </p:txBody>
      </p:sp>
      <p:sp>
        <p:nvSpPr>
          <p:cNvPr id="18" name="카드 4"/>
          <p:cNvSpPr/>
          <p:nvPr/>
        </p:nvSpPr>
        <p:spPr>
          <a:xfrm>
            <a:off x="8995181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CF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/>
          <p:nvPr/>
        </p:nvSpPr>
        <p:spPr>
          <a:xfrm>
            <a:off x="9178061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7BB6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73949"/>
                </a:solidFill>
              </a:rPr>
              <a:t>마이크 · 인기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2341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아기의 선택은?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4572000" cy="457200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돌잡이 사진</a:t>
            </a:r>
          </a:p>
        </p:txBody>
      </p:sp>
      <p:sp>
        <p:nvSpPr>
          <p:cNvPr id="7" name="선택 칸"/>
          <p:cNvSpPr/>
          <p:nvPr/>
        </p:nvSpPr>
        <p:spPr>
          <a:xfrm>
            <a:off x="5577840" y="1600200"/>
            <a:ext cx="5973775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CF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874519"/>
            <a:ext cx="5425135" cy="4023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7BB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7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4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A5CF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9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975335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273949"/>
      </a:dk2>
      <a:lt2>
        <a:srgbClr val="EAF4FD"/>
      </a:lt2>
      <a:accent1>
        <a:srgbClr val="7BB6EA"/>
      </a:accent1>
      <a:accent2>
        <a:srgbClr val="9FA4EF"/>
      </a:accent2>
      <a:accent3>
        <a:srgbClr val="273949"/>
      </a:accent3>
      <a:accent4>
        <a:srgbClr val="D1E7FA"/>
      </a:accent4>
      <a:accent5>
        <a:srgbClr val="8DADEC"/>
      </a:accent5>
      <a:accent6>
        <a:srgbClr val="7D8892"/>
      </a:accent6>
      <a:hlink>
        <a:srgbClr val="7BB6EA"/>
      </a:hlink>
      <a:folHlink>
        <a:srgbClr val="2739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