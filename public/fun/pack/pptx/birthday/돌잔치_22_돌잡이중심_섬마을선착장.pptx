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13B5F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3B5F"/>
                </a:solidFill>
              </a:rPr>
              <a:t>돈을 잡았으면 좋겠다고 할머니가 말씀하셨습니다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5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1E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3B5F"/>
                </a:solidFill>
              </a:rPr>
              <a:t>우리 아기를 소개합니다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00200"/>
            <a:ext cx="3840480" cy="4617720"/>
          </a:xfrm>
          <a:prstGeom prst="roundRect">
            <a:avLst>
              <a:gd name="adj" fmla="val 6000"/>
            </a:avLst>
          </a:prstGeom>
          <a:solidFill>
            <a:srgbClr val="D1E7FA"/>
          </a:solidFill>
          <a:ln w="19050">
            <a:solidFill>
              <a:srgbClr val="267B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13B5F"/>
                </a:solidFill>
              </a:rPr>
              <a:t>아기 사진을 넣어 주세요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4846320" y="160020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3B5F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D1E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EEF5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3B5F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D1E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3B5F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D1E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EEF5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3B5F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D1E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3B5F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D1E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EEF5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3B5F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D1E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5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1E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3B5F"/>
                </a:solidFill>
              </a:rPr>
              <a:t>돌잡이 이야기</a:t>
            </a:r>
          </a:p>
        </p:txBody>
      </p:sp>
      <p:sp>
        <p:nvSpPr>
          <p:cNvPr id="4" name="카드 1"/>
          <p:cNvSpPr/>
          <p:nvPr/>
        </p:nvSpPr>
        <p:spPr>
          <a:xfrm>
            <a:off x="640080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EEF5FC"/>
          </a:solidFill>
          <a:ln w="15875">
            <a:solidFill>
              <a:srgbClr val="D1E7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267B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13B5F"/>
                </a:solidFill>
              </a:rPr>
              <a:t>연필 · 공부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B2B2B"/>
                </a:solidFill>
              </a:rPr>
              <a:t>학문과 총명을 바라는 마음</a:t>
            </a:r>
          </a:p>
        </p:txBody>
      </p:sp>
      <p:sp>
        <p:nvSpPr>
          <p:cNvPr id="8" name="카드 2"/>
          <p:cNvSpPr/>
          <p:nvPr/>
        </p:nvSpPr>
        <p:spPr>
          <a:xfrm>
            <a:off x="3425113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EEF5FC"/>
          </a:solidFill>
          <a:ln w="15875">
            <a:solidFill>
              <a:srgbClr val="D1E7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3607993" y="1783080"/>
            <a:ext cx="457200" cy="457200"/>
          </a:xfrm>
          <a:prstGeom prst="ellipse">
            <a:avLst/>
          </a:prstGeom>
          <a:solidFill>
            <a:srgbClr val="267B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2273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13B5F"/>
                </a:solidFill>
              </a:rPr>
              <a:t>실 · 장수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2273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B2B2B"/>
                </a:solidFill>
              </a:rPr>
              <a:t>건강하고 오래 살기를</a:t>
            </a:r>
          </a:p>
        </p:txBody>
      </p:sp>
      <p:sp>
        <p:nvSpPr>
          <p:cNvPr id="12" name="카드 3"/>
          <p:cNvSpPr/>
          <p:nvPr/>
        </p:nvSpPr>
        <p:spPr>
          <a:xfrm>
            <a:off x="6210147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EEF5FC"/>
          </a:solidFill>
          <a:ln w="15875">
            <a:solidFill>
              <a:srgbClr val="D1E7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6393027" y="1783080"/>
            <a:ext cx="457200" cy="457200"/>
          </a:xfrm>
          <a:prstGeom prst="ellipse">
            <a:avLst/>
          </a:prstGeom>
          <a:solidFill>
            <a:srgbClr val="267B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7307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13B5F"/>
                </a:solidFill>
              </a:rPr>
              <a:t>돈 · 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7307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B2B2B"/>
                </a:solidFill>
              </a:rPr>
              <a:t>넉넉한 삶을 바라는 마음</a:t>
            </a:r>
          </a:p>
        </p:txBody>
      </p:sp>
      <p:sp>
        <p:nvSpPr>
          <p:cNvPr id="16" name="카드 4"/>
          <p:cNvSpPr/>
          <p:nvPr/>
        </p:nvSpPr>
        <p:spPr>
          <a:xfrm>
            <a:off x="8995181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EEF5FC"/>
          </a:solidFill>
          <a:ln w="15875">
            <a:solidFill>
              <a:srgbClr val="D1E7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4"/>
          <p:cNvSpPr/>
          <p:nvPr/>
        </p:nvSpPr>
        <p:spPr>
          <a:xfrm>
            <a:off x="9178061" y="1783080"/>
            <a:ext cx="457200" cy="457200"/>
          </a:xfrm>
          <a:prstGeom prst="ellipse">
            <a:avLst/>
          </a:prstGeom>
          <a:solidFill>
            <a:srgbClr val="267B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32341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13B5F"/>
                </a:solidFill>
              </a:rPr>
              <a:t>마이크 · 인기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2341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B2B2B"/>
                </a:solidFill>
              </a:rPr>
              <a:t>사람들에게 사랑받기를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5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1E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3B5F"/>
                </a:solidFill>
              </a:rPr>
              <a:t>우리 아기의 선택은?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00200"/>
            <a:ext cx="4572000" cy="4800600"/>
          </a:xfrm>
          <a:prstGeom prst="roundRect">
            <a:avLst>
              <a:gd name="adj" fmla="val 6000"/>
            </a:avLst>
          </a:prstGeom>
          <a:solidFill>
            <a:srgbClr val="D1E7FA"/>
          </a:solidFill>
          <a:ln w="19050">
            <a:solidFill>
              <a:srgbClr val="267B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13B5F"/>
                </a:solidFill>
              </a:rPr>
              <a:t>돌잡이 사진</a:t>
            </a:r>
          </a:p>
        </p:txBody>
      </p:sp>
      <p:sp>
        <p:nvSpPr>
          <p:cNvPr id="5" name="선택 칸"/>
          <p:cNvSpPr/>
          <p:nvPr/>
        </p:nvSpPr>
        <p:spPr>
          <a:xfrm>
            <a:off x="5577840" y="1600200"/>
            <a:ext cx="5973775" cy="4800600"/>
          </a:xfrm>
          <a:prstGeom prst="roundRect">
            <a:avLst>
              <a:gd name="adj" fmla="val 8000"/>
            </a:avLst>
          </a:prstGeom>
          <a:solidFill>
            <a:srgbClr val="EEF5FC"/>
          </a:solidFill>
          <a:ln w="12700">
            <a:solidFill>
              <a:srgbClr val="D1E7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0" y="1874519"/>
            <a:ext cx="5425135" cy="4251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>우리 아기의 선택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>무엇을 집었나요?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>그때 가족의 반응은?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5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1E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3B5F"/>
                </a:solidFill>
              </a:rPr>
              <a:t>사진 모음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1E7FA"/>
          </a:solidFill>
          <a:ln w="19050">
            <a:solidFill>
              <a:srgbClr val="267B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B5F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3413683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1E7FA"/>
          </a:solidFill>
          <a:ln w="19050">
            <a:solidFill>
              <a:srgbClr val="267B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B5F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187287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1E7FA"/>
          </a:solidFill>
          <a:ln w="19050">
            <a:solidFill>
              <a:srgbClr val="267B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B5F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960891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1E7FA"/>
          </a:solidFill>
          <a:ln w="19050">
            <a:solidFill>
              <a:srgbClr val="267B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B5F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1E7FA"/>
          </a:solidFill>
          <a:ln w="19050">
            <a:solidFill>
              <a:srgbClr val="267B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B5F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3413683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1E7FA"/>
          </a:solidFill>
          <a:ln w="19050">
            <a:solidFill>
              <a:srgbClr val="267B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B5F"/>
                </a:solidFill>
              </a:rPr>
              <a:t>사진 6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187287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1E7FA"/>
          </a:solidFill>
          <a:ln w="19050">
            <a:solidFill>
              <a:srgbClr val="267B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B5F"/>
                </a:solidFill>
              </a:rPr>
              <a:t>사진 7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960891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1E7FA"/>
          </a:solidFill>
          <a:ln w="19050">
            <a:solidFill>
              <a:srgbClr val="267B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B5F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13B5F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3B5F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돌잡이 중심)">
  <a:themeElements>
    <a:clrScheme name="Office">
      <a:dk1>
        <a:sysClr val="windowText" lastClr="000000"/>
      </a:dk1>
      <a:lt1>
        <a:sysClr val="window" lastClr="FFFFFF"/>
      </a:lt1>
      <a:dk2>
        <a:srgbClr val="113B5F"/>
      </a:dk2>
      <a:lt2>
        <a:srgbClr val="EEF5FC"/>
      </a:lt2>
      <a:accent1>
        <a:srgbClr val="267BC5"/>
      </a:accent1>
      <a:accent2>
        <a:srgbClr val="209DB6"/>
      </a:accent2>
      <a:accent3>
        <a:srgbClr val="113B5F"/>
      </a:accent3>
      <a:accent4>
        <a:srgbClr val="D1E7FA"/>
      </a:accent4>
      <a:accent5>
        <a:srgbClr val="238CBE"/>
      </a:accent5>
      <a:accent6>
        <a:srgbClr val="70899F"/>
      </a:accent6>
      <a:hlink>
        <a:srgbClr val="267BC5"/>
      </a:hlink>
      <a:folHlink>
        <a:srgbClr val="113B5F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슬라이드(돌잡이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