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22A3F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22A3F"/>
                </a:solidFill>
              </a:rPr>
              <a:t>돈을 잡았으면 좋겠다고 할머니가 말씀하셨습니다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2A3F"/>
                </a:solidFill>
              </a:rPr>
              <a:t>우리 아기를 소개합니다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22A3F"/>
                </a:solidFill>
              </a:rPr>
              <a:t>아기 사진을 넣어 주세요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22A3F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CE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EF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22A3F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CE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22A3F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CE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EF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22A3F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CE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22A3F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CE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EF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22A3F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CE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2A3F"/>
                </a:solidFill>
              </a:rPr>
              <a:t>돌잡이 이야기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5875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75A8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22A3F"/>
                </a:solidFill>
              </a:rPr>
              <a:t>연필 · 공부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학문과 총명을 바라는 마음</a:t>
            </a:r>
          </a:p>
        </p:txBody>
      </p:sp>
      <p:sp>
        <p:nvSpPr>
          <p:cNvPr id="8" name="카드 2"/>
          <p:cNvSpPr/>
          <p:nvPr/>
        </p:nvSpPr>
        <p:spPr>
          <a:xfrm>
            <a:off x="3425113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5875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3607993" y="1783080"/>
            <a:ext cx="457200" cy="457200"/>
          </a:xfrm>
          <a:prstGeom prst="ellipse">
            <a:avLst/>
          </a:prstGeom>
          <a:solidFill>
            <a:srgbClr val="275A8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2273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22A3F"/>
                </a:solidFill>
              </a:rPr>
              <a:t>실 · 장수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2273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건강하고 오래 살기를</a:t>
            </a:r>
          </a:p>
        </p:txBody>
      </p:sp>
      <p:sp>
        <p:nvSpPr>
          <p:cNvPr id="12" name="카드 3"/>
          <p:cNvSpPr/>
          <p:nvPr/>
        </p:nvSpPr>
        <p:spPr>
          <a:xfrm>
            <a:off x="6210147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5875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275A8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22A3F"/>
                </a:solidFill>
              </a:rPr>
              <a:t>돈 · 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넉넉한 삶을 바라는 마음</a:t>
            </a:r>
          </a:p>
        </p:txBody>
      </p:sp>
      <p:sp>
        <p:nvSpPr>
          <p:cNvPr id="16" name="카드 4"/>
          <p:cNvSpPr/>
          <p:nvPr/>
        </p:nvSpPr>
        <p:spPr>
          <a:xfrm>
            <a:off x="8995181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5875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9178061" y="1783080"/>
            <a:ext cx="457200" cy="457200"/>
          </a:xfrm>
          <a:prstGeom prst="ellipse">
            <a:avLst/>
          </a:prstGeom>
          <a:solidFill>
            <a:srgbClr val="275A8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2341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22A3F"/>
                </a:solidFill>
              </a:rPr>
              <a:t>마이크 · 인기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2341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2A3F"/>
                </a:solidFill>
              </a:rPr>
              <a:t>우리 아기의 선택은?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00200"/>
            <a:ext cx="4572000" cy="480060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22A3F"/>
                </a:solidFill>
              </a:rPr>
              <a:t>돌잡이 사진</a:t>
            </a:r>
          </a:p>
        </p:txBody>
      </p:sp>
      <p:sp>
        <p:nvSpPr>
          <p:cNvPr id="5" name="선택 칸"/>
          <p:cNvSpPr/>
          <p:nvPr/>
        </p:nvSpPr>
        <p:spPr>
          <a:xfrm>
            <a:off x="5577840" y="1600200"/>
            <a:ext cx="5973775" cy="480060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2700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1874519"/>
            <a:ext cx="5425135" cy="4251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2A3F"/>
                </a:solidFill>
              </a:rPr>
              <a:t>사진 모음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6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7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22A3F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22A3F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122A3F"/>
      </a:dk2>
      <a:lt2>
        <a:srgbClr val="EFF5FA"/>
      </a:lt2>
      <a:accent1>
        <a:srgbClr val="275A86"/>
      </a:accent1>
      <a:accent2>
        <a:srgbClr val="913B3E"/>
      </a:accent2>
      <a:accent3>
        <a:srgbClr val="122A3F"/>
      </a:accent3>
      <a:accent4>
        <a:srgbClr val="CEE2F3"/>
      </a:accent4>
      <a:accent5>
        <a:srgbClr val="5C4A62"/>
      </a:accent5>
      <a:accent6>
        <a:srgbClr val="717F8C"/>
      </a:accent6>
      <a:hlink>
        <a:srgbClr val="275A86"/>
      </a:hlink>
      <a:folHlink>
        <a:srgbClr val="122A3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