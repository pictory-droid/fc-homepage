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274320" y="4251960"/>
            <a:ext cx="12740335" cy="2743200"/>
          </a:xfrm>
          <a:prstGeom prst="wav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274320" y="5074920"/>
            <a:ext cx="12740335" cy="2331720"/>
          </a:xfrm>
          <a:prstGeom prst="wav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626858" y="630936"/>
            <a:ext cx="740664" cy="1152143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0305182" y="1123767"/>
            <a:ext cx="740664" cy="1152143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0046085" y="1921184"/>
            <a:ext cx="740664" cy="1152143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9207630" y="1921184"/>
            <a:ext cx="740664" cy="1152143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8948534" y="1123767"/>
            <a:ext cx="740664" cy="1152143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9750302" y="1673352"/>
            <a:ext cx="493775" cy="493775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8425233" y="2531534"/>
            <a:ext cx="370332" cy="576071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8659662" y="2879089"/>
            <a:ext cx="370332" cy="576071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8401560" y="3209445"/>
            <a:ext cx="370332" cy="576071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8007616" y="3066061"/>
            <a:ext cx="370332" cy="576071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8022246" y="2647089"/>
            <a:ext cx="370332" cy="576071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8364986" y="3031236"/>
            <a:ext cx="246887" cy="246887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542962" y="2820415"/>
            <a:ext cx="311078" cy="4839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628155" y="3162105"/>
            <a:ext cx="311078" cy="48390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329514" y="3348717"/>
            <a:ext cx="311078" cy="4839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059751" y="3122359"/>
            <a:ext cx="311078" cy="48390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191669" y="2795850"/>
            <a:ext cx="311078" cy="4839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402257" y="3188147"/>
            <a:ext cx="207385" cy="207385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37160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71285B"/>
                </a:solidFill>
              </a:rPr>
              <a:t>첫 번째 생일</a:t>
            </a:r>
          </a:p>
        </p:txBody>
      </p:sp>
      <p:sp>
        <p:nvSpPr>
          <p:cNvPr id="23" name="한 줄 문구"/>
          <p:cNvSpPr txBox="1"/>
          <p:nvPr/>
        </p:nvSpPr>
        <p:spPr>
          <a:xfrm>
            <a:off x="975335" y="292608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1285B"/>
                </a:solidFill>
              </a:rPr>
              <a:t>진달래처럼 환한 웃음을 가진 우리 아기</a:t>
            </a:r>
          </a:p>
        </p:txBody>
      </p:sp>
      <p:sp>
        <p:nvSpPr>
          <p:cNvPr id="24" name="안내 문구"/>
          <p:cNvSpPr txBox="1"/>
          <p:nvPr/>
        </p:nvSpPr>
        <p:spPr>
          <a:xfrm>
            <a:off x="975335" y="3794760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2026.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1285B"/>
                </a:solidFill>
              </a:rPr>
              <a:t>우리 아기를 소개합니다</a:t>
            </a:r>
          </a:p>
        </p:txBody>
      </p:sp>
      <p:sp>
        <p:nvSpPr>
          <p:cNvPr id="23" name="사진 자리"/>
          <p:cNvSpPr/>
          <p:nvPr/>
        </p:nvSpPr>
        <p:spPr>
          <a:xfrm>
            <a:off x="640080" y="1554480"/>
            <a:ext cx="3840480" cy="4206240"/>
          </a:xfrm>
          <a:prstGeom prst="roundRect">
            <a:avLst>
              <a:gd name="adj" fmla="val 6000"/>
            </a:avLst>
          </a:prstGeom>
          <a:solidFill>
            <a:srgbClr val="F1D0E7"/>
          </a:solidFill>
          <a:ln w="19050">
            <a:solidFill>
              <a:srgbClr val="BD429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71285B"/>
                </a:solidFill>
              </a:rPr>
              <a:t>아기 사진을 넣어 주세요</a:t>
            </a:r>
          </a:p>
        </p:txBody>
      </p:sp>
      <p:graphicFrame>
        <p:nvGraphicFramePr>
          <p:cNvPr id="24" name="표"/>
          <p:cNvGraphicFramePr>
            <a:graphicFrameLocks noGrp="1"/>
          </p:cNvGraphicFramePr>
          <p:nvPr/>
        </p:nvGraphicFramePr>
        <p:xfrm>
          <a:off x="4846320" y="155448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1285B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1D0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1285B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1D0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1285B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1D0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1285B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1D0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1285B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1D0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1285B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1D0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1285B"/>
                </a:solidFill>
              </a:rPr>
              <a:t>돌잡이 이야기</a:t>
            </a:r>
          </a:p>
        </p:txBody>
      </p:sp>
      <p:sp>
        <p:nvSpPr>
          <p:cNvPr id="23" name="카드 1"/>
          <p:cNvSpPr/>
          <p:nvPr/>
        </p:nvSpPr>
        <p:spPr>
          <a:xfrm>
            <a:off x="640080" y="1554480"/>
            <a:ext cx="2556433" cy="4389120"/>
          </a:xfrm>
          <a:prstGeom prst="roundRect">
            <a:avLst>
              <a:gd name="adj" fmla="val 8000"/>
            </a:avLst>
          </a:prstGeom>
          <a:solidFill>
            <a:srgbClr val="FAF0F7"/>
          </a:solidFill>
          <a:ln w="15875">
            <a:solidFill>
              <a:srgbClr val="F1D0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번호 1"/>
          <p:cNvSpPr/>
          <p:nvPr/>
        </p:nvSpPr>
        <p:spPr>
          <a:xfrm>
            <a:off x="822959" y="1737360"/>
            <a:ext cx="457200" cy="4572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23317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71285B"/>
                </a:solidFill>
              </a:rPr>
              <a:t>연필 · 공부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017520"/>
            <a:ext cx="2282113" cy="2788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학문과 총명을 바라는 마음</a:t>
            </a:r>
          </a:p>
        </p:txBody>
      </p:sp>
      <p:sp>
        <p:nvSpPr>
          <p:cNvPr id="27" name="카드 2"/>
          <p:cNvSpPr/>
          <p:nvPr/>
        </p:nvSpPr>
        <p:spPr>
          <a:xfrm>
            <a:off x="3425113" y="1554480"/>
            <a:ext cx="2556433" cy="4389120"/>
          </a:xfrm>
          <a:prstGeom prst="roundRect">
            <a:avLst>
              <a:gd name="adj" fmla="val 8000"/>
            </a:avLst>
          </a:prstGeom>
          <a:solidFill>
            <a:srgbClr val="FAF0F7"/>
          </a:solidFill>
          <a:ln w="15875">
            <a:solidFill>
              <a:srgbClr val="F1D0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번호 2"/>
          <p:cNvSpPr/>
          <p:nvPr/>
        </p:nvSpPr>
        <p:spPr>
          <a:xfrm>
            <a:off x="3607993" y="1737360"/>
            <a:ext cx="457200" cy="4572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2273" y="23317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71285B"/>
                </a:solidFill>
              </a:rPr>
              <a:t>실 · 장수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2273" y="3017520"/>
            <a:ext cx="2282113" cy="2788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건강하고 오래 살기를</a:t>
            </a:r>
          </a:p>
        </p:txBody>
      </p:sp>
      <p:sp>
        <p:nvSpPr>
          <p:cNvPr id="31" name="카드 3"/>
          <p:cNvSpPr/>
          <p:nvPr/>
        </p:nvSpPr>
        <p:spPr>
          <a:xfrm>
            <a:off x="6210147" y="1554480"/>
            <a:ext cx="2556433" cy="4389120"/>
          </a:xfrm>
          <a:prstGeom prst="roundRect">
            <a:avLst>
              <a:gd name="adj" fmla="val 8000"/>
            </a:avLst>
          </a:prstGeom>
          <a:solidFill>
            <a:srgbClr val="FAF0F7"/>
          </a:solidFill>
          <a:ln w="15875">
            <a:solidFill>
              <a:srgbClr val="F1D0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번호 3"/>
          <p:cNvSpPr/>
          <p:nvPr/>
        </p:nvSpPr>
        <p:spPr>
          <a:xfrm>
            <a:off x="6393027" y="1737360"/>
            <a:ext cx="457200" cy="4572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47307" y="23317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71285B"/>
                </a:solidFill>
              </a:rPr>
              <a:t>돈 · 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47307" y="3017520"/>
            <a:ext cx="2282113" cy="2788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넉넉한 삶을 바라는 마음</a:t>
            </a:r>
          </a:p>
        </p:txBody>
      </p:sp>
      <p:sp>
        <p:nvSpPr>
          <p:cNvPr id="35" name="카드 4"/>
          <p:cNvSpPr/>
          <p:nvPr/>
        </p:nvSpPr>
        <p:spPr>
          <a:xfrm>
            <a:off x="8995181" y="1554480"/>
            <a:ext cx="2556433" cy="4389120"/>
          </a:xfrm>
          <a:prstGeom prst="roundRect">
            <a:avLst>
              <a:gd name="adj" fmla="val 8000"/>
            </a:avLst>
          </a:prstGeom>
          <a:solidFill>
            <a:srgbClr val="FAF0F7"/>
          </a:solidFill>
          <a:ln w="15875">
            <a:solidFill>
              <a:srgbClr val="F1D0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번호 4"/>
          <p:cNvSpPr/>
          <p:nvPr/>
        </p:nvSpPr>
        <p:spPr>
          <a:xfrm>
            <a:off x="9178061" y="1737360"/>
            <a:ext cx="457200" cy="4572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32341" y="23317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71285B"/>
                </a:solidFill>
              </a:rPr>
              <a:t>마이크 · 인기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32341" y="3017520"/>
            <a:ext cx="2282113" cy="2788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사람들에게 사랑받기를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1285B"/>
                </a:solidFill>
              </a:rPr>
              <a:t>우리 아기의 선택은?</a:t>
            </a:r>
          </a:p>
        </p:txBody>
      </p:sp>
      <p:sp>
        <p:nvSpPr>
          <p:cNvPr id="23" name="사진 자리"/>
          <p:cNvSpPr/>
          <p:nvPr/>
        </p:nvSpPr>
        <p:spPr>
          <a:xfrm>
            <a:off x="640080" y="1554480"/>
            <a:ext cx="4572000" cy="4389120"/>
          </a:xfrm>
          <a:prstGeom prst="roundRect">
            <a:avLst>
              <a:gd name="adj" fmla="val 6000"/>
            </a:avLst>
          </a:prstGeom>
          <a:solidFill>
            <a:srgbClr val="F1D0E7"/>
          </a:solidFill>
          <a:ln w="19050">
            <a:solidFill>
              <a:srgbClr val="BD429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71285B"/>
                </a:solidFill>
              </a:rPr>
              <a:t>돌잡이 사진</a:t>
            </a:r>
          </a:p>
        </p:txBody>
      </p:sp>
      <p:sp>
        <p:nvSpPr>
          <p:cNvPr id="24" name="선택 칸"/>
          <p:cNvSpPr/>
          <p:nvPr/>
        </p:nvSpPr>
        <p:spPr>
          <a:xfrm>
            <a:off x="5577840" y="1554480"/>
            <a:ext cx="5973775" cy="4389120"/>
          </a:xfrm>
          <a:prstGeom prst="roundRect">
            <a:avLst>
              <a:gd name="adj" fmla="val 8000"/>
            </a:avLst>
          </a:prstGeom>
          <a:solidFill>
            <a:srgbClr val="FAF0F7"/>
          </a:solidFill>
          <a:ln w="12700">
            <a:solidFill>
              <a:srgbClr val="F1D0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52160" y="1828800"/>
            <a:ext cx="5425135" cy="3840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>우리 아기의 선택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>무엇을 집었나요?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>그때 가족의 반응은?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1285B"/>
                </a:solidFill>
              </a:rPr>
              <a:t>사진 모음</a:t>
            </a:r>
          </a:p>
        </p:txBody>
      </p:sp>
      <p:sp>
        <p:nvSpPr>
          <p:cNvPr id="23" name="사진 자리"/>
          <p:cNvSpPr/>
          <p:nvPr/>
        </p:nvSpPr>
        <p:spPr>
          <a:xfrm>
            <a:off x="640080" y="1554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F1D0E7"/>
          </a:solidFill>
          <a:ln w="19050">
            <a:solidFill>
              <a:srgbClr val="BD429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285B"/>
                </a:solidFill>
              </a:rPr>
              <a:t>사진 1</a:t>
            </a:r>
          </a:p>
        </p:txBody>
      </p:sp>
      <p:sp>
        <p:nvSpPr>
          <p:cNvPr id="24" name="사진 자리"/>
          <p:cNvSpPr/>
          <p:nvPr/>
        </p:nvSpPr>
        <p:spPr>
          <a:xfrm>
            <a:off x="3413683" y="1554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F1D0E7"/>
          </a:solidFill>
          <a:ln w="19050">
            <a:solidFill>
              <a:srgbClr val="BD429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285B"/>
                </a:solidFill>
              </a:rPr>
              <a:t>사진 2</a:t>
            </a:r>
          </a:p>
        </p:txBody>
      </p:sp>
      <p:sp>
        <p:nvSpPr>
          <p:cNvPr id="25" name="사진 자리"/>
          <p:cNvSpPr/>
          <p:nvPr/>
        </p:nvSpPr>
        <p:spPr>
          <a:xfrm>
            <a:off x="6187287" y="1554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F1D0E7"/>
          </a:solidFill>
          <a:ln w="19050">
            <a:solidFill>
              <a:srgbClr val="BD429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285B"/>
                </a:solidFill>
              </a:rPr>
              <a:t>사진 3</a:t>
            </a:r>
          </a:p>
        </p:txBody>
      </p:sp>
      <p:sp>
        <p:nvSpPr>
          <p:cNvPr id="26" name="사진 자리"/>
          <p:cNvSpPr/>
          <p:nvPr/>
        </p:nvSpPr>
        <p:spPr>
          <a:xfrm>
            <a:off x="8960891" y="1554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F1D0E7"/>
          </a:solidFill>
          <a:ln w="19050">
            <a:solidFill>
              <a:srgbClr val="BD429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285B"/>
                </a:solidFill>
              </a:rPr>
              <a:t>사진 4</a:t>
            </a:r>
          </a:p>
        </p:txBody>
      </p:sp>
      <p:sp>
        <p:nvSpPr>
          <p:cNvPr id="27" name="사진 자리"/>
          <p:cNvSpPr/>
          <p:nvPr/>
        </p:nvSpPr>
        <p:spPr>
          <a:xfrm>
            <a:off x="640080" y="3840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F1D0E7"/>
          </a:solidFill>
          <a:ln w="19050">
            <a:solidFill>
              <a:srgbClr val="BD429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285B"/>
                </a:solidFill>
              </a:rPr>
              <a:t>사진 5</a:t>
            </a:r>
          </a:p>
        </p:txBody>
      </p:sp>
      <p:sp>
        <p:nvSpPr>
          <p:cNvPr id="28" name="사진 자리"/>
          <p:cNvSpPr/>
          <p:nvPr/>
        </p:nvSpPr>
        <p:spPr>
          <a:xfrm>
            <a:off x="3413683" y="3840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F1D0E7"/>
          </a:solidFill>
          <a:ln w="19050">
            <a:solidFill>
              <a:srgbClr val="BD429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285B"/>
                </a:solidFill>
              </a:rPr>
              <a:t>사진 6</a:t>
            </a:r>
          </a:p>
        </p:txBody>
      </p:sp>
      <p:sp>
        <p:nvSpPr>
          <p:cNvPr id="29" name="사진 자리"/>
          <p:cNvSpPr/>
          <p:nvPr/>
        </p:nvSpPr>
        <p:spPr>
          <a:xfrm>
            <a:off x="6187287" y="3840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F1D0E7"/>
          </a:solidFill>
          <a:ln w="19050">
            <a:solidFill>
              <a:srgbClr val="BD429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285B"/>
                </a:solidFill>
              </a:rPr>
              <a:t>사진 7</a:t>
            </a:r>
          </a:p>
        </p:txBody>
      </p:sp>
      <p:sp>
        <p:nvSpPr>
          <p:cNvPr id="30" name="사진 자리"/>
          <p:cNvSpPr/>
          <p:nvPr/>
        </p:nvSpPr>
        <p:spPr>
          <a:xfrm>
            <a:off x="8960891" y="3840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F1D0E7"/>
          </a:solidFill>
          <a:ln w="19050">
            <a:solidFill>
              <a:srgbClr val="BD429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285B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274320" y="4251960"/>
            <a:ext cx="12740335" cy="2743200"/>
          </a:xfrm>
          <a:prstGeom prst="wav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274320" y="5074920"/>
            <a:ext cx="12740335" cy="2331720"/>
          </a:xfrm>
          <a:prstGeom prst="wav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626858" y="630936"/>
            <a:ext cx="740664" cy="1152143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0305182" y="1123767"/>
            <a:ext cx="740664" cy="1152143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0046085" y="1921184"/>
            <a:ext cx="740664" cy="1152143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9207630" y="1921184"/>
            <a:ext cx="740664" cy="1152143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8948534" y="1123767"/>
            <a:ext cx="740664" cy="1152143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9750302" y="1673352"/>
            <a:ext cx="493775" cy="493775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8425233" y="2531534"/>
            <a:ext cx="370332" cy="576071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8659662" y="2879089"/>
            <a:ext cx="370332" cy="576071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8401560" y="3209445"/>
            <a:ext cx="370332" cy="576071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8007616" y="3066061"/>
            <a:ext cx="370332" cy="576071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8022246" y="2647089"/>
            <a:ext cx="370332" cy="576071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8364986" y="3031236"/>
            <a:ext cx="246887" cy="246887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542962" y="2820415"/>
            <a:ext cx="311078" cy="4839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628155" y="3162105"/>
            <a:ext cx="311078" cy="48390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329514" y="3348717"/>
            <a:ext cx="311078" cy="4839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059751" y="3122359"/>
            <a:ext cx="311078" cy="48390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191669" y="2795850"/>
            <a:ext cx="311078" cy="4839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402257" y="3188147"/>
            <a:ext cx="207385" cy="207385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37160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71285B"/>
                </a:solidFill>
              </a:rPr>
              <a:t>함께해 주셔서 감사합니다</a:t>
            </a:r>
          </a:p>
        </p:txBody>
      </p:sp>
      <p:sp>
        <p:nvSpPr>
          <p:cNvPr id="23" name="한 줄 문구"/>
          <p:cNvSpPr txBox="1"/>
          <p:nvPr/>
        </p:nvSpPr>
        <p:spPr>
          <a:xfrm>
            <a:off x="975335" y="292608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1285B"/>
                </a:solidFill>
              </a:rPr>
              <a:t>첫 번째 생일을 축하해 주셔서 고맙습니다</a:t>
            </a:r>
          </a:p>
        </p:txBody>
      </p:sp>
      <p:sp>
        <p:nvSpPr>
          <p:cNvPr id="24" name="안내 문구"/>
          <p:cNvSpPr txBox="1"/>
          <p:nvPr/>
        </p:nvSpPr>
        <p:spPr>
          <a:xfrm>
            <a:off x="975335" y="3794760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돌잡이 중심)">
  <a:themeElements>
    <a:clrScheme name="Office">
      <a:dk1>
        <a:sysClr val="windowText" lastClr="000000"/>
      </a:dk1>
      <a:lt1>
        <a:sysClr val="window" lastClr="FFFFFF"/>
      </a:lt1>
      <a:dk2>
        <a:srgbClr val="71285B"/>
      </a:dk2>
      <a:lt2>
        <a:srgbClr val="FAF0F7"/>
      </a:lt2>
      <a:accent1>
        <a:srgbClr val="BD4298"/>
      </a:accent1>
      <a:accent2>
        <a:srgbClr val="4C913B"/>
      </a:accent2>
      <a:accent3>
        <a:srgbClr val="71285B"/>
      </a:accent3>
      <a:accent4>
        <a:srgbClr val="F1D0E7"/>
      </a:accent4>
      <a:accent5>
        <a:srgbClr val="846A6A"/>
      </a:accent5>
      <a:accent6>
        <a:srgbClr val="AA7E9D"/>
      </a:accent6>
      <a:hlink>
        <a:srgbClr val="BD4298"/>
      </a:hlink>
      <a:folHlink>
        <a:srgbClr val="71285B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슬라이드(돌잡이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