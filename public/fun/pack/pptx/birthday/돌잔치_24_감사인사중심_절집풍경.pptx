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1595F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95F"/>
                </a:solidFill>
              </a:rPr>
              <a:t>더운 날씨에 오시는 길 조심하세요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1595F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5029200" y="1554480"/>
          <a:ext cx="633953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51073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95F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95F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95F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95F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95F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EEFB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95F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D1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7FA"/>
                      </a:solidFill>
                      <a:prstDash val="solid"/>
                    </a:lnL>
                    <a:lnR w="9525" cap="flat" cmpd="sng" algn="ctr">
                      <a:solidFill>
                        <a:srgbClr val="D1F7FA"/>
                      </a:solidFill>
                      <a:prstDash val="solid"/>
                    </a:lnR>
                    <a:lnT w="9525" cap="flat" cmpd="sng" algn="ctr">
                      <a:solidFill>
                        <a:srgbClr val="D1F7FA"/>
                      </a:solidFill>
                      <a:prstDash val="solid"/>
                    </a:lnT>
                    <a:lnB w="9525" cap="flat" cmpd="sng" algn="ctr">
                      <a:solidFill>
                        <a:srgbClr val="D1F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초대합니다</a:t>
            </a:r>
          </a:p>
        </p:txBody>
      </p:sp>
      <p:sp>
        <p:nvSpPr>
          <p:cNvPr id="5" name="초대 글 칸"/>
          <p:cNvSpPr/>
          <p:nvPr/>
        </p:nvSpPr>
        <p:spPr>
          <a:xfrm>
            <a:off x="822960" y="1554480"/>
            <a:ext cx="10545775" cy="4617720"/>
          </a:xfrm>
          <a:prstGeom prst="roundRect">
            <a:avLst>
              <a:gd name="adj" fmla="val 8000"/>
            </a:avLst>
          </a:prstGeom>
          <a:solidFill>
            <a:srgbClr val="EEFBFC"/>
          </a:solidFill>
          <a:ln w="12700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초대 글"/>
          <p:cNvSpPr txBox="1"/>
          <p:nvPr/>
        </p:nvSpPr>
        <p:spPr>
          <a:xfrm>
            <a:off x="1280160" y="1920240"/>
            <a:ext cx="9631375" cy="3886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아이의 첫 생일에 모십니다.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오셔서 같이 밥 한 끼 해 주세요.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부모의 한마디</a:t>
            </a:r>
          </a:p>
        </p:txBody>
      </p:sp>
      <p:sp>
        <p:nvSpPr>
          <p:cNvPr id="5" name="편지 칸"/>
          <p:cNvSpPr/>
          <p:nvPr/>
        </p:nvSpPr>
        <p:spPr>
          <a:xfrm>
            <a:off x="822960" y="1554480"/>
            <a:ext cx="10545775" cy="4617720"/>
          </a:xfrm>
          <a:prstGeom prst="roundRect">
            <a:avLst>
              <a:gd name="adj" fmla="val 8000"/>
            </a:avLst>
          </a:prstGeom>
          <a:solidFill>
            <a:srgbClr val="D1F7FA"/>
          </a:solidFill>
          <a:ln w="12700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편지 글"/>
          <p:cNvSpPr txBox="1"/>
          <p:nvPr/>
        </p:nvSpPr>
        <p:spPr>
          <a:xfrm>
            <a:off x="1280160" y="1920240"/>
            <a:ext cx="9631375" cy="3886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B8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95F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505123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869451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22960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505123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869451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7FA"/>
          </a:solidFill>
          <a:ln w="19050">
            <a:solidFill>
              <a:srgbClr val="26B8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95F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1595F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95F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11595F"/>
      </a:dk2>
      <a:lt2>
        <a:srgbClr val="EEFBFC"/>
      </a:lt2>
      <a:accent1>
        <a:srgbClr val="26B8C5"/>
      </a:accent1>
      <a:accent2>
        <a:srgbClr val="209DB6"/>
      </a:accent2>
      <a:accent3>
        <a:srgbClr val="11595F"/>
      </a:accent3>
      <a:accent4>
        <a:srgbClr val="D1F7FA"/>
      </a:accent4>
      <a:accent5>
        <a:srgbClr val="23AABE"/>
      </a:accent5>
      <a:accent6>
        <a:srgbClr val="709B9F"/>
      </a:accent6>
      <a:hlink>
        <a:srgbClr val="26B8C5"/>
      </a:hlink>
      <a:folHlink>
        <a:srgbClr val="1159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