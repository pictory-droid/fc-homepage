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A5ED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오시는 길 조심해서 오세요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초대합니다</a:t>
            </a:r>
          </a:p>
        </p:txBody>
      </p:sp>
      <p:sp>
        <p:nvSpPr>
          <p:cNvPr id="6" name="초대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10893247" cy="82296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초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부모의 한마디</a:t>
            </a:r>
          </a:p>
        </p:txBody>
      </p:sp>
      <p:sp>
        <p:nvSpPr>
          <p:cNvPr id="6" name="편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10893247" cy="82296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편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ED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109728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A5ED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EAFBFD"/>
      </a:lt2>
      <a:accent1>
        <a:srgbClr val="7BE0EA"/>
      </a:accent1>
      <a:accent2>
        <a:srgbClr val="9FC3EF"/>
      </a:accent2>
      <a:accent3>
        <a:srgbClr val="274649"/>
      </a:accent3>
      <a:accent4>
        <a:srgbClr val="D1F7FA"/>
      </a:accent4>
      <a:accent5>
        <a:srgbClr val="8DD2EC"/>
      </a:accent5>
      <a:accent6>
        <a:srgbClr val="7D9092"/>
      </a:accent6>
      <a:hlink>
        <a:srgbClr val="7BE0EA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