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74649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74649"/>
                </a:solidFill>
              </a:rPr>
              <a:t>더운 날씨에 오시는 길 조심하세요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029200" y="1554480"/>
          <a:ext cx="633953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51073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초대합니다</a:t>
            </a:r>
          </a:p>
        </p:txBody>
      </p:sp>
      <p:sp>
        <p:nvSpPr>
          <p:cNvPr id="5" name="초대 글 칸"/>
          <p:cNvSpPr/>
          <p:nvPr/>
        </p:nvSpPr>
        <p:spPr>
          <a:xfrm>
            <a:off x="822960" y="1554480"/>
            <a:ext cx="10545775" cy="461772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2700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초대 글"/>
          <p:cNvSpPr txBox="1"/>
          <p:nvPr/>
        </p:nvSpPr>
        <p:spPr>
          <a:xfrm>
            <a:off x="1280160" y="1920240"/>
            <a:ext cx="9631375" cy="3886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부모의 한마디</a:t>
            </a:r>
          </a:p>
        </p:txBody>
      </p:sp>
      <p:sp>
        <p:nvSpPr>
          <p:cNvPr id="5" name="편지 칸"/>
          <p:cNvSpPr/>
          <p:nvPr/>
        </p:nvSpPr>
        <p:spPr>
          <a:xfrm>
            <a:off x="822960" y="1554480"/>
            <a:ext cx="10545775" cy="4617720"/>
          </a:xfrm>
          <a:prstGeom prst="roundRect">
            <a:avLst>
              <a:gd name="adj" fmla="val 8000"/>
            </a:avLst>
          </a:prstGeom>
          <a:solidFill>
            <a:srgbClr val="D6E9EB"/>
          </a:solidFill>
          <a:ln w="12700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편지 글"/>
          <p:cNvSpPr txBox="1"/>
          <p:nvPr/>
        </p:nvSpPr>
        <p:spPr>
          <a:xfrm>
            <a:off x="1280160" y="1920240"/>
            <a:ext cx="9631375" cy="3886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505123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869451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22960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505123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869451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7464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74649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F2F7F8"/>
      </a:lt2>
      <a:accent1>
        <a:srgbClr val="4B868B"/>
      </a:accent1>
      <a:accent2>
        <a:srgbClr val="854761"/>
      </a:accent2>
      <a:accent3>
        <a:srgbClr val="274649"/>
      </a:accent3>
      <a:accent4>
        <a:srgbClr val="D6E9EB"/>
      </a:accent4>
      <a:accent5>
        <a:srgbClr val="686676"/>
      </a:accent5>
      <a:accent6>
        <a:srgbClr val="7D9092"/>
      </a:accent6>
      <a:hlink>
        <a:srgbClr val="4B868B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