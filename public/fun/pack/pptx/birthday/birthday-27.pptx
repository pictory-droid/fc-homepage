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7E8C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66959" y="1113320"/>
            <a:ext cx="316610" cy="316610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922126" y="1924901"/>
            <a:ext cx="216856" cy="216856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18737" y="2024778"/>
            <a:ext cx="240807" cy="240807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715214"/>
                </a:solidFill>
              </a:rPr>
              <a:t>첫 번째 생일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보름달처럼 둥글게 자라렴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우리 아기를 소개합니다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1554480"/>
            <a:ext cx="3840480" cy="448055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15214"/>
                </a:solidFill>
              </a:rPr>
              <a:t>아기 사진을 넣어 주세요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4983479" y="155448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돌잡이 이야기</a:t>
            </a:r>
          </a:p>
        </p:txBody>
      </p:sp>
      <p:sp>
        <p:nvSpPr>
          <p:cNvPr id="8" name="카드 1"/>
          <p:cNvSpPr/>
          <p:nvPr/>
        </p:nvSpPr>
        <p:spPr>
          <a:xfrm>
            <a:off x="777240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연필 · 공부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12" name="카드 2"/>
          <p:cNvSpPr/>
          <p:nvPr/>
        </p:nvSpPr>
        <p:spPr>
          <a:xfrm>
            <a:off x="3493693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3676573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853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실 · 장수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853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6" name="카드 3"/>
          <p:cNvSpPr/>
          <p:nvPr/>
        </p:nvSpPr>
        <p:spPr>
          <a:xfrm>
            <a:off x="6210147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돈 · 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20" name="카드 4"/>
          <p:cNvSpPr/>
          <p:nvPr/>
        </p:nvSpPr>
        <p:spPr>
          <a:xfrm>
            <a:off x="8926601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4"/>
          <p:cNvSpPr/>
          <p:nvPr/>
        </p:nvSpPr>
        <p:spPr>
          <a:xfrm>
            <a:off x="9109481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3761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마이크 · 인기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3761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우리 아기의 선택은?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1554480"/>
            <a:ext cx="4572000" cy="4663440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15214"/>
                </a:solidFill>
              </a:rPr>
              <a:t>돌잡이 사진</a:t>
            </a:r>
          </a:p>
        </p:txBody>
      </p:sp>
      <p:sp>
        <p:nvSpPr>
          <p:cNvPr id="9" name="선택 칸"/>
          <p:cNvSpPr/>
          <p:nvPr/>
        </p:nvSpPr>
        <p:spPr>
          <a:xfrm>
            <a:off x="5715000" y="1554480"/>
            <a:ext cx="5699455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28800"/>
            <a:ext cx="5150815" cy="4114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사진 모음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82263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892311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77240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3482263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6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187287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7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892311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7E8C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66959" y="1113320"/>
            <a:ext cx="316610" cy="316610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922126" y="1924901"/>
            <a:ext cx="216856" cy="216856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18737" y="2024778"/>
            <a:ext cx="240807" cy="240807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715214"/>
                </a:solidFill>
              </a:rPr>
              <a:t>함께해 주셔서 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첫 번째 생일을 축하해 주셔서 고맙습니다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715214"/>
      </a:dk2>
      <a:lt2>
        <a:srgbClr val="FCF7EE"/>
      </a:lt2>
      <a:accent1>
        <a:srgbClr val="C79123"/>
      </a:accent1>
      <a:accent2>
        <a:srgbClr val="3B8391"/>
      </a:accent2>
      <a:accent3>
        <a:srgbClr val="715214"/>
      </a:accent3>
      <a:accent4>
        <a:srgbClr val="F7E8C9"/>
      </a:accent4>
      <a:accent5>
        <a:srgbClr val="818A5A"/>
      </a:accent5>
      <a:accent6>
        <a:srgbClr val="AA9772"/>
      </a:accent6>
      <a:hlink>
        <a:srgbClr val="C79123"/>
      </a:hlink>
      <a:folHlink>
        <a:srgbClr val="71521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