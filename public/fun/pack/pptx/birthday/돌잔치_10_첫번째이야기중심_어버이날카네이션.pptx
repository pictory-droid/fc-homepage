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7A1F2E"/>
                </a:solidFill>
              </a:rPr>
              <a:t>첫 번째 생일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카네이션처럼 고운 마음의 첫 생일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우리 아기를 소개합니다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A1F2E"/>
                </a:solidFill>
              </a:rPr>
              <a:t>아기 사진을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태어난 날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임신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소식을 들은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출산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태어난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첫 만남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품에 안은 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집으로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함께 돌아온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첫 번째 순간들</a:t>
            </a:r>
          </a:p>
        </p:txBody>
      </p:sp>
      <p:sp>
        <p:nvSpPr>
          <p:cNvPr id="8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첫 웃음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2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첫 뒤집기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첫 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0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첫 걸음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사진 모음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6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7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A1F2E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첫 번째 생일을 축하해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