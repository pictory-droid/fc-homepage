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422D24"/>
                </a:solidFill>
              </a:rPr>
              <a:t>첫 번째 생일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첫걸음마를 응원하는 가족의 마음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우리 아기를 소개합니다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22D24"/>
                </a:solidFill>
              </a:rPr>
              <a:t>아기 사진을 넣어 주세요</a:t>
            </a:r>
          </a:p>
        </p:txBody>
      </p:sp>
      <p:graphicFrame>
        <p:nvGraphicFramePr>
          <p:cNvPr id="17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첫 번째 생일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22D24"/>
                </a:solidFill>
              </a:rPr>
              <a:t>대표 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233007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22D24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한 해의 순간들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사진 모음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6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7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22D24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첫 번째 생일을 축하해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