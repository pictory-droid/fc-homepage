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888231" y="1419499"/>
            <a:ext cx="340925" cy="34092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286915" y="1531294"/>
            <a:ext cx="527267" cy="527267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63778" y="1894602"/>
            <a:ext cx="370290" cy="37029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26878" y="383698"/>
            <a:ext cx="516380" cy="51638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541295" y="1715794"/>
            <a:ext cx="476379" cy="476379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360737" y="2657312"/>
            <a:ext cx="388914" cy="388914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026699" y="1065212"/>
            <a:ext cx="211151" cy="211151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368594" y="558069"/>
            <a:ext cx="207051" cy="20705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04839" y="2926884"/>
            <a:ext cx="310829" cy="310829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154620" y="1436472"/>
            <a:ext cx="494465" cy="49446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85572" y="1681770"/>
            <a:ext cx="309746" cy="309746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47347F"/>
                </a:solidFill>
              </a:rPr>
              <a:t>첫 번째 생일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7347F"/>
                </a:solidFill>
              </a:rPr>
              <a:t>수국처럼 포근한 첫 돌잔치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우리 아기를 소개합니다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5544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7347F"/>
                </a:solidFill>
              </a:rPr>
              <a:t>아기 사진을 넣어 주세요</a:t>
            </a:r>
          </a:p>
        </p:txBody>
      </p:sp>
      <p:graphicFrame>
        <p:nvGraphicFramePr>
          <p:cNvPr id="17" name="표"/>
          <p:cNvGraphicFramePr>
            <a:graphicFrameLocks noGrp="1"/>
          </p:cNvGraphicFramePr>
          <p:nvPr/>
        </p:nvGraphicFramePr>
        <p:xfrm>
          <a:off x="4846320" y="15544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7347F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7347F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7347F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7347F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7347F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3F1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7347F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D9D2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9D2EF"/>
                      </a:solidFill>
                      <a:prstDash val="solid"/>
                    </a:lnL>
                    <a:lnR w="9525" cap="flat" cmpd="sng" algn="ctr">
                      <a:solidFill>
                        <a:srgbClr val="D9D2EF"/>
                      </a:solidFill>
                      <a:prstDash val="solid"/>
                    </a:lnR>
                    <a:lnT w="9525" cap="flat" cmpd="sng" algn="ctr">
                      <a:solidFill>
                        <a:srgbClr val="D9D2EF"/>
                      </a:solidFill>
                      <a:prstDash val="solid"/>
                    </a:lnT>
                    <a:lnB w="9525" cap="flat" cmpd="sng" algn="ctr">
                      <a:solidFill>
                        <a:srgbClr val="D9D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태어난 날 이야기</a:t>
            </a:r>
          </a:p>
        </p:txBody>
      </p:sp>
      <p:sp>
        <p:nvSpPr>
          <p:cNvPr id="16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745CB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CBC"/>
                </a:solidFill>
              </a:rPr>
              <a:t>임신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소식을 들은 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1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745CB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CBC"/>
                </a:solidFill>
              </a:rPr>
              <a:t>출산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태어난 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5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745CB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CBC"/>
                </a:solidFill>
              </a:rPr>
              <a:t>첫 만남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품에 안은 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9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745CB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45CBC"/>
                </a:solidFill>
              </a:rPr>
              <a:t>집으로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함께 돌아온 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첫 번째 순간들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첫 웃음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0" name="카드 2"/>
          <p:cNvSpPr/>
          <p:nvPr/>
        </p:nvSpPr>
        <p:spPr>
          <a:xfrm>
            <a:off x="3425113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3607993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2273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첫 뒤집기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2273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4" name="카드 3"/>
          <p:cNvSpPr/>
          <p:nvPr/>
        </p:nvSpPr>
        <p:spPr>
          <a:xfrm>
            <a:off x="6210147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7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첫 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7307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8" name="카드 4"/>
          <p:cNvSpPr/>
          <p:nvPr/>
        </p:nvSpPr>
        <p:spPr>
          <a:xfrm>
            <a:off x="8995181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3F1F9"/>
          </a:solidFill>
          <a:ln w="15875">
            <a:solidFill>
              <a:srgbClr val="D9D2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번호 4"/>
          <p:cNvSpPr/>
          <p:nvPr/>
        </p:nvSpPr>
        <p:spPr>
          <a:xfrm>
            <a:off x="9178061" y="1737360"/>
            <a:ext cx="457200" cy="45720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2341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7347F"/>
                </a:solidFill>
              </a:rPr>
              <a:t>첫 걸음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2341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83063" y="593635"/>
            <a:ext cx="125005" cy="12500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95914" y="634626"/>
            <a:ext cx="193331" cy="19333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70764" y="767839"/>
            <a:ext cx="135773" cy="135773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10567" y="213841"/>
            <a:ext cx="189339" cy="189339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89187" y="702276"/>
            <a:ext cx="174672" cy="174672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56315" y="1047499"/>
            <a:ext cx="142602" cy="142602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33835" y="463729"/>
            <a:ext cx="77422" cy="77422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459196" y="277777"/>
            <a:ext cx="75918" cy="75918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59153" y="1146342"/>
            <a:ext cx="113970" cy="11397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014073" y="599858"/>
            <a:ext cx="181304" cy="181304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795422" y="689801"/>
            <a:ext cx="113573" cy="113573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7347F"/>
                </a:solidFill>
              </a:rPr>
              <a:t>사진 모음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3413683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187287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960891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640080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3413683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6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6187287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7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8960891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D9D2EF"/>
          </a:solidFill>
          <a:ln w="19050">
            <a:solidFill>
              <a:srgbClr val="745CB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7347F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888231" y="1419499"/>
            <a:ext cx="340925" cy="34092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286915" y="1531294"/>
            <a:ext cx="527267" cy="527267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763778" y="1894602"/>
            <a:ext cx="370290" cy="370290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26878" y="383698"/>
            <a:ext cx="516380" cy="516380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541295" y="1715794"/>
            <a:ext cx="476379" cy="476379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360737" y="2657312"/>
            <a:ext cx="388914" cy="388914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026699" y="1065212"/>
            <a:ext cx="211151" cy="211151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368594" y="558069"/>
            <a:ext cx="207051" cy="207051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04839" y="2926884"/>
            <a:ext cx="310829" cy="310829"/>
          </a:xfrm>
          <a:prstGeom prst="ellipse">
            <a:avLst/>
          </a:prstGeom>
          <a:solidFill>
            <a:srgbClr val="917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154620" y="1436472"/>
            <a:ext cx="494465" cy="494465"/>
          </a:xfrm>
          <a:prstGeom prst="ellipse">
            <a:avLst/>
          </a:prstGeom>
          <a:solidFill>
            <a:srgbClr val="745C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285572" y="1681770"/>
            <a:ext cx="309746" cy="309746"/>
          </a:xfrm>
          <a:prstGeom prst="ellipse">
            <a:avLst/>
          </a:prstGeom>
          <a:solidFill>
            <a:srgbClr val="D9D2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7347F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7347F"/>
                </a:solidFill>
              </a:rPr>
              <a:t>첫 번째 생일을 축하해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47347F"/>
      </a:dk2>
      <a:lt2>
        <a:srgbClr val="F3F1F9"/>
      </a:lt2>
      <a:accent1>
        <a:srgbClr val="745CBC"/>
      </a:accent1>
      <a:accent2>
        <a:srgbClr val="917B3B"/>
      </a:accent2>
      <a:accent3>
        <a:srgbClr val="47347F"/>
      </a:accent3>
      <a:accent4>
        <a:srgbClr val="D9D2EF"/>
      </a:accent4>
      <a:accent5>
        <a:srgbClr val="826C7C"/>
      </a:accent5>
      <a:accent6>
        <a:srgbClr val="9185B2"/>
      </a:accent6>
      <a:hlink>
        <a:srgbClr val="745CBC"/>
      </a:hlink>
      <a:folHlink>
        <a:srgbClr val="47347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