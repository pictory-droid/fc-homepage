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7B3759"/>
                </a:solidFill>
              </a:rPr>
              <a:t>첫 번째 생일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연꽃처럼 깨끗한 마음으로 자라렴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우리 아기를 소개합니다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B3759"/>
                </a:solidFill>
              </a:rPr>
              <a:t>아기 사진을 넣어 주세요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태어난 날 이야기</a:t>
            </a:r>
          </a:p>
        </p:txBody>
      </p:sp>
      <p:sp>
        <p:nvSpPr>
          <p:cNvPr id="22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임신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소식을 들은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7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출산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태어난 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1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첫 만남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품에 안은 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5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집으로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함께 돌아온 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첫 번째 순간들</a:t>
            </a:r>
          </a:p>
        </p:txBody>
      </p:sp>
      <p:sp>
        <p:nvSpPr>
          <p:cNvPr id="22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웃음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6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뒤집기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30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34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걸음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사진 모음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1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2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3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4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5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6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7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B3759"/>
                </a:solidFill>
              </a:rPr>
              <a:t>함께해 주셔서 감사합니다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첫 번째 생일을 축하해 주셔서 고맙습니다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