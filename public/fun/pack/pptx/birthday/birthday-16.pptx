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153C26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여름 수박처럼 달콤한 우리 아기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53C26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53C26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한 해 성장 기록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676369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08854"/>
                </a:solidFill>
              </a:rPr>
              <a:t>1개월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처음 눈을 맞춘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2"/>
          <p:cNvSpPr/>
          <p:nvPr/>
        </p:nvSpPr>
        <p:spPr>
          <a:xfrm>
            <a:off x="3785524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7835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08854"/>
                </a:solidFill>
              </a:rPr>
              <a:t>3개월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3555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처음 웃은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3555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5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699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08854"/>
                </a:solidFill>
              </a:rPr>
              <a:t>6개월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271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뒤집기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271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9" name="때 4"/>
          <p:cNvSpPr/>
          <p:nvPr/>
        </p:nvSpPr>
        <p:spPr>
          <a:xfrm>
            <a:off x="8003834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145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08854"/>
                </a:solidFill>
              </a:rPr>
              <a:t>9개월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1865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첫 이유식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1865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33" name="때 5"/>
          <p:cNvSpPr/>
          <p:nvPr/>
        </p:nvSpPr>
        <p:spPr>
          <a:xfrm>
            <a:off x="10112989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530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08854"/>
                </a:solidFill>
              </a:rPr>
              <a:t>12개월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102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첫 걸음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102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키와 몸무게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822960" y="1554480"/>
          <a:ext cx="1054577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08854"/>
                      </a:solidFill>
                      <a:prstDash val="solid"/>
                    </a:lnL>
                    <a:lnR w="9525" cap="flat" cmpd="sng" algn="ctr">
                      <a:solidFill>
                        <a:srgbClr val="308854"/>
                      </a:solidFill>
                      <a:prstDash val="solid"/>
                    </a:lnR>
                    <a:lnT w="9525" cap="flat" cmpd="sng" algn="ctr">
                      <a:solidFill>
                        <a:srgbClr val="308854"/>
                      </a:solidFill>
                      <a:prstDash val="solid"/>
                    </a:lnT>
                    <a:lnB w="9525" cap="flat" cmpd="sng" algn="ctr">
                      <a:solidFill>
                        <a:srgbClr val="308854"/>
                      </a:solidFill>
                      <a:prstDash val="solid"/>
                    </a:lnB>
                    <a:solidFill>
                      <a:srgbClr val="30885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0FAF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53C26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D0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E"/>
                      </a:solidFill>
                      <a:prstDash val="solid"/>
                    </a:lnL>
                    <a:lnR w="9525" cap="flat" cmpd="sng" algn="ctr">
                      <a:solidFill>
                        <a:srgbClr val="D0F1DE"/>
                      </a:solidFill>
                      <a:prstDash val="solid"/>
                    </a:lnR>
                    <a:lnT w="9525" cap="flat" cmpd="sng" algn="ctr">
                      <a:solidFill>
                        <a:srgbClr val="D0F1DE"/>
                      </a:solidFill>
                      <a:prstDash val="solid"/>
                    </a:lnT>
                    <a:lnB w="9525" cap="flat" cmpd="sng" algn="ctr">
                      <a:solidFill>
                        <a:srgbClr val="D0F1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53C26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