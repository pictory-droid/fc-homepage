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AD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첫 돌의 복을 나눠 드리겠습니다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7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초대합니다</a:t>
            </a:r>
          </a:p>
        </p:txBody>
      </p:sp>
      <p:sp>
        <p:nvSpPr>
          <p:cNvPr id="7" name="초대 글 칸"/>
          <p:cNvSpPr/>
          <p:nvPr/>
        </p:nvSpPr>
        <p:spPr>
          <a:xfrm>
            <a:off x="640080" y="1783080"/>
            <a:ext cx="10911535" cy="4389120"/>
          </a:xfrm>
          <a:prstGeom prst="roundRect">
            <a:avLst>
              <a:gd name="adj" fmla="val 4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4169663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초대 글"/>
          <p:cNvSpPr txBox="1"/>
          <p:nvPr/>
        </p:nvSpPr>
        <p:spPr>
          <a:xfrm>
            <a:off x="1097280" y="21488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부모의 한마디</a:t>
            </a:r>
          </a:p>
        </p:txBody>
      </p:sp>
      <p:sp>
        <p:nvSpPr>
          <p:cNvPr id="7" name="편지 칸"/>
          <p:cNvSpPr/>
          <p:nvPr/>
        </p:nvSpPr>
        <p:spPr>
          <a:xfrm>
            <a:off x="640080" y="1783080"/>
            <a:ext cx="10911535" cy="4389120"/>
          </a:xfrm>
          <a:prstGeom prst="roundRect">
            <a:avLst>
              <a:gd name="adj" fmla="val 4000"/>
            </a:avLst>
          </a:prstGeom>
          <a:solidFill>
            <a:srgbClr val="D5D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4169663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편지 글"/>
          <p:cNvSpPr txBox="1"/>
          <p:nvPr/>
        </p:nvSpPr>
        <p:spPr>
          <a:xfrm>
            <a:off x="1097280" y="21488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AD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272749"/>
      </a:dk2>
      <a:lt2>
        <a:srgbClr val="ECECFB"/>
      </a:lt2>
      <a:accent1>
        <a:srgbClr val="9898E1"/>
      </a:accent1>
      <a:accent2>
        <a:srgbClr val="CFB8EA"/>
      </a:accent2>
      <a:accent3>
        <a:srgbClr val="272749"/>
      </a:accent3>
      <a:accent4>
        <a:srgbClr val="D5D5F6"/>
      </a:accent4>
      <a:accent5>
        <a:srgbClr val="B4A8E6"/>
      </a:accent5>
      <a:accent6>
        <a:srgbClr val="7D7D92"/>
      </a:accent6>
      <a:hlink>
        <a:srgbClr val="9898E1"/>
      </a:hlink>
      <a:folHlink>
        <a:srgbClr val="27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