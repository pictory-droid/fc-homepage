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6D2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B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뒤집고, 기고, 일어서기까지 하나씩 해냈습니다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B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 성장 기록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E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530065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7C9ED"/>
                </a:solidFill>
              </a:rPr>
              <a:t>1개월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처음 눈을 맞춘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1" name="때 2"/>
          <p:cNvSpPr/>
          <p:nvPr/>
        </p:nvSpPr>
        <p:spPr>
          <a:xfrm>
            <a:off x="3712372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8107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7C9ED"/>
                </a:solidFill>
              </a:rPr>
              <a:t>3개월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827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처음 웃은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3827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5" name="때 3"/>
          <p:cNvSpPr/>
          <p:nvPr/>
        </p:nvSpPr>
        <p:spPr>
          <a:xfrm>
            <a:off x="5894679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0414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7C9ED"/>
                </a:solidFill>
              </a:rPr>
              <a:t>6개월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134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뒤집기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6134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9" name="때 4"/>
          <p:cNvSpPr/>
          <p:nvPr/>
        </p:nvSpPr>
        <p:spPr>
          <a:xfrm>
            <a:off x="8076986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721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7C9ED"/>
                </a:solidFill>
              </a:rPr>
              <a:t>9개월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441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첫 이유식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441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23" name="때 5"/>
          <p:cNvSpPr/>
          <p:nvPr/>
        </p:nvSpPr>
        <p:spPr>
          <a:xfrm>
            <a:off x="10259293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5028" y="26974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7C9ED"/>
                </a:solidFill>
              </a:rPr>
              <a:t>12개월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748" y="38862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첫 걸음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0748" y="43891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키와 몸무게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C9ED"/>
                      </a:solidFill>
                      <a:prstDash val="solid"/>
                    </a:lnL>
                    <a:lnR w="9525" cap="flat" cmpd="sng" algn="ctr">
                      <a:solidFill>
                        <a:srgbClr val="97C9ED"/>
                      </a:solidFill>
                      <a:prstDash val="solid"/>
                    </a:lnR>
                    <a:lnT w="9525" cap="flat" cmpd="sng" algn="ctr">
                      <a:solidFill>
                        <a:srgbClr val="97C9ED"/>
                      </a:solidFill>
                      <a:prstDash val="solid"/>
                    </a:lnT>
                    <a:lnB w="9525" cap="flat" cmpd="sng" algn="ctr">
                      <a:solidFill>
                        <a:srgbClr val="97C9ED"/>
                      </a:solidFill>
                      <a:prstDash val="solid"/>
                    </a:lnB>
                    <a:solidFill>
                      <a:srgbClr val="97C9E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B4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B4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EAF5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B4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D1E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9FA"/>
                      </a:solidFill>
                      <a:prstDash val="solid"/>
                    </a:lnL>
                    <a:lnR w="9525" cap="flat" cmpd="sng" algn="ctr">
                      <a:solidFill>
                        <a:srgbClr val="D1E9FA"/>
                      </a:solidFill>
                      <a:prstDash val="solid"/>
                    </a:lnR>
                    <a:lnT w="9525" cap="flat" cmpd="sng" algn="ctr">
                      <a:solidFill>
                        <a:srgbClr val="D1E9FA"/>
                      </a:solidFill>
                      <a:prstDash val="solid"/>
                    </a:lnT>
                    <a:lnB w="9525" cap="flat" cmpd="sng" algn="ctr">
                      <a:solidFill>
                        <a:srgbClr val="D1E9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6D2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B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273B49"/>
      </a:dk2>
      <a:lt2>
        <a:srgbClr val="EAF5FD"/>
      </a:lt2>
      <a:accent1>
        <a:srgbClr val="97C9ED"/>
      </a:accent1>
      <a:accent2>
        <a:srgbClr val="BAC0F3"/>
      </a:accent2>
      <a:accent3>
        <a:srgbClr val="273B49"/>
      </a:accent3>
      <a:accent4>
        <a:srgbClr val="D1E9FA"/>
      </a:accent4>
      <a:accent5>
        <a:srgbClr val="A8C4F0"/>
      </a:accent5>
      <a:accent6>
        <a:srgbClr val="7D8992"/>
      </a:accent6>
      <a:hlink>
        <a:srgbClr val="97C9ED"/>
      </a:hlink>
      <a:folHlink>
        <a:srgbClr val="273B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