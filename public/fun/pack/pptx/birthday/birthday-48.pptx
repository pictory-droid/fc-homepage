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2880360"/>
            <a:ext cx="5486262" cy="3977639"/>
          </a:xfrm>
          <a:prstGeom prst="rtTriangle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4526280"/>
            <a:ext cx="3169840" cy="2331720"/>
          </a:xfrm>
          <a:prstGeom prst="rtTriangle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800000">
            <a:off x="7802684" y="0"/>
            <a:ext cx="4389010" cy="2743200"/>
          </a:xfrm>
          <a:prstGeom prst="rtTriangle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53912">
            <a:off x="9967632" y="4964211"/>
            <a:ext cx="571084" cy="571084"/>
          </a:xfrm>
          <a:prstGeom prst="star6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560014">
            <a:off x="11003315" y="5706804"/>
            <a:ext cx="623847" cy="623847"/>
          </a:xfrm>
          <a:prstGeom prst="star6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3169356">
            <a:off x="11056782" y="4103456"/>
            <a:ext cx="810947" cy="810947"/>
          </a:xfrm>
          <a:prstGeom prst="star6">
            <a:avLst/>
          </a:prstGeom>
          <a:solidFill>
            <a:srgbClr val="8154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834522">
            <a:off x="9824297" y="5867452"/>
            <a:ext cx="740597" cy="740597"/>
          </a:xfrm>
          <a:prstGeom prst="star6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2533256">
            <a:off x="11470644" y="3610104"/>
            <a:ext cx="466923" cy="466923"/>
          </a:xfrm>
          <a:prstGeom prst="star6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927563">
            <a:off x="9911340" y="3872736"/>
            <a:ext cx="870340" cy="870340"/>
          </a:xfrm>
          <a:prstGeom prst="star6">
            <a:avLst/>
          </a:prstGeom>
          <a:solidFill>
            <a:srgbClr val="8154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35" y="109728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394660"/>
                </a:solidFill>
              </a:rPr>
              <a:t>첫 번째 생일</a:t>
            </a:r>
          </a:p>
        </p:txBody>
      </p:sp>
      <p:sp>
        <p:nvSpPr>
          <p:cNvPr id="12" name="한 줄 문구"/>
          <p:cNvSpPr txBox="1"/>
          <p:nvPr/>
        </p:nvSpPr>
        <p:spPr>
          <a:xfrm>
            <a:off x="975335" y="2651760"/>
            <a:ext cx="731501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394660"/>
                </a:solidFill>
              </a:rPr>
              <a:t>눈송이처럼 소중한 우리 아기</a:t>
            </a:r>
          </a:p>
        </p:txBody>
      </p:sp>
      <p:sp>
        <p:nvSpPr>
          <p:cNvPr id="13" name="안내 문구"/>
          <p:cNvSpPr txBox="1"/>
          <p:nvPr/>
        </p:nvSpPr>
        <p:spPr>
          <a:xfrm>
            <a:off x="975335" y="3520439"/>
            <a:ext cx="731501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2026.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453912">
            <a:off x="11222771" y="837230"/>
            <a:ext cx="209397" cy="209397"/>
          </a:xfrm>
          <a:prstGeom prst="star6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560014">
            <a:off x="11602522" y="1109514"/>
            <a:ext cx="228744" cy="228744"/>
          </a:xfrm>
          <a:prstGeom prst="star6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3169356">
            <a:off x="11622126" y="521620"/>
            <a:ext cx="297347" cy="297347"/>
          </a:xfrm>
          <a:prstGeom prst="star6">
            <a:avLst/>
          </a:prstGeom>
          <a:solidFill>
            <a:srgbClr val="8154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834522">
            <a:off x="11170215" y="1168419"/>
            <a:ext cx="271552" cy="271552"/>
          </a:xfrm>
          <a:prstGeom prst="star6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533256">
            <a:off x="11773875" y="340725"/>
            <a:ext cx="171205" cy="171205"/>
          </a:xfrm>
          <a:prstGeom prst="star6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927563">
            <a:off x="11202131" y="437023"/>
            <a:ext cx="319124" cy="319124"/>
          </a:xfrm>
          <a:prstGeom prst="star6">
            <a:avLst/>
          </a:prstGeom>
          <a:solidFill>
            <a:srgbClr val="8154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94660"/>
                </a:solidFill>
              </a:rPr>
              <a:t>우리 아기를 소개합니다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640080" y="1600200"/>
            <a:ext cx="3840480" cy="4617720"/>
          </a:xfrm>
          <a:prstGeom prst="roundRect">
            <a:avLst>
              <a:gd name="adj" fmla="val 6000"/>
            </a:avLst>
          </a:prstGeom>
          <a:solidFill>
            <a:srgbClr val="D7DDEA"/>
          </a:solidFill>
          <a:ln w="19050">
            <a:solidFill>
              <a:srgbClr val="5E74A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394660"/>
                </a:solidFill>
              </a:rPr>
              <a:t>아기 사진을 넣어 주세요</a:t>
            </a:r>
          </a:p>
        </p:txBody>
      </p:sp>
      <p:graphicFrame>
        <p:nvGraphicFramePr>
          <p:cNvPr id="12" name="표"/>
          <p:cNvGraphicFramePr>
            <a:graphicFrameLocks noGrp="1"/>
          </p:cNvGraphicFramePr>
          <p:nvPr/>
        </p:nvGraphicFramePr>
        <p:xfrm>
          <a:off x="4846320" y="1600200"/>
          <a:ext cx="670529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87649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94660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D7D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2F4F7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94660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D7D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94660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D7D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2F4F7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94660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D7D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94660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D7D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2F4F7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94660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D7D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7DDEA"/>
                      </a:solidFill>
                      <a:prstDash val="solid"/>
                    </a:lnL>
                    <a:lnR w="9525" cap="flat" cmpd="sng" algn="ctr">
                      <a:solidFill>
                        <a:srgbClr val="D7DDEA"/>
                      </a:solidFill>
                      <a:prstDash val="solid"/>
                    </a:lnR>
                    <a:lnT w="9525" cap="flat" cmpd="sng" algn="ctr">
                      <a:solidFill>
                        <a:srgbClr val="D7DDEA"/>
                      </a:solidFill>
                      <a:prstDash val="solid"/>
                    </a:lnT>
                    <a:lnB w="9525" cap="flat" cmpd="sng" algn="ctr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453912">
            <a:off x="11222771" y="837230"/>
            <a:ext cx="209397" cy="209397"/>
          </a:xfrm>
          <a:prstGeom prst="star6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560014">
            <a:off x="11602522" y="1109514"/>
            <a:ext cx="228744" cy="228744"/>
          </a:xfrm>
          <a:prstGeom prst="star6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3169356">
            <a:off x="11622126" y="521620"/>
            <a:ext cx="297347" cy="297347"/>
          </a:xfrm>
          <a:prstGeom prst="star6">
            <a:avLst/>
          </a:prstGeom>
          <a:solidFill>
            <a:srgbClr val="8154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834522">
            <a:off x="11170215" y="1168419"/>
            <a:ext cx="271552" cy="271552"/>
          </a:xfrm>
          <a:prstGeom prst="star6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533256">
            <a:off x="11773875" y="340725"/>
            <a:ext cx="171205" cy="171205"/>
          </a:xfrm>
          <a:prstGeom prst="star6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927563">
            <a:off x="11202131" y="437023"/>
            <a:ext cx="319124" cy="319124"/>
          </a:xfrm>
          <a:prstGeom prst="star6">
            <a:avLst/>
          </a:prstGeom>
          <a:solidFill>
            <a:srgbClr val="8154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94660"/>
                </a:solidFill>
              </a:rPr>
              <a:t>첫 번째 생일 사진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640080" y="1600200"/>
            <a:ext cx="5318607" cy="4800600"/>
          </a:xfrm>
          <a:prstGeom prst="roundRect">
            <a:avLst>
              <a:gd name="adj" fmla="val 6000"/>
            </a:avLst>
          </a:prstGeom>
          <a:solidFill>
            <a:srgbClr val="D7DDEA"/>
          </a:solidFill>
          <a:ln w="19050">
            <a:solidFill>
              <a:srgbClr val="5E74A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394660"/>
                </a:solidFill>
              </a:rPr>
              <a:t>대표 사진 1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6233007" y="1600200"/>
            <a:ext cx="5318607" cy="4800600"/>
          </a:xfrm>
          <a:prstGeom prst="roundRect">
            <a:avLst>
              <a:gd name="adj" fmla="val 6000"/>
            </a:avLst>
          </a:prstGeom>
          <a:solidFill>
            <a:srgbClr val="D7DDEA"/>
          </a:solidFill>
          <a:ln w="19050">
            <a:solidFill>
              <a:srgbClr val="5E74A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394660"/>
                </a:solidFill>
              </a:rPr>
              <a:t>대표 사진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453912">
            <a:off x="11222771" y="837230"/>
            <a:ext cx="209397" cy="209397"/>
          </a:xfrm>
          <a:prstGeom prst="star6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560014">
            <a:off x="11602522" y="1109514"/>
            <a:ext cx="228744" cy="228744"/>
          </a:xfrm>
          <a:prstGeom prst="star6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3169356">
            <a:off x="11622126" y="521620"/>
            <a:ext cx="297347" cy="297347"/>
          </a:xfrm>
          <a:prstGeom prst="star6">
            <a:avLst/>
          </a:prstGeom>
          <a:solidFill>
            <a:srgbClr val="8154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834522">
            <a:off x="11170215" y="1168419"/>
            <a:ext cx="271552" cy="271552"/>
          </a:xfrm>
          <a:prstGeom prst="star6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533256">
            <a:off x="11773875" y="340725"/>
            <a:ext cx="171205" cy="171205"/>
          </a:xfrm>
          <a:prstGeom prst="star6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927563">
            <a:off x="11202131" y="437023"/>
            <a:ext cx="319124" cy="319124"/>
          </a:xfrm>
          <a:prstGeom prst="star6">
            <a:avLst/>
          </a:prstGeom>
          <a:solidFill>
            <a:srgbClr val="8154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94660"/>
                </a:solidFill>
              </a:rPr>
              <a:t>한 해의 순간들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640080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7DDEA"/>
          </a:solidFill>
          <a:ln w="19050">
            <a:solidFill>
              <a:srgbClr val="5E74A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94660"/>
                </a:solidFill>
              </a:rPr>
              <a:t>사진 1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4338218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7DDEA"/>
          </a:solidFill>
          <a:ln w="19050">
            <a:solidFill>
              <a:srgbClr val="5E74A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94660"/>
                </a:solidFill>
              </a:rPr>
              <a:t>사진 2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8036356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7DDEA"/>
          </a:solidFill>
          <a:ln w="19050">
            <a:solidFill>
              <a:srgbClr val="5E74A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94660"/>
                </a:solidFill>
              </a:rPr>
              <a:t>사진 3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640080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7DDEA"/>
          </a:solidFill>
          <a:ln w="19050">
            <a:solidFill>
              <a:srgbClr val="5E74A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94660"/>
                </a:solidFill>
              </a:rPr>
              <a:t>사진 4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4338218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7DDEA"/>
          </a:solidFill>
          <a:ln w="19050">
            <a:solidFill>
              <a:srgbClr val="5E74A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94660"/>
                </a:solidFill>
              </a:rPr>
              <a:t>사진 5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8036356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7DDEA"/>
          </a:solidFill>
          <a:ln w="19050">
            <a:solidFill>
              <a:srgbClr val="5E74A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94660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453912">
            <a:off x="11222771" y="837230"/>
            <a:ext cx="209397" cy="209397"/>
          </a:xfrm>
          <a:prstGeom prst="star6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560014">
            <a:off x="11602522" y="1109514"/>
            <a:ext cx="228744" cy="228744"/>
          </a:xfrm>
          <a:prstGeom prst="star6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3169356">
            <a:off x="11622126" y="521620"/>
            <a:ext cx="297347" cy="297347"/>
          </a:xfrm>
          <a:prstGeom prst="star6">
            <a:avLst/>
          </a:prstGeom>
          <a:solidFill>
            <a:srgbClr val="8154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834522">
            <a:off x="11170215" y="1168419"/>
            <a:ext cx="271552" cy="271552"/>
          </a:xfrm>
          <a:prstGeom prst="star6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533256">
            <a:off x="11773875" y="340725"/>
            <a:ext cx="171205" cy="171205"/>
          </a:xfrm>
          <a:prstGeom prst="star6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927563">
            <a:off x="11202131" y="437023"/>
            <a:ext cx="319124" cy="319124"/>
          </a:xfrm>
          <a:prstGeom prst="star6">
            <a:avLst/>
          </a:prstGeom>
          <a:solidFill>
            <a:srgbClr val="8154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94660"/>
                </a:solidFill>
              </a:rPr>
              <a:t>사진 모음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640080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7DDEA"/>
          </a:solidFill>
          <a:ln w="19050">
            <a:solidFill>
              <a:srgbClr val="5E74A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94660"/>
                </a:solidFill>
              </a:rPr>
              <a:t>사진 1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3413683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7DDEA"/>
          </a:solidFill>
          <a:ln w="19050">
            <a:solidFill>
              <a:srgbClr val="5E74A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94660"/>
                </a:solidFill>
              </a:rPr>
              <a:t>사진 2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6187287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7DDEA"/>
          </a:solidFill>
          <a:ln w="19050">
            <a:solidFill>
              <a:srgbClr val="5E74A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94660"/>
                </a:solidFill>
              </a:rPr>
              <a:t>사진 3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8960891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7DDEA"/>
          </a:solidFill>
          <a:ln w="19050">
            <a:solidFill>
              <a:srgbClr val="5E74A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94660"/>
                </a:solidFill>
              </a:rPr>
              <a:t>사진 4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640080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7DDEA"/>
          </a:solidFill>
          <a:ln w="19050">
            <a:solidFill>
              <a:srgbClr val="5E74A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94660"/>
                </a:solidFill>
              </a:rPr>
              <a:t>사진 5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3413683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7DDEA"/>
          </a:solidFill>
          <a:ln w="19050">
            <a:solidFill>
              <a:srgbClr val="5E74A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94660"/>
                </a:solidFill>
              </a:rPr>
              <a:t>사진 6</a:t>
            </a:r>
          </a:p>
        </p:txBody>
      </p:sp>
      <p:sp>
        <p:nvSpPr>
          <p:cNvPr id="17" name="사진 자리"/>
          <p:cNvSpPr/>
          <p:nvPr/>
        </p:nvSpPr>
        <p:spPr>
          <a:xfrm>
            <a:off x="6187287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7DDEA"/>
          </a:solidFill>
          <a:ln w="19050">
            <a:solidFill>
              <a:srgbClr val="5E74A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94660"/>
                </a:solidFill>
              </a:rPr>
              <a:t>사진 7</a:t>
            </a:r>
          </a:p>
        </p:txBody>
      </p:sp>
      <p:sp>
        <p:nvSpPr>
          <p:cNvPr id="18" name="사진 자리"/>
          <p:cNvSpPr/>
          <p:nvPr/>
        </p:nvSpPr>
        <p:spPr>
          <a:xfrm>
            <a:off x="8960891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7DDEA"/>
          </a:solidFill>
          <a:ln w="19050">
            <a:solidFill>
              <a:srgbClr val="5E74A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94660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2880360"/>
            <a:ext cx="5486262" cy="3977639"/>
          </a:xfrm>
          <a:prstGeom prst="rtTriangle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4526280"/>
            <a:ext cx="3169840" cy="2331720"/>
          </a:xfrm>
          <a:prstGeom prst="rtTriangle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800000">
            <a:off x="7802684" y="0"/>
            <a:ext cx="4389010" cy="2743200"/>
          </a:xfrm>
          <a:prstGeom prst="rtTriangle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53912">
            <a:off x="9967632" y="4964211"/>
            <a:ext cx="571084" cy="571084"/>
          </a:xfrm>
          <a:prstGeom prst="star6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560014">
            <a:off x="11003315" y="5706804"/>
            <a:ext cx="623847" cy="623847"/>
          </a:xfrm>
          <a:prstGeom prst="star6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3169356">
            <a:off x="11056782" y="4103456"/>
            <a:ext cx="810947" cy="810947"/>
          </a:xfrm>
          <a:prstGeom prst="star6">
            <a:avLst/>
          </a:prstGeom>
          <a:solidFill>
            <a:srgbClr val="8154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834522">
            <a:off x="9824297" y="5867452"/>
            <a:ext cx="740597" cy="740597"/>
          </a:xfrm>
          <a:prstGeom prst="star6">
            <a:avLst/>
          </a:prstGeom>
          <a:solidFill>
            <a:srgbClr val="5E74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2533256">
            <a:off x="11470644" y="3610104"/>
            <a:ext cx="466923" cy="466923"/>
          </a:xfrm>
          <a:prstGeom prst="star6">
            <a:avLst/>
          </a:prstGeom>
          <a:solidFill>
            <a:srgbClr val="D7D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927563">
            <a:off x="9911340" y="3872736"/>
            <a:ext cx="870340" cy="870340"/>
          </a:xfrm>
          <a:prstGeom prst="star6">
            <a:avLst/>
          </a:prstGeom>
          <a:solidFill>
            <a:srgbClr val="8154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35" y="109728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394660"/>
                </a:solidFill>
              </a:rPr>
              <a:t>함께해 주셔서 감사합니다</a:t>
            </a:r>
          </a:p>
        </p:txBody>
      </p:sp>
      <p:sp>
        <p:nvSpPr>
          <p:cNvPr id="12" name="한 줄 문구"/>
          <p:cNvSpPr txBox="1"/>
          <p:nvPr/>
        </p:nvSpPr>
        <p:spPr>
          <a:xfrm>
            <a:off x="975335" y="2651760"/>
            <a:ext cx="731501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394660"/>
                </a:solidFill>
              </a:rPr>
              <a:t>첫 번째 생일을 축하해 주셔서 고맙습니다</a:t>
            </a:r>
          </a:p>
        </p:txBody>
      </p:sp>
      <p:sp>
        <p:nvSpPr>
          <p:cNvPr id="13" name="안내 문구"/>
          <p:cNvSpPr txBox="1"/>
          <p:nvPr/>
        </p:nvSpPr>
        <p:spPr>
          <a:xfrm>
            <a:off x="975335" y="3520439"/>
            <a:ext cx="731501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사진 중심)">
  <a:themeElements>
    <a:clrScheme name="Office">
      <a:dk1>
        <a:sysClr val="windowText" lastClr="000000"/>
      </a:dk1>
      <a:lt1>
        <a:sysClr val="window" lastClr="FFFFFF"/>
      </a:lt1>
      <a:dk2>
        <a:srgbClr val="394660"/>
      </a:dk2>
      <a:lt2>
        <a:srgbClr val="F2F4F7"/>
      </a:lt2>
      <a:accent1>
        <a:srgbClr val="5E74A1"/>
      </a:accent1>
      <a:accent2>
        <a:srgbClr val="81544B"/>
      </a:accent2>
      <a:accent3>
        <a:srgbClr val="394660"/>
      </a:accent3>
      <a:accent4>
        <a:srgbClr val="D7DDEA"/>
      </a:accent4>
      <a:accent5>
        <a:srgbClr val="706476"/>
      </a:accent5>
      <a:accent6>
        <a:srgbClr val="8890A0"/>
      </a:accent6>
      <a:hlink>
        <a:srgbClr val="5E74A1"/>
      </a:hlink>
      <a:folHlink>
        <a:srgbClr val="394660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슬라이드(사진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