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721D59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돌상 앞에서 한참 고민하던 아기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840480" cy="420624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1D59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5544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CF3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59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7D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ED"/>
                      </a:solidFill>
                      <a:prstDash val="solid"/>
                    </a:lnL>
                    <a:lnR w="9525" cap="flat" cmpd="sng" algn="ctr">
                      <a:solidFill>
                        <a:srgbClr val="F7D4ED"/>
                      </a:solidFill>
                      <a:prstDash val="solid"/>
                    </a:lnR>
                    <a:lnT w="9525" cap="flat" cmpd="sng" algn="ctr">
                      <a:solidFill>
                        <a:srgbClr val="F7D4ED"/>
                      </a:solidFill>
                      <a:prstDash val="solid"/>
                    </a:lnT>
                    <a:lnB w="9525" cap="flat" cmpd="sng" algn="ctr">
                      <a:solidFill>
                        <a:srgbClr val="F7D4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돌잡이 이야기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연필 · 공부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학문과 총명을 바라는 마음</a:t>
            </a:r>
          </a:p>
        </p:txBody>
      </p:sp>
      <p:sp>
        <p:nvSpPr>
          <p:cNvPr id="9" name="카드 2"/>
          <p:cNvSpPr/>
          <p:nvPr/>
        </p:nvSpPr>
        <p:spPr>
          <a:xfrm>
            <a:off x="3425113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3607993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실 · 장수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273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건강하고 오래 살기를</a:t>
            </a:r>
          </a:p>
        </p:txBody>
      </p:sp>
      <p:sp>
        <p:nvSpPr>
          <p:cNvPr id="13" name="카드 3"/>
          <p:cNvSpPr/>
          <p:nvPr/>
        </p:nvSpPr>
        <p:spPr>
          <a:xfrm>
            <a:off x="6210147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6393027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돈 · 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넉넉한 삶을 바라는 마음</a:t>
            </a:r>
          </a:p>
        </p:txBody>
      </p:sp>
      <p:sp>
        <p:nvSpPr>
          <p:cNvPr id="17" name="카드 4"/>
          <p:cNvSpPr/>
          <p:nvPr/>
        </p:nvSpPr>
        <p:spPr>
          <a:xfrm>
            <a:off x="8995181" y="1554480"/>
            <a:ext cx="2556433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5875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9178061" y="1737360"/>
            <a:ext cx="457200" cy="457200"/>
          </a:xfrm>
          <a:prstGeom prst="ellipse">
            <a:avLst/>
          </a:prstGeom>
          <a:solidFill>
            <a:srgbClr val="D345A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23317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721D59"/>
                </a:solidFill>
              </a:rPr>
              <a:t>마이크 · 인기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341" y="3017520"/>
            <a:ext cx="2282113" cy="2788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B2B"/>
                </a:solidFill>
              </a:rPr>
              <a:t>사람들에게 사랑받기를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우리 아기의 선택은?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4572000" cy="4389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1D59"/>
                </a:solidFill>
              </a:rPr>
              <a:t>돌잡이 사진</a:t>
            </a:r>
          </a:p>
        </p:txBody>
      </p:sp>
      <p:sp>
        <p:nvSpPr>
          <p:cNvPr id="6" name="선택 칸"/>
          <p:cNvSpPr/>
          <p:nvPr/>
        </p:nvSpPr>
        <p:spPr>
          <a:xfrm>
            <a:off x="5577840" y="1554480"/>
            <a:ext cx="5973775" cy="4389120"/>
          </a:xfrm>
          <a:prstGeom prst="roundRect">
            <a:avLst>
              <a:gd name="adj" fmla="val 8000"/>
            </a:avLst>
          </a:prstGeom>
          <a:solidFill>
            <a:srgbClr val="FCF3F9"/>
          </a:solidFill>
          <a:ln w="12700">
            <a:solidFill>
              <a:srgbClr val="F7D4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828800"/>
            <a:ext cx="5425135" cy="3840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2B2B2B"/>
                </a:solidFill>
              </a:rPr>
              <a:t>그때 가족의 반응은?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F7D4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D345A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59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554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3840480"/>
            <a:ext cx="2590723" cy="2103120"/>
          </a:xfrm>
          <a:prstGeom prst="roundRect">
            <a:avLst>
              <a:gd name="adj" fmla="val 6000"/>
            </a:avLst>
          </a:prstGeom>
          <a:solidFill>
            <a:srgbClr val="F7D4ED"/>
          </a:solidFill>
          <a:ln w="19050">
            <a:solidFill>
              <a:srgbClr val="D345A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1D59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1D59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59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돌잡이 중심)">
  <a:themeElements>
    <a:clrScheme name="Office">
      <a:dk1>
        <a:sysClr val="windowText" lastClr="000000"/>
      </a:dk1>
      <a:lt1>
        <a:sysClr val="window" lastClr="FFFFFF"/>
      </a:lt1>
      <a:dk2>
        <a:srgbClr val="721D59"/>
      </a:dk2>
      <a:lt2>
        <a:srgbClr val="FCF3F9"/>
      </a:lt2>
      <a:accent1>
        <a:srgbClr val="D345A9"/>
      </a:accent1>
      <a:accent2>
        <a:srgbClr val="339941"/>
      </a:accent2>
      <a:accent3>
        <a:srgbClr val="721D59"/>
      </a:accent3>
      <a:accent4>
        <a:srgbClr val="F7D4ED"/>
      </a:accent4>
      <a:accent5>
        <a:srgbClr val="836F75"/>
      </a:accent5>
      <a:accent6>
        <a:srgbClr val="AA779B"/>
      </a:accent6>
      <a:hlink>
        <a:srgbClr val="D345A9"/>
      </a:hlink>
      <a:folHlink>
        <a:srgbClr val="721D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