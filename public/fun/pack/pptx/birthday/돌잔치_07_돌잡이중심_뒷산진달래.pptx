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A6D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73F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F2A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첫 번째 생일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돌상 앞에서 한참 고민하던 아기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sun">
            <a:avLst/>
          </a:prstGeom>
          <a:solidFill>
            <a:srgbClr val="ED97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아기를 소개합니다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840480" cy="4389120"/>
          </a:xfrm>
          <a:prstGeom prst="roundRect">
            <a:avLst>
              <a:gd name="adj" fmla="val 6000"/>
            </a:avLst>
          </a:prstGeom>
          <a:solidFill>
            <a:srgbClr val="FAD1EE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아기 사진을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4846320" y="178308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F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AD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F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AD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F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AD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F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AD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F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AD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73F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AD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sun">
            <a:avLst/>
          </a:prstGeom>
          <a:solidFill>
            <a:srgbClr val="ED97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돌잡이 이야기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2556433" cy="4572000"/>
          </a:xfrm>
          <a:prstGeom prst="roundRect">
            <a:avLst>
              <a:gd name="adj" fmla="val 7000"/>
            </a:avLst>
          </a:prstGeom>
          <a:solidFill>
            <a:srgbClr val="FDEA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ED97D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49273F"/>
                </a:solidFill>
              </a:rPr>
              <a:t>연필 · 공부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6231F"/>
                </a:solidFill>
              </a:rPr>
              <a:t>학문과 총명을 바라는 마음</a:t>
            </a:r>
          </a:p>
        </p:txBody>
      </p:sp>
      <p:sp>
        <p:nvSpPr>
          <p:cNvPr id="10" name="카드 2"/>
          <p:cNvSpPr/>
          <p:nvPr/>
        </p:nvSpPr>
        <p:spPr>
          <a:xfrm>
            <a:off x="3425113" y="1783080"/>
            <a:ext cx="2556433" cy="4572000"/>
          </a:xfrm>
          <a:prstGeom prst="roundRect">
            <a:avLst>
              <a:gd name="adj" fmla="val 7000"/>
            </a:avLst>
          </a:prstGeom>
          <a:solidFill>
            <a:srgbClr val="FDEA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3607993" y="1965960"/>
            <a:ext cx="457200" cy="457200"/>
          </a:xfrm>
          <a:prstGeom prst="ellipse">
            <a:avLst/>
          </a:prstGeom>
          <a:solidFill>
            <a:srgbClr val="ED97D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2273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49273F"/>
                </a:solidFill>
              </a:rPr>
              <a:t>실 · 장수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2273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6231F"/>
                </a:solidFill>
              </a:rPr>
              <a:t>건강하고 오래 살기를</a:t>
            </a:r>
          </a:p>
        </p:txBody>
      </p:sp>
      <p:sp>
        <p:nvSpPr>
          <p:cNvPr id="14" name="카드 3"/>
          <p:cNvSpPr/>
          <p:nvPr/>
        </p:nvSpPr>
        <p:spPr>
          <a:xfrm>
            <a:off x="6210147" y="1783080"/>
            <a:ext cx="2556433" cy="4572000"/>
          </a:xfrm>
          <a:prstGeom prst="roundRect">
            <a:avLst>
              <a:gd name="adj" fmla="val 7000"/>
            </a:avLst>
          </a:prstGeom>
          <a:solidFill>
            <a:srgbClr val="FDEA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6393027" y="1965960"/>
            <a:ext cx="457200" cy="457200"/>
          </a:xfrm>
          <a:prstGeom prst="ellipse">
            <a:avLst/>
          </a:prstGeom>
          <a:solidFill>
            <a:srgbClr val="ED97D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49273F"/>
                </a:solidFill>
              </a:rPr>
              <a:t>돈 · 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6231F"/>
                </a:solidFill>
              </a:rPr>
              <a:t>넉넉한 삶을 바라는 마음</a:t>
            </a:r>
          </a:p>
        </p:txBody>
      </p:sp>
      <p:sp>
        <p:nvSpPr>
          <p:cNvPr id="18" name="카드 4"/>
          <p:cNvSpPr/>
          <p:nvPr/>
        </p:nvSpPr>
        <p:spPr>
          <a:xfrm>
            <a:off x="8995181" y="1783080"/>
            <a:ext cx="2556433" cy="4572000"/>
          </a:xfrm>
          <a:prstGeom prst="roundRect">
            <a:avLst>
              <a:gd name="adj" fmla="val 7000"/>
            </a:avLst>
          </a:prstGeom>
          <a:solidFill>
            <a:srgbClr val="FDEA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4"/>
          <p:cNvSpPr/>
          <p:nvPr/>
        </p:nvSpPr>
        <p:spPr>
          <a:xfrm>
            <a:off x="9178061" y="1965960"/>
            <a:ext cx="457200" cy="457200"/>
          </a:xfrm>
          <a:prstGeom prst="ellipse">
            <a:avLst/>
          </a:prstGeom>
          <a:solidFill>
            <a:srgbClr val="ED97D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2341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49273F"/>
                </a:solidFill>
              </a:rPr>
              <a:t>마이크 · 인기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2341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6231F"/>
                </a:solidFill>
              </a:rPr>
              <a:t>사람들에게 사랑받기를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sun">
            <a:avLst/>
          </a:prstGeom>
          <a:solidFill>
            <a:srgbClr val="ED97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아기의 선택은?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4572000" cy="4572000"/>
          </a:xfrm>
          <a:prstGeom prst="roundRect">
            <a:avLst>
              <a:gd name="adj" fmla="val 6000"/>
            </a:avLst>
          </a:prstGeom>
          <a:solidFill>
            <a:srgbClr val="FAD1EE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돌잡이 사진</a:t>
            </a:r>
          </a:p>
        </p:txBody>
      </p:sp>
      <p:sp>
        <p:nvSpPr>
          <p:cNvPr id="7" name="선택 칸"/>
          <p:cNvSpPr/>
          <p:nvPr/>
        </p:nvSpPr>
        <p:spPr>
          <a:xfrm>
            <a:off x="5577840" y="1783080"/>
            <a:ext cx="5973775" cy="4572000"/>
          </a:xfrm>
          <a:prstGeom prst="roundRect">
            <a:avLst>
              <a:gd name="adj" fmla="val 7000"/>
            </a:avLst>
          </a:prstGeom>
          <a:solidFill>
            <a:srgbClr val="FDEA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2057400"/>
            <a:ext cx="5425135" cy="4023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6231F"/>
                </a:solidFill>
              </a:rPr>
              <a:t>우리 아기의 선택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6231F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6231F"/>
                </a:solidFill>
              </a:rPr>
              <a:t>무엇을 집었나요?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6231F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6231F"/>
                </a:solidFill>
              </a:rPr>
              <a:t>그때 가족의 반응은?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sun">
            <a:avLst/>
          </a:prstGeom>
          <a:solidFill>
            <a:srgbClr val="ED97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사진 모음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EE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413683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EE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187287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EE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960891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EE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EE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3413683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EE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6187287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EE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7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960891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AD1EE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A6D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73F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F2A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아이가 한 살이 되었습니다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돌잡이 중심)">
  <a:themeElements>
    <a:clrScheme name="Office">
      <a:dk1>
        <a:sysClr val="windowText" lastClr="000000"/>
      </a:dk1>
      <a:lt1>
        <a:sysClr val="window" lastClr="FFFFFF"/>
      </a:lt1>
      <a:dk2>
        <a:srgbClr val="49273F"/>
      </a:dk2>
      <a:lt2>
        <a:srgbClr val="FDEAF7"/>
      </a:lt2>
      <a:accent1>
        <a:srgbClr val="ED97D3"/>
      </a:accent1>
      <a:accent2>
        <a:srgbClr val="F3BAC7"/>
      </a:accent2>
      <a:accent3>
        <a:srgbClr val="49273F"/>
      </a:accent3>
      <a:accent4>
        <a:srgbClr val="FAD1EE"/>
      </a:accent4>
      <a:accent5>
        <a:srgbClr val="F0A8CD"/>
      </a:accent5>
      <a:accent6>
        <a:srgbClr val="927D8C"/>
      </a:accent6>
      <a:hlink>
        <a:srgbClr val="ED97D3"/>
      </a:hlink>
      <a:folHlink>
        <a:srgbClr val="49273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슬라이드(돌잡이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