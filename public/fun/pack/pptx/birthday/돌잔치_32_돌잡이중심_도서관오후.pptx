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10490581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9548851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11593532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10912915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9367197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10723401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첫 번째 생일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책 한 권 읽어 주던 밤의 기억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아기를 소개합니다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45920"/>
            <a:ext cx="3840480" cy="4572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7261A"/>
                </a:solidFill>
              </a:rPr>
              <a:t>아기 사진을 넣어 주세요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4846320" y="164592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돌잡이 이야기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연필 · 공부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14" name="카드 2"/>
          <p:cNvSpPr/>
          <p:nvPr/>
        </p:nvSpPr>
        <p:spPr>
          <a:xfrm>
            <a:off x="3425113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3607993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273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실 · 장수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273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8" name="카드 3"/>
          <p:cNvSpPr/>
          <p:nvPr/>
        </p:nvSpPr>
        <p:spPr>
          <a:xfrm>
            <a:off x="6210147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6393027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돈 · 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22" name="카드 4"/>
          <p:cNvSpPr/>
          <p:nvPr/>
        </p:nvSpPr>
        <p:spPr>
          <a:xfrm>
            <a:off x="8995181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178061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2341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마이크 · 인기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아기의 선택은?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45920"/>
            <a:ext cx="4572000" cy="475488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7261A"/>
                </a:solidFill>
              </a:rPr>
              <a:t>돌잡이 사진</a:t>
            </a:r>
          </a:p>
        </p:txBody>
      </p:sp>
      <p:sp>
        <p:nvSpPr>
          <p:cNvPr id="11" name="선택 칸"/>
          <p:cNvSpPr/>
          <p:nvPr/>
        </p:nvSpPr>
        <p:spPr>
          <a:xfrm>
            <a:off x="5577840" y="1645920"/>
            <a:ext cx="5973775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920240"/>
            <a:ext cx="5425135" cy="4206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사진 모음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13683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6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7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960891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10490581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9548851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11593532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10912915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9367197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10723401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첫 번째 생일을 축하해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37261A"/>
      </a:dk2>
      <a:lt2>
        <a:srgbClr val="F8F4F1"/>
      </a:lt2>
      <a:accent1>
        <a:srgbClr val="765037"/>
      </a:accent1>
      <a:accent2>
        <a:srgbClr val="418B83"/>
      </a:accent2>
      <a:accent3>
        <a:srgbClr val="37261A"/>
      </a:accent3>
      <a:accent4>
        <a:srgbClr val="EDDED4"/>
      </a:accent4>
      <a:accent5>
        <a:srgbClr val="5C6E5D"/>
      </a:accent5>
      <a:accent6>
        <a:srgbClr val="877D76"/>
      </a:accent6>
      <a:hlink>
        <a:srgbClr val="765037"/>
      </a:hlink>
      <a:folHlink>
        <a:srgbClr val="37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