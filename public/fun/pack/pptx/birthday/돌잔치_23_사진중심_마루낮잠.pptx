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F3A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249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바닷가에서 찍은 첫 사진도 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2492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생일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5318607" cy="457200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233007" y="1783080"/>
            <a:ext cx="5318607" cy="457200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해의 순간들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F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F3A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249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BFF3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324927"/>
      </a:dk2>
      <a:lt2>
        <a:srgbClr val="F0FDEA"/>
      </a:lt2>
      <a:accent1>
        <a:srgbClr val="A0EA7B"/>
      </a:accent1>
      <a:accent2>
        <a:srgbClr val="9FEFA9"/>
      </a:accent2>
      <a:accent3>
        <a:srgbClr val="324927"/>
      </a:accent3>
      <a:accent4>
        <a:srgbClr val="DFFAD1"/>
      </a:accent4>
      <a:accent5>
        <a:srgbClr val="A0EC92"/>
      </a:accent5>
      <a:accent6>
        <a:srgbClr val="84927D"/>
      </a:accent6>
      <a:hlink>
        <a:srgbClr val="A0EA7B"/>
      </a:hlink>
      <a:folHlink>
        <a:srgbClr val="32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