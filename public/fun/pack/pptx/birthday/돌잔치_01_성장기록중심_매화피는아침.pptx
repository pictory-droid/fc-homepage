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C570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822658" y="887010"/>
            <a:ext cx="987527" cy="15361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2727067" y="1544102"/>
            <a:ext cx="987527" cy="1536153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2381614" y="2607299"/>
            <a:ext cx="987527" cy="15361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263702" y="2607299"/>
            <a:ext cx="987527" cy="1536153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918249" y="1544102"/>
            <a:ext cx="987527" cy="15361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987246" y="2276864"/>
            <a:ext cx="658351" cy="6583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220532" y="3421079"/>
            <a:ext cx="493763" cy="7680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533097" y="3884474"/>
            <a:ext cx="493763" cy="76807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88969" y="4324937"/>
            <a:ext cx="493763" cy="7680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-336277" y="4133763"/>
            <a:ext cx="493763" cy="76807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-316769" y="3575148"/>
            <a:ext cx="493763" cy="7680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40204" y="4087330"/>
            <a:ext cx="329175" cy="32917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4377400" y="3806243"/>
            <a:ext cx="414761" cy="645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4490988" y="4261819"/>
            <a:ext cx="414761" cy="645184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4092810" y="4510629"/>
            <a:ext cx="414761" cy="645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3733135" y="4208825"/>
            <a:ext cx="414761" cy="645184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3909021" y="3773491"/>
            <a:ext cx="414761" cy="645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4189797" y="4296540"/>
            <a:ext cx="276507" cy="276507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742F4C"/>
                </a:solidFill>
              </a:rPr>
              <a:t>첫 번째 생일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42F4C"/>
                </a:solidFill>
              </a:rPr>
              <a:t>매화처럼 곱게 피어난 우리 아기, 첫 생일 축하해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2F4C"/>
                </a:solidFill>
              </a:rPr>
              <a:t>우리 아기를 소개합니다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42F4C"/>
                </a:solidFill>
              </a:rPr>
              <a:t>아기 사진을 넣어 주세요</a:t>
            </a:r>
          </a:p>
        </p:txBody>
      </p:sp>
      <p:graphicFrame>
        <p:nvGraphicFramePr>
          <p:cNvPr id="24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42F4C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EFD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42F4C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EFD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42F4C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EFD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42F4C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EFD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42F4C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EFD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42F4C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EFD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2F4C"/>
                </a:solidFill>
              </a:rPr>
              <a:t>한 해 성장 기록</a:t>
            </a:r>
          </a:p>
        </p:txBody>
      </p:sp>
      <p:sp>
        <p:nvSpPr>
          <p:cNvPr id="23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때 1"/>
          <p:cNvSpPr/>
          <p:nvPr/>
        </p:nvSpPr>
        <p:spPr>
          <a:xfrm>
            <a:off x="1530065" y="3154680"/>
            <a:ext cx="402336" cy="402336"/>
          </a:xfrm>
          <a:prstGeom prst="ellipse">
            <a:avLst/>
          </a:prstGeom>
          <a:solidFill>
            <a:srgbClr val="B8517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B8517C"/>
                </a:solidFill>
              </a:rPr>
              <a:t>1개월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19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42F4C"/>
                </a:solidFill>
              </a:rPr>
              <a:t>처음 눈을 맞춘 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19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8" name="때 2"/>
          <p:cNvSpPr/>
          <p:nvPr/>
        </p:nvSpPr>
        <p:spPr>
          <a:xfrm>
            <a:off x="3712372" y="3154680"/>
            <a:ext cx="402336" cy="402336"/>
          </a:xfrm>
          <a:prstGeom prst="ellipse">
            <a:avLst/>
          </a:prstGeom>
          <a:solidFill>
            <a:srgbClr val="B8517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68107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B8517C"/>
                </a:solidFill>
              </a:rPr>
              <a:t>3개월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13827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42F4C"/>
                </a:solidFill>
              </a:rPr>
              <a:t>처음 웃은 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13827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32" name="때 3"/>
          <p:cNvSpPr/>
          <p:nvPr/>
        </p:nvSpPr>
        <p:spPr>
          <a:xfrm>
            <a:off x="5894679" y="3154680"/>
            <a:ext cx="402336" cy="402336"/>
          </a:xfrm>
          <a:prstGeom prst="ellipse">
            <a:avLst/>
          </a:prstGeom>
          <a:solidFill>
            <a:srgbClr val="B8517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50414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B8517C"/>
                </a:solidFill>
              </a:rPr>
              <a:t>6개월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96134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42F4C"/>
                </a:solidFill>
              </a:rPr>
              <a:t>뒤집기 성공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96134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36" name="때 4"/>
          <p:cNvSpPr/>
          <p:nvPr/>
        </p:nvSpPr>
        <p:spPr>
          <a:xfrm>
            <a:off x="8076986" y="3154680"/>
            <a:ext cx="402336" cy="402336"/>
          </a:xfrm>
          <a:prstGeom prst="ellipse">
            <a:avLst/>
          </a:prstGeom>
          <a:solidFill>
            <a:srgbClr val="B8517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32721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B8517C"/>
                </a:solidFill>
              </a:rPr>
              <a:t>9개월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78441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42F4C"/>
                </a:solidFill>
              </a:rPr>
              <a:t>첫 이유식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78441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40" name="때 5"/>
          <p:cNvSpPr/>
          <p:nvPr/>
        </p:nvSpPr>
        <p:spPr>
          <a:xfrm>
            <a:off x="10259293" y="3154680"/>
            <a:ext cx="402336" cy="402336"/>
          </a:xfrm>
          <a:prstGeom prst="ellipse">
            <a:avLst/>
          </a:prstGeom>
          <a:solidFill>
            <a:srgbClr val="B8517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5028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B8517C"/>
                </a:solidFill>
              </a:rPr>
              <a:t>12개월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0748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42F4C"/>
                </a:solidFill>
              </a:rPr>
              <a:t>첫 걸음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60748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2F4C"/>
                </a:solidFill>
              </a:rPr>
              <a:t>키와 몸무게</a:t>
            </a:r>
          </a:p>
        </p:txBody>
      </p:sp>
      <p:graphicFrame>
        <p:nvGraphicFramePr>
          <p:cNvPr id="23" name="표"/>
          <p:cNvGraphicFramePr>
            <a:graphicFrameLocks noGrp="1"/>
          </p:cNvGraphicFramePr>
          <p:nvPr/>
        </p:nvGraphicFramePr>
        <p:xfrm>
          <a:off x="640080" y="1600200"/>
          <a:ext cx="10911535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517C"/>
                      </a:solidFill>
                      <a:prstDash val="solid"/>
                    </a:lnL>
                    <a:lnR w="9525" cap="flat" cmpd="sng" algn="ctr">
                      <a:solidFill>
                        <a:srgbClr val="B8517C"/>
                      </a:solidFill>
                      <a:prstDash val="solid"/>
                    </a:lnR>
                    <a:lnT w="9525" cap="flat" cmpd="sng" algn="ctr">
                      <a:solidFill>
                        <a:srgbClr val="B8517C"/>
                      </a:solidFill>
                      <a:prstDash val="solid"/>
                    </a:lnT>
                    <a:lnB w="9525" cap="flat" cmpd="sng" algn="ctr">
                      <a:solidFill>
                        <a:srgbClr val="B8517C"/>
                      </a:solidFill>
                      <a:prstDash val="solid"/>
                    </a:lnB>
                    <a:solidFill>
                      <a:srgbClr val="B851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3개월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517C"/>
                      </a:solidFill>
                      <a:prstDash val="solid"/>
                    </a:lnL>
                    <a:lnR w="9525" cap="flat" cmpd="sng" algn="ctr">
                      <a:solidFill>
                        <a:srgbClr val="B8517C"/>
                      </a:solidFill>
                      <a:prstDash val="solid"/>
                    </a:lnR>
                    <a:lnT w="9525" cap="flat" cmpd="sng" algn="ctr">
                      <a:solidFill>
                        <a:srgbClr val="B8517C"/>
                      </a:solidFill>
                      <a:prstDash val="solid"/>
                    </a:lnT>
                    <a:lnB w="9525" cap="flat" cmpd="sng" algn="ctr">
                      <a:solidFill>
                        <a:srgbClr val="B8517C"/>
                      </a:solidFill>
                      <a:prstDash val="solid"/>
                    </a:lnB>
                    <a:solidFill>
                      <a:srgbClr val="B851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6개월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517C"/>
                      </a:solidFill>
                      <a:prstDash val="solid"/>
                    </a:lnL>
                    <a:lnR w="9525" cap="flat" cmpd="sng" algn="ctr">
                      <a:solidFill>
                        <a:srgbClr val="B8517C"/>
                      </a:solidFill>
                      <a:prstDash val="solid"/>
                    </a:lnR>
                    <a:lnT w="9525" cap="flat" cmpd="sng" algn="ctr">
                      <a:solidFill>
                        <a:srgbClr val="B8517C"/>
                      </a:solidFill>
                      <a:prstDash val="solid"/>
                    </a:lnT>
                    <a:lnB w="9525" cap="flat" cmpd="sng" algn="ctr">
                      <a:solidFill>
                        <a:srgbClr val="B8517C"/>
                      </a:solidFill>
                      <a:prstDash val="solid"/>
                    </a:lnB>
                    <a:solidFill>
                      <a:srgbClr val="B851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9개월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517C"/>
                      </a:solidFill>
                      <a:prstDash val="solid"/>
                    </a:lnL>
                    <a:lnR w="9525" cap="flat" cmpd="sng" algn="ctr">
                      <a:solidFill>
                        <a:srgbClr val="B8517C"/>
                      </a:solidFill>
                      <a:prstDash val="solid"/>
                    </a:lnR>
                    <a:lnT w="9525" cap="flat" cmpd="sng" algn="ctr">
                      <a:solidFill>
                        <a:srgbClr val="B8517C"/>
                      </a:solidFill>
                      <a:prstDash val="solid"/>
                    </a:lnT>
                    <a:lnB w="9525" cap="flat" cmpd="sng" algn="ctr">
                      <a:solidFill>
                        <a:srgbClr val="B8517C"/>
                      </a:solidFill>
                      <a:prstDash val="solid"/>
                    </a:lnB>
                    <a:solidFill>
                      <a:srgbClr val="B851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12개월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517C"/>
                      </a:solidFill>
                      <a:prstDash val="solid"/>
                    </a:lnL>
                    <a:lnR w="9525" cap="flat" cmpd="sng" algn="ctr">
                      <a:solidFill>
                        <a:srgbClr val="B8517C"/>
                      </a:solidFill>
                      <a:prstDash val="solid"/>
                    </a:lnR>
                    <a:lnT w="9525" cap="flat" cmpd="sng" algn="ctr">
                      <a:solidFill>
                        <a:srgbClr val="B8517C"/>
                      </a:solidFill>
                      <a:prstDash val="solid"/>
                    </a:lnT>
                    <a:lnB w="9525" cap="flat" cmpd="sng" algn="ctr">
                      <a:solidFill>
                        <a:srgbClr val="B8517C"/>
                      </a:solidFill>
                      <a:prstDash val="solid"/>
                    </a:lnB>
                    <a:solidFill>
                      <a:srgbClr val="B8517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42F4C"/>
                          </a:solidFill>
                        </a:rPr>
                        <a:t>키(cm)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EFD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42F4C"/>
                          </a:solidFill>
                        </a:rPr>
                        <a:t>몸무게(kg)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EFD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42F4C"/>
                          </a:solidFill>
                        </a:rPr>
                        <a:t>새로 한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EFD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2F4C"/>
                </a:solidFill>
              </a:rPr>
              <a:t>사진 모음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 1</a:t>
            </a:r>
          </a:p>
        </p:txBody>
      </p:sp>
      <p:sp>
        <p:nvSpPr>
          <p:cNvPr id="24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 2</a:t>
            </a:r>
          </a:p>
        </p:txBody>
      </p:sp>
      <p:sp>
        <p:nvSpPr>
          <p:cNvPr id="25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 3</a:t>
            </a:r>
          </a:p>
        </p:txBody>
      </p:sp>
      <p:sp>
        <p:nvSpPr>
          <p:cNvPr id="26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 4</a:t>
            </a:r>
          </a:p>
        </p:txBody>
      </p:sp>
      <p:sp>
        <p:nvSpPr>
          <p:cNvPr id="27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 5</a:t>
            </a:r>
          </a:p>
        </p:txBody>
      </p:sp>
      <p:sp>
        <p:nvSpPr>
          <p:cNvPr id="28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 6</a:t>
            </a:r>
          </a:p>
        </p:txBody>
      </p:sp>
      <p:sp>
        <p:nvSpPr>
          <p:cNvPr id="29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 7</a:t>
            </a:r>
          </a:p>
        </p:txBody>
      </p:sp>
      <p:sp>
        <p:nvSpPr>
          <p:cNvPr id="30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C570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822658" y="887010"/>
            <a:ext cx="987527" cy="15361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2727067" y="1544102"/>
            <a:ext cx="987527" cy="1536153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2381614" y="2607299"/>
            <a:ext cx="987527" cy="15361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263702" y="2607299"/>
            <a:ext cx="987527" cy="1536153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918249" y="1544102"/>
            <a:ext cx="987527" cy="15361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987246" y="2276864"/>
            <a:ext cx="658351" cy="6583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220532" y="3421079"/>
            <a:ext cx="493763" cy="7680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533097" y="3884474"/>
            <a:ext cx="493763" cy="76807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88969" y="4324937"/>
            <a:ext cx="493763" cy="7680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-336277" y="4133763"/>
            <a:ext cx="493763" cy="76807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-316769" y="3575148"/>
            <a:ext cx="493763" cy="7680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40204" y="4087330"/>
            <a:ext cx="329175" cy="32917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4377400" y="3806243"/>
            <a:ext cx="414761" cy="645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4490988" y="4261819"/>
            <a:ext cx="414761" cy="645184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4092810" y="4510629"/>
            <a:ext cx="414761" cy="645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3733135" y="4208825"/>
            <a:ext cx="414761" cy="645184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3909021" y="3773491"/>
            <a:ext cx="414761" cy="645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4189797" y="4296540"/>
            <a:ext cx="276507" cy="276507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742F4C"/>
                </a:solidFill>
              </a:rPr>
              <a:t>함께해 주셔서 감사합니다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42F4C"/>
                </a:solidFill>
              </a:rPr>
              <a:t>첫 번째 생일을 축하해 주셔서 고맙습니다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성장 기록 중심)">
  <a:themeElements>
    <a:clrScheme name="Office">
      <a:dk1>
        <a:sysClr val="windowText" lastClr="000000"/>
      </a:dk1>
      <a:lt1>
        <a:sysClr val="window" lastClr="FFFFFF"/>
      </a:lt1>
      <a:dk2>
        <a:srgbClr val="742F4C"/>
      </a:dk2>
      <a:lt2>
        <a:srgbClr val="F9F1F4"/>
      </a:lt2>
      <a:accent1>
        <a:srgbClr val="B8517C"/>
      </a:accent1>
      <a:accent2>
        <a:srgbClr val="3B9142"/>
      </a:accent2>
      <a:accent3>
        <a:srgbClr val="742F4C"/>
      </a:accent3>
      <a:accent4>
        <a:srgbClr val="EFD2DE"/>
      </a:accent4>
      <a:accent5>
        <a:srgbClr val="7A715F"/>
      </a:accent5>
      <a:accent6>
        <a:srgbClr val="AC8294"/>
      </a:accent6>
      <a:hlink>
        <a:srgbClr val="B8517C"/>
      </a:hlink>
      <a:folHlink>
        <a:srgbClr val="742F4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