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74591B"/>
                </a:solidFill>
              </a:rPr>
              <a:t>첫 번째 생일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입춘 햇살처럼 우리에게 와 준 너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우리 아기를 소개합니다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4591B"/>
                </a:solidFill>
              </a:rPr>
              <a:t>아기 사진을 넣어 주세요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돌잡이 이야기</a:t>
            </a:r>
          </a:p>
        </p:txBody>
      </p:sp>
      <p:sp>
        <p:nvSpPr>
          <p:cNvPr id="9" name="카드 1"/>
          <p:cNvSpPr/>
          <p:nvPr/>
        </p:nvSpPr>
        <p:spPr>
          <a:xfrm>
            <a:off x="822960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연필 · 공부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13" name="카드 2"/>
          <p:cNvSpPr/>
          <p:nvPr/>
        </p:nvSpPr>
        <p:spPr>
          <a:xfrm>
            <a:off x="3516553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3699433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713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실 · 장수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3713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7" name="카드 3"/>
          <p:cNvSpPr/>
          <p:nvPr/>
        </p:nvSpPr>
        <p:spPr>
          <a:xfrm>
            <a:off x="6210147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돈 · 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21" name="카드 4"/>
          <p:cNvSpPr/>
          <p:nvPr/>
        </p:nvSpPr>
        <p:spPr>
          <a:xfrm>
            <a:off x="8903741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4"/>
          <p:cNvSpPr/>
          <p:nvPr/>
        </p:nvSpPr>
        <p:spPr>
          <a:xfrm>
            <a:off x="9086621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0901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마이크 · 인기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0901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우리 아기의 선택은?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1554480"/>
            <a:ext cx="4572000" cy="46177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4591B"/>
                </a:solidFill>
              </a:rPr>
              <a:t>돌잡이 사진</a:t>
            </a:r>
          </a:p>
        </p:txBody>
      </p:sp>
      <p:sp>
        <p:nvSpPr>
          <p:cNvPr id="10" name="선택 칸"/>
          <p:cNvSpPr/>
          <p:nvPr/>
        </p:nvSpPr>
        <p:spPr>
          <a:xfrm>
            <a:off x="5760720" y="1554480"/>
            <a:ext cx="5608015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828800"/>
            <a:ext cx="5059375" cy="4069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사진 모음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6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7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4591B"/>
                </a:solidFill>
              </a:rPr>
              <a:t>함께해 주셔서 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첫 번째 생일을 축하해 주셔서 고맙습니다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74591B"/>
      </a:dk2>
      <a:lt2>
        <a:srgbClr val="FBF7EE"/>
      </a:lt2>
      <a:accent1>
        <a:srgbClr val="C6992F"/>
      </a:accent1>
      <a:accent2>
        <a:srgbClr val="3B8091"/>
      </a:accent2>
      <a:accent3>
        <a:srgbClr val="74591B"/>
      </a:accent3>
      <a:accent4>
        <a:srgbClr val="F5E9CC"/>
      </a:accent4>
      <a:accent5>
        <a:srgbClr val="808C60"/>
      </a:accent5>
      <a:accent6>
        <a:srgbClr val="AC9B76"/>
      </a:accent6>
      <a:hlink>
        <a:srgbClr val="C6992F"/>
      </a:hlink>
      <a:folHlink>
        <a:srgbClr val="7459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