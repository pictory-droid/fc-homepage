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884111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84111"/>
                </a:solidFill>
              </a:rPr>
              <a:t>일 년 전 오늘 태어났습니다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84111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5120640" y="1600200"/>
          <a:ext cx="643097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0217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태어난 날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914400" y="3337560"/>
            <a:ext cx="10637215" cy="54864"/>
          </a:xfrm>
          <a:prstGeom prst="rect">
            <a:avLst/>
          </a:prstGeom>
          <a:solidFill>
            <a:srgbClr val="FAD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2042883" y="3154680"/>
            <a:ext cx="402336" cy="402336"/>
          </a:xfrm>
          <a:prstGeom prst="ellipse">
            <a:avLst/>
          </a:prstGeom>
          <a:solidFill>
            <a:srgbClr val="E36C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36C1C"/>
                </a:solidFill>
              </a:rPr>
              <a:t>임신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소식을 들은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4702187" y="3154680"/>
            <a:ext cx="402336" cy="402336"/>
          </a:xfrm>
          <a:prstGeom prst="ellipse">
            <a:avLst/>
          </a:prstGeom>
          <a:solidFill>
            <a:srgbClr val="E36C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36C1C"/>
                </a:solidFill>
              </a:rPr>
              <a:t>출산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3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태어난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3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7361491" y="3154680"/>
            <a:ext cx="402336" cy="402336"/>
          </a:xfrm>
          <a:prstGeom prst="ellipse">
            <a:avLst/>
          </a:prstGeom>
          <a:solidFill>
            <a:srgbClr val="E36C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8727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36C1C"/>
                </a:solidFill>
              </a:rPr>
              <a:t>첫 만남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품에 안은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10020795" y="3154680"/>
            <a:ext cx="402336" cy="402336"/>
          </a:xfrm>
          <a:prstGeom prst="ellipse">
            <a:avLst/>
          </a:prstGeom>
          <a:solidFill>
            <a:srgbClr val="E36C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8031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36C1C"/>
                </a:solidFill>
              </a:rPr>
              <a:t>집으로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3751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함께 돌아온 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3751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첫 번째 순간들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첫 웃음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630853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813733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8013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첫 뒤집기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8013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347307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530187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4467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첫 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4467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9063761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246641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00921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첫 걸음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0921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619423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324447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029471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914400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619423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24447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9029471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ADBC7"/>
          </a:solidFill>
          <a:ln w="19050">
            <a:solidFill>
              <a:srgbClr val="E36C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84111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884111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84111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884111"/>
      </a:dk2>
      <a:lt2>
        <a:srgbClr val="FDF3ED"/>
      </a:lt2>
      <a:accent1>
        <a:srgbClr val="E36C1C"/>
      </a:accent1>
      <a:accent2>
        <a:srgbClr val="3B9188"/>
      </a:accent2>
      <a:accent3>
        <a:srgbClr val="884111"/>
      </a:accent3>
      <a:accent4>
        <a:srgbClr val="FADBC7"/>
      </a:accent4>
      <a:accent5>
        <a:srgbClr val="8F7E52"/>
      </a:accent5>
      <a:accent6>
        <a:srgbClr val="B88D70"/>
      </a:accent6>
      <a:hlink>
        <a:srgbClr val="E36C1C"/>
      </a:hlink>
      <a:folHlink>
        <a:srgbClr val="88411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