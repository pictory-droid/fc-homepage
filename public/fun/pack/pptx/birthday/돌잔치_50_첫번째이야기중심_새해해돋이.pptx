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884111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일 년 전 오늘 태어났습니다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84111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태어난 날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임신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소식을 들은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출산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첫 만남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품에 안은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집으로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함께 돌아온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첫 번째 순간들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첫 웃음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630853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813733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8013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첫 뒤집기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8013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347307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530187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4467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첫 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4467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9063761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246641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0921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첫 걸음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0921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88411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