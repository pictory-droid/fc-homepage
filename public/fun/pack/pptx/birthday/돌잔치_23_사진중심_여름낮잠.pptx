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314F22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F22"/>
                </a:solidFill>
              </a:rPr>
              <a:t>여름 바닷가에서 찍은 첫 사진도 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우리 아기를 소개합니다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14F22"/>
                </a:solidFill>
              </a:rPr>
              <a:t>아기 사진을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F22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F22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F22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F22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F22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F22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첫 번째 생일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5318607" cy="480060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14F22"/>
                </a:solidFill>
              </a:rPr>
              <a:t>대표 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233007" y="1600200"/>
            <a:ext cx="5318607" cy="480060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14F22"/>
                </a:solidFill>
              </a:rPr>
              <a:t>대표 사진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한 해의 순간들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사진 모음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6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7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314F22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F22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사진 중심)">
  <a:themeElements>
    <a:clrScheme name="Office">
      <a:dk1>
        <a:sysClr val="windowText" lastClr="000000"/>
      </a:dk1>
      <a:lt1>
        <a:sysClr val="window" lastClr="FFFFFF"/>
      </a:lt1>
      <a:dk2>
        <a:srgbClr val="314F22"/>
      </a:dk2>
      <a:lt2>
        <a:srgbClr val="F3F9F1"/>
      </a:lt2>
      <a:accent1>
        <a:srgbClr val="5D9640"/>
      </a:accent1>
      <a:accent2>
        <a:srgbClr val="4B3D8F"/>
      </a:accent2>
      <a:accent3>
        <a:srgbClr val="314F22"/>
      </a:accent3>
      <a:accent4>
        <a:srgbClr val="DCEED3"/>
      </a:accent4>
      <a:accent5>
        <a:srgbClr val="546A68"/>
      </a:accent5>
      <a:accent6>
        <a:srgbClr val="83957A"/>
      </a:accent6>
      <a:hlink>
        <a:srgbClr val="5D9640"/>
      </a:hlink>
      <a:folHlink>
        <a:srgbClr val="314F22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