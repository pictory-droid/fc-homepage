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9562E"/>
                </a:solidFill>
              </a:rPr>
              <a:t>첫 번째 생일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오월의 햇살처럼 눈부신 첫 생일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 아기를 소개합니다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562E"/>
                </a:solidFill>
              </a:rPr>
              <a:t>아기 사진을 넣어 주세요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6F8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562E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E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4EBD6"/>
                      </a:solidFill>
                      <a:prstDash val="solid"/>
                    </a:lnL>
                    <a:lnR w="9525" cap="flat" cmpd="sng" algn="ctr">
                      <a:solidFill>
                        <a:srgbClr val="E4EBD6"/>
                      </a:solidFill>
                      <a:prstDash val="solid"/>
                    </a:lnR>
                    <a:lnT w="9525" cap="flat" cmpd="sng" algn="ctr">
                      <a:solidFill>
                        <a:srgbClr val="E4EBD6"/>
                      </a:solidFill>
                      <a:prstDash val="solid"/>
                    </a:lnT>
                    <a:lnB w="9525" cap="flat" cmpd="sng" algn="ctr">
                      <a:solidFill>
                        <a:srgbClr val="E4EB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돌잡이 이야기</a:t>
            </a:r>
          </a:p>
        </p:txBody>
      </p:sp>
      <p:sp>
        <p:nvSpPr>
          <p:cNvPr id="13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연필 · 공부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7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실 · 장수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21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돈 · 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5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마이크 · 인기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 아기의 선택은?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562E"/>
                </a:solidFill>
              </a:rPr>
              <a:t>돌잡이 사진</a:t>
            </a:r>
          </a:p>
        </p:txBody>
      </p:sp>
      <p:sp>
        <p:nvSpPr>
          <p:cNvPr id="14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2700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사진 모음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1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2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3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4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5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6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7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9562E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첫 번째 생일을 축하해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