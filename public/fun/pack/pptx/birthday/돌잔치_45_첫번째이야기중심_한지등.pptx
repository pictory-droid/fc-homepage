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7C5D27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C5D27"/>
                </a:solidFill>
              </a:rPr>
              <a:t>첫 눈을 보여 주러 안고 나갔던 날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7C5D27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C5D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C5D27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C5D27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C5D27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C5D27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C5D27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태어난 날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F2E5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C4964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49645"/>
                </a:solidFill>
              </a:rPr>
              <a:t>임신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소식을 들은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C4964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49645"/>
                </a:solidFill>
              </a:rPr>
              <a:t>출산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태어난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C4964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49645"/>
                </a:solidFill>
              </a:rPr>
              <a:t>첫 만남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품에 안은 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C4964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49645"/>
                </a:solidFill>
              </a:rPr>
              <a:t>집으로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함께 돌아온 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첫 번째 순간들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5875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첫 웃음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9" name="카드 2"/>
          <p:cNvSpPr/>
          <p:nvPr/>
        </p:nvSpPr>
        <p:spPr>
          <a:xfrm>
            <a:off x="3425113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5875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607993" y="178308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첫 뒤집기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3" name="카드 3"/>
          <p:cNvSpPr/>
          <p:nvPr/>
        </p:nvSpPr>
        <p:spPr>
          <a:xfrm>
            <a:off x="6210147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5875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첫 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7" name="카드 4"/>
          <p:cNvSpPr/>
          <p:nvPr/>
        </p:nvSpPr>
        <p:spPr>
          <a:xfrm>
            <a:off x="8995181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5875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178061" y="178308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첫 걸음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C5D27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C5D27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첫 번째 이야기 중심)">
  <a:themeElements>
    <a:clrScheme name="Office">
      <a:dk1>
        <a:sysClr val="windowText" lastClr="000000"/>
      </a:dk1>
      <a:lt1>
        <a:sysClr val="window" lastClr="FFFFFF"/>
      </a:lt1>
      <a:dk2>
        <a:srgbClr val="7C5D27"/>
      </a:dk2>
      <a:lt2>
        <a:srgbClr val="FAF6EF"/>
      </a:lt2>
      <a:accent1>
        <a:srgbClr val="C49645"/>
      </a:accent1>
      <a:accent2>
        <a:srgbClr val="3B8591"/>
      </a:accent2>
      <a:accent3>
        <a:srgbClr val="7C5D27"/>
      </a:accent3>
      <a:accent4>
        <a:srgbClr val="F2E5CF"/>
      </a:accent4>
      <a:accent5>
        <a:srgbClr val="808E6B"/>
      </a:accent5>
      <a:accent6>
        <a:srgbClr val="B09E7D"/>
      </a:accent6>
      <a:hlink>
        <a:srgbClr val="C49645"/>
      </a:hlink>
      <a:folHlink>
        <a:srgbClr val="7C5D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