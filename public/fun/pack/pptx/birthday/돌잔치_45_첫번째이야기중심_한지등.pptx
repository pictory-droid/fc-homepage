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4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D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첫 눈을 보여 주러 안고 나갔던 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BF6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D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6EA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D5"/>
                      </a:solidFill>
                      <a:prstDash val="solid"/>
                    </a:lnL>
                    <a:lnR w="9525" cap="flat" cmpd="sng" algn="ctr">
                      <a:solidFill>
                        <a:srgbClr val="F6EAD5"/>
                      </a:solidFill>
                      <a:prstDash val="solid"/>
                    </a:lnR>
                    <a:lnT w="9525" cap="flat" cmpd="sng" algn="ctr">
                      <a:solidFill>
                        <a:srgbClr val="F6EAD5"/>
                      </a:solidFill>
                      <a:prstDash val="solid"/>
                    </a:lnT>
                    <a:lnB w="9525" cap="flat" cmpd="sng" algn="ctr">
                      <a:solidFill>
                        <a:srgbClr val="F6EA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태어난 날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C6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698"/>
                </a:solidFill>
              </a:rPr>
              <a:t>임신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소식을 들은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C6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698"/>
                </a:solidFill>
              </a:rPr>
              <a:t>출산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태어난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C6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698"/>
                </a:solidFill>
              </a:rPr>
              <a:t>첫 만남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품에 안은 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C6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C698"/>
                </a:solidFill>
              </a:rPr>
              <a:t>집으로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함께 돌아온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첫 번째 순간들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6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1C6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D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첫 웃음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6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E1C6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D2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첫 뒤집기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5" name="카드 3"/>
          <p:cNvSpPr/>
          <p:nvPr/>
        </p:nvSpPr>
        <p:spPr>
          <a:xfrm>
            <a:off x="6210147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6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E1C6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D2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첫 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  <p:sp>
        <p:nvSpPr>
          <p:cNvPr id="19" name="카드 4"/>
          <p:cNvSpPr/>
          <p:nvPr/>
        </p:nvSpPr>
        <p:spPr>
          <a:xfrm>
            <a:off x="8995181" y="1783080"/>
            <a:ext cx="2556433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C6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E1C6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D27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D27"/>
                </a:solidFill>
              </a:rPr>
              <a:t>첫 걸음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2341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6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413683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187287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960891" y="1783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40690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F6EA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A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4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D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D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493D27"/>
      </a:dk2>
      <a:lt2>
        <a:srgbClr val="FBF6EC"/>
      </a:lt2>
      <a:accent1>
        <a:srgbClr val="E1C698"/>
      </a:accent1>
      <a:accent2>
        <a:srgbClr val="E5EAB8"/>
      </a:accent2>
      <a:accent3>
        <a:srgbClr val="493D27"/>
      </a:accent3>
      <a:accent4>
        <a:srgbClr val="F6EAD5"/>
      </a:accent4>
      <a:accent5>
        <a:srgbClr val="E3D8A8"/>
      </a:accent5>
      <a:accent6>
        <a:srgbClr val="928B7D"/>
      </a:accent6>
      <a:hlink>
        <a:srgbClr val="E1C698"/>
      </a:hlink>
      <a:folHlink>
        <a:srgbClr val="493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