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7AA9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36454" y="530040"/>
            <a:ext cx="546217" cy="5462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3094260" y="3720413"/>
            <a:ext cx="618972" cy="61897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217132" y="1276566"/>
            <a:ext cx="506859" cy="50685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2541412" y="4144525"/>
            <a:ext cx="484077" cy="4840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3213588" y="3551097"/>
            <a:ext cx="667992" cy="66799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91595" y="1555373"/>
            <a:ext cx="682733" cy="68273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2536144" y="4013377"/>
            <a:ext cx="778231" cy="77823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218543" y="558655"/>
            <a:ext cx="292039" cy="292039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2113401" y="1674958"/>
            <a:ext cx="495635" cy="495635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543038" y="1384291"/>
            <a:ext cx="546888" cy="5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2065202" y="493764"/>
            <a:ext cx="391634" cy="391634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314F22"/>
                </a:solidFill>
              </a:rPr>
              <a:t>첫 번째 생일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F22"/>
                </a:solidFill>
              </a:rPr>
              <a:t>여름밤 별처럼 빛나는 우리 아기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우리 아기를 소개합니다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14F22"/>
                </a:solidFill>
              </a:rPr>
              <a:t>아기 사진을 넣어 주세요</a:t>
            </a:r>
          </a:p>
        </p:txBody>
      </p:sp>
      <p:graphicFrame>
        <p:nvGraphicFramePr>
          <p:cNvPr id="17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3F9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14F22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DC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CEED3"/>
                      </a:solidFill>
                      <a:prstDash val="solid"/>
                    </a:lnL>
                    <a:lnR w="9525" cap="flat" cmpd="sng" algn="ctr">
                      <a:solidFill>
                        <a:srgbClr val="DCEED3"/>
                      </a:solidFill>
                      <a:prstDash val="solid"/>
                    </a:lnR>
                    <a:lnT w="9525" cap="flat" cmpd="sng" algn="ctr">
                      <a:solidFill>
                        <a:srgbClr val="DCEED3"/>
                      </a:solidFill>
                      <a:prstDash val="solid"/>
                    </a:lnT>
                    <a:lnB w="9525" cap="flat" cmpd="sng" algn="ctr">
                      <a:solidFill>
                        <a:srgbClr val="DC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첫 번째 생일 사진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600200"/>
            <a:ext cx="5318607" cy="480060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14F22"/>
                </a:solidFill>
              </a:rPr>
              <a:t>대표 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233007" y="1600200"/>
            <a:ext cx="5318607" cy="480060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14F22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한 해의 순간들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6013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36926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20702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84889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69742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766174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83440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21091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67183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110329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53927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사진 모음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6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7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CEED3"/>
          </a:solidFill>
          <a:ln w="19050">
            <a:solidFill>
              <a:srgbClr val="5D964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F22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7AA9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36454" y="530040"/>
            <a:ext cx="546217" cy="5462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3094260" y="3720413"/>
            <a:ext cx="618972" cy="61897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217132" y="1276566"/>
            <a:ext cx="506859" cy="50685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2541412" y="4144525"/>
            <a:ext cx="484077" cy="4840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3213588" y="3551097"/>
            <a:ext cx="667992" cy="66799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91595" y="1555373"/>
            <a:ext cx="682733" cy="68273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2536144" y="4013377"/>
            <a:ext cx="778231" cy="77823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218543" y="558655"/>
            <a:ext cx="292039" cy="292039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2113401" y="1674958"/>
            <a:ext cx="495635" cy="495635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543038" y="1384291"/>
            <a:ext cx="546888" cy="5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2065202" y="493764"/>
            <a:ext cx="391634" cy="391634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314F22"/>
                </a:solidFill>
              </a:rPr>
              <a:t>함께해 주셔서 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F22"/>
                </a:solidFill>
              </a:rPr>
              <a:t>첫 번째 생일을 축하해 주셔서 고맙습니다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314F22"/>
      </a:dk2>
      <a:lt2>
        <a:srgbClr val="F3F9F1"/>
      </a:lt2>
      <a:accent1>
        <a:srgbClr val="5D9640"/>
      </a:accent1>
      <a:accent2>
        <a:srgbClr val="4B3D8F"/>
      </a:accent2>
      <a:accent3>
        <a:srgbClr val="314F22"/>
      </a:accent3>
      <a:accent4>
        <a:srgbClr val="DCEED3"/>
      </a:accent4>
      <a:accent5>
        <a:srgbClr val="546A68"/>
      </a:accent5>
      <a:accent6>
        <a:srgbClr val="83957A"/>
      </a:accent6>
      <a:hlink>
        <a:srgbClr val="5D9640"/>
      </a:hlink>
      <a:folHlink>
        <a:srgbClr val="314F2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