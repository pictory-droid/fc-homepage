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B151B"/>
                </a:solidFill>
              </a:rPr>
              <a:t>첫 번째 생일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속의 동백처럼 곱게 피어난 아기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아기를 소개합니다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151B"/>
                </a:solidFill>
              </a:rPr>
              <a:t>아기 사진을 넣어 주세요</a:t>
            </a:r>
          </a:p>
        </p:txBody>
      </p:sp>
      <p:graphicFrame>
        <p:nvGraphicFramePr>
          <p:cNvPr id="24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돌잡이 이야기</a:t>
            </a:r>
          </a:p>
        </p:txBody>
      </p:sp>
      <p:sp>
        <p:nvSpPr>
          <p:cNvPr id="23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연필 · 공부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27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실 · 장수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31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돈 · 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35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마이크 · 인기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아기의 선택은?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440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151B"/>
                </a:solidFill>
              </a:rPr>
              <a:t>돌잡이 사진</a:t>
            </a:r>
          </a:p>
        </p:txBody>
      </p:sp>
      <p:sp>
        <p:nvSpPr>
          <p:cNvPr id="24" name="선택 칸"/>
          <p:cNvSpPr/>
          <p:nvPr/>
        </p:nvSpPr>
        <p:spPr>
          <a:xfrm>
            <a:off x="5852160" y="1600200"/>
            <a:ext cx="5699455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874519"/>
            <a:ext cx="515081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사진 모음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7</a:t>
            </a:r>
          </a:p>
        </p:txBody>
      </p:sp>
      <p:sp>
        <p:nvSpPr>
          <p:cNvPr id="30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151B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첫 번째 생일을 축하해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