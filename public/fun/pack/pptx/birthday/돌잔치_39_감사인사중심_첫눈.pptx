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A5E88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와 주신 만큼 건강하게 키우겠습니다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A5E88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937759" y="1600200"/>
          <a:ext cx="652241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초대합니다</a:t>
            </a:r>
          </a:p>
        </p:txBody>
      </p:sp>
      <p:sp>
        <p:nvSpPr>
          <p:cNvPr id="4" name="초대 글 칸"/>
          <p:cNvSpPr/>
          <p:nvPr/>
        </p:nvSpPr>
        <p:spPr>
          <a:xfrm>
            <a:off x="731520" y="1600200"/>
            <a:ext cx="10728655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초대 글"/>
          <p:cNvSpPr txBox="1"/>
          <p:nvPr/>
        </p:nvSpPr>
        <p:spPr>
          <a:xfrm>
            <a:off x="1188720" y="1965960"/>
            <a:ext cx="981425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부모의 한마디</a:t>
            </a:r>
          </a:p>
        </p:txBody>
      </p:sp>
      <p:sp>
        <p:nvSpPr>
          <p:cNvPr id="4" name="편지 칸"/>
          <p:cNvSpPr/>
          <p:nvPr/>
        </p:nvSpPr>
        <p:spPr>
          <a:xfrm>
            <a:off x="731520" y="1600200"/>
            <a:ext cx="10728655" cy="4617720"/>
          </a:xfrm>
          <a:prstGeom prst="roundRect">
            <a:avLst>
              <a:gd name="adj" fmla="val 8000"/>
            </a:avLst>
          </a:prstGeom>
          <a:solidFill>
            <a:srgbClr val="D3DFEE"/>
          </a:solidFill>
          <a:ln w="12700">
            <a:solidFill>
              <a:srgbClr val="6991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편지 글"/>
          <p:cNvSpPr txBox="1"/>
          <p:nvPr/>
        </p:nvSpPr>
        <p:spPr>
          <a:xfrm>
            <a:off x="1188720" y="1965960"/>
            <a:ext cx="981425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59403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15171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31520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59403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15171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A5E88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