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DD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E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옹알이가 말이 되는 날을 기다립니다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3E4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 해 성장 기록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5EB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530065" y="3154680"/>
            <a:ext cx="402336" cy="402336"/>
          </a:xfrm>
          <a:prstGeom prst="ellipse">
            <a:avLst/>
          </a:prstGeom>
          <a:solidFill>
            <a:srgbClr val="79B8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9B8D8"/>
                </a:solidFill>
              </a:rPr>
              <a:t>1개월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E49"/>
                </a:solidFill>
              </a:rPr>
              <a:t>처음 눈을 맞춘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1" name="때 2"/>
          <p:cNvSpPr/>
          <p:nvPr/>
        </p:nvSpPr>
        <p:spPr>
          <a:xfrm>
            <a:off x="3712372" y="3154680"/>
            <a:ext cx="402336" cy="402336"/>
          </a:xfrm>
          <a:prstGeom prst="ellipse">
            <a:avLst/>
          </a:prstGeom>
          <a:solidFill>
            <a:srgbClr val="79B8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8107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9B8D8"/>
                </a:solidFill>
              </a:rPr>
              <a:t>3개월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3827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E49"/>
                </a:solidFill>
              </a:rPr>
              <a:t>처음 웃은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3827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5" name="때 3"/>
          <p:cNvSpPr/>
          <p:nvPr/>
        </p:nvSpPr>
        <p:spPr>
          <a:xfrm>
            <a:off x="5894679" y="3154680"/>
            <a:ext cx="402336" cy="402336"/>
          </a:xfrm>
          <a:prstGeom prst="ellipse">
            <a:avLst/>
          </a:prstGeom>
          <a:solidFill>
            <a:srgbClr val="79B8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0414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9B8D8"/>
                </a:solidFill>
              </a:rPr>
              <a:t>6개월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6134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E49"/>
                </a:solidFill>
              </a:rPr>
              <a:t>뒤집기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6134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19" name="때 4"/>
          <p:cNvSpPr/>
          <p:nvPr/>
        </p:nvSpPr>
        <p:spPr>
          <a:xfrm>
            <a:off x="8076986" y="3154680"/>
            <a:ext cx="402336" cy="402336"/>
          </a:xfrm>
          <a:prstGeom prst="ellipse">
            <a:avLst/>
          </a:prstGeom>
          <a:solidFill>
            <a:srgbClr val="79B8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721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9B8D8"/>
                </a:solidFill>
              </a:rPr>
              <a:t>9개월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441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E49"/>
                </a:solidFill>
              </a:rPr>
              <a:t>첫 이유식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441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  <p:sp>
        <p:nvSpPr>
          <p:cNvPr id="23" name="때 5"/>
          <p:cNvSpPr/>
          <p:nvPr/>
        </p:nvSpPr>
        <p:spPr>
          <a:xfrm>
            <a:off x="10259293" y="3154680"/>
            <a:ext cx="402336" cy="402336"/>
          </a:xfrm>
          <a:prstGeom prst="ellipse">
            <a:avLst/>
          </a:prstGeom>
          <a:solidFill>
            <a:srgbClr val="79B8D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5028" y="2514600"/>
            <a:ext cx="2090867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9B8D8"/>
                </a:solidFill>
              </a:rPr>
              <a:t>12개월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0748" y="3703320"/>
            <a:ext cx="1999427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E49"/>
                </a:solidFill>
              </a:rPr>
              <a:t>첫 걸음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0748" y="4206240"/>
            <a:ext cx="1999427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6231F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키와 몸무게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9B8D8"/>
                      </a:solidFill>
                      <a:prstDash val="solid"/>
                    </a:lnL>
                    <a:lnR w="9525" cap="flat" cmpd="sng" algn="ctr">
                      <a:solidFill>
                        <a:srgbClr val="79B8D8"/>
                      </a:solidFill>
                      <a:prstDash val="solid"/>
                    </a:lnR>
                    <a:lnT w="9525" cap="flat" cmpd="sng" algn="ctr">
                      <a:solidFill>
                        <a:srgbClr val="79B8D8"/>
                      </a:solidFill>
                      <a:prstDash val="solid"/>
                    </a:lnT>
                    <a:lnB w="9525" cap="flat" cmpd="sng" algn="ctr">
                      <a:solidFill>
                        <a:srgbClr val="79B8D8"/>
                      </a:solidFill>
                      <a:prstDash val="solid"/>
                    </a:lnB>
                    <a:solidFill>
                      <a:srgbClr val="79B8D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E49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E49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ECF6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73E49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D5EB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BF6"/>
                      </a:solidFill>
                      <a:prstDash val="solid"/>
                    </a:lnL>
                    <a:lnR w="9525" cap="flat" cmpd="sng" algn="ctr">
                      <a:solidFill>
                        <a:srgbClr val="D5EBF6"/>
                      </a:solidFill>
                      <a:prstDash val="solid"/>
                    </a:lnR>
                    <a:lnT w="9525" cap="flat" cmpd="sng" algn="ctr">
                      <a:solidFill>
                        <a:srgbClr val="D5EBF6"/>
                      </a:solidFill>
                      <a:prstDash val="solid"/>
                    </a:lnT>
                    <a:lnB w="9525" cap="flat" cmpd="sng" algn="ctr">
                      <a:solidFill>
                        <a:srgbClr val="D5EB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mathPlus">
            <a:avLst/>
          </a:prstGeom>
          <a:solidFill>
            <a:srgbClr val="79B8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60020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3977639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D5EB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rgbClr val="ADD6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E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365750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273E49"/>
      </a:dk2>
      <a:lt2>
        <a:srgbClr val="ECF6FB"/>
      </a:lt2>
      <a:accent1>
        <a:srgbClr val="79B8D8"/>
      </a:accent1>
      <a:accent2>
        <a:srgbClr val="98A7E1"/>
      </a:accent2>
      <a:accent3>
        <a:srgbClr val="273E49"/>
      </a:accent3>
      <a:accent4>
        <a:srgbClr val="D5EBF6"/>
      </a:accent4>
      <a:accent5>
        <a:srgbClr val="88B0DC"/>
      </a:accent5>
      <a:accent6>
        <a:srgbClr val="7D8B92"/>
      </a:accent6>
      <a:hlink>
        <a:srgbClr val="79B8D8"/>
      </a:hlink>
      <a:folHlink>
        <a:srgbClr val="273E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