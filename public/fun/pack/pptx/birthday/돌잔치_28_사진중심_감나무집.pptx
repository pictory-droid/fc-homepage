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EBC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7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카메라만 보면 웃는 아기입니다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생일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5318607" cy="457200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233007" y="1783080"/>
            <a:ext cx="5318607" cy="457200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해의 순간들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oon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EBC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7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493727"/>
      </a:dk2>
      <a:lt2>
        <a:srgbClr val="FBF3EC"/>
      </a:lt2>
      <a:accent1>
        <a:srgbClr val="D8A579"/>
      </a:accent1>
      <a:accent2>
        <a:srgbClr val="E1DC98"/>
      </a:accent2>
      <a:accent3>
        <a:srgbClr val="493727"/>
      </a:accent3>
      <a:accent4>
        <a:srgbClr val="F6E4D5"/>
      </a:accent4>
      <a:accent5>
        <a:srgbClr val="DCC088"/>
      </a:accent5>
      <a:accent6>
        <a:srgbClr val="92877D"/>
      </a:accent6>
      <a:hlink>
        <a:srgbClr val="D8A579"/>
      </a:hlink>
      <a:folHlink>
        <a:srgbClr val="4937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