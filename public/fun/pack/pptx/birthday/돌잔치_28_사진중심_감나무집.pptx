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23F13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카메라만 보면 웃는 아기입니다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첫 번째 생일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5181447" cy="480060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대표 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370167" y="1600200"/>
            <a:ext cx="5181447" cy="480060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3F13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한 해의 순간들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3F1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