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723F13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3F13"/>
                </a:solidFill>
              </a:rPr>
              <a:t>카메라만 보면 웃는 아기입니다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723F13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5120640" y="1600200"/>
          <a:ext cx="643097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60217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3F13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3F13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3F13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3F13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3F13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3F13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첫 번째 생일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5181447" cy="480060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723F13"/>
                </a:solidFill>
              </a:rPr>
              <a:t>대표 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370167" y="1600200"/>
            <a:ext cx="5181447" cy="480060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723F13"/>
                </a:solidFill>
              </a:rPr>
              <a:t>대표 사진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한 해의 순간들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521098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127796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914400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521098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127796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619423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324447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9029471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914400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619423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324447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9029471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723F13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3F13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사진 중심)">
  <a:themeElements>
    <a:clrScheme name="Office">
      <a:dk1>
        <a:sysClr val="windowText" lastClr="000000"/>
      </a:dk1>
      <a:lt1>
        <a:sysClr val="window" lastClr="FFFFFF"/>
      </a:lt1>
      <a:dk2>
        <a:srgbClr val="723F13"/>
      </a:dk2>
      <a:lt2>
        <a:srgbClr val="FCF4ED"/>
      </a:lt2>
      <a:accent1>
        <a:srgbClr val="CA7021"/>
      </a:accent1>
      <a:accent2>
        <a:srgbClr val="3B918E"/>
      </a:accent2>
      <a:accent3>
        <a:srgbClr val="723F13"/>
      </a:accent3>
      <a:accent4>
        <a:srgbClr val="F8DFC9"/>
      </a:accent4>
      <a:accent5>
        <a:srgbClr val="828058"/>
      </a:accent5>
      <a:accent6>
        <a:srgbClr val="AA8C71"/>
      </a:accent6>
      <a:hlink>
        <a:srgbClr val="CA7021"/>
      </a:hlink>
      <a:folHlink>
        <a:srgbClr val="723F1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