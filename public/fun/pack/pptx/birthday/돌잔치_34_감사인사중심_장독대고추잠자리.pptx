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12842">
            <a:off x="9769615" y="5970263"/>
            <a:ext cx="652092" cy="652092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90837">
            <a:off x="11392094" y="4365368"/>
            <a:ext cx="385284" cy="38528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193618">
            <a:off x="9691086" y="3199032"/>
            <a:ext cx="585667" cy="585667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996890">
            <a:off x="11344552" y="4917092"/>
            <a:ext cx="530257" cy="53025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031246">
            <a:off x="10556842" y="3356582"/>
            <a:ext cx="490238" cy="490238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21529189">
            <a:off x="10658927" y="5116916"/>
            <a:ext cx="863210" cy="8632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4D2019"/>
                </a:solidFill>
              </a:rPr>
              <a:t>첫 번째 생일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고추잠자리처럼 가볍게 날아오르렴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우리 아기를 소개합니다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D2019"/>
                </a:solidFill>
              </a:rPr>
              <a:t>아기 사진을 넣어 주세요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D201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초대합니다</a:t>
            </a:r>
          </a:p>
        </p:txBody>
      </p:sp>
      <p:sp>
        <p:nvSpPr>
          <p:cNvPr id="11" name="초대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초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소중한 분들을 초대합니다.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아기가 첫 번째 생일을 맞이했습니다.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함께해 주시면 큰 기쁨이 되겠습니다.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부모의 한마디</a:t>
            </a:r>
          </a:p>
        </p:txBody>
      </p:sp>
      <p:sp>
        <p:nvSpPr>
          <p:cNvPr id="11" name="편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1D4D0"/>
          </a:solidFill>
          <a:ln w="12700">
            <a:solidFill>
              <a:srgbClr val="9941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편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사진 모음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6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7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12842">
            <a:off x="9769615" y="5970263"/>
            <a:ext cx="652092" cy="652092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90837">
            <a:off x="11392094" y="4365368"/>
            <a:ext cx="385284" cy="38528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193618">
            <a:off x="9691086" y="3199032"/>
            <a:ext cx="585667" cy="585667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996890">
            <a:off x="11344552" y="4917092"/>
            <a:ext cx="530257" cy="53025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031246">
            <a:off x="10556842" y="3356582"/>
            <a:ext cx="490238" cy="490238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21529189">
            <a:off x="10658927" y="5116916"/>
            <a:ext cx="863210" cy="8632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D2019"/>
                </a:solidFill>
              </a:rPr>
              <a:t>함께해 주셔서 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첫 번째 생일을 축하해 주셔서 고맙습니다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4D2019"/>
      </a:dk2>
      <a:lt2>
        <a:srgbClr val="FAF1F0"/>
      </a:lt2>
      <a:accent1>
        <a:srgbClr val="994133"/>
      </a:accent1>
      <a:accent2>
        <a:srgbClr val="3B9171"/>
      </a:accent2>
      <a:accent3>
        <a:srgbClr val="4D2019"/>
      </a:accent3>
      <a:accent4>
        <a:srgbClr val="F1D4D0"/>
      </a:accent4>
      <a:accent5>
        <a:srgbClr val="6A6952"/>
      </a:accent5>
      <a:accent6>
        <a:srgbClr val="947975"/>
      </a:accent6>
      <a:hlink>
        <a:srgbClr val="994133"/>
      </a:hlink>
      <a:folHlink>
        <a:srgbClr val="4D201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