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7C5D27"/>
                </a:solidFill>
              </a:rPr>
              <a:t>첫 번째 생일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한지 등불처럼 은은한 첫 번째 생일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우리 아기를 소개합니다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7C5D27"/>
                </a:solidFill>
              </a:rPr>
              <a:t>아기 사진을 넣어 주세요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AF6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7C5D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2E5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2E5CF"/>
                      </a:solidFill>
                      <a:prstDash val="solid"/>
                    </a:lnL>
                    <a:lnR w="9525" cap="flat" cmpd="sng" algn="ctr">
                      <a:solidFill>
                        <a:srgbClr val="F2E5CF"/>
                      </a:solidFill>
                      <a:prstDash val="solid"/>
                    </a:lnR>
                    <a:lnT w="9525" cap="flat" cmpd="sng" algn="ctr">
                      <a:solidFill>
                        <a:srgbClr val="F2E5CF"/>
                      </a:solidFill>
                      <a:prstDash val="solid"/>
                    </a:lnT>
                    <a:lnB w="9525" cap="flat" cmpd="sng" algn="ctr">
                      <a:solidFill>
                        <a:srgbClr val="F2E5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태어난 날 이야기</a:t>
            </a:r>
          </a:p>
        </p:txBody>
      </p:sp>
      <p:sp>
        <p:nvSpPr>
          <p:cNvPr id="1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임신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소식을 들은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출산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태어난 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첫 만남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품에 안은 순간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C49645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C49645"/>
                </a:solidFill>
              </a:rPr>
              <a:t>집으로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함께 돌아온 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첫 번째 순간들</a:t>
            </a:r>
          </a:p>
        </p:txBody>
      </p:sp>
      <p:sp>
        <p:nvSpPr>
          <p:cNvPr id="14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첫 웃음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18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첫 뒤집기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2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첫 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  <p:sp>
        <p:nvSpPr>
          <p:cNvPr id="26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 w="15875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C5D27"/>
                </a:solidFill>
              </a:rPr>
              <a:t>첫 걸음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언제였나요?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789920" y="525780"/>
            <a:ext cx="301752" cy="502920"/>
          </a:xfrm>
          <a:prstGeom prst="round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65358" y="475487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865358" y="1028700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72139" y="706831"/>
            <a:ext cx="301752" cy="422452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247577" y="656539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47577" y="1129284"/>
            <a:ext cx="150876" cy="50292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554358" y="525780"/>
            <a:ext cx="301752" cy="502920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629796" y="475487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629796" y="1028700"/>
            <a:ext cx="150876" cy="50292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C5D27"/>
                </a:solidFill>
              </a:rPr>
              <a:t>사진 모음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6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7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F2E5CF"/>
          </a:solidFill>
          <a:ln w="19050">
            <a:solidFill>
              <a:srgbClr val="C49645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C5D27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CFA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77942" y="1691662"/>
            <a:ext cx="1097252" cy="182875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2255" y="150878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52255" y="352041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767795" y="2350014"/>
            <a:ext cx="1097252" cy="1536153"/>
          </a:xfrm>
          <a:prstGeom prst="roundRect">
            <a:avLst/>
          </a:prstGeom>
          <a:solidFill>
            <a:srgbClr val="F2E5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2042108" y="2167138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2042108" y="3886167"/>
            <a:ext cx="548626" cy="182875"/>
          </a:xfrm>
          <a:prstGeom prst="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3157649" y="1691662"/>
            <a:ext cx="1097252" cy="1828754"/>
          </a:xfrm>
          <a:prstGeom prst="roundRect">
            <a:avLst/>
          </a:prstGeom>
          <a:solidFill>
            <a:srgbClr val="3B85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3431962" y="150878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3431962" y="3520417"/>
            <a:ext cx="548626" cy="182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C5D27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C5D27"/>
                </a:solidFill>
              </a:rPr>
              <a:t>첫 번째 생일을 축하해 주셔서 고맙습니다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첫 번째 이야기 중심)">
  <a:themeElements>
    <a:clrScheme name="Office">
      <a:dk1>
        <a:sysClr val="windowText" lastClr="000000"/>
      </a:dk1>
      <a:lt1>
        <a:sysClr val="window" lastClr="FFFFFF"/>
      </a:lt1>
      <a:dk2>
        <a:srgbClr val="7C5D27"/>
      </a:dk2>
      <a:lt2>
        <a:srgbClr val="FAF6EF"/>
      </a:lt2>
      <a:accent1>
        <a:srgbClr val="C49645"/>
      </a:accent1>
      <a:accent2>
        <a:srgbClr val="3B8591"/>
      </a:accent2>
      <a:accent3>
        <a:srgbClr val="7C5D27"/>
      </a:accent3>
      <a:accent4>
        <a:srgbClr val="F2E5CF"/>
      </a:accent4>
      <a:accent5>
        <a:srgbClr val="808E6B"/>
      </a:accent5>
      <a:accent6>
        <a:srgbClr val="B09E7D"/>
      </a:accent6>
      <a:hlink>
        <a:srgbClr val="C49645"/>
      </a:hlink>
      <a:folHlink>
        <a:srgbClr val="7C5D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