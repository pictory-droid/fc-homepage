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5D9D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2743456" y="2186665"/>
            <a:ext cx="621776" cy="214825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2611683" y="1197364"/>
            <a:ext cx="621776" cy="204767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980948" y="677627"/>
            <a:ext cx="621776" cy="2041139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2505944" y="2778355"/>
            <a:ext cx="621776" cy="161468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2594582" y="922195"/>
            <a:ext cx="621776" cy="2249156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2546438" y="1739988"/>
            <a:ext cx="621776" cy="1958719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C401C"/>
                </a:solidFill>
              </a:rPr>
              <a:t>첫 번째 생일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401C"/>
                </a:solidFill>
              </a:rPr>
              <a:t>한 해 동안 씩씩하게 자라 준 너에게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11440452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11404214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1230757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11375135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11399511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11386271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401C"/>
                </a:solidFill>
              </a:rPr>
              <a:t>우리 아기를 소개합니다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C401C"/>
                </a:solidFill>
              </a:rPr>
              <a:t>아기 사진을 넣어 주세요</a:t>
            </a:r>
          </a:p>
        </p:txBody>
      </p: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401C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401C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401C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401C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401C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401C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11440452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11404214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1230757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11375135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11399511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11386271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401C"/>
                </a:solidFill>
              </a:rPr>
              <a:t>초대합니다</a:t>
            </a:r>
          </a:p>
        </p:txBody>
      </p:sp>
      <p:sp>
        <p:nvSpPr>
          <p:cNvPr id="11" name="초대 글 칸"/>
          <p:cNvSpPr/>
          <p:nvPr/>
        </p:nvSpPr>
        <p:spPr>
          <a:xfrm>
            <a:off x="640080" y="1600200"/>
            <a:ext cx="10911535" cy="4800600"/>
          </a:xfrm>
          <a:prstGeom prst="roundRect">
            <a:avLst>
              <a:gd name="adj" fmla="val 8000"/>
            </a:avLst>
          </a:prstGeom>
          <a:solidFill>
            <a:srgbClr val="F1F9F1"/>
          </a:solidFill>
          <a:ln w="12700">
            <a:solidFill>
              <a:srgbClr val="D3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초대 글"/>
          <p:cNvSpPr txBox="1"/>
          <p:nvPr/>
        </p:nvSpPr>
        <p:spPr>
          <a:xfrm>
            <a:off x="1097280" y="1965960"/>
            <a:ext cx="999713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소중한 분들을 초대합니다.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저희 아기가 첫 번째 생일을 맞이했습니다.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함께해 주시면 큰 기쁨이 되겠습니다.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일시 · 장소를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11440452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11404214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1230757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11375135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11399511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11386271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401C"/>
                </a:solidFill>
              </a:rPr>
              <a:t>부모의 한마디</a:t>
            </a:r>
          </a:p>
        </p:txBody>
      </p:sp>
      <p:sp>
        <p:nvSpPr>
          <p:cNvPr id="11" name="편지 칸"/>
          <p:cNvSpPr/>
          <p:nvPr/>
        </p:nvSpPr>
        <p:spPr>
          <a:xfrm>
            <a:off x="640080" y="1600200"/>
            <a:ext cx="10911535" cy="4800600"/>
          </a:xfrm>
          <a:prstGeom prst="roundRect">
            <a:avLst>
              <a:gd name="adj" fmla="val 8000"/>
            </a:avLst>
          </a:prstGeom>
          <a:solidFill>
            <a:srgbClr val="D3EED3"/>
          </a:solidFill>
          <a:ln w="12700">
            <a:solidFill>
              <a:srgbClr val="3A88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편지 글"/>
          <p:cNvSpPr txBox="1"/>
          <p:nvPr/>
        </p:nvSpPr>
        <p:spPr>
          <a:xfrm>
            <a:off x="1097280" y="1965960"/>
            <a:ext cx="999713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사랑하는 우리 아기에게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엄마 아빠의 마음을 적어 주세요.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― 엄마 아빠가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11440452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11404214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1230757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11375135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11399511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11386271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401C"/>
                </a:solidFill>
              </a:rPr>
              <a:t>사진 모음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 1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 2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 3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 4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 5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 6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 7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5D9D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2743456" y="2186665"/>
            <a:ext cx="621776" cy="214825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2611683" y="1197364"/>
            <a:ext cx="621776" cy="204767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980948" y="677627"/>
            <a:ext cx="621776" cy="2041139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2505944" y="2778355"/>
            <a:ext cx="621776" cy="161468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2594582" y="922195"/>
            <a:ext cx="621776" cy="2249156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2546438" y="1739988"/>
            <a:ext cx="621776" cy="1958719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C401C"/>
                </a:solidFill>
              </a:rPr>
              <a:t>함께해 주셔서 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401C"/>
                </a:solidFill>
              </a:rPr>
              <a:t>첫 번째 생일을 축하해 주셔서 고맙습니다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감사 인사 중심)">
  <a:themeElements>
    <a:clrScheme name="Office">
      <a:dk1>
        <a:sysClr val="windowText" lastClr="000000"/>
      </a:dk1>
      <a:lt1>
        <a:sysClr val="window" lastClr="FFFFFF"/>
      </a:lt1>
      <a:dk2>
        <a:srgbClr val="1C401C"/>
      </a:dk2>
      <a:lt2>
        <a:srgbClr val="F1F9F1"/>
      </a:lt2>
      <a:accent1>
        <a:srgbClr val="3A883A"/>
      </a:accent1>
      <a:accent2>
        <a:srgbClr val="663D8F"/>
      </a:accent2>
      <a:accent3>
        <a:srgbClr val="1C401C"/>
      </a:accent3>
      <a:accent4>
        <a:srgbClr val="D3EED3"/>
      </a:accent4>
      <a:accent5>
        <a:srgbClr val="506264"/>
      </a:accent5>
      <a:accent6>
        <a:srgbClr val="778C77"/>
      </a:accent6>
      <a:hlink>
        <a:srgbClr val="3A883A"/>
      </a:hlink>
      <a:folHlink>
        <a:srgbClr val="1C401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