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F6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2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돌잡이는 아기 마음대로입니다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60020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2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2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2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2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2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2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돌잡이 이야기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600200"/>
            <a:ext cx="2556433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F6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1609344"/>
            <a:ext cx="2538145" cy="82296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E1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74932"/>
                </a:solidFill>
              </a:rPr>
              <a:t>연필 · 공부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학문과 총명을 바라는 마음</a:t>
            </a:r>
          </a:p>
        </p:txBody>
      </p:sp>
      <p:sp>
        <p:nvSpPr>
          <p:cNvPr id="12" name="카드 2"/>
          <p:cNvSpPr/>
          <p:nvPr/>
        </p:nvSpPr>
        <p:spPr>
          <a:xfrm>
            <a:off x="3425113" y="1600200"/>
            <a:ext cx="2556433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F6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3434257" y="1609344"/>
            <a:ext cx="2538145" cy="82296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3607993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E1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74932"/>
                </a:solidFill>
              </a:rPr>
              <a:t>실 · 장수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2273" y="306324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건강하고 오래 살기를</a:t>
            </a:r>
          </a:p>
        </p:txBody>
      </p:sp>
      <p:sp>
        <p:nvSpPr>
          <p:cNvPr id="17" name="카드 3"/>
          <p:cNvSpPr/>
          <p:nvPr/>
        </p:nvSpPr>
        <p:spPr>
          <a:xfrm>
            <a:off x="6210147" y="1600200"/>
            <a:ext cx="2556433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F6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위쪽 띠"/>
          <p:cNvSpPr/>
          <p:nvPr/>
        </p:nvSpPr>
        <p:spPr>
          <a:xfrm>
            <a:off x="6219291" y="1609344"/>
            <a:ext cx="2538145" cy="82296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6393027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E1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74932"/>
                </a:solidFill>
              </a:rPr>
              <a:t>돈 · 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306324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넉넉한 삶을 바라는 마음</a:t>
            </a:r>
          </a:p>
        </p:txBody>
      </p:sp>
      <p:sp>
        <p:nvSpPr>
          <p:cNvPr id="22" name="카드 4"/>
          <p:cNvSpPr/>
          <p:nvPr/>
        </p:nvSpPr>
        <p:spPr>
          <a:xfrm>
            <a:off x="8995181" y="1600200"/>
            <a:ext cx="2556433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F6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위쪽 띠"/>
          <p:cNvSpPr/>
          <p:nvPr/>
        </p:nvSpPr>
        <p:spPr>
          <a:xfrm>
            <a:off x="9004325" y="1609344"/>
            <a:ext cx="2538145" cy="82296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4"/>
          <p:cNvSpPr/>
          <p:nvPr/>
        </p:nvSpPr>
        <p:spPr>
          <a:xfrm>
            <a:off x="9178061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E1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74932"/>
                </a:solidFill>
              </a:rPr>
              <a:t>마이크 · 인기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2341" y="306324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아기의 선택은?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600200"/>
            <a:ext cx="4572000" cy="457200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돌잡이 사진</a:t>
            </a:r>
          </a:p>
        </p:txBody>
      </p:sp>
      <p:sp>
        <p:nvSpPr>
          <p:cNvPr id="8" name="선택 칸"/>
          <p:cNvSpPr/>
          <p:nvPr/>
        </p:nvSpPr>
        <p:spPr>
          <a:xfrm>
            <a:off x="5577840" y="1600200"/>
            <a:ext cx="5973775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F6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쪽 띠"/>
          <p:cNvSpPr/>
          <p:nvPr/>
        </p:nvSpPr>
        <p:spPr>
          <a:xfrm>
            <a:off x="5586984" y="1609344"/>
            <a:ext cx="5955487" cy="82296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874519"/>
            <a:ext cx="5425135" cy="4023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60020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3413683" y="160020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187287" y="160020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960891" y="160020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3977639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3977639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3977639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3977639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F6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2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274932"/>
      </a:dk2>
      <a:lt2>
        <a:srgbClr val="ECFBF1"/>
      </a:lt2>
      <a:accent1>
        <a:srgbClr val="98E1B1"/>
      </a:accent1>
      <a:accent2>
        <a:srgbClr val="B8EAE0"/>
      </a:accent2>
      <a:accent3>
        <a:srgbClr val="274932"/>
      </a:accent3>
      <a:accent4>
        <a:srgbClr val="D5F6E0"/>
      </a:accent4>
      <a:accent5>
        <a:srgbClr val="A8E6C8"/>
      </a:accent5>
      <a:accent6>
        <a:srgbClr val="7D9284"/>
      </a:accent6>
      <a:hlink>
        <a:srgbClr val="98E1B1"/>
      </a:hlink>
      <a:folHlink>
        <a:srgbClr val="27493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