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31920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눈 오던 날 찍은 사진이 마음에 듭니다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31920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5544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첫 번째 생일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5318607" cy="4389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31920"/>
                </a:solidFill>
              </a:rPr>
              <a:t>대표 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233007" y="1554480"/>
            <a:ext cx="5318607" cy="4389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31920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한 해의 순간들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31920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