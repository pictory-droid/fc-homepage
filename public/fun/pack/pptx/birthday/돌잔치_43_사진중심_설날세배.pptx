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AD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D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마음에 쏙 드는 사진을 골랐습니다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D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6D5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BEC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D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6D5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D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6D5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BEC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D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6D5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D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6D5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BEC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D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6D5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A"/>
                      </a:solidFill>
                      <a:prstDash val="solid"/>
                    </a:lnL>
                    <a:lnR w="9525" cap="flat" cmpd="sng" algn="ctr">
                      <a:solidFill>
                        <a:srgbClr val="F6D5DA"/>
                      </a:solidFill>
                      <a:prstDash val="solid"/>
                    </a:lnR>
                    <a:lnT w="9525" cap="flat" cmpd="sng" algn="ctr">
                      <a:solidFill>
                        <a:srgbClr val="F6D5DA"/>
                      </a:solidFill>
                      <a:prstDash val="solid"/>
                    </a:lnT>
                    <a:lnB w="9525" cap="flat" cmpd="sng" algn="ctr">
                      <a:solidFill>
                        <a:srgbClr val="F6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첫 번째 생일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5318607" cy="4389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대표 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233007" y="1783080"/>
            <a:ext cx="5318607" cy="4389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 해의 순간들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413683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187287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960891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AD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D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49272D"/>
      </a:dk2>
      <a:lt2>
        <a:srgbClr val="FBECEF"/>
      </a:lt2>
      <a:accent1>
        <a:srgbClr val="E198A4"/>
      </a:accent1>
      <a:accent2>
        <a:srgbClr val="EAC7B8"/>
      </a:accent2>
      <a:accent3>
        <a:srgbClr val="49272D"/>
      </a:accent3>
      <a:accent4>
        <a:srgbClr val="F6D5DA"/>
      </a:accent4>
      <a:accent5>
        <a:srgbClr val="E6B0AE"/>
      </a:accent5>
      <a:accent6>
        <a:srgbClr val="927D81"/>
      </a:accent6>
      <a:hlink>
        <a:srgbClr val="E198A4"/>
      </a:hlink>
      <a:folHlink>
        <a:srgbClr val="49272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