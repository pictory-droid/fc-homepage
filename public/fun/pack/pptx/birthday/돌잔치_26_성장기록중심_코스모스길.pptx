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85326A"/>
                </a:solidFill>
              </a:rPr>
              <a:t>첫 번째 생일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코스모스처럼 하늘하늘 걸음마를 시작한 너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아기를 소개합니다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5326A"/>
                </a:solidFill>
              </a:rPr>
              <a:t>아기 사진을 넣어 주세요</a:t>
            </a:r>
          </a:p>
        </p:txBody>
      </p:sp>
      <p:graphicFrame>
        <p:nvGraphicFramePr>
          <p:cNvPr id="24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5326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한 해 성장 기록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1개월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처음 눈을 맞춘 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8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3개월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처음 웃은 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2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6개월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뒤집기 성공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6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9개월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첫 이유식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40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15CA0"/>
                </a:solidFill>
              </a:rPr>
              <a:t>12개월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첫 걸음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키와 몸무게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사진 모음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6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7</a:t>
            </a:r>
          </a:p>
        </p:txBody>
      </p:sp>
      <p:sp>
        <p:nvSpPr>
          <p:cNvPr id="30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5326A"/>
                </a:solidFill>
              </a:rPr>
              <a:t>함께해 주셔서 감사합니다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첫 번째 생일을 축하해 주셔서 고맙습니다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