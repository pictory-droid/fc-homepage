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EBADB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A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고른 것은 평생 놀림감이 될 겁니다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A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A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A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A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A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돌잡이 이야기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9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989E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9272A"/>
                </a:solidFill>
              </a:rPr>
              <a:t>연필 · 공부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학문과 총명을 바라는 마음</a:t>
            </a:r>
          </a:p>
        </p:txBody>
      </p:sp>
      <p:sp>
        <p:nvSpPr>
          <p:cNvPr id="10" name="카드 2"/>
          <p:cNvSpPr/>
          <p:nvPr/>
        </p:nvSpPr>
        <p:spPr>
          <a:xfrm>
            <a:off x="3425113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9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3516553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989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9272A"/>
                </a:solidFill>
              </a:rPr>
              <a:t>실 · 장수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건강하고 오래 살기를</a:t>
            </a:r>
          </a:p>
        </p:txBody>
      </p:sp>
      <p:sp>
        <p:nvSpPr>
          <p:cNvPr id="14" name="카드 3"/>
          <p:cNvSpPr/>
          <p:nvPr/>
        </p:nvSpPr>
        <p:spPr>
          <a:xfrm>
            <a:off x="6210147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9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6301587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989E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9272A"/>
                </a:solidFill>
              </a:rPr>
              <a:t>돈 · 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넉넉한 삶을 바라는 마음</a:t>
            </a:r>
          </a:p>
        </p:txBody>
      </p:sp>
      <p:sp>
        <p:nvSpPr>
          <p:cNvPr id="18" name="카드 4"/>
          <p:cNvSpPr/>
          <p:nvPr/>
        </p:nvSpPr>
        <p:spPr>
          <a:xfrm>
            <a:off x="8995181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9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 txBox="1"/>
          <p:nvPr/>
        </p:nvSpPr>
        <p:spPr>
          <a:xfrm>
            <a:off x="9086621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989E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9272A"/>
                </a:solidFill>
              </a:rPr>
              <a:t>마이크 · 인기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341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아기의 선택은?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4572000" cy="457200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돌잡이 사진</a:t>
            </a:r>
          </a:p>
        </p:txBody>
      </p:sp>
      <p:sp>
        <p:nvSpPr>
          <p:cNvPr id="7" name="선택 칸"/>
          <p:cNvSpPr/>
          <p:nvPr/>
        </p:nvSpPr>
        <p:spPr>
          <a:xfrm>
            <a:off x="5577840" y="1783080"/>
            <a:ext cx="5973775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9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057400"/>
            <a:ext cx="5425135" cy="4023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EBADB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A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49272A"/>
      </a:dk2>
      <a:lt2>
        <a:srgbClr val="FBECED"/>
      </a:lt2>
      <a:accent1>
        <a:srgbClr val="E1989E"/>
      </a:accent1>
      <a:accent2>
        <a:srgbClr val="EACBB8"/>
      </a:accent2>
      <a:accent3>
        <a:srgbClr val="49272A"/>
      </a:accent3>
      <a:accent4>
        <a:srgbClr val="F6D5D8"/>
      </a:accent4>
      <a:accent5>
        <a:srgbClr val="E6B2AB"/>
      </a:accent5>
      <a:accent6>
        <a:srgbClr val="927D7F"/>
      </a:accent6>
      <a:hlink>
        <a:srgbClr val="E1989E"/>
      </a:hlink>
      <a:folHlink>
        <a:srgbClr val="49272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