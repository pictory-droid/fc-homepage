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9472C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억새처럼 바람에도 굳세게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우리 아기를 소개합니다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3840480" cy="420624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9472C"/>
                </a:solidFill>
              </a:rPr>
              <a:t>아기 사진을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4846320" y="15544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9472C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초대합니다</a:t>
            </a:r>
          </a:p>
        </p:txBody>
      </p:sp>
      <p:sp>
        <p:nvSpPr>
          <p:cNvPr id="11" name="초대 글 칸"/>
          <p:cNvSpPr/>
          <p:nvPr/>
        </p:nvSpPr>
        <p:spPr>
          <a:xfrm>
            <a:off x="640080" y="1554480"/>
            <a:ext cx="10911535" cy="438912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초대 글"/>
          <p:cNvSpPr txBox="1"/>
          <p:nvPr/>
        </p:nvSpPr>
        <p:spPr>
          <a:xfrm>
            <a:off x="1097280" y="19202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부모의 한마디</a:t>
            </a:r>
          </a:p>
        </p:txBody>
      </p:sp>
      <p:sp>
        <p:nvSpPr>
          <p:cNvPr id="11" name="편지 칸"/>
          <p:cNvSpPr/>
          <p:nvPr/>
        </p:nvSpPr>
        <p:spPr>
          <a:xfrm>
            <a:off x="640080" y="1554480"/>
            <a:ext cx="10911535" cy="4389120"/>
          </a:xfrm>
          <a:prstGeom prst="roundRect">
            <a:avLst>
              <a:gd name="adj" fmla="val 8000"/>
            </a:avLst>
          </a:prstGeom>
          <a:solidFill>
            <a:srgbClr val="ECE3D4"/>
          </a:solidFill>
          <a:ln w="12700">
            <a:solidFill>
              <a:srgbClr val="9D7D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편지 글"/>
          <p:cNvSpPr txBox="1"/>
          <p:nvPr/>
        </p:nvSpPr>
        <p:spPr>
          <a:xfrm>
            <a:off x="1097280" y="19202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사진 모음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1554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13683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6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7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960891" y="3840480"/>
            <a:ext cx="2590723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9472C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