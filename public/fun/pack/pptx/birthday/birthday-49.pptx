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9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3D3E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02071" y="617220"/>
            <a:ext cx="987551" cy="1645919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366773" y="961285"/>
            <a:ext cx="209857" cy="20985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478123" y="2154320"/>
            <a:ext cx="242569" cy="242569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448953" y="1137723"/>
            <a:ext cx="243127" cy="24312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191938"/>
                </a:solidFill>
              </a:rPr>
              <a:t>첫 번째 생일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91938"/>
                </a:solidFill>
              </a:rPr>
              <a:t>한 해의 끝에서 만난 가장 큰 행복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우리 아기를 소개합니다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77240" y="1554480"/>
            <a:ext cx="3840480" cy="448055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91938"/>
                </a:solidFill>
              </a:rPr>
              <a:t>아기 사진을 넣어 주세요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4983479" y="155448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초대합니다</a:t>
            </a:r>
          </a:p>
        </p:txBody>
      </p:sp>
      <p:sp>
        <p:nvSpPr>
          <p:cNvPr id="8" name="초대 글 칸"/>
          <p:cNvSpPr/>
          <p:nvPr/>
        </p:nvSpPr>
        <p:spPr>
          <a:xfrm>
            <a:off x="777240" y="1554480"/>
            <a:ext cx="10637215" cy="466344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초대 글"/>
          <p:cNvSpPr txBox="1"/>
          <p:nvPr/>
        </p:nvSpPr>
        <p:spPr>
          <a:xfrm>
            <a:off x="1234440" y="1920240"/>
            <a:ext cx="9722815" cy="3931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소중한 분들을 초대합니다.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아기가 첫 번째 생일을 맞이했습니다.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함께해 주시면 큰 기쁨이 되겠습니다.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부모의 한마디</a:t>
            </a:r>
          </a:p>
        </p:txBody>
      </p:sp>
      <p:sp>
        <p:nvSpPr>
          <p:cNvPr id="8" name="편지 칸"/>
          <p:cNvSpPr/>
          <p:nvPr/>
        </p:nvSpPr>
        <p:spPr>
          <a:xfrm>
            <a:off x="777240" y="1554480"/>
            <a:ext cx="10637215" cy="4663440"/>
          </a:xfrm>
          <a:prstGeom prst="roundRect">
            <a:avLst>
              <a:gd name="adj" fmla="val 8000"/>
            </a:avLst>
          </a:prstGeom>
          <a:solidFill>
            <a:srgbClr val="D3D3EE"/>
          </a:solidFill>
          <a:ln w="12700">
            <a:solidFill>
              <a:srgbClr val="2929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편지 글"/>
          <p:cNvSpPr txBox="1"/>
          <p:nvPr/>
        </p:nvSpPr>
        <p:spPr>
          <a:xfrm>
            <a:off x="1234440" y="1920240"/>
            <a:ext cx="9722815" cy="3931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사진 모음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77240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1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82263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2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3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892311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4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77240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5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3482263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6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187287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7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892311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9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3D3E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02071" y="617220"/>
            <a:ext cx="987551" cy="1645919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366773" y="961285"/>
            <a:ext cx="209857" cy="20985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478123" y="2154320"/>
            <a:ext cx="242569" cy="242569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448953" y="1137723"/>
            <a:ext cx="243127" cy="24312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91938"/>
                </a:solidFill>
              </a:rPr>
              <a:t>함께해 주셔서 감사합니다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91938"/>
                </a:solidFill>
              </a:rPr>
              <a:t>첫 번째 생일을 축하해 주셔서 고맙습니다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191938"/>
      </a:dk2>
      <a:lt2>
        <a:srgbClr val="F1F1F9"/>
      </a:lt2>
      <a:accent1>
        <a:srgbClr val="29295B"/>
      </a:accent1>
      <a:accent2>
        <a:srgbClr val="8D663F"/>
      </a:accent2>
      <a:accent3>
        <a:srgbClr val="191938"/>
      </a:accent3>
      <a:accent4>
        <a:srgbClr val="D3D3EE"/>
      </a:accent4>
      <a:accent5>
        <a:srgbClr val="5B484D"/>
      </a:accent5>
      <a:accent6>
        <a:srgbClr val="757588"/>
      </a:accent6>
      <a:hlink>
        <a:srgbClr val="29295B"/>
      </a:hlink>
      <a:folHlink>
        <a:srgbClr val="19193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