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15F5B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B"/>
                </a:solidFill>
              </a:rPr>
              <a:t>땀 흘리며 보낸 첫 여름을 지났습니다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5F5B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5544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B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B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B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B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B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B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한 해 성장 기록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291840"/>
            <a:ext cx="10911535" cy="54864"/>
          </a:xfrm>
          <a:prstGeom prst="rect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530065" y="3108960"/>
            <a:ext cx="402336" cy="402336"/>
          </a:xfrm>
          <a:prstGeom prst="ellipse">
            <a:avLst/>
          </a:prstGeom>
          <a:solidFill>
            <a:srgbClr val="26C5B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6C5BD"/>
                </a:solidFill>
              </a:rPr>
              <a:t>1개월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576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B"/>
                </a:solidFill>
              </a:rPr>
              <a:t>처음 눈을 맞춘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1605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3712372" y="3108960"/>
            <a:ext cx="402336" cy="402336"/>
          </a:xfrm>
          <a:prstGeom prst="ellipse">
            <a:avLst/>
          </a:prstGeom>
          <a:solidFill>
            <a:srgbClr val="26C5B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68107" y="24688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6C5BD"/>
                </a:solidFill>
              </a:rPr>
              <a:t>3개월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3827" y="36576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B"/>
                </a:solidFill>
              </a:rPr>
              <a:t>처음 웃은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3827" y="41605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5894679" y="3108960"/>
            <a:ext cx="402336" cy="402336"/>
          </a:xfrm>
          <a:prstGeom prst="ellipse">
            <a:avLst/>
          </a:prstGeom>
          <a:solidFill>
            <a:srgbClr val="26C5B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0414" y="24688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6C5BD"/>
                </a:solidFill>
              </a:rPr>
              <a:t>6개월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6134" y="36576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B"/>
                </a:solidFill>
              </a:rPr>
              <a:t>뒤집기 성공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6134" y="41605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8076986" y="3108960"/>
            <a:ext cx="402336" cy="402336"/>
          </a:xfrm>
          <a:prstGeom prst="ellipse">
            <a:avLst/>
          </a:prstGeom>
          <a:solidFill>
            <a:srgbClr val="26C5B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721" y="24688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6C5BD"/>
                </a:solidFill>
              </a:rPr>
              <a:t>9개월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8441" y="36576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B"/>
                </a:solidFill>
              </a:rPr>
              <a:t>첫 이유식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441" y="41605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2" name="때 5"/>
          <p:cNvSpPr/>
          <p:nvPr/>
        </p:nvSpPr>
        <p:spPr>
          <a:xfrm>
            <a:off x="10259293" y="3108960"/>
            <a:ext cx="402336" cy="402336"/>
          </a:xfrm>
          <a:prstGeom prst="ellipse">
            <a:avLst/>
          </a:prstGeom>
          <a:solidFill>
            <a:srgbClr val="26C5B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5028" y="24688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6C5BD"/>
                </a:solidFill>
              </a:rPr>
              <a:t>12개월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0748" y="36576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B"/>
                </a:solidFill>
              </a:rPr>
              <a:t>첫 걸음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748" y="41605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키와 몸무게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5B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5B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5B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5F5B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B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115F5B"/>
      </a:dk2>
      <a:lt2>
        <a:srgbClr val="EEFCFB"/>
      </a:lt2>
      <a:accent1>
        <a:srgbClr val="26C5BD"/>
      </a:accent1>
      <a:accent2>
        <a:srgbClr val="209DB6"/>
      </a:accent2>
      <a:accent3>
        <a:srgbClr val="115F5B"/>
      </a:accent3>
      <a:accent4>
        <a:srgbClr val="D1FAF8"/>
      </a:accent4>
      <a:accent5>
        <a:srgbClr val="23B1BA"/>
      </a:accent5>
      <a:accent6>
        <a:srgbClr val="709F9D"/>
      </a:accent6>
      <a:hlink>
        <a:srgbClr val="26C5BD"/>
      </a:hlink>
      <a:folHlink>
        <a:srgbClr val="115F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