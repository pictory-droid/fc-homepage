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5F3C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38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A5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땀 흘리며 보낸 날도 잘 지났습니다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95097"/>
          </a:xfrm>
          <a:prstGeom prst="wave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8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8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8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8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8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4938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95097"/>
          </a:xfrm>
          <a:prstGeom prst="wave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 해 성장 기록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D1FA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530065" y="3337560"/>
            <a:ext cx="402336" cy="402336"/>
          </a:xfrm>
          <a:prstGeom prst="ellipse">
            <a:avLst/>
          </a:prstGeom>
          <a:solidFill>
            <a:srgbClr val="7BEA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7BEAB3"/>
                </a:solidFill>
              </a:rPr>
              <a:t>1개월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8"/>
                </a:solidFill>
              </a:rPr>
              <a:t>처음 눈을 맞춘 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1" name="때 2"/>
          <p:cNvSpPr/>
          <p:nvPr/>
        </p:nvSpPr>
        <p:spPr>
          <a:xfrm>
            <a:off x="3712372" y="3337560"/>
            <a:ext cx="402336" cy="402336"/>
          </a:xfrm>
          <a:prstGeom prst="ellipse">
            <a:avLst/>
          </a:prstGeom>
          <a:solidFill>
            <a:srgbClr val="7BEA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8107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7BEAB3"/>
                </a:solidFill>
              </a:rPr>
              <a:t>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3827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8"/>
                </a:solidFill>
              </a:rPr>
              <a:t>처음 웃은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3827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5" name="때 3"/>
          <p:cNvSpPr/>
          <p:nvPr/>
        </p:nvSpPr>
        <p:spPr>
          <a:xfrm>
            <a:off x="5894679" y="3337560"/>
            <a:ext cx="402336" cy="402336"/>
          </a:xfrm>
          <a:prstGeom prst="ellipse">
            <a:avLst/>
          </a:prstGeom>
          <a:solidFill>
            <a:srgbClr val="7BEA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50414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7BEAB3"/>
                </a:solidFill>
              </a:rPr>
              <a:t>6개월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6134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8"/>
                </a:solidFill>
              </a:rPr>
              <a:t>뒤집기 성공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6134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9" name="때 4"/>
          <p:cNvSpPr/>
          <p:nvPr/>
        </p:nvSpPr>
        <p:spPr>
          <a:xfrm>
            <a:off x="8076986" y="3337560"/>
            <a:ext cx="402336" cy="402336"/>
          </a:xfrm>
          <a:prstGeom prst="ellipse">
            <a:avLst/>
          </a:prstGeom>
          <a:solidFill>
            <a:srgbClr val="7BEA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721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7BEAB3"/>
                </a:solidFill>
              </a:rPr>
              <a:t>9개월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441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8"/>
                </a:solidFill>
              </a:rPr>
              <a:t>첫 이유식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8441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23" name="때 5"/>
          <p:cNvSpPr/>
          <p:nvPr/>
        </p:nvSpPr>
        <p:spPr>
          <a:xfrm>
            <a:off x="10259293" y="3337560"/>
            <a:ext cx="402336" cy="402336"/>
          </a:xfrm>
          <a:prstGeom prst="ellipse">
            <a:avLst/>
          </a:prstGeom>
          <a:solidFill>
            <a:srgbClr val="7BEAB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5028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7BEAB3"/>
                </a:solidFill>
              </a:rPr>
              <a:t>12개월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0748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8"/>
                </a:solidFill>
              </a:rPr>
              <a:t>첫 걸음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0748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95097"/>
          </a:xfrm>
          <a:prstGeom prst="wave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키와 몸무게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AB3"/>
                      </a:solidFill>
                      <a:prstDash val="solid"/>
                    </a:lnL>
                    <a:lnR w="9525" cap="flat" cmpd="sng" algn="ctr">
                      <a:solidFill>
                        <a:srgbClr val="7BEAB3"/>
                      </a:solidFill>
                      <a:prstDash val="solid"/>
                    </a:lnR>
                    <a:lnT w="9525" cap="flat" cmpd="sng" algn="ctr">
                      <a:solidFill>
                        <a:srgbClr val="7BEAB3"/>
                      </a:solidFill>
                      <a:prstDash val="solid"/>
                    </a:lnT>
                    <a:lnB w="9525" cap="flat" cmpd="sng" algn="ctr">
                      <a:solidFill>
                        <a:srgbClr val="7BEAB3"/>
                      </a:solidFill>
                      <a:prstDash val="solid"/>
                    </a:lnB>
                    <a:solidFill>
                      <a:srgbClr val="7BEAB3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8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8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EAFDF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938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D1FA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6"/>
                      </a:solidFill>
                      <a:prstDash val="solid"/>
                    </a:lnL>
                    <a:lnR w="9525" cap="flat" cmpd="sng" algn="ctr">
                      <a:solidFill>
                        <a:srgbClr val="D1FAE6"/>
                      </a:solidFill>
                      <a:prstDash val="solid"/>
                    </a:lnR>
                    <a:lnT w="9525" cap="flat" cmpd="sng" algn="ctr">
                      <a:solidFill>
                        <a:srgbClr val="D1FAE6"/>
                      </a:solidFill>
                      <a:prstDash val="solid"/>
                    </a:lnT>
                    <a:lnB w="9525" cap="flat" cmpd="sng" algn="ctr">
                      <a:solidFill>
                        <a:srgbClr val="D1FA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95097"/>
          </a:xfrm>
          <a:prstGeom prst="wave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5F3C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38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A5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274938"/>
      </a:dk2>
      <a:lt2>
        <a:srgbClr val="EAFDF4"/>
      </a:lt2>
      <a:accent1>
        <a:srgbClr val="7BEAB3"/>
      </a:accent1>
      <a:accent2>
        <a:srgbClr val="9FEFED"/>
      </a:accent2>
      <a:accent3>
        <a:srgbClr val="274938"/>
      </a:accent3>
      <a:accent4>
        <a:srgbClr val="D1FAE6"/>
      </a:accent4>
      <a:accent5>
        <a:srgbClr val="8DECD0"/>
      </a:accent5>
      <a:accent6>
        <a:srgbClr val="7D9288"/>
      </a:accent6>
      <a:hlink>
        <a:srgbClr val="7BEAB3"/>
      </a:hlink>
      <a:folHlink>
        <a:srgbClr val="27493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