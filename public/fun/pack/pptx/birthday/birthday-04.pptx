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노란 병아리처럼 사랑스러운 첫 돌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05610"/>
                </a:solidFill>
              </a:rPr>
              <a:t>아기 사진을 넣어 주세요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초대합니다</a:t>
            </a:r>
          </a:p>
        </p:txBody>
      </p:sp>
      <p:sp>
        <p:nvSpPr>
          <p:cNvPr id="15" name="초대 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초대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부모의 한마디</a:t>
            </a:r>
          </a:p>
        </p:txBody>
      </p:sp>
      <p:sp>
        <p:nvSpPr>
          <p:cNvPr id="15" name="편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8F2C9"/>
          </a:solidFill>
          <a:ln w="12700">
            <a:solidFill>
              <a:srgbClr val="B8A4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편지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6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7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