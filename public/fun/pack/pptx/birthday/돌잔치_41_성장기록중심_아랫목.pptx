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3B2017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첫 겨울도 감기 없이 지났습니다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B2017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B201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한 해 성장 기록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EFD9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639793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1개월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처음 눈을 맞춘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9" name="때 2"/>
          <p:cNvSpPr/>
          <p:nvPr/>
        </p:nvSpPr>
        <p:spPr>
          <a:xfrm>
            <a:off x="3767236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0403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3개월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6123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처음 웃은 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6123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3" name="때 3"/>
          <p:cNvSpPr/>
          <p:nvPr/>
        </p:nvSpPr>
        <p:spPr>
          <a:xfrm>
            <a:off x="5894679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7846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6개월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3566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뒤집기 성공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3566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7" name="때 4"/>
          <p:cNvSpPr/>
          <p:nvPr/>
        </p:nvSpPr>
        <p:spPr>
          <a:xfrm>
            <a:off x="8022122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289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9개월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1009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첫 이유식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009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1" name="때 5"/>
          <p:cNvSpPr/>
          <p:nvPr/>
        </p:nvSpPr>
        <p:spPr>
          <a:xfrm>
            <a:off x="10149565" y="3108960"/>
            <a:ext cx="402336" cy="402336"/>
          </a:xfrm>
          <a:prstGeom prst="ellipse">
            <a:avLst/>
          </a:prstGeom>
          <a:solidFill>
            <a:srgbClr val="7D4531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2732" y="2468880"/>
            <a:ext cx="203600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7D4531"/>
                </a:solidFill>
              </a:rPr>
              <a:t>12개월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8452" y="3657600"/>
            <a:ext cx="194456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B2017"/>
                </a:solidFill>
              </a:rPr>
              <a:t>첫 걸음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8452" y="4160520"/>
            <a:ext cx="194456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키와 몸무게</a:t>
            </a:r>
          </a:p>
        </p:txBody>
      </p:sp>
      <p:graphicFrame>
        <p:nvGraphicFramePr>
          <p:cNvPr id="4" name="표"/>
          <p:cNvGraphicFramePr>
            <a:graphicFrameLocks noGrp="1"/>
          </p:cNvGraphicFramePr>
          <p:nvPr/>
        </p:nvGraphicFramePr>
        <p:xfrm>
          <a:off x="777240" y="1554480"/>
          <a:ext cx="1063721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27443"/>
                <a:gridCol w="2127443"/>
                <a:gridCol w="2127443"/>
                <a:gridCol w="2127443"/>
                <a:gridCol w="2127443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D4531"/>
                      </a:solidFill>
                      <a:prstDash val="solid"/>
                    </a:lnL>
                    <a:lnR w="9525" cap="flat" cmpd="sng" algn="ctr">
                      <a:solidFill>
                        <a:srgbClr val="7D4531"/>
                      </a:solidFill>
                      <a:prstDash val="solid"/>
                    </a:lnR>
                    <a:lnT w="9525" cap="flat" cmpd="sng" algn="ctr">
                      <a:solidFill>
                        <a:srgbClr val="7D4531"/>
                      </a:solidFill>
                      <a:prstDash val="solid"/>
                    </a:lnT>
                    <a:lnB w="9525" cap="flat" cmpd="sng" algn="ctr">
                      <a:solidFill>
                        <a:srgbClr val="7D4531"/>
                      </a:solidFill>
                      <a:prstDash val="solid"/>
                    </a:lnB>
                    <a:solidFill>
                      <a:srgbClr val="7D453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9F3F0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B2017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EFD9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FD9D1"/>
                      </a:solidFill>
                      <a:prstDash val="solid"/>
                    </a:lnL>
                    <a:lnR w="9525" cap="flat" cmpd="sng" algn="ctr">
                      <a:solidFill>
                        <a:srgbClr val="EFD9D1"/>
                      </a:solidFill>
                      <a:prstDash val="solid"/>
                    </a:lnR>
                    <a:lnT w="9525" cap="flat" cmpd="sng" algn="ctr">
                      <a:solidFill>
                        <a:srgbClr val="EFD9D1"/>
                      </a:solidFill>
                      <a:prstDash val="solid"/>
                    </a:lnT>
                    <a:lnB w="9525" cap="flat" cmpd="sng" algn="ctr">
                      <a:solidFill>
                        <a:srgbClr val="EFD9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D9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D453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B2017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EFD9D1"/>
          </a:solidFill>
          <a:ln w="19050">
            <a:solidFill>
              <a:srgbClr val="7D4531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B2017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3B2017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3B2017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3B2017"/>
      </a:dk2>
      <a:lt2>
        <a:srgbClr val="F9F3F0"/>
      </a:lt2>
      <a:accent1>
        <a:srgbClr val="7D4531"/>
      </a:accent1>
      <a:accent2>
        <a:srgbClr val="3B917D"/>
      </a:accent2>
      <a:accent3>
        <a:srgbClr val="3B2017"/>
      </a:accent3>
      <a:accent4>
        <a:srgbClr val="EFD9D1"/>
      </a:accent4>
      <a:accent5>
        <a:srgbClr val="5C6B57"/>
      </a:accent5>
      <a:accent6>
        <a:srgbClr val="897974"/>
      </a:accent6>
      <a:hlink>
        <a:srgbClr val="7D4531"/>
      </a:hlink>
      <a:folHlink>
        <a:srgbClr val="3B201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