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3B2017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첫 겨울도 감기 없이 지났습니다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840480" cy="448055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B2017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83479" y="155448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한 해 성장 기록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639793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D4531"/>
                </a:solidFill>
              </a:rPr>
              <a:t>1개월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65760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처음 눈을 맞춘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3767236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0403" y="246888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D4531"/>
                </a:solidFill>
              </a:rPr>
              <a:t>3개월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6123" y="365760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처음 웃은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416052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5894679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7846" y="246888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D4531"/>
                </a:solidFill>
              </a:rPr>
              <a:t>6개월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3566" y="365760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뒤집기 성공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3566" y="416052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8022122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5289" y="246888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D4531"/>
                </a:solidFill>
              </a:rPr>
              <a:t>9개월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009" y="365760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첫 이유식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009" y="416052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1" name="때 5"/>
          <p:cNvSpPr/>
          <p:nvPr/>
        </p:nvSpPr>
        <p:spPr>
          <a:xfrm>
            <a:off x="10149565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32732" y="246888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D4531"/>
                </a:solidFill>
              </a:rPr>
              <a:t>12개월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8452" y="365760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첫 걸음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8452" y="416052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키와 몸무게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B2017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B2017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B2017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82263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892311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77240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82263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892311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B2017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3B2017"/>
      </a:dk2>
      <a:lt2>
        <a:srgbClr val="F9F3F0"/>
      </a:lt2>
      <a:accent1>
        <a:srgbClr val="7D4531"/>
      </a:accent1>
      <a:accent2>
        <a:srgbClr val="3B917D"/>
      </a:accent2>
      <a:accent3>
        <a:srgbClr val="3B2017"/>
      </a:accent3>
      <a:accent4>
        <a:srgbClr val="EFD9D1"/>
      </a:accent4>
      <a:accent5>
        <a:srgbClr val="5C6B57"/>
      </a:accent5>
      <a:accent6>
        <a:srgbClr val="897974"/>
      </a:accent6>
      <a:hlink>
        <a:srgbClr val="7D4531"/>
      </a:hlink>
      <a:folHlink>
        <a:srgbClr val="3B201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