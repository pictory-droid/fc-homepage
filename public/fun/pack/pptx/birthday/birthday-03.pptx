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9E2E4A"/>
                </a:solidFill>
              </a:rPr>
              <a:t>첫 번째 생일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벚꽃처럼 설렘을 안고 온 아기 천사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우리 아기를 소개합니다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E2E4A"/>
                </a:solidFill>
              </a:rPr>
              <a:t>아기 사진을 넣어 주세요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첫 번째 생일 사진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31520" y="1600200"/>
            <a:ext cx="5227167" cy="46177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E2E4A"/>
                </a:solidFill>
              </a:rPr>
              <a:t>대표 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233007" y="1600200"/>
            <a:ext cx="5227167" cy="46177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E2E4A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한 해의 순간들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사진 모음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6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7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9E2E4A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첫 번째 생일을 축하해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9E2E4A"/>
      </a:dk2>
      <a:lt2>
        <a:srgbClr val="FAEFF2"/>
      </a:lt2>
      <a:accent1>
        <a:srgbClr val="D1617D"/>
      </a:accent1>
      <a:accent2>
        <a:srgbClr val="3B9151"/>
      </a:accent2>
      <a:accent3>
        <a:srgbClr val="9E2E4A"/>
      </a:accent3>
      <a:accent4>
        <a:srgbClr val="F3CED7"/>
      </a:accent4>
      <a:accent5>
        <a:srgbClr val="867967"/>
      </a:accent5>
      <a:accent6>
        <a:srgbClr val="C58292"/>
      </a:accent6>
      <a:hlink>
        <a:srgbClr val="D1617D"/>
      </a:hlink>
      <a:folHlink>
        <a:srgbClr val="9E2E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