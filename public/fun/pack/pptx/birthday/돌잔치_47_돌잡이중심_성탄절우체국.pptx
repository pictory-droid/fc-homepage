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83A23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돌잡이는 아기 마음대로입니다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83A23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돌잡이 이야기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연필 ·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실 · 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돈 · 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마이크 ·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아기의 선택은?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83A23"/>
                </a:solidFill>
              </a:rPr>
              <a:t>돌잡이 사진</a:t>
            </a:r>
          </a:p>
        </p:txBody>
      </p:sp>
      <p:sp>
        <p:nvSpPr>
          <p:cNvPr id="6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83A2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