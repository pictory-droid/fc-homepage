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83A23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돌잡이는 아기 마음대로입니다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83A23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83A23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돌잡이 이야기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연필 · 공부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실 · 장수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돈 · 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83A23"/>
                </a:solidFill>
              </a:rPr>
              <a:t>마이크 · 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우리 아기의 선택은?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4572000" cy="480060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83A23"/>
                </a:solidFill>
              </a:rPr>
              <a:t>돌잡이 사진</a:t>
            </a:r>
          </a:p>
        </p:txBody>
      </p:sp>
      <p:sp>
        <p:nvSpPr>
          <p:cNvPr id="6" name="선택 칸"/>
          <p:cNvSpPr/>
          <p:nvPr/>
        </p:nvSpPr>
        <p:spPr>
          <a:xfrm>
            <a:off x="5577840" y="1600200"/>
            <a:ext cx="5973775" cy="480060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2700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874519"/>
            <a:ext cx="5425135" cy="4251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2EFDC"/>
          </a:solidFill>
          <a:ln w="19050">
            <a:solidFill>
              <a:srgbClr val="29653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83A23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83A23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183A23"/>
      </a:dk2>
      <a:lt2>
        <a:srgbClr val="F1F9F3"/>
      </a:lt2>
      <a:accent1>
        <a:srgbClr val="29653D"/>
      </a:accent1>
      <a:accent2>
        <a:srgbClr val="833B91"/>
      </a:accent2>
      <a:accent3>
        <a:srgbClr val="183A23"/>
      </a:accent3>
      <a:accent4>
        <a:srgbClr val="D2EFDC"/>
      </a:accent4>
      <a:accent5>
        <a:srgbClr val="565067"/>
      </a:accent5>
      <a:accent6>
        <a:srgbClr val="74897B"/>
      </a:accent6>
      <a:hlink>
        <a:srgbClr val="29653D"/>
      </a:hlink>
      <a:folHlink>
        <a:srgbClr val="183A2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