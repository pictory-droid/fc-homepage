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3535C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뒤 무지개 같은 선물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3535C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태어난 날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임신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소식을 들은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출산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태어난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첫 만남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품에 안은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집으로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함께 돌아온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첫 번째 순간들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웃음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4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뒤집기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8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2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3535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