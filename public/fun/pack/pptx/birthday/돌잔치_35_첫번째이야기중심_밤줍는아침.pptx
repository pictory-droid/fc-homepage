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57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E0D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639423" y="467436"/>
            <a:ext cx="145927" cy="14592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278460" y="715600"/>
            <a:ext cx="262036" cy="26203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05186" y="1471598"/>
            <a:ext cx="326739" cy="326739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124093" y="2182998"/>
            <a:ext cx="186392" cy="186392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370844" y="1800461"/>
            <a:ext cx="164409" cy="16440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692994" y="464431"/>
            <a:ext cx="212011" cy="212011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781285" y="1454819"/>
            <a:ext cx="236418" cy="236418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857074" y="1810825"/>
            <a:ext cx="286929" cy="28692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641233" y="2077086"/>
            <a:ext cx="231738" cy="231738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683233" y="984970"/>
            <a:ext cx="224886" cy="224886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438449" y="1883540"/>
            <a:ext cx="219837" cy="219837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3A2918"/>
                </a:solidFill>
              </a:rPr>
              <a:t>첫 번째 생일</a:t>
            </a:r>
          </a:p>
        </p:txBody>
      </p:sp>
      <p:sp>
        <p:nvSpPr>
          <p:cNvPr id="15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A2918"/>
                </a:solidFill>
              </a:rPr>
              <a:t>밤톨처럼 야무지게 자라 준 일 년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304961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04426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30385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18667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55751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79167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383773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425878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750412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773744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637753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우리 아기를 소개합니다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777240" y="1554480"/>
            <a:ext cx="3840480" cy="448055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A2918"/>
                </a:solidFill>
              </a:rPr>
              <a:t>아기 사진을 넣어 주세요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4983479" y="1554480"/>
          <a:ext cx="643097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0217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2918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304961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04426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30385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18667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55751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79167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383773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425878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750412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773744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637753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태어난 날 이야기</a:t>
            </a:r>
          </a:p>
        </p:txBody>
      </p:sp>
      <p:sp>
        <p:nvSpPr>
          <p:cNvPr id="15" name="타임라인 선"/>
          <p:cNvSpPr/>
          <p:nvPr/>
        </p:nvSpPr>
        <p:spPr>
          <a:xfrm>
            <a:off x="777240" y="3291840"/>
            <a:ext cx="10637215" cy="54864"/>
          </a:xfrm>
          <a:prstGeom prst="rect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때 1"/>
          <p:cNvSpPr/>
          <p:nvPr/>
        </p:nvSpPr>
        <p:spPr>
          <a:xfrm>
            <a:off x="1905723" y="3108960"/>
            <a:ext cx="402336" cy="402336"/>
          </a:xfrm>
          <a:prstGeom prst="ellipse">
            <a:avLst/>
          </a:prstGeom>
          <a:solidFill>
            <a:srgbClr val="7B573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5732"/>
                </a:solidFill>
              </a:rPr>
              <a:t>임신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79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소식을 들은 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79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0" name="때 2"/>
          <p:cNvSpPr/>
          <p:nvPr/>
        </p:nvSpPr>
        <p:spPr>
          <a:xfrm>
            <a:off x="4565027" y="3108960"/>
            <a:ext cx="402336" cy="402336"/>
          </a:xfrm>
          <a:prstGeom prst="ellipse">
            <a:avLst/>
          </a:prstGeom>
          <a:solidFill>
            <a:srgbClr val="7B573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82263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5732"/>
                </a:solidFill>
              </a:rPr>
              <a:t>출산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7983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태어난 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7983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4" name="때 3"/>
          <p:cNvSpPr/>
          <p:nvPr/>
        </p:nvSpPr>
        <p:spPr>
          <a:xfrm>
            <a:off x="7224331" y="3108960"/>
            <a:ext cx="402336" cy="402336"/>
          </a:xfrm>
          <a:prstGeom prst="ellipse">
            <a:avLst/>
          </a:prstGeom>
          <a:solidFill>
            <a:srgbClr val="7B573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1567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5732"/>
                </a:solidFill>
              </a:rPr>
              <a:t>첫 만남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287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품에 안은 순간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7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8" name="때 4"/>
          <p:cNvSpPr/>
          <p:nvPr/>
        </p:nvSpPr>
        <p:spPr>
          <a:xfrm>
            <a:off x="9883635" y="3108960"/>
            <a:ext cx="402336" cy="402336"/>
          </a:xfrm>
          <a:prstGeom prst="ellipse">
            <a:avLst/>
          </a:prstGeom>
          <a:solidFill>
            <a:srgbClr val="7B573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00871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5732"/>
                </a:solidFill>
              </a:rPr>
              <a:t>집으로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46591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함께 돌아온 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46591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304961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04426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30385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18667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55751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79167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383773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425878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750412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773744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637753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첫 번째 순간들</a:t>
            </a:r>
          </a:p>
        </p:txBody>
      </p:sp>
      <p:sp>
        <p:nvSpPr>
          <p:cNvPr id="15" name="카드 1"/>
          <p:cNvSpPr/>
          <p:nvPr/>
        </p:nvSpPr>
        <p:spPr>
          <a:xfrm>
            <a:off x="777240" y="1554480"/>
            <a:ext cx="2487853" cy="466344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33172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첫 웃음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017520"/>
            <a:ext cx="2213533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9" name="카드 2"/>
          <p:cNvSpPr/>
          <p:nvPr/>
        </p:nvSpPr>
        <p:spPr>
          <a:xfrm>
            <a:off x="3493693" y="1554480"/>
            <a:ext cx="2487853" cy="466344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2"/>
          <p:cNvSpPr/>
          <p:nvPr/>
        </p:nvSpPr>
        <p:spPr>
          <a:xfrm>
            <a:off x="3676573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853" y="233172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첫 뒤집기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853" y="3017520"/>
            <a:ext cx="2213533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23" name="카드 3"/>
          <p:cNvSpPr/>
          <p:nvPr/>
        </p:nvSpPr>
        <p:spPr>
          <a:xfrm>
            <a:off x="6210147" y="1554480"/>
            <a:ext cx="2487853" cy="466344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3"/>
          <p:cNvSpPr/>
          <p:nvPr/>
        </p:nvSpPr>
        <p:spPr>
          <a:xfrm>
            <a:off x="6393027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7307" y="233172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첫 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7307" y="3017520"/>
            <a:ext cx="2213533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27" name="카드 4"/>
          <p:cNvSpPr/>
          <p:nvPr/>
        </p:nvSpPr>
        <p:spPr>
          <a:xfrm>
            <a:off x="8926601" y="1554480"/>
            <a:ext cx="2487853" cy="466344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4"/>
          <p:cNvSpPr/>
          <p:nvPr/>
        </p:nvSpPr>
        <p:spPr>
          <a:xfrm>
            <a:off x="9109481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3761" y="233172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첫 걸음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3761" y="3017520"/>
            <a:ext cx="2213533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304961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04426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30385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18667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55751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79167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383773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425878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750412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773744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637753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사진 모음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777240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1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3482263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2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6187287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3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892311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4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777240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5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3482263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6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6187287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7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8892311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57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E0D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639423" y="467436"/>
            <a:ext cx="145927" cy="14592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278460" y="715600"/>
            <a:ext cx="262036" cy="26203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05186" y="1471598"/>
            <a:ext cx="326739" cy="326739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124093" y="2182998"/>
            <a:ext cx="186392" cy="186392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370844" y="1800461"/>
            <a:ext cx="164409" cy="16440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692994" y="464431"/>
            <a:ext cx="212011" cy="212011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781285" y="1454819"/>
            <a:ext cx="236418" cy="236418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857074" y="1810825"/>
            <a:ext cx="286929" cy="28692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641233" y="2077086"/>
            <a:ext cx="231738" cy="231738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683233" y="984970"/>
            <a:ext cx="224886" cy="224886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438449" y="1883540"/>
            <a:ext cx="219837" cy="219837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3A2918"/>
                </a:solidFill>
              </a:rPr>
              <a:t>함께해 주셔서 감사합니다</a:t>
            </a:r>
          </a:p>
        </p:txBody>
      </p:sp>
      <p:sp>
        <p:nvSpPr>
          <p:cNvPr id="15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A2918"/>
                </a:solidFill>
              </a:rPr>
              <a:t>첫 번째 생일을 축하해 주셔서 고맙습니다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3A2918"/>
      </a:dk2>
      <a:lt2>
        <a:srgbClr val="F9F5F1"/>
      </a:lt2>
      <a:accent1>
        <a:srgbClr val="7B5732"/>
      </a:accent1>
      <a:accent2>
        <a:srgbClr val="3B9191"/>
      </a:accent2>
      <a:accent3>
        <a:srgbClr val="3A2918"/>
      </a:accent3>
      <a:accent4>
        <a:srgbClr val="EFE0D2"/>
      </a:accent4>
      <a:accent5>
        <a:srgbClr val="5B7462"/>
      </a:accent5>
      <a:accent6>
        <a:srgbClr val="897F74"/>
      </a:accent6>
      <a:hlink>
        <a:srgbClr val="7B5732"/>
      </a:hlink>
      <a:folHlink>
        <a:srgbClr val="3A291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