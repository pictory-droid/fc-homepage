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D9F2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E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첫 번째 생일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마이크를 잡으면 노래부터 시킬 겁니다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장소를 입력하세요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아기를 소개합니다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840480" cy="438912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아기 사진을 넣어 주세요</a:t>
            </a:r>
          </a:p>
        </p:txBody>
      </p:sp>
      <p:graphicFrame>
        <p:nvGraphicFramePr>
          <p:cNvPr id="7" name="표"/>
          <p:cNvGraphicFramePr>
            <a:graphicFrameLocks noGrp="1"/>
          </p:cNvGraphicFramePr>
          <p:nvPr/>
        </p:nvGraphicFramePr>
        <p:xfrm>
          <a:off x="4846320" y="1783080"/>
          <a:ext cx="6705295" cy="3950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87649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7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생일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키 · 몸무게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7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좋아하는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별명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7FDE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3E4927"/>
                          </a:solidFill>
                        </a:rPr>
                        <a:t>부모의 마음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ECFAD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CFAD1"/>
                      </a:solidFill>
                      <a:prstDash val="solid"/>
                    </a:lnL>
                    <a:lnR w="9525" cap="flat" cmpd="sng" algn="ctr">
                      <a:solidFill>
                        <a:srgbClr val="ECFAD1"/>
                      </a:solidFill>
                      <a:prstDash val="solid"/>
                    </a:lnR>
                    <a:lnT w="9525" cap="flat" cmpd="sng" algn="ctr">
                      <a:solidFill>
                        <a:srgbClr val="ECFAD1"/>
                      </a:solidFill>
                      <a:prstDash val="solid"/>
                    </a:lnT>
                    <a:lnB w="9525" cap="flat" cmpd="sng" algn="ctr">
                      <a:solidFill>
                        <a:srgbClr val="ECFAD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돌잡이 이야기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7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noFill/>
          <a:ln w="19050">
            <a:solidFill>
              <a:srgbClr val="D0ED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E49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E4927"/>
                </a:solidFill>
              </a:rPr>
              <a:t>연필 · 공부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학문과 총명을 바라는 마음</a:t>
            </a:r>
          </a:p>
        </p:txBody>
      </p:sp>
      <p:sp>
        <p:nvSpPr>
          <p:cNvPr id="10" name="카드 2"/>
          <p:cNvSpPr/>
          <p:nvPr/>
        </p:nvSpPr>
        <p:spPr>
          <a:xfrm>
            <a:off x="3425113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7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3607993" y="1965960"/>
            <a:ext cx="457200" cy="457200"/>
          </a:xfrm>
          <a:prstGeom prst="ellipse">
            <a:avLst/>
          </a:prstGeom>
          <a:noFill/>
          <a:ln w="19050">
            <a:solidFill>
              <a:srgbClr val="D0ED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E49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E4927"/>
                </a:solidFill>
              </a:rPr>
              <a:t>실 · 장수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건강하고 오래 살기를</a:t>
            </a:r>
          </a:p>
        </p:txBody>
      </p:sp>
      <p:sp>
        <p:nvSpPr>
          <p:cNvPr id="14" name="카드 3"/>
          <p:cNvSpPr/>
          <p:nvPr/>
        </p:nvSpPr>
        <p:spPr>
          <a:xfrm>
            <a:off x="6210147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7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6393027" y="1965960"/>
            <a:ext cx="457200" cy="457200"/>
          </a:xfrm>
          <a:prstGeom prst="ellipse">
            <a:avLst/>
          </a:prstGeom>
          <a:noFill/>
          <a:ln w="19050">
            <a:solidFill>
              <a:srgbClr val="D0ED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E49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E4927"/>
                </a:solidFill>
              </a:rPr>
              <a:t>돈 · 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넉넉한 삶을 바라는 마음</a:t>
            </a:r>
          </a:p>
        </p:txBody>
      </p:sp>
      <p:sp>
        <p:nvSpPr>
          <p:cNvPr id="18" name="카드 4"/>
          <p:cNvSpPr/>
          <p:nvPr/>
        </p:nvSpPr>
        <p:spPr>
          <a:xfrm>
            <a:off x="8995181" y="1783080"/>
            <a:ext cx="2556433" cy="4572000"/>
          </a:xfrm>
          <a:prstGeom prst="roundRect">
            <a:avLst>
              <a:gd name="adj" fmla="val 7000"/>
            </a:avLst>
          </a:prstGeom>
          <a:solidFill>
            <a:srgbClr val="F7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4"/>
          <p:cNvSpPr/>
          <p:nvPr/>
        </p:nvSpPr>
        <p:spPr>
          <a:xfrm>
            <a:off x="9178061" y="1965960"/>
            <a:ext cx="457200" cy="457200"/>
          </a:xfrm>
          <a:prstGeom prst="ellipse">
            <a:avLst/>
          </a:prstGeom>
          <a:noFill/>
          <a:ln w="19050">
            <a:solidFill>
              <a:srgbClr val="D0ED97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3E4927"/>
                </a:solidFill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2341" y="2560320"/>
            <a:ext cx="2282113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3E4927"/>
                </a:solidFill>
              </a:rPr>
              <a:t>마이크 · 인기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32341" y="3246120"/>
            <a:ext cx="2282113" cy="29718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6231F"/>
                </a:solidFill>
              </a:rPr>
              <a:t>사람들에게 사랑받기를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아기의 선택은?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4572000" cy="457200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돌잡이 사진</a:t>
            </a:r>
          </a:p>
        </p:txBody>
      </p:sp>
      <p:sp>
        <p:nvSpPr>
          <p:cNvPr id="7" name="선택 칸"/>
          <p:cNvSpPr/>
          <p:nvPr/>
        </p:nvSpPr>
        <p:spPr>
          <a:xfrm>
            <a:off x="5577840" y="1783080"/>
            <a:ext cx="5973775" cy="4572000"/>
          </a:xfrm>
          <a:prstGeom prst="roundRect">
            <a:avLst>
              <a:gd name="adj" fmla="val 7000"/>
            </a:avLst>
          </a:prstGeom>
          <a:solidFill>
            <a:srgbClr val="F7FD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52160" y="2057400"/>
            <a:ext cx="5425135" cy="40233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>
                <a:solidFill>
                  <a:srgbClr val="26231F"/>
                </a:solidFill>
              </a:rPr>
              <a:t>그때 가족의 반응은?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D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0ED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FIRST BIRTHDAY</a:t>
            </a:r>
          </a:p>
        </p:txBody>
      </p:sp>
      <p:sp>
        <p:nvSpPr>
          <p:cNvPr id="5" name="포인트"/>
          <p:cNvSpPr/>
          <p:nvPr/>
        </p:nvSpPr>
        <p:spPr>
          <a:xfrm rot="18900000">
            <a:off x="11167567" y="667512"/>
            <a:ext cx="310896" cy="310896"/>
          </a:xfrm>
          <a:prstGeom prst="teardrop">
            <a:avLst/>
          </a:prstGeom>
          <a:solidFill>
            <a:srgbClr val="D9F2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사진 모음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3413683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187287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960891" y="178308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3413683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187287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7</a:t>
            </a:r>
          </a:p>
        </p:txBody>
      </p:sp>
      <p:sp>
        <p:nvSpPr>
          <p:cNvPr id="13" name="사진 자리"/>
          <p:cNvSpPr/>
          <p:nvPr/>
        </p:nvSpPr>
        <p:spPr>
          <a:xfrm>
            <a:off x="8960891" y="4160520"/>
            <a:ext cx="2590723" cy="2194560"/>
          </a:xfrm>
          <a:prstGeom prst="roundRect">
            <a:avLst>
              <a:gd name="adj" fmla="val 6000"/>
            </a:avLst>
          </a:prstGeom>
          <a:solidFill>
            <a:srgbClr val="ECFAD1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D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802684" y="0"/>
            <a:ext cx="4389010" cy="6858000"/>
          </a:xfrm>
          <a:prstGeom prst="rect">
            <a:avLst/>
          </a:prstGeom>
          <a:solidFill>
            <a:srgbClr val="D9F2A6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3E49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8168435" y="365760"/>
            <a:ext cx="3657508" cy="6126480"/>
          </a:xfrm>
          <a:prstGeom prst="rect">
            <a:avLst/>
          </a:prstGeom>
          <a:noFill/>
          <a:ln w="9525">
            <a:solidFill>
              <a:srgbClr val="26231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FIRST BIRTHDAY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아이가 한 살이 되었습니다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아기 이름 · 부모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돌잔치 슬라이드(돌잡이 중심)">
  <a:themeElements>
    <a:clrScheme name="Office">
      <a:dk1>
        <a:sysClr val="windowText" lastClr="000000"/>
      </a:dk1>
      <a:lt1>
        <a:sysClr val="window" lastClr="FFFFFF"/>
      </a:lt1>
      <a:dk2>
        <a:srgbClr val="3E4927"/>
      </a:dk2>
      <a:lt2>
        <a:srgbClr val="F7FDEA"/>
      </a:lt2>
      <a:accent1>
        <a:srgbClr val="D0ED97"/>
      </a:accent1>
      <a:accent2>
        <a:srgbClr val="C5F3BA"/>
      </a:accent2>
      <a:accent3>
        <a:srgbClr val="3E4927"/>
      </a:accent3>
      <a:accent4>
        <a:srgbClr val="ECFAD1"/>
      </a:accent4>
      <a:accent5>
        <a:srgbClr val="CAF0A8"/>
      </a:accent5>
      <a:accent6>
        <a:srgbClr val="8B927D"/>
      </a:accent6>
      <a:hlink>
        <a:srgbClr val="D0ED97"/>
      </a:hlink>
      <a:folHlink>
        <a:srgbClr val="3E49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