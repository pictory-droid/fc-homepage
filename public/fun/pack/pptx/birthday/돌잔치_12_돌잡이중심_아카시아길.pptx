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9562E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마이크를 잡으면 노래부터 시킬 겁니다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562E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562E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562E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27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9562E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49562E"/>
      </a:dk2>
      <a:lt2>
        <a:srgbClr val="F6F8F2"/>
      </a:lt2>
      <a:accent1>
        <a:srgbClr val="819852"/>
      </a:accent1>
      <a:accent2>
        <a:srgbClr val="475285"/>
      </a:accent2>
      <a:accent3>
        <a:srgbClr val="49562E"/>
      </a:accent3>
      <a:accent4>
        <a:srgbClr val="E4EBD6"/>
      </a:accent4>
      <a:accent5>
        <a:srgbClr val="64756C"/>
      </a:accent5>
      <a:accent6>
        <a:srgbClr val="929A82"/>
      </a:accent6>
      <a:hlink>
        <a:srgbClr val="819852"/>
      </a:hlink>
      <a:folHlink>
        <a:srgbClr val="4956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