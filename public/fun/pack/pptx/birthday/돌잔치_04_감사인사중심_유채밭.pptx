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A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사진 자리"/>
          <p:cNvSpPr/>
          <p:nvPr/>
        </p:nvSpPr>
        <p:spPr>
          <a:xfrm>
            <a:off x="7558851" y="685800"/>
            <a:ext cx="3169840" cy="54864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2E8A6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494427"/>
                </a:solidFill>
              </a:rPr>
              <a:t>사진을 넣어 주세요</a:t>
            </a:r>
          </a:p>
        </p:txBody>
      </p:sp>
      <p:sp>
        <p:nvSpPr>
          <p:cNvPr id="4" name="장식"/>
          <p:cNvSpPr/>
          <p:nvPr/>
        </p:nvSpPr>
        <p:spPr>
          <a:xfrm>
            <a:off x="6827349" y="4251960"/>
            <a:ext cx="1005840" cy="1005840"/>
          </a:xfrm>
          <a:prstGeom prst="ellipse">
            <a:avLst/>
          </a:prstGeom>
          <a:solidFill>
            <a:srgbClr val="F2E8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라벨"/>
          <p:cNvSpPr txBox="1"/>
          <p:nvPr/>
        </p:nvSpPr>
        <p:spPr>
          <a:xfrm>
            <a:off x="822960" y="2148840"/>
            <a:ext cx="5608179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i="0" spc="250">
                <a:solidFill>
                  <a:srgbClr val="26231F"/>
                </a:solidFill>
              </a:rPr>
              <a:t>FIRST BIRTHDAY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606040"/>
            <a:ext cx="5608179" cy="118872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26231F"/>
                </a:solidFill>
              </a:rPr>
              <a:t>첫 번째 생일</a:t>
            </a:r>
          </a:p>
        </p:txBody>
      </p:sp>
      <p:sp>
        <p:nvSpPr>
          <p:cNvPr id="6" name="한 줄 문구"/>
          <p:cNvSpPr txBox="1"/>
          <p:nvPr/>
        </p:nvSpPr>
        <p:spPr>
          <a:xfrm>
            <a:off x="822960" y="3886200"/>
            <a:ext cx="5608179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31F"/>
                </a:solidFill>
              </a:rPr>
              <a:t>귀한 걸음 해 주신 분들께 인사드립니다</a:t>
            </a:r>
          </a:p>
        </p:txBody>
      </p:sp>
      <p:sp>
        <p:nvSpPr>
          <p:cNvPr id="7" name="안내 문구"/>
          <p:cNvSpPr txBox="1"/>
          <p:nvPr/>
        </p:nvSpPr>
        <p:spPr>
          <a:xfrm>
            <a:off x="822960" y="4754880"/>
            <a:ext cx="5608179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6231F"/>
                </a:solidFill>
              </a:rPr>
              <a:t>아기 이름 · 날짜 입력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6231F"/>
                </a:solidFill>
              </a:rPr>
              <a:t>장소를 입력하세요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40080" y="566928"/>
            <a:ext cx="10911535" cy="10972"/>
          </a:xfrm>
          <a:prstGeom prst="rect">
            <a:avLst/>
          </a:prstGeom>
          <a:solidFill>
            <a:srgbClr val="2623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상단 라벨"/>
          <p:cNvSpPr txBox="1"/>
          <p:nvPr/>
        </p:nvSpPr>
        <p:spPr>
          <a:xfrm>
            <a:off x="640080" y="237744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FIRST BIRTHDAY</a:t>
            </a:r>
          </a:p>
        </p:txBody>
      </p:sp>
      <p:sp>
        <p:nvSpPr>
          <p:cNvPr id="5" name="포인트"/>
          <p:cNvSpPr/>
          <p:nvPr/>
        </p:nvSpPr>
        <p:spPr>
          <a:xfrm>
            <a:off x="11204143" y="246888"/>
            <a:ext cx="237744" cy="237744"/>
          </a:xfrm>
          <a:prstGeom prst="ellipse">
            <a:avLst/>
          </a:prstGeom>
          <a:solidFill>
            <a:srgbClr val="EDE19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731520"/>
            <a:ext cx="1091153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우리 아기를 소개합니다</a:t>
            </a:r>
          </a:p>
        </p:txBody>
      </p:sp>
      <p:sp>
        <p:nvSpPr>
          <p:cNvPr id="6" name="사진 자리"/>
          <p:cNvSpPr/>
          <p:nvPr/>
        </p:nvSpPr>
        <p:spPr>
          <a:xfrm>
            <a:off x="640080" y="1783080"/>
            <a:ext cx="3840480" cy="4389120"/>
          </a:xfrm>
          <a:prstGeom prst="roundRect">
            <a:avLst>
              <a:gd name="adj" fmla="val 6000"/>
            </a:avLst>
          </a:prstGeom>
          <a:solidFill>
            <a:srgbClr val="FAF4D1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8E8780"/>
                </a:solidFill>
              </a:rPr>
              <a:t>아기 사진을 넣어 주세요</a:t>
            </a:r>
          </a:p>
        </p:txBody>
      </p:sp>
      <p:graphicFrame>
        <p:nvGraphicFramePr>
          <p:cNvPr id="7" name="표"/>
          <p:cNvGraphicFramePr>
            <a:graphicFrameLocks noGrp="1"/>
          </p:cNvGraphicFramePr>
          <p:nvPr/>
        </p:nvGraphicFramePr>
        <p:xfrm>
          <a:off x="4846320" y="1783080"/>
          <a:ext cx="6705295" cy="395020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28800"/>
                <a:gridCol w="4876495"/>
              </a:tblGrid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494427"/>
                          </a:solidFill>
                        </a:rPr>
                        <a:t>이름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F4D1"/>
                      </a:solidFill>
                      <a:prstDash val="solid"/>
                    </a:lnL>
                    <a:lnR w="9525" cap="flat" cmpd="sng" algn="ctr">
                      <a:solidFill>
                        <a:srgbClr val="FAF4D1"/>
                      </a:solidFill>
                      <a:prstDash val="solid"/>
                    </a:lnR>
                    <a:lnT w="9525" cap="flat" cmpd="sng" algn="ctr">
                      <a:solidFill>
                        <a:srgbClr val="FAF4D1"/>
                      </a:solidFill>
                      <a:prstDash val="solid"/>
                    </a:lnT>
                    <a:lnB w="9525" cap="flat" cmpd="sng" algn="ctr">
                      <a:solidFill>
                        <a:srgbClr val="FAF4D1"/>
                      </a:solidFill>
                      <a:prstDash val="solid"/>
                    </a:lnB>
                    <a:solidFill>
                      <a:srgbClr val="FAF4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F4D1"/>
                      </a:solidFill>
                      <a:prstDash val="solid"/>
                    </a:lnL>
                    <a:lnR w="9525" cap="flat" cmpd="sng" algn="ctr">
                      <a:solidFill>
                        <a:srgbClr val="FAF4D1"/>
                      </a:solidFill>
                      <a:prstDash val="solid"/>
                    </a:lnR>
                    <a:lnT w="9525" cap="flat" cmpd="sng" algn="ctr">
                      <a:solidFill>
                        <a:srgbClr val="FAF4D1"/>
                      </a:solidFill>
                      <a:prstDash val="solid"/>
                    </a:lnT>
                    <a:lnB w="9525" cap="flat" cmpd="sng" algn="ctr">
                      <a:solidFill>
                        <a:srgbClr val="FAF4D1"/>
                      </a:solidFill>
                      <a:prstDash val="solid"/>
                    </a:lnB>
                    <a:solidFill>
                      <a:srgbClr val="FDFAEA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494427"/>
                          </a:solidFill>
                        </a:rPr>
                        <a:t>생일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F4D1"/>
                      </a:solidFill>
                      <a:prstDash val="solid"/>
                    </a:lnL>
                    <a:lnR w="9525" cap="flat" cmpd="sng" algn="ctr">
                      <a:solidFill>
                        <a:srgbClr val="FAF4D1"/>
                      </a:solidFill>
                      <a:prstDash val="solid"/>
                    </a:lnR>
                    <a:lnT w="9525" cap="flat" cmpd="sng" algn="ctr">
                      <a:solidFill>
                        <a:srgbClr val="FAF4D1"/>
                      </a:solidFill>
                      <a:prstDash val="solid"/>
                    </a:lnT>
                    <a:lnB w="9525" cap="flat" cmpd="sng" algn="ctr">
                      <a:solidFill>
                        <a:srgbClr val="FAF4D1"/>
                      </a:solidFill>
                      <a:prstDash val="solid"/>
                    </a:lnB>
                    <a:solidFill>
                      <a:srgbClr val="FAF4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F4D1"/>
                      </a:solidFill>
                      <a:prstDash val="solid"/>
                    </a:lnL>
                    <a:lnR w="9525" cap="flat" cmpd="sng" algn="ctr">
                      <a:solidFill>
                        <a:srgbClr val="FAF4D1"/>
                      </a:solidFill>
                      <a:prstDash val="solid"/>
                    </a:lnR>
                    <a:lnT w="9525" cap="flat" cmpd="sng" algn="ctr">
                      <a:solidFill>
                        <a:srgbClr val="FAF4D1"/>
                      </a:solidFill>
                      <a:prstDash val="solid"/>
                    </a:lnT>
                    <a:lnB w="9525" cap="flat" cmpd="sng" algn="ctr">
                      <a:solidFill>
                        <a:srgbClr val="FAF4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494427"/>
                          </a:solidFill>
                        </a:rPr>
                        <a:t>키 · 몸무게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F4D1"/>
                      </a:solidFill>
                      <a:prstDash val="solid"/>
                    </a:lnL>
                    <a:lnR w="9525" cap="flat" cmpd="sng" algn="ctr">
                      <a:solidFill>
                        <a:srgbClr val="FAF4D1"/>
                      </a:solidFill>
                      <a:prstDash val="solid"/>
                    </a:lnR>
                    <a:lnT w="9525" cap="flat" cmpd="sng" algn="ctr">
                      <a:solidFill>
                        <a:srgbClr val="FAF4D1"/>
                      </a:solidFill>
                      <a:prstDash val="solid"/>
                    </a:lnT>
                    <a:lnB w="9525" cap="flat" cmpd="sng" algn="ctr">
                      <a:solidFill>
                        <a:srgbClr val="FAF4D1"/>
                      </a:solidFill>
                      <a:prstDash val="solid"/>
                    </a:lnB>
                    <a:solidFill>
                      <a:srgbClr val="FAF4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F4D1"/>
                      </a:solidFill>
                      <a:prstDash val="solid"/>
                    </a:lnL>
                    <a:lnR w="9525" cap="flat" cmpd="sng" algn="ctr">
                      <a:solidFill>
                        <a:srgbClr val="FAF4D1"/>
                      </a:solidFill>
                      <a:prstDash val="solid"/>
                    </a:lnR>
                    <a:lnT w="9525" cap="flat" cmpd="sng" algn="ctr">
                      <a:solidFill>
                        <a:srgbClr val="FAF4D1"/>
                      </a:solidFill>
                      <a:prstDash val="solid"/>
                    </a:lnT>
                    <a:lnB w="9525" cap="flat" cmpd="sng" algn="ctr">
                      <a:solidFill>
                        <a:srgbClr val="FAF4D1"/>
                      </a:solidFill>
                      <a:prstDash val="solid"/>
                    </a:lnB>
                    <a:solidFill>
                      <a:srgbClr val="FDFAEA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494427"/>
                          </a:solidFill>
                        </a:rPr>
                        <a:t>좋아하는 것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F4D1"/>
                      </a:solidFill>
                      <a:prstDash val="solid"/>
                    </a:lnL>
                    <a:lnR w="9525" cap="flat" cmpd="sng" algn="ctr">
                      <a:solidFill>
                        <a:srgbClr val="FAF4D1"/>
                      </a:solidFill>
                      <a:prstDash val="solid"/>
                    </a:lnR>
                    <a:lnT w="9525" cap="flat" cmpd="sng" algn="ctr">
                      <a:solidFill>
                        <a:srgbClr val="FAF4D1"/>
                      </a:solidFill>
                      <a:prstDash val="solid"/>
                    </a:lnT>
                    <a:lnB w="9525" cap="flat" cmpd="sng" algn="ctr">
                      <a:solidFill>
                        <a:srgbClr val="FAF4D1"/>
                      </a:solidFill>
                      <a:prstDash val="solid"/>
                    </a:lnB>
                    <a:solidFill>
                      <a:srgbClr val="FAF4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F4D1"/>
                      </a:solidFill>
                      <a:prstDash val="solid"/>
                    </a:lnL>
                    <a:lnR w="9525" cap="flat" cmpd="sng" algn="ctr">
                      <a:solidFill>
                        <a:srgbClr val="FAF4D1"/>
                      </a:solidFill>
                      <a:prstDash val="solid"/>
                    </a:lnR>
                    <a:lnT w="9525" cap="flat" cmpd="sng" algn="ctr">
                      <a:solidFill>
                        <a:srgbClr val="FAF4D1"/>
                      </a:solidFill>
                      <a:prstDash val="solid"/>
                    </a:lnT>
                    <a:lnB w="9525" cap="flat" cmpd="sng" algn="ctr">
                      <a:solidFill>
                        <a:srgbClr val="FAF4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494427"/>
                          </a:solidFill>
                        </a:rPr>
                        <a:t>별명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F4D1"/>
                      </a:solidFill>
                      <a:prstDash val="solid"/>
                    </a:lnL>
                    <a:lnR w="9525" cap="flat" cmpd="sng" algn="ctr">
                      <a:solidFill>
                        <a:srgbClr val="FAF4D1"/>
                      </a:solidFill>
                      <a:prstDash val="solid"/>
                    </a:lnR>
                    <a:lnT w="9525" cap="flat" cmpd="sng" algn="ctr">
                      <a:solidFill>
                        <a:srgbClr val="FAF4D1"/>
                      </a:solidFill>
                      <a:prstDash val="solid"/>
                    </a:lnT>
                    <a:lnB w="9525" cap="flat" cmpd="sng" algn="ctr">
                      <a:solidFill>
                        <a:srgbClr val="FAF4D1"/>
                      </a:solidFill>
                      <a:prstDash val="solid"/>
                    </a:lnB>
                    <a:solidFill>
                      <a:srgbClr val="FAF4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F4D1"/>
                      </a:solidFill>
                      <a:prstDash val="solid"/>
                    </a:lnL>
                    <a:lnR w="9525" cap="flat" cmpd="sng" algn="ctr">
                      <a:solidFill>
                        <a:srgbClr val="FAF4D1"/>
                      </a:solidFill>
                      <a:prstDash val="solid"/>
                    </a:lnR>
                    <a:lnT w="9525" cap="flat" cmpd="sng" algn="ctr">
                      <a:solidFill>
                        <a:srgbClr val="FAF4D1"/>
                      </a:solidFill>
                      <a:prstDash val="solid"/>
                    </a:lnT>
                    <a:lnB w="9525" cap="flat" cmpd="sng" algn="ctr">
                      <a:solidFill>
                        <a:srgbClr val="FAF4D1"/>
                      </a:solidFill>
                      <a:prstDash val="solid"/>
                    </a:lnB>
                    <a:solidFill>
                      <a:srgbClr val="FDFAEA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494427"/>
                          </a:solidFill>
                        </a:rPr>
                        <a:t>부모의 마음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F4D1"/>
                      </a:solidFill>
                      <a:prstDash val="solid"/>
                    </a:lnL>
                    <a:lnR w="9525" cap="flat" cmpd="sng" algn="ctr">
                      <a:solidFill>
                        <a:srgbClr val="FAF4D1"/>
                      </a:solidFill>
                      <a:prstDash val="solid"/>
                    </a:lnR>
                    <a:lnT w="9525" cap="flat" cmpd="sng" algn="ctr">
                      <a:solidFill>
                        <a:srgbClr val="FAF4D1"/>
                      </a:solidFill>
                      <a:prstDash val="solid"/>
                    </a:lnT>
                    <a:lnB w="9525" cap="flat" cmpd="sng" algn="ctr">
                      <a:solidFill>
                        <a:srgbClr val="FAF4D1"/>
                      </a:solidFill>
                      <a:prstDash val="solid"/>
                    </a:lnB>
                    <a:solidFill>
                      <a:srgbClr val="FAF4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F4D1"/>
                      </a:solidFill>
                      <a:prstDash val="solid"/>
                    </a:lnL>
                    <a:lnR w="9525" cap="flat" cmpd="sng" algn="ctr">
                      <a:solidFill>
                        <a:srgbClr val="FAF4D1"/>
                      </a:solidFill>
                      <a:prstDash val="solid"/>
                    </a:lnR>
                    <a:lnT w="9525" cap="flat" cmpd="sng" algn="ctr">
                      <a:solidFill>
                        <a:srgbClr val="FAF4D1"/>
                      </a:solidFill>
                      <a:prstDash val="solid"/>
                    </a:lnT>
                    <a:lnB w="9525" cap="flat" cmpd="sng" algn="ctr">
                      <a:solidFill>
                        <a:srgbClr val="FAF4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40080" y="566928"/>
            <a:ext cx="10911535" cy="10972"/>
          </a:xfrm>
          <a:prstGeom prst="rect">
            <a:avLst/>
          </a:prstGeom>
          <a:solidFill>
            <a:srgbClr val="2623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상단 라벨"/>
          <p:cNvSpPr txBox="1"/>
          <p:nvPr/>
        </p:nvSpPr>
        <p:spPr>
          <a:xfrm>
            <a:off x="640080" y="237744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FIRST BIRTHDAY</a:t>
            </a:r>
          </a:p>
        </p:txBody>
      </p:sp>
      <p:sp>
        <p:nvSpPr>
          <p:cNvPr id="5" name="포인트"/>
          <p:cNvSpPr/>
          <p:nvPr/>
        </p:nvSpPr>
        <p:spPr>
          <a:xfrm>
            <a:off x="11204143" y="246888"/>
            <a:ext cx="237744" cy="237744"/>
          </a:xfrm>
          <a:prstGeom prst="ellipse">
            <a:avLst/>
          </a:prstGeom>
          <a:solidFill>
            <a:srgbClr val="EDE19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731520"/>
            <a:ext cx="1091153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초대합니다</a:t>
            </a:r>
          </a:p>
        </p:txBody>
      </p:sp>
      <p:sp>
        <p:nvSpPr>
          <p:cNvPr id="6" name="초대 글 칸"/>
          <p:cNvSpPr/>
          <p:nvPr/>
        </p:nvSpPr>
        <p:spPr>
          <a:xfrm>
            <a:off x="640080" y="1783080"/>
            <a:ext cx="10911535" cy="4572000"/>
          </a:xfrm>
          <a:prstGeom prst="roundRect">
            <a:avLst>
              <a:gd name="adj" fmla="val 4000"/>
            </a:avLst>
          </a:prstGeom>
          <a:solidFill>
            <a:srgbClr val="FDFA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포인트 막대"/>
          <p:cNvSpPr/>
          <p:nvPr/>
        </p:nvSpPr>
        <p:spPr>
          <a:xfrm>
            <a:off x="640080" y="1892807"/>
            <a:ext cx="54864" cy="4352544"/>
          </a:xfrm>
          <a:prstGeom prst="rect">
            <a:avLst/>
          </a:prstGeom>
          <a:solidFill>
            <a:srgbClr val="EDE19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초대 글"/>
          <p:cNvSpPr txBox="1"/>
          <p:nvPr/>
        </p:nvSpPr>
        <p:spPr>
          <a:xfrm>
            <a:off x="1097280" y="2148840"/>
            <a:ext cx="9997135" cy="38404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40000"/>
              </a:lnSpc>
            </a:pPr>
            <a:r>
              <a:rPr sz="2000" b="0" i="0">
                <a:solidFill>
                  <a:srgbClr val="26231F"/>
                </a:solidFill>
              </a:rPr>
              <a:t>저희 아이의 첫 생일에 모십니다.</a:t>
            </a:r>
          </a:p>
          <a:p>
            <a:pPr algn="ctr">
              <a:lnSpc>
                <a:spcPct val="140000"/>
              </a:lnSpc>
            </a:pPr>
            <a:r>
              <a:rPr sz="2000" b="0" i="0">
                <a:solidFill>
                  <a:srgbClr val="26231F"/>
                </a:solidFill>
              </a:rPr>
              <a:t/>
            </a:r>
          </a:p>
          <a:p>
            <a:pPr algn="ctr">
              <a:lnSpc>
                <a:spcPct val="140000"/>
              </a:lnSpc>
            </a:pPr>
            <a:r>
              <a:rPr sz="2000" b="0" i="0">
                <a:solidFill>
                  <a:srgbClr val="26231F"/>
                </a:solidFill>
              </a:rPr>
              <a:t>오셔서 같이 밥 한 끼 해 주세요.</a:t>
            </a:r>
          </a:p>
          <a:p>
            <a:pPr algn="ctr">
              <a:lnSpc>
                <a:spcPct val="140000"/>
              </a:lnSpc>
            </a:pPr>
            <a:r>
              <a:rPr sz="2000" b="0" i="0">
                <a:solidFill>
                  <a:srgbClr val="26231F"/>
                </a:solidFill>
              </a:rPr>
              <a:t/>
            </a:r>
          </a:p>
          <a:p>
            <a:pPr algn="ctr">
              <a:lnSpc>
                <a:spcPct val="140000"/>
              </a:lnSpc>
            </a:pPr>
            <a:r>
              <a:rPr sz="2000" b="0" i="0">
                <a:solidFill>
                  <a:srgbClr val="26231F"/>
                </a:solidFill>
              </a:rPr>
              <a:t>일시 · 장소를 입력하세요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40080" y="566928"/>
            <a:ext cx="10911535" cy="10972"/>
          </a:xfrm>
          <a:prstGeom prst="rect">
            <a:avLst/>
          </a:prstGeom>
          <a:solidFill>
            <a:srgbClr val="2623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상단 라벨"/>
          <p:cNvSpPr txBox="1"/>
          <p:nvPr/>
        </p:nvSpPr>
        <p:spPr>
          <a:xfrm>
            <a:off x="640080" y="237744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FIRST BIRTHDAY</a:t>
            </a:r>
          </a:p>
        </p:txBody>
      </p:sp>
      <p:sp>
        <p:nvSpPr>
          <p:cNvPr id="5" name="포인트"/>
          <p:cNvSpPr/>
          <p:nvPr/>
        </p:nvSpPr>
        <p:spPr>
          <a:xfrm>
            <a:off x="11204143" y="246888"/>
            <a:ext cx="237744" cy="237744"/>
          </a:xfrm>
          <a:prstGeom prst="ellipse">
            <a:avLst/>
          </a:prstGeom>
          <a:solidFill>
            <a:srgbClr val="EDE19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731520"/>
            <a:ext cx="1091153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부모의 한마디</a:t>
            </a:r>
          </a:p>
        </p:txBody>
      </p:sp>
      <p:sp>
        <p:nvSpPr>
          <p:cNvPr id="6" name="편지 칸"/>
          <p:cNvSpPr/>
          <p:nvPr/>
        </p:nvSpPr>
        <p:spPr>
          <a:xfrm>
            <a:off x="640080" y="1783080"/>
            <a:ext cx="10911535" cy="4572000"/>
          </a:xfrm>
          <a:prstGeom prst="roundRect">
            <a:avLst>
              <a:gd name="adj" fmla="val 4000"/>
            </a:avLst>
          </a:prstGeom>
          <a:solidFill>
            <a:srgbClr val="FAF4D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포인트 막대"/>
          <p:cNvSpPr/>
          <p:nvPr/>
        </p:nvSpPr>
        <p:spPr>
          <a:xfrm>
            <a:off x="640080" y="1892807"/>
            <a:ext cx="54864" cy="4352544"/>
          </a:xfrm>
          <a:prstGeom prst="rect">
            <a:avLst/>
          </a:prstGeom>
          <a:solidFill>
            <a:srgbClr val="EDE19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편지 글"/>
          <p:cNvSpPr txBox="1"/>
          <p:nvPr/>
        </p:nvSpPr>
        <p:spPr>
          <a:xfrm>
            <a:off x="1097280" y="2148840"/>
            <a:ext cx="9997135" cy="38404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26231F"/>
                </a:solidFill>
              </a:rPr>
              <a:t>사랑하는 우리 아기에게</a:t>
            </a:r>
          </a:p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26231F"/>
                </a:solidFill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26231F"/>
                </a:solidFill>
              </a:rPr>
              <a:t>엄마 아빠의 마음을 적어 주세요.</a:t>
            </a:r>
          </a:p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26231F"/>
                </a:solidFill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26231F"/>
                </a:solidFill>
              </a:rPr>
              <a:t>― 엄마 아빠가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40080" y="566928"/>
            <a:ext cx="10911535" cy="10972"/>
          </a:xfrm>
          <a:prstGeom prst="rect">
            <a:avLst/>
          </a:prstGeom>
          <a:solidFill>
            <a:srgbClr val="2623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상단 라벨"/>
          <p:cNvSpPr txBox="1"/>
          <p:nvPr/>
        </p:nvSpPr>
        <p:spPr>
          <a:xfrm>
            <a:off x="640080" y="237744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FIRST BIRTHDAY</a:t>
            </a:r>
          </a:p>
        </p:txBody>
      </p:sp>
      <p:sp>
        <p:nvSpPr>
          <p:cNvPr id="5" name="포인트"/>
          <p:cNvSpPr/>
          <p:nvPr/>
        </p:nvSpPr>
        <p:spPr>
          <a:xfrm>
            <a:off x="11204143" y="246888"/>
            <a:ext cx="237744" cy="237744"/>
          </a:xfrm>
          <a:prstGeom prst="ellipse">
            <a:avLst/>
          </a:prstGeom>
          <a:solidFill>
            <a:srgbClr val="EDE19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731520"/>
            <a:ext cx="1091153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사진 모음</a:t>
            </a:r>
          </a:p>
        </p:txBody>
      </p:sp>
      <p:sp>
        <p:nvSpPr>
          <p:cNvPr id="6" name="사진 자리"/>
          <p:cNvSpPr/>
          <p:nvPr/>
        </p:nvSpPr>
        <p:spPr>
          <a:xfrm>
            <a:off x="640080" y="1783080"/>
            <a:ext cx="2590723" cy="2194560"/>
          </a:xfrm>
          <a:prstGeom prst="roundRect">
            <a:avLst>
              <a:gd name="adj" fmla="val 6000"/>
            </a:avLst>
          </a:prstGeom>
          <a:solidFill>
            <a:srgbClr val="FAF4D1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1</a:t>
            </a:r>
          </a:p>
        </p:txBody>
      </p:sp>
      <p:sp>
        <p:nvSpPr>
          <p:cNvPr id="7" name="사진 자리"/>
          <p:cNvSpPr/>
          <p:nvPr/>
        </p:nvSpPr>
        <p:spPr>
          <a:xfrm>
            <a:off x="3413683" y="1783080"/>
            <a:ext cx="2590723" cy="2194560"/>
          </a:xfrm>
          <a:prstGeom prst="roundRect">
            <a:avLst>
              <a:gd name="adj" fmla="val 6000"/>
            </a:avLst>
          </a:prstGeom>
          <a:solidFill>
            <a:srgbClr val="FAF4D1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2</a:t>
            </a:r>
          </a:p>
        </p:txBody>
      </p:sp>
      <p:sp>
        <p:nvSpPr>
          <p:cNvPr id="8" name="사진 자리"/>
          <p:cNvSpPr/>
          <p:nvPr/>
        </p:nvSpPr>
        <p:spPr>
          <a:xfrm>
            <a:off x="6187287" y="1783080"/>
            <a:ext cx="2590723" cy="2194560"/>
          </a:xfrm>
          <a:prstGeom prst="roundRect">
            <a:avLst>
              <a:gd name="adj" fmla="val 6000"/>
            </a:avLst>
          </a:prstGeom>
          <a:solidFill>
            <a:srgbClr val="FAF4D1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3</a:t>
            </a:r>
          </a:p>
        </p:txBody>
      </p:sp>
      <p:sp>
        <p:nvSpPr>
          <p:cNvPr id="9" name="사진 자리"/>
          <p:cNvSpPr/>
          <p:nvPr/>
        </p:nvSpPr>
        <p:spPr>
          <a:xfrm>
            <a:off x="8960891" y="1783080"/>
            <a:ext cx="2590723" cy="2194560"/>
          </a:xfrm>
          <a:prstGeom prst="roundRect">
            <a:avLst>
              <a:gd name="adj" fmla="val 6000"/>
            </a:avLst>
          </a:prstGeom>
          <a:solidFill>
            <a:srgbClr val="FAF4D1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4</a:t>
            </a:r>
          </a:p>
        </p:txBody>
      </p:sp>
      <p:sp>
        <p:nvSpPr>
          <p:cNvPr id="10" name="사진 자리"/>
          <p:cNvSpPr/>
          <p:nvPr/>
        </p:nvSpPr>
        <p:spPr>
          <a:xfrm>
            <a:off x="640080" y="4160520"/>
            <a:ext cx="2590723" cy="2194560"/>
          </a:xfrm>
          <a:prstGeom prst="roundRect">
            <a:avLst>
              <a:gd name="adj" fmla="val 6000"/>
            </a:avLst>
          </a:prstGeom>
          <a:solidFill>
            <a:srgbClr val="FAF4D1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5</a:t>
            </a:r>
          </a:p>
        </p:txBody>
      </p:sp>
      <p:sp>
        <p:nvSpPr>
          <p:cNvPr id="11" name="사진 자리"/>
          <p:cNvSpPr/>
          <p:nvPr/>
        </p:nvSpPr>
        <p:spPr>
          <a:xfrm>
            <a:off x="3413683" y="4160520"/>
            <a:ext cx="2590723" cy="2194560"/>
          </a:xfrm>
          <a:prstGeom prst="roundRect">
            <a:avLst>
              <a:gd name="adj" fmla="val 6000"/>
            </a:avLst>
          </a:prstGeom>
          <a:solidFill>
            <a:srgbClr val="FAF4D1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6</a:t>
            </a:r>
          </a:p>
        </p:txBody>
      </p:sp>
      <p:sp>
        <p:nvSpPr>
          <p:cNvPr id="12" name="사진 자리"/>
          <p:cNvSpPr/>
          <p:nvPr/>
        </p:nvSpPr>
        <p:spPr>
          <a:xfrm>
            <a:off x="6187287" y="4160520"/>
            <a:ext cx="2590723" cy="2194560"/>
          </a:xfrm>
          <a:prstGeom prst="roundRect">
            <a:avLst>
              <a:gd name="adj" fmla="val 6000"/>
            </a:avLst>
          </a:prstGeom>
          <a:solidFill>
            <a:srgbClr val="FAF4D1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7</a:t>
            </a:r>
          </a:p>
        </p:txBody>
      </p:sp>
      <p:sp>
        <p:nvSpPr>
          <p:cNvPr id="13" name="사진 자리"/>
          <p:cNvSpPr/>
          <p:nvPr/>
        </p:nvSpPr>
        <p:spPr>
          <a:xfrm>
            <a:off x="8960891" y="4160520"/>
            <a:ext cx="2590723" cy="2194560"/>
          </a:xfrm>
          <a:prstGeom prst="roundRect">
            <a:avLst>
              <a:gd name="adj" fmla="val 6000"/>
            </a:avLst>
          </a:prstGeom>
          <a:solidFill>
            <a:srgbClr val="FAF4D1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A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사진 자리"/>
          <p:cNvSpPr/>
          <p:nvPr/>
        </p:nvSpPr>
        <p:spPr>
          <a:xfrm>
            <a:off x="7558851" y="685800"/>
            <a:ext cx="3169840" cy="54864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2E8A6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494427"/>
                </a:solidFill>
              </a:rPr>
              <a:t>사진을 넣어 주세요</a:t>
            </a:r>
          </a:p>
        </p:txBody>
      </p:sp>
      <p:sp>
        <p:nvSpPr>
          <p:cNvPr id="4" name="장식"/>
          <p:cNvSpPr/>
          <p:nvPr/>
        </p:nvSpPr>
        <p:spPr>
          <a:xfrm>
            <a:off x="6827349" y="4251960"/>
            <a:ext cx="1005840" cy="1005840"/>
          </a:xfrm>
          <a:prstGeom prst="ellipse">
            <a:avLst/>
          </a:prstGeom>
          <a:solidFill>
            <a:srgbClr val="F2E8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라벨"/>
          <p:cNvSpPr txBox="1"/>
          <p:nvPr/>
        </p:nvSpPr>
        <p:spPr>
          <a:xfrm>
            <a:off x="822960" y="2148840"/>
            <a:ext cx="5608179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i="0" spc="250">
                <a:solidFill>
                  <a:srgbClr val="26231F"/>
                </a:solidFill>
              </a:rPr>
              <a:t>FIRST BIRTHDAY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606040"/>
            <a:ext cx="5608179" cy="118872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26231F"/>
                </a:solidFill>
              </a:rPr>
              <a:t>와 주셔서 고맙습니다</a:t>
            </a:r>
          </a:p>
        </p:txBody>
      </p:sp>
      <p:sp>
        <p:nvSpPr>
          <p:cNvPr id="6" name="한 줄 문구"/>
          <p:cNvSpPr txBox="1"/>
          <p:nvPr/>
        </p:nvSpPr>
        <p:spPr>
          <a:xfrm>
            <a:off x="822960" y="3886200"/>
            <a:ext cx="5608179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31F"/>
                </a:solidFill>
              </a:rPr>
              <a:t>아이가 한 살이 되었습니다</a:t>
            </a:r>
          </a:p>
        </p:txBody>
      </p:sp>
      <p:sp>
        <p:nvSpPr>
          <p:cNvPr id="7" name="안내 문구"/>
          <p:cNvSpPr txBox="1"/>
          <p:nvPr/>
        </p:nvSpPr>
        <p:spPr>
          <a:xfrm>
            <a:off x="822960" y="4754880"/>
            <a:ext cx="5608179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6231F"/>
                </a:solidFill>
              </a:rPr>
              <a:t>아기 이름 · 부모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돌잔치 슬라이드(감사 인사 중심)">
  <a:themeElements>
    <a:clrScheme name="Office">
      <a:dk1>
        <a:sysClr val="windowText" lastClr="000000"/>
      </a:dk1>
      <a:lt1>
        <a:sysClr val="window" lastClr="FFFFFF"/>
      </a:lt1>
      <a:dk2>
        <a:srgbClr val="494427"/>
      </a:dk2>
      <a:lt2>
        <a:srgbClr val="FDFAEA"/>
      </a:lt2>
      <a:accent1>
        <a:srgbClr val="EDE197"/>
      </a:accent1>
      <a:accent2>
        <a:srgbClr val="E0F3BA"/>
      </a:accent2>
      <a:accent3>
        <a:srgbClr val="494427"/>
      </a:accent3>
      <a:accent4>
        <a:srgbClr val="FAF4D1"/>
      </a:accent4>
      <a:accent5>
        <a:srgbClr val="E6EAA8"/>
      </a:accent5>
      <a:accent6>
        <a:srgbClr val="928F7D"/>
      </a:accent6>
      <a:hlink>
        <a:srgbClr val="EDE197"/>
      </a:hlink>
      <a:folHlink>
        <a:srgbClr val="494427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돌잔치 슬라이드(감사 인사 중심)</dc:title>
  <dc:subject/>
  <dc:creator>반딧불이의 곳간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