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7A1F2E"/>
                </a:solidFill>
              </a:rPr>
              <a:t>첫 번째 생일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A1F2E"/>
                </a:solidFill>
              </a:rPr>
              <a:t>임신 소식을 들은 날부터 기록했습니다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CC334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4CD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A1F2E"/>
                </a:solidFill>
              </a:rPr>
              <a:t>우리 아기를 소개합니다</a:t>
            </a:r>
          </a:p>
        </p:txBody>
      </p:sp>
      <p:sp>
        <p:nvSpPr>
          <p:cNvPr id="5" name="사진 자리"/>
          <p:cNvSpPr/>
          <p:nvPr/>
        </p:nvSpPr>
        <p:spPr>
          <a:xfrm>
            <a:off x="822960" y="1554480"/>
            <a:ext cx="3840480" cy="4434840"/>
          </a:xfrm>
          <a:prstGeom prst="roundRect">
            <a:avLst>
              <a:gd name="adj" fmla="val 6000"/>
            </a:avLst>
          </a:prstGeom>
          <a:solidFill>
            <a:srgbClr val="F4CDD3"/>
          </a:solidFill>
          <a:ln w="19050">
            <a:solidFill>
              <a:srgbClr val="CC33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7A1F2E"/>
                </a:solidFill>
              </a:rPr>
              <a:t>아기 사진을 넣어 주세요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5029200" y="1554480"/>
          <a:ext cx="633953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51073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A1F2E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4CD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BEFF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A1F2E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4CD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A1F2E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4CD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BEFF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A1F2E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4CD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A1F2E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4CD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BEFF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A1F2E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4CD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CC334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4CD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A1F2E"/>
                </a:solidFill>
              </a:rPr>
              <a:t>태어난 날 이야기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822960" y="3291840"/>
            <a:ext cx="10545775" cy="54864"/>
          </a:xfrm>
          <a:prstGeom prst="rect">
            <a:avLst/>
          </a:prstGeom>
          <a:solidFill>
            <a:srgbClr val="F4CD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1940013" y="3108960"/>
            <a:ext cx="402336" cy="402336"/>
          </a:xfrm>
          <a:prstGeom prst="ellipse">
            <a:avLst/>
          </a:prstGeom>
          <a:solidFill>
            <a:srgbClr val="CC334D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C334D"/>
                </a:solidFill>
              </a:rPr>
              <a:t>임신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24535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A1F2E"/>
                </a:solidFill>
              </a:rPr>
              <a:t>소식을 들은 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60520"/>
            <a:ext cx="245356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0" name="때 2"/>
          <p:cNvSpPr/>
          <p:nvPr/>
        </p:nvSpPr>
        <p:spPr>
          <a:xfrm>
            <a:off x="4576457" y="3108960"/>
            <a:ext cx="402336" cy="402336"/>
          </a:xfrm>
          <a:prstGeom prst="ellipse">
            <a:avLst/>
          </a:prstGeom>
          <a:solidFill>
            <a:srgbClr val="CC334D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05123" y="246888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C334D"/>
                </a:solidFill>
              </a:rPr>
              <a:t>출산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0843" y="3657600"/>
            <a:ext cx="24535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A1F2E"/>
                </a:solidFill>
              </a:rPr>
              <a:t>태어난 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0843" y="4160520"/>
            <a:ext cx="245356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4" name="때 3"/>
          <p:cNvSpPr/>
          <p:nvPr/>
        </p:nvSpPr>
        <p:spPr>
          <a:xfrm>
            <a:off x="7212901" y="3108960"/>
            <a:ext cx="402336" cy="402336"/>
          </a:xfrm>
          <a:prstGeom prst="ellipse">
            <a:avLst/>
          </a:prstGeom>
          <a:solidFill>
            <a:srgbClr val="CC334D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1567" y="246888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C334D"/>
                </a:solidFill>
              </a:rPr>
              <a:t>첫 만남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3657600"/>
            <a:ext cx="24535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A1F2E"/>
                </a:solidFill>
              </a:rPr>
              <a:t>품에 안은 순간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4160520"/>
            <a:ext cx="245356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8" name="때 4"/>
          <p:cNvSpPr/>
          <p:nvPr/>
        </p:nvSpPr>
        <p:spPr>
          <a:xfrm>
            <a:off x="9849345" y="3108960"/>
            <a:ext cx="402336" cy="402336"/>
          </a:xfrm>
          <a:prstGeom prst="ellipse">
            <a:avLst/>
          </a:prstGeom>
          <a:solidFill>
            <a:srgbClr val="CC334D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011" y="246888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C334D"/>
                </a:solidFill>
              </a:rPr>
              <a:t>집으로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731" y="3657600"/>
            <a:ext cx="24535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A1F2E"/>
                </a:solidFill>
              </a:rPr>
              <a:t>함께 돌아온 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3731" y="4160520"/>
            <a:ext cx="245356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기억을 적어 주세요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CC334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4CD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A1F2E"/>
                </a:solidFill>
              </a:rPr>
              <a:t>첫 번째 순간들</a:t>
            </a:r>
          </a:p>
        </p:txBody>
      </p:sp>
      <p:sp>
        <p:nvSpPr>
          <p:cNvPr id="5" name="카드 1"/>
          <p:cNvSpPr/>
          <p:nvPr/>
        </p:nvSpPr>
        <p:spPr>
          <a:xfrm>
            <a:off x="822960" y="1554480"/>
            <a:ext cx="2464993" cy="4617720"/>
          </a:xfrm>
          <a:prstGeom prst="roundRect">
            <a:avLst>
              <a:gd name="adj" fmla="val 8000"/>
            </a:avLst>
          </a:prstGeom>
          <a:solidFill>
            <a:srgbClr val="FBEFF1"/>
          </a:solidFill>
          <a:ln w="15875">
            <a:solidFill>
              <a:srgbClr val="F4CD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05840" y="1737360"/>
            <a:ext cx="457200" cy="457200"/>
          </a:xfrm>
          <a:prstGeom prst="ellipse">
            <a:avLst/>
          </a:prstGeom>
          <a:solidFill>
            <a:srgbClr val="CC334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219067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A1F2E"/>
                </a:solidFill>
              </a:rPr>
              <a:t>첫 웃음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017520"/>
            <a:ext cx="2190673" cy="30175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언제였나요?</a:t>
            </a:r>
          </a:p>
        </p:txBody>
      </p:sp>
      <p:sp>
        <p:nvSpPr>
          <p:cNvPr id="9" name="카드 2"/>
          <p:cNvSpPr/>
          <p:nvPr/>
        </p:nvSpPr>
        <p:spPr>
          <a:xfrm>
            <a:off x="3516553" y="1554480"/>
            <a:ext cx="2464993" cy="4617720"/>
          </a:xfrm>
          <a:prstGeom prst="roundRect">
            <a:avLst>
              <a:gd name="adj" fmla="val 8000"/>
            </a:avLst>
          </a:prstGeom>
          <a:solidFill>
            <a:srgbClr val="FBEFF1"/>
          </a:solidFill>
          <a:ln w="15875">
            <a:solidFill>
              <a:srgbClr val="F4CD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3699433" y="1737360"/>
            <a:ext cx="457200" cy="457200"/>
          </a:xfrm>
          <a:prstGeom prst="ellipse">
            <a:avLst/>
          </a:prstGeom>
          <a:solidFill>
            <a:srgbClr val="CC334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3713" y="2331720"/>
            <a:ext cx="219067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A1F2E"/>
                </a:solidFill>
              </a:rPr>
              <a:t>첫 뒤집기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3713" y="3017520"/>
            <a:ext cx="2190673" cy="30175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언제였나요?</a:t>
            </a:r>
          </a:p>
        </p:txBody>
      </p:sp>
      <p:sp>
        <p:nvSpPr>
          <p:cNvPr id="13" name="카드 3"/>
          <p:cNvSpPr/>
          <p:nvPr/>
        </p:nvSpPr>
        <p:spPr>
          <a:xfrm>
            <a:off x="6210147" y="1554480"/>
            <a:ext cx="2464993" cy="4617720"/>
          </a:xfrm>
          <a:prstGeom prst="roundRect">
            <a:avLst>
              <a:gd name="adj" fmla="val 8000"/>
            </a:avLst>
          </a:prstGeom>
          <a:solidFill>
            <a:srgbClr val="FBEFF1"/>
          </a:solidFill>
          <a:ln w="15875">
            <a:solidFill>
              <a:srgbClr val="F4CD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6393027" y="1737360"/>
            <a:ext cx="457200" cy="457200"/>
          </a:xfrm>
          <a:prstGeom prst="ellipse">
            <a:avLst/>
          </a:prstGeom>
          <a:solidFill>
            <a:srgbClr val="CC334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7307" y="2331720"/>
            <a:ext cx="219067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A1F2E"/>
                </a:solidFill>
              </a:rPr>
              <a:t>첫 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3017520"/>
            <a:ext cx="2190673" cy="30175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언제였나요?</a:t>
            </a:r>
          </a:p>
        </p:txBody>
      </p:sp>
      <p:sp>
        <p:nvSpPr>
          <p:cNvPr id="17" name="카드 4"/>
          <p:cNvSpPr/>
          <p:nvPr/>
        </p:nvSpPr>
        <p:spPr>
          <a:xfrm>
            <a:off x="8903741" y="1554480"/>
            <a:ext cx="2464993" cy="4617720"/>
          </a:xfrm>
          <a:prstGeom prst="roundRect">
            <a:avLst>
              <a:gd name="adj" fmla="val 8000"/>
            </a:avLst>
          </a:prstGeom>
          <a:solidFill>
            <a:srgbClr val="FBEFF1"/>
          </a:solidFill>
          <a:ln w="15875">
            <a:solidFill>
              <a:srgbClr val="F4CD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9086621" y="1737360"/>
            <a:ext cx="457200" cy="457200"/>
          </a:xfrm>
          <a:prstGeom prst="ellipse">
            <a:avLst/>
          </a:prstGeom>
          <a:solidFill>
            <a:srgbClr val="CC334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40901" y="2331720"/>
            <a:ext cx="219067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A1F2E"/>
                </a:solidFill>
              </a:rPr>
              <a:t>첫 걸음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0901" y="3017520"/>
            <a:ext cx="2190673" cy="30175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언제였나요?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CC334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4CD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A1F2E"/>
                </a:solidFill>
              </a:rPr>
              <a:t>사진 모음</a:t>
            </a:r>
          </a:p>
        </p:txBody>
      </p:sp>
      <p:sp>
        <p:nvSpPr>
          <p:cNvPr id="5" name="사진 자리"/>
          <p:cNvSpPr/>
          <p:nvPr/>
        </p:nvSpPr>
        <p:spPr>
          <a:xfrm>
            <a:off x="822960" y="1554480"/>
            <a:ext cx="2499283" cy="2217420"/>
          </a:xfrm>
          <a:prstGeom prst="roundRect">
            <a:avLst>
              <a:gd name="adj" fmla="val 6000"/>
            </a:avLst>
          </a:prstGeom>
          <a:solidFill>
            <a:srgbClr val="F4CDD3"/>
          </a:solidFill>
          <a:ln w="19050">
            <a:solidFill>
              <a:srgbClr val="CC33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A1F2E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3505123" y="1554480"/>
            <a:ext cx="2499283" cy="2217420"/>
          </a:xfrm>
          <a:prstGeom prst="roundRect">
            <a:avLst>
              <a:gd name="adj" fmla="val 6000"/>
            </a:avLst>
          </a:prstGeom>
          <a:solidFill>
            <a:srgbClr val="F4CDD3"/>
          </a:solidFill>
          <a:ln w="19050">
            <a:solidFill>
              <a:srgbClr val="CC33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A1F2E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187287" y="1554480"/>
            <a:ext cx="2499283" cy="2217420"/>
          </a:xfrm>
          <a:prstGeom prst="roundRect">
            <a:avLst>
              <a:gd name="adj" fmla="val 6000"/>
            </a:avLst>
          </a:prstGeom>
          <a:solidFill>
            <a:srgbClr val="F4CDD3"/>
          </a:solidFill>
          <a:ln w="19050">
            <a:solidFill>
              <a:srgbClr val="CC33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A1F2E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869451" y="1554480"/>
            <a:ext cx="2499283" cy="2217420"/>
          </a:xfrm>
          <a:prstGeom prst="roundRect">
            <a:avLst>
              <a:gd name="adj" fmla="val 6000"/>
            </a:avLst>
          </a:prstGeom>
          <a:solidFill>
            <a:srgbClr val="F4CDD3"/>
          </a:solidFill>
          <a:ln w="19050">
            <a:solidFill>
              <a:srgbClr val="CC33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A1F2E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22960" y="3954780"/>
            <a:ext cx="2499283" cy="2217420"/>
          </a:xfrm>
          <a:prstGeom prst="roundRect">
            <a:avLst>
              <a:gd name="adj" fmla="val 6000"/>
            </a:avLst>
          </a:prstGeom>
          <a:solidFill>
            <a:srgbClr val="F4CDD3"/>
          </a:solidFill>
          <a:ln w="19050">
            <a:solidFill>
              <a:srgbClr val="CC33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A1F2E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3505123" y="3954780"/>
            <a:ext cx="2499283" cy="2217420"/>
          </a:xfrm>
          <a:prstGeom prst="roundRect">
            <a:avLst>
              <a:gd name="adj" fmla="val 6000"/>
            </a:avLst>
          </a:prstGeom>
          <a:solidFill>
            <a:srgbClr val="F4CDD3"/>
          </a:solidFill>
          <a:ln w="19050">
            <a:solidFill>
              <a:srgbClr val="CC33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A1F2E"/>
                </a:solidFill>
              </a:rPr>
              <a:t>사진 6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6187287" y="3954780"/>
            <a:ext cx="2499283" cy="2217420"/>
          </a:xfrm>
          <a:prstGeom prst="roundRect">
            <a:avLst>
              <a:gd name="adj" fmla="val 6000"/>
            </a:avLst>
          </a:prstGeom>
          <a:solidFill>
            <a:srgbClr val="F4CDD3"/>
          </a:solidFill>
          <a:ln w="19050">
            <a:solidFill>
              <a:srgbClr val="CC33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A1F2E"/>
                </a:solidFill>
              </a:rPr>
              <a:t>사진 7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8869451" y="3954780"/>
            <a:ext cx="2499283" cy="2217420"/>
          </a:xfrm>
          <a:prstGeom prst="roundRect">
            <a:avLst>
              <a:gd name="adj" fmla="val 6000"/>
            </a:avLst>
          </a:prstGeom>
          <a:solidFill>
            <a:srgbClr val="F4CDD3"/>
          </a:solidFill>
          <a:ln w="19050">
            <a:solidFill>
              <a:srgbClr val="CC33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A1F2E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7A1F2E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A1F2E"/>
                </a:solidFill>
              </a:rPr>
              <a:t>아이가 한 살이 되었습니다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첫 번째 이야기 중심)">
  <a:themeElements>
    <a:clrScheme name="Office">
      <a:dk1>
        <a:sysClr val="windowText" lastClr="000000"/>
      </a:dk1>
      <a:lt1>
        <a:sysClr val="window" lastClr="FFFFFF"/>
      </a:lt1>
      <a:dk2>
        <a:srgbClr val="7A1F2E"/>
      </a:dk2>
      <a:lt2>
        <a:srgbClr val="FBEFF1"/>
      </a:lt2>
      <a:accent1>
        <a:srgbClr val="CC334D"/>
      </a:accent1>
      <a:accent2>
        <a:srgbClr val="3B9158"/>
      </a:accent2>
      <a:accent3>
        <a:srgbClr val="7A1F2E"/>
      </a:accent3>
      <a:accent4>
        <a:srgbClr val="F4CDD3"/>
      </a:accent4>
      <a:accent5>
        <a:srgbClr val="846252"/>
      </a:accent5>
      <a:accent6>
        <a:srgbClr val="AF7982"/>
      </a:accent6>
      <a:hlink>
        <a:srgbClr val="CC334D"/>
      </a:hlink>
      <a:folHlink>
        <a:srgbClr val="7A1F2E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슬라이드(첫 번째 이야기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