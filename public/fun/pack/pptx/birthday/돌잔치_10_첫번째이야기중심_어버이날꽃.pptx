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21D2B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2B"/>
                </a:solidFill>
              </a:rPr>
              <a:t>임신 소식을 들은 날부터 기록했습니다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1D2B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2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태어난 날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7D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DF3A5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3A55"/>
                </a:solidFill>
              </a:rPr>
              <a:t>임신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소식을 들은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DF3A5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3A55"/>
                </a:solidFill>
              </a:rPr>
              <a:t>출산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DF3A5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3A55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품에 안은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DF3A5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3A55"/>
                </a:solidFill>
              </a:rPr>
              <a:t>집으로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함께 돌아온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첫 번째 순간들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첫 웃음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첫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첫 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첫 걸음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D4DA"/>
          </a:solidFill>
          <a:ln w="19050">
            <a:solidFill>
              <a:srgbClr val="DF3A5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2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1D2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2B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721D2B"/>
      </a:dk2>
      <a:lt2>
        <a:srgbClr val="FCF3F4"/>
      </a:lt2>
      <a:accent1>
        <a:srgbClr val="DF3A55"/>
      </a:accent1>
      <a:accent2>
        <a:srgbClr val="339941"/>
      </a:accent2>
      <a:accent3>
        <a:srgbClr val="721D2B"/>
      </a:accent3>
      <a:accent4>
        <a:srgbClr val="F7D4DA"/>
      </a:accent4>
      <a:accent5>
        <a:srgbClr val="896A4B"/>
      </a:accent5>
      <a:accent6>
        <a:srgbClr val="AA7780"/>
      </a:accent6>
      <a:hlink>
        <a:srgbClr val="DF3A55"/>
      </a:hlink>
      <a:folHlink>
        <a:srgbClr val="721D2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