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F2A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2D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임신 소식을 들은 날부터 기록했습니다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태어난 날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AD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ED97A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A5"/>
                </a:solidFill>
              </a:rPr>
              <a:t>임신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소식을 들은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ED97A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A5"/>
                </a:solidFill>
              </a:rPr>
              <a:t>출산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태어난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ED97A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A5"/>
                </a:solidFill>
              </a:rPr>
              <a:t>첫 만남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품에 안은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ED97A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D97A5"/>
                </a:solidFill>
              </a:rPr>
              <a:t>집으로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함께 돌아온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순간들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2538145" cy="82296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F3CB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첫 웃음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3434257" y="1792224"/>
            <a:ext cx="2538145" cy="82296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F3CB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첫 뒤집기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219291" y="1792224"/>
            <a:ext cx="2538145" cy="82296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F3CB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첫 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AD1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9004325" y="1792224"/>
            <a:ext cx="2538145" cy="82296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F3CB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D8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F2A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2D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DEAED"/>
      </a:lt2>
      <a:accent1>
        <a:srgbClr val="ED97A5"/>
      </a:accent1>
      <a:accent2>
        <a:srgbClr val="F3CBBA"/>
      </a:accent2>
      <a:accent3>
        <a:srgbClr val="49272D"/>
      </a:accent3>
      <a:accent4>
        <a:srgbClr val="FAD1D8"/>
      </a:accent4>
      <a:accent5>
        <a:srgbClr val="F0B1B0"/>
      </a:accent5>
      <a:accent6>
        <a:srgbClr val="927D81"/>
      </a:accent6>
      <a:hlink>
        <a:srgbClr val="ED97A5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