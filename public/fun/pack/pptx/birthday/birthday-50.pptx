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884111"/>
                </a:solidFill>
              </a:rPr>
              <a:t>첫 번째 생일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첫 해돋이처럼 환하게 시작한 너의 첫 돌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아기를 소개합니다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84111"/>
                </a:solidFill>
              </a:rPr>
              <a:t>아기 사진을 넣어 주세요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88411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태어난 날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임신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소식을 들은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태어난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첫 만남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품에 안은 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집으로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함께 돌아온 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첫 번째 순간들</a:t>
            </a:r>
          </a:p>
        </p:txBody>
      </p:sp>
      <p:sp>
        <p:nvSpPr>
          <p:cNvPr id="9" name="카드 1"/>
          <p:cNvSpPr/>
          <p:nvPr/>
        </p:nvSpPr>
        <p:spPr>
          <a:xfrm>
            <a:off x="914400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웃음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2"/>
          <p:cNvSpPr/>
          <p:nvPr/>
        </p:nvSpPr>
        <p:spPr>
          <a:xfrm>
            <a:off x="3630853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3813733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8013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뒤집기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8013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3"/>
          <p:cNvSpPr/>
          <p:nvPr/>
        </p:nvSpPr>
        <p:spPr>
          <a:xfrm>
            <a:off x="6347307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530187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1" name="카드 4"/>
          <p:cNvSpPr/>
          <p:nvPr/>
        </p:nvSpPr>
        <p:spPr>
          <a:xfrm>
            <a:off x="9063761" y="1600200"/>
            <a:ext cx="2487853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4"/>
          <p:cNvSpPr/>
          <p:nvPr/>
        </p:nvSpPr>
        <p:spPr>
          <a:xfrm>
            <a:off x="9246641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921" y="237744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첫 걸음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0921" y="3063240"/>
            <a:ext cx="221353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사진 모음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7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84111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첫 번째 생일을 축하해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