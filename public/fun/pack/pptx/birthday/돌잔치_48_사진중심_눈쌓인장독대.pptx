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94660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올해 찍은 사진 중 열두 장입니다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94660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첫 번째 생일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94660"/>
                </a:solidFill>
              </a:rPr>
              <a:t>대표 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233007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94660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한 해의 순간들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94660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