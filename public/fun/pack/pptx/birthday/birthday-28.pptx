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23F13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감처럼 달고 알찬 한 해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우리 아기를 소개합니다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3F13"/>
                </a:solidFill>
              </a:rPr>
              <a:t>아기 사진을 넣어 주세요</a:t>
            </a:r>
          </a:p>
        </p:txBody>
      </p:sp>
      <p:graphicFrame>
        <p:nvGraphicFramePr>
          <p:cNvPr id="17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첫 번째 생일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1600200"/>
            <a:ext cx="5181447" cy="480060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3F13"/>
                </a:solidFill>
              </a:rPr>
              <a:t>대표 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370167" y="1600200"/>
            <a:ext cx="5181447" cy="480060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3F13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한 해의 순간들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사진 모음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6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7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3F13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