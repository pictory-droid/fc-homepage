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742F4C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2F4C"/>
                </a:solidFill>
              </a:rPr>
              <a:t>열두 달 동안 이만큼 자랐습니다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42F4C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한 해 성장 기록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530065" y="3154680"/>
            <a:ext cx="402336" cy="402336"/>
          </a:xfrm>
          <a:prstGeom prst="ellipse">
            <a:avLst/>
          </a:prstGeom>
          <a:solidFill>
            <a:srgbClr val="B8517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8517C"/>
                </a:solidFill>
              </a:rPr>
              <a:t>1개월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2F4C"/>
                </a:solidFill>
              </a:rPr>
              <a:t>처음 눈을 맞춘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3712372" y="3154680"/>
            <a:ext cx="402336" cy="402336"/>
          </a:xfrm>
          <a:prstGeom prst="ellipse">
            <a:avLst/>
          </a:prstGeom>
          <a:solidFill>
            <a:srgbClr val="B8517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68107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8517C"/>
                </a:solidFill>
              </a:rPr>
              <a:t>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3827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2F4C"/>
                </a:solidFill>
              </a:rPr>
              <a:t>처음 웃은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5894679" y="3154680"/>
            <a:ext cx="402336" cy="402336"/>
          </a:xfrm>
          <a:prstGeom prst="ellipse">
            <a:avLst/>
          </a:prstGeom>
          <a:solidFill>
            <a:srgbClr val="B8517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0414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8517C"/>
                </a:solidFill>
              </a:rPr>
              <a:t>6개월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6134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2F4C"/>
                </a:solidFill>
              </a:rPr>
              <a:t>뒤집기 성공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8076986" y="3154680"/>
            <a:ext cx="402336" cy="402336"/>
          </a:xfrm>
          <a:prstGeom prst="ellipse">
            <a:avLst/>
          </a:prstGeom>
          <a:solidFill>
            <a:srgbClr val="B8517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721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8517C"/>
                </a:solidFill>
              </a:rPr>
              <a:t>9개월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441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2F4C"/>
                </a:solidFill>
              </a:rPr>
              <a:t>첫 이유식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2" name="때 5"/>
          <p:cNvSpPr/>
          <p:nvPr/>
        </p:nvSpPr>
        <p:spPr>
          <a:xfrm>
            <a:off x="10259293" y="3154680"/>
            <a:ext cx="402336" cy="402336"/>
          </a:xfrm>
          <a:prstGeom prst="ellipse">
            <a:avLst/>
          </a:prstGeom>
          <a:solidFill>
            <a:srgbClr val="B8517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5028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8517C"/>
                </a:solidFill>
              </a:rPr>
              <a:t>12개월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0748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2F4C"/>
                </a:solidFill>
              </a:rPr>
              <a:t>첫 걸음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키와 몸무게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2F4C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2F4C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2F4C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FD2DE"/>
          </a:solidFill>
          <a:ln w="19050">
            <a:solidFill>
              <a:srgbClr val="B8517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2F4C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42F4C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2F4C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742F4C"/>
      </a:dk2>
      <a:lt2>
        <a:srgbClr val="F9F1F4"/>
      </a:lt2>
      <a:accent1>
        <a:srgbClr val="B8517C"/>
      </a:accent1>
      <a:accent2>
        <a:srgbClr val="3B9142"/>
      </a:accent2>
      <a:accent3>
        <a:srgbClr val="742F4C"/>
      </a:accent3>
      <a:accent4>
        <a:srgbClr val="EFD2DE"/>
      </a:accent4>
      <a:accent5>
        <a:srgbClr val="7A715F"/>
      </a:accent5>
      <a:accent6>
        <a:srgbClr val="AC8294"/>
      </a:accent6>
      <a:hlink>
        <a:srgbClr val="B8517C"/>
      </a:hlink>
      <a:folHlink>
        <a:srgbClr val="742F4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