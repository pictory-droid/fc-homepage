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558851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A6C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2735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6827349" y="4251960"/>
            <a:ext cx="1005840" cy="1005840"/>
          </a:xfrm>
          <a:prstGeom prst="ellipse">
            <a:avLst/>
          </a:prstGeom>
          <a:solidFill>
            <a:srgbClr val="F2A6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첫 번째 생일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지금까지 이만큼 자랐습니다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ED97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mathPlus">
            <a:avLst/>
          </a:prstGeom>
          <a:solidFill>
            <a:srgbClr val="F2A6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아기를 소개합니다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840480" cy="4389120"/>
          </a:xfrm>
          <a:prstGeom prst="roundRect">
            <a:avLst>
              <a:gd name="adj" fmla="val 6000"/>
            </a:avLst>
          </a:prstGeom>
          <a:solidFill>
            <a:srgbClr val="FAD1E2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아기 사진을 넣어 주세요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4846320" y="178308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35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AD1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DEAF2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35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AD1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35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AD1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DEAF2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35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AD1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35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AD1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DEAF2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35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AD1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ED97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mathPlus">
            <a:avLst/>
          </a:prstGeom>
          <a:solidFill>
            <a:srgbClr val="F2A6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한 해 성장 기록</a:t>
            </a:r>
          </a:p>
        </p:txBody>
      </p:sp>
      <p:sp>
        <p:nvSpPr>
          <p:cNvPr id="6" name="타임라인 선"/>
          <p:cNvSpPr/>
          <p:nvPr/>
        </p:nvSpPr>
        <p:spPr>
          <a:xfrm>
            <a:off x="640080" y="3520440"/>
            <a:ext cx="10911535" cy="54864"/>
          </a:xfrm>
          <a:prstGeom prst="rect">
            <a:avLst/>
          </a:prstGeom>
          <a:solidFill>
            <a:srgbClr val="FAD1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때 1"/>
          <p:cNvSpPr/>
          <p:nvPr/>
        </p:nvSpPr>
        <p:spPr>
          <a:xfrm>
            <a:off x="1530065" y="3337560"/>
            <a:ext cx="402336" cy="402336"/>
          </a:xfrm>
          <a:prstGeom prst="ellipse">
            <a:avLst/>
          </a:prstGeom>
          <a:solidFill>
            <a:srgbClr val="ED97BB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ED97BB"/>
                </a:solidFill>
              </a:rPr>
              <a:t>1개월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88620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2735"/>
                </a:solidFill>
              </a:rPr>
              <a:t>처음 눈을 맞춘 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438912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6231F"/>
                </a:solidFill>
              </a:rPr>
              <a:t>기억을 적어 주세요</a:t>
            </a:r>
          </a:p>
        </p:txBody>
      </p:sp>
      <p:sp>
        <p:nvSpPr>
          <p:cNvPr id="11" name="때 2"/>
          <p:cNvSpPr/>
          <p:nvPr/>
        </p:nvSpPr>
        <p:spPr>
          <a:xfrm>
            <a:off x="3712372" y="3337560"/>
            <a:ext cx="402336" cy="402336"/>
          </a:xfrm>
          <a:prstGeom prst="ellipse">
            <a:avLst/>
          </a:prstGeom>
          <a:solidFill>
            <a:srgbClr val="ED97BB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8107" y="269748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ED97BB"/>
                </a:solidFill>
              </a:rPr>
              <a:t>3개월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13827" y="388620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2735"/>
                </a:solidFill>
              </a:rPr>
              <a:t>처음 웃은 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13827" y="438912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6231F"/>
                </a:solidFill>
              </a:rPr>
              <a:t>기억을 적어 주세요</a:t>
            </a:r>
          </a:p>
        </p:txBody>
      </p:sp>
      <p:sp>
        <p:nvSpPr>
          <p:cNvPr id="15" name="때 3"/>
          <p:cNvSpPr/>
          <p:nvPr/>
        </p:nvSpPr>
        <p:spPr>
          <a:xfrm>
            <a:off x="5894679" y="3337560"/>
            <a:ext cx="402336" cy="402336"/>
          </a:xfrm>
          <a:prstGeom prst="ellipse">
            <a:avLst/>
          </a:prstGeom>
          <a:solidFill>
            <a:srgbClr val="ED97BB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50414" y="269748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ED97BB"/>
                </a:solidFill>
              </a:rPr>
              <a:t>6개월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96134" y="388620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2735"/>
                </a:solidFill>
              </a:rPr>
              <a:t>뒤집기 성공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96134" y="438912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6231F"/>
                </a:solidFill>
              </a:rPr>
              <a:t>기억을 적어 주세요</a:t>
            </a:r>
          </a:p>
        </p:txBody>
      </p:sp>
      <p:sp>
        <p:nvSpPr>
          <p:cNvPr id="19" name="때 4"/>
          <p:cNvSpPr/>
          <p:nvPr/>
        </p:nvSpPr>
        <p:spPr>
          <a:xfrm>
            <a:off x="8076986" y="3337560"/>
            <a:ext cx="402336" cy="402336"/>
          </a:xfrm>
          <a:prstGeom prst="ellipse">
            <a:avLst/>
          </a:prstGeom>
          <a:solidFill>
            <a:srgbClr val="ED97BB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721" y="269748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ED97BB"/>
                </a:solidFill>
              </a:rPr>
              <a:t>9개월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78441" y="388620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2735"/>
                </a:solidFill>
              </a:rPr>
              <a:t>첫 이유식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78441" y="438912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6231F"/>
                </a:solidFill>
              </a:rPr>
              <a:t>기억을 적어 주세요</a:t>
            </a:r>
          </a:p>
        </p:txBody>
      </p:sp>
      <p:sp>
        <p:nvSpPr>
          <p:cNvPr id="23" name="때 5"/>
          <p:cNvSpPr/>
          <p:nvPr/>
        </p:nvSpPr>
        <p:spPr>
          <a:xfrm>
            <a:off x="10259293" y="3337560"/>
            <a:ext cx="402336" cy="402336"/>
          </a:xfrm>
          <a:prstGeom prst="ellipse">
            <a:avLst/>
          </a:prstGeom>
          <a:solidFill>
            <a:srgbClr val="ED97BB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5028" y="269748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ED97BB"/>
                </a:solidFill>
              </a:rPr>
              <a:t>12개월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0748" y="388620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2735"/>
                </a:solidFill>
              </a:rPr>
              <a:t>첫 걸음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60748" y="438912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6231F"/>
                </a:solidFill>
              </a:rPr>
              <a:t>기억을 적어 주세요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ED97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mathPlus">
            <a:avLst/>
          </a:prstGeom>
          <a:solidFill>
            <a:srgbClr val="F2A6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키와 몸무게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5" cy="3291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82307"/>
                <a:gridCol w="2182307"/>
                <a:gridCol w="2182307"/>
                <a:gridCol w="2182307"/>
                <a:gridCol w="2182307"/>
              </a:tblGrid>
              <a:tr h="82296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BB"/>
                      </a:solidFill>
                      <a:prstDash val="solid"/>
                    </a:lnL>
                    <a:lnR w="9525" cap="flat" cmpd="sng" algn="ctr">
                      <a:solidFill>
                        <a:srgbClr val="ED97BB"/>
                      </a:solidFill>
                      <a:prstDash val="solid"/>
                    </a:lnR>
                    <a:lnT w="9525" cap="flat" cmpd="sng" algn="ctr">
                      <a:solidFill>
                        <a:srgbClr val="ED97BB"/>
                      </a:solidFill>
                      <a:prstDash val="solid"/>
                    </a:lnT>
                    <a:lnB w="9525" cap="flat" cmpd="sng" algn="ctr">
                      <a:solidFill>
                        <a:srgbClr val="ED97BB"/>
                      </a:solidFill>
                      <a:prstDash val="solid"/>
                    </a:lnB>
                    <a:solidFill>
                      <a:srgbClr val="ED97B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3개월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BB"/>
                      </a:solidFill>
                      <a:prstDash val="solid"/>
                    </a:lnL>
                    <a:lnR w="9525" cap="flat" cmpd="sng" algn="ctr">
                      <a:solidFill>
                        <a:srgbClr val="ED97BB"/>
                      </a:solidFill>
                      <a:prstDash val="solid"/>
                    </a:lnR>
                    <a:lnT w="9525" cap="flat" cmpd="sng" algn="ctr">
                      <a:solidFill>
                        <a:srgbClr val="ED97BB"/>
                      </a:solidFill>
                      <a:prstDash val="solid"/>
                    </a:lnT>
                    <a:lnB w="9525" cap="flat" cmpd="sng" algn="ctr">
                      <a:solidFill>
                        <a:srgbClr val="ED97BB"/>
                      </a:solidFill>
                      <a:prstDash val="solid"/>
                    </a:lnB>
                    <a:solidFill>
                      <a:srgbClr val="ED97B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6개월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BB"/>
                      </a:solidFill>
                      <a:prstDash val="solid"/>
                    </a:lnL>
                    <a:lnR w="9525" cap="flat" cmpd="sng" algn="ctr">
                      <a:solidFill>
                        <a:srgbClr val="ED97BB"/>
                      </a:solidFill>
                      <a:prstDash val="solid"/>
                    </a:lnR>
                    <a:lnT w="9525" cap="flat" cmpd="sng" algn="ctr">
                      <a:solidFill>
                        <a:srgbClr val="ED97BB"/>
                      </a:solidFill>
                      <a:prstDash val="solid"/>
                    </a:lnT>
                    <a:lnB w="9525" cap="flat" cmpd="sng" algn="ctr">
                      <a:solidFill>
                        <a:srgbClr val="ED97BB"/>
                      </a:solidFill>
                      <a:prstDash val="solid"/>
                    </a:lnB>
                    <a:solidFill>
                      <a:srgbClr val="ED97B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9개월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BB"/>
                      </a:solidFill>
                      <a:prstDash val="solid"/>
                    </a:lnL>
                    <a:lnR w="9525" cap="flat" cmpd="sng" algn="ctr">
                      <a:solidFill>
                        <a:srgbClr val="ED97BB"/>
                      </a:solidFill>
                      <a:prstDash val="solid"/>
                    </a:lnR>
                    <a:lnT w="9525" cap="flat" cmpd="sng" algn="ctr">
                      <a:solidFill>
                        <a:srgbClr val="ED97BB"/>
                      </a:solidFill>
                      <a:prstDash val="solid"/>
                    </a:lnT>
                    <a:lnB w="9525" cap="flat" cmpd="sng" algn="ctr">
                      <a:solidFill>
                        <a:srgbClr val="ED97BB"/>
                      </a:solidFill>
                      <a:prstDash val="solid"/>
                    </a:lnB>
                    <a:solidFill>
                      <a:srgbClr val="ED97B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12개월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BB"/>
                      </a:solidFill>
                      <a:prstDash val="solid"/>
                    </a:lnL>
                    <a:lnR w="9525" cap="flat" cmpd="sng" algn="ctr">
                      <a:solidFill>
                        <a:srgbClr val="ED97BB"/>
                      </a:solidFill>
                      <a:prstDash val="solid"/>
                    </a:lnR>
                    <a:lnT w="9525" cap="flat" cmpd="sng" algn="ctr">
                      <a:solidFill>
                        <a:srgbClr val="ED97BB"/>
                      </a:solidFill>
                      <a:prstDash val="solid"/>
                    </a:lnT>
                    <a:lnB w="9525" cap="flat" cmpd="sng" algn="ctr">
                      <a:solidFill>
                        <a:srgbClr val="ED97BB"/>
                      </a:solidFill>
                      <a:prstDash val="solid"/>
                    </a:lnB>
                    <a:solidFill>
                      <a:srgbClr val="ED97BB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2735"/>
                          </a:solidFill>
                        </a:rPr>
                        <a:t>키(cm)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AD1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2735"/>
                          </a:solidFill>
                        </a:rPr>
                        <a:t>몸무게(kg)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AD1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DEA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DEA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DEA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DEAF2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2735"/>
                          </a:solidFill>
                        </a:rPr>
                        <a:t>새로 한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AD1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2"/>
                      </a:solidFill>
                      <a:prstDash val="solid"/>
                    </a:lnL>
                    <a:lnR w="9525" cap="flat" cmpd="sng" algn="ctr">
                      <a:solidFill>
                        <a:srgbClr val="FAD1E2"/>
                      </a:solidFill>
                      <a:prstDash val="solid"/>
                    </a:lnR>
                    <a:lnT w="9525" cap="flat" cmpd="sng" algn="ctr">
                      <a:solidFill>
                        <a:srgbClr val="FAD1E2"/>
                      </a:solidFill>
                      <a:prstDash val="solid"/>
                    </a:lnT>
                    <a:lnB w="9525" cap="flat" cmpd="sng" algn="ctr">
                      <a:solidFill>
                        <a:srgbClr val="FAD1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ED97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mathPlus">
            <a:avLst/>
          </a:prstGeom>
          <a:solidFill>
            <a:srgbClr val="F2A6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사진 모음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AD1E2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3413683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AD1E2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187287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AD1E2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960891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AD1E2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40080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AD1E2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3413683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AD1E2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6187287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AD1E2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7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8960891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AD1E2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558851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A6C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2735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6827349" y="4251960"/>
            <a:ext cx="1005840" cy="1005840"/>
          </a:xfrm>
          <a:prstGeom prst="ellipse">
            <a:avLst/>
          </a:prstGeom>
          <a:solidFill>
            <a:srgbClr val="F2A6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아이가 한 살이 되었습니다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성장 기록 중심)">
  <a:themeElements>
    <a:clrScheme name="Office">
      <a:dk1>
        <a:sysClr val="windowText" lastClr="000000"/>
      </a:dk1>
      <a:lt1>
        <a:sysClr val="window" lastClr="FFFFFF"/>
      </a:lt1>
      <a:dk2>
        <a:srgbClr val="492735"/>
      </a:dk2>
      <a:lt2>
        <a:srgbClr val="FDEAF2"/>
      </a:lt2>
      <a:accent1>
        <a:srgbClr val="ED97BB"/>
      </a:accent1>
      <a:accent2>
        <a:srgbClr val="F3BCBA"/>
      </a:accent2>
      <a:accent3>
        <a:srgbClr val="492735"/>
      </a:accent3>
      <a:accent4>
        <a:srgbClr val="FAD1E2"/>
      </a:accent4>
      <a:accent5>
        <a:srgbClr val="F0AABA"/>
      </a:accent5>
      <a:accent6>
        <a:srgbClr val="927D86"/>
      </a:accent6>
      <a:hlink>
        <a:srgbClr val="ED97BB"/>
      </a:hlink>
      <a:folHlink>
        <a:srgbClr val="492735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슬라이드(성장 기록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