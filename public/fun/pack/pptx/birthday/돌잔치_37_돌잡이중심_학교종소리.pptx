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632844" cy="685800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975335" y="4251960"/>
            <a:ext cx="3657508" cy="3657508"/>
          </a:xfrm>
          <a:prstGeom prst="ellipse">
            <a:avLst/>
          </a:prstGeom>
          <a:solidFill>
            <a:srgbClr val="5C65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377942" y="1691662"/>
            <a:ext cx="1097252" cy="182875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52255" y="1508787"/>
            <a:ext cx="548626" cy="182875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52255" y="3520417"/>
            <a:ext cx="548626" cy="182875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767795" y="2350014"/>
            <a:ext cx="1097252" cy="1536153"/>
          </a:xfrm>
          <a:prstGeom prst="roundRect">
            <a:avLst/>
          </a:prstGeom>
          <a:solidFill>
            <a:srgbClr val="D2D6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2042108" y="2167138"/>
            <a:ext cx="548626" cy="182875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2042108" y="3886167"/>
            <a:ext cx="548626" cy="182875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3157649" y="1691662"/>
            <a:ext cx="1097252" cy="1828754"/>
          </a:xfrm>
          <a:prstGeom prst="round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3431962" y="1508787"/>
            <a:ext cx="548626" cy="182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3431962" y="3520417"/>
            <a:ext cx="548626" cy="182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428" y="2057400"/>
            <a:ext cx="6339681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B2041"/>
                </a:solidFill>
              </a:rPr>
              <a:t>첫 번째 생일</a:t>
            </a:r>
          </a:p>
        </p:txBody>
      </p:sp>
      <p:sp>
        <p:nvSpPr>
          <p:cNvPr id="14" name="한 줄 문구"/>
          <p:cNvSpPr txBox="1"/>
          <p:nvPr/>
        </p:nvSpPr>
        <p:spPr>
          <a:xfrm>
            <a:off x="5242428" y="3703320"/>
            <a:ext cx="633968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B2041"/>
                </a:solidFill>
              </a:rPr>
              <a:t>종소리처럼 맑게 울린 첫 울음</a:t>
            </a:r>
          </a:p>
        </p:txBody>
      </p:sp>
      <p:sp>
        <p:nvSpPr>
          <p:cNvPr id="15" name="안내 문구"/>
          <p:cNvSpPr txBox="1"/>
          <p:nvPr/>
        </p:nvSpPr>
        <p:spPr>
          <a:xfrm>
            <a:off x="5242428" y="4572000"/>
            <a:ext cx="633968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89920" y="525780"/>
            <a:ext cx="301752" cy="502920"/>
          </a:xfrm>
          <a:prstGeom prst="round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65358" y="475487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65358" y="1028700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72139" y="706831"/>
            <a:ext cx="301752" cy="422452"/>
          </a:xfrm>
          <a:prstGeom prst="roundRect">
            <a:avLst/>
          </a:prstGeom>
          <a:solidFill>
            <a:srgbClr val="D2D6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247577" y="656539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47577" y="1129284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54358" y="525780"/>
            <a:ext cx="301752" cy="502920"/>
          </a:xfrm>
          <a:prstGeom prst="round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29796" y="475487"/>
            <a:ext cx="150876" cy="50292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629796" y="1028700"/>
            <a:ext cx="150876" cy="50292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B2041"/>
                </a:solidFill>
              </a:rPr>
              <a:t>우리 아기를 소개합니다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640080" y="1600200"/>
            <a:ext cx="3840480" cy="4617720"/>
          </a:xfrm>
          <a:prstGeom prst="roundRect">
            <a:avLst>
              <a:gd name="adj" fmla="val 6000"/>
            </a:avLst>
          </a:prstGeom>
          <a:solidFill>
            <a:srgbClr val="D2D6EF"/>
          </a:solidFill>
          <a:ln w="19050">
            <a:solidFill>
              <a:srgbClr val="38438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B2041"/>
                </a:solidFill>
              </a:rPr>
              <a:t>아기 사진을 넣어 주세요</a:t>
            </a:r>
          </a:p>
        </p:txBody>
      </p:sp>
      <p:graphicFrame>
        <p:nvGraphicFramePr>
          <p:cNvPr id="15" name="표"/>
          <p:cNvGraphicFramePr>
            <a:graphicFrameLocks noGrp="1"/>
          </p:cNvGraphicFramePr>
          <p:nvPr/>
        </p:nvGraphicFramePr>
        <p:xfrm>
          <a:off x="4846320" y="160020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B2041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D2D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B2041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D2D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B2041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D2D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B2041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D2D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B2041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D2D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B2041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D2D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89920" y="525780"/>
            <a:ext cx="301752" cy="502920"/>
          </a:xfrm>
          <a:prstGeom prst="round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65358" y="475487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65358" y="1028700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72139" y="706831"/>
            <a:ext cx="301752" cy="422452"/>
          </a:xfrm>
          <a:prstGeom prst="roundRect">
            <a:avLst/>
          </a:prstGeom>
          <a:solidFill>
            <a:srgbClr val="D2D6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247577" y="656539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47577" y="1129284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54358" y="525780"/>
            <a:ext cx="301752" cy="502920"/>
          </a:xfrm>
          <a:prstGeom prst="round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29796" y="475487"/>
            <a:ext cx="150876" cy="50292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629796" y="1028700"/>
            <a:ext cx="150876" cy="50292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B2041"/>
                </a:solidFill>
              </a:rPr>
              <a:t>돌잡이 이야기</a:t>
            </a:r>
          </a:p>
        </p:txBody>
      </p:sp>
      <p:sp>
        <p:nvSpPr>
          <p:cNvPr id="14" name="카드 1"/>
          <p:cNvSpPr/>
          <p:nvPr/>
        </p:nvSpPr>
        <p:spPr>
          <a:xfrm>
            <a:off x="640080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1F2F9"/>
          </a:solidFill>
          <a:ln w="15875">
            <a:solidFill>
              <a:srgbClr val="D2D6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38438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B2041"/>
                </a:solidFill>
              </a:rPr>
              <a:t>연필 · 공부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학문과 총명을 바라는 마음</a:t>
            </a:r>
          </a:p>
        </p:txBody>
      </p:sp>
      <p:sp>
        <p:nvSpPr>
          <p:cNvPr id="18" name="카드 2"/>
          <p:cNvSpPr/>
          <p:nvPr/>
        </p:nvSpPr>
        <p:spPr>
          <a:xfrm>
            <a:off x="3425113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1F2F9"/>
          </a:solidFill>
          <a:ln w="15875">
            <a:solidFill>
              <a:srgbClr val="D2D6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2"/>
          <p:cNvSpPr/>
          <p:nvPr/>
        </p:nvSpPr>
        <p:spPr>
          <a:xfrm>
            <a:off x="3607993" y="1783080"/>
            <a:ext cx="457200" cy="457200"/>
          </a:xfrm>
          <a:prstGeom prst="ellipse">
            <a:avLst/>
          </a:prstGeom>
          <a:solidFill>
            <a:srgbClr val="38438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2273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B2041"/>
                </a:solidFill>
              </a:rPr>
              <a:t>실 · 장수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2273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건강하고 오래 살기를</a:t>
            </a:r>
          </a:p>
        </p:txBody>
      </p:sp>
      <p:sp>
        <p:nvSpPr>
          <p:cNvPr id="22" name="카드 3"/>
          <p:cNvSpPr/>
          <p:nvPr/>
        </p:nvSpPr>
        <p:spPr>
          <a:xfrm>
            <a:off x="6210147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1F2F9"/>
          </a:solidFill>
          <a:ln w="15875">
            <a:solidFill>
              <a:srgbClr val="D2D6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번호 3"/>
          <p:cNvSpPr/>
          <p:nvPr/>
        </p:nvSpPr>
        <p:spPr>
          <a:xfrm>
            <a:off x="6393027" y="1783080"/>
            <a:ext cx="457200" cy="457200"/>
          </a:xfrm>
          <a:prstGeom prst="ellipse">
            <a:avLst/>
          </a:prstGeom>
          <a:solidFill>
            <a:srgbClr val="38438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7307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B2041"/>
                </a:solidFill>
              </a:rPr>
              <a:t>돈 · 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7307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넉넉한 삶을 바라는 마음</a:t>
            </a:r>
          </a:p>
        </p:txBody>
      </p:sp>
      <p:sp>
        <p:nvSpPr>
          <p:cNvPr id="26" name="카드 4"/>
          <p:cNvSpPr/>
          <p:nvPr/>
        </p:nvSpPr>
        <p:spPr>
          <a:xfrm>
            <a:off x="8995181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1F2F9"/>
          </a:solidFill>
          <a:ln w="15875">
            <a:solidFill>
              <a:srgbClr val="D2D6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번호 4"/>
          <p:cNvSpPr/>
          <p:nvPr/>
        </p:nvSpPr>
        <p:spPr>
          <a:xfrm>
            <a:off x="9178061" y="1783080"/>
            <a:ext cx="457200" cy="457200"/>
          </a:xfrm>
          <a:prstGeom prst="ellipse">
            <a:avLst/>
          </a:prstGeom>
          <a:solidFill>
            <a:srgbClr val="38438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341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B2041"/>
                </a:solidFill>
              </a:rPr>
              <a:t>마이크 · 인기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2341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사람들에게 사랑받기를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89920" y="525780"/>
            <a:ext cx="301752" cy="502920"/>
          </a:xfrm>
          <a:prstGeom prst="round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65358" y="475487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65358" y="1028700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72139" y="706831"/>
            <a:ext cx="301752" cy="422452"/>
          </a:xfrm>
          <a:prstGeom prst="roundRect">
            <a:avLst/>
          </a:prstGeom>
          <a:solidFill>
            <a:srgbClr val="D2D6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247577" y="656539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47577" y="1129284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54358" y="525780"/>
            <a:ext cx="301752" cy="502920"/>
          </a:xfrm>
          <a:prstGeom prst="round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29796" y="475487"/>
            <a:ext cx="150876" cy="50292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629796" y="1028700"/>
            <a:ext cx="150876" cy="50292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B2041"/>
                </a:solidFill>
              </a:rPr>
              <a:t>우리 아기의 선택은?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640080" y="1600200"/>
            <a:ext cx="4572000" cy="4800600"/>
          </a:xfrm>
          <a:prstGeom prst="roundRect">
            <a:avLst>
              <a:gd name="adj" fmla="val 6000"/>
            </a:avLst>
          </a:prstGeom>
          <a:solidFill>
            <a:srgbClr val="D2D6EF"/>
          </a:solidFill>
          <a:ln w="19050">
            <a:solidFill>
              <a:srgbClr val="38438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B2041"/>
                </a:solidFill>
              </a:rPr>
              <a:t>돌잡이 사진</a:t>
            </a:r>
          </a:p>
        </p:txBody>
      </p:sp>
      <p:sp>
        <p:nvSpPr>
          <p:cNvPr id="15" name="선택 칸"/>
          <p:cNvSpPr/>
          <p:nvPr/>
        </p:nvSpPr>
        <p:spPr>
          <a:xfrm>
            <a:off x="5577840" y="1600200"/>
            <a:ext cx="5973775" cy="4800600"/>
          </a:xfrm>
          <a:prstGeom prst="roundRect">
            <a:avLst>
              <a:gd name="adj" fmla="val 8000"/>
            </a:avLst>
          </a:prstGeom>
          <a:solidFill>
            <a:srgbClr val="F1F2F9"/>
          </a:solidFill>
          <a:ln w="12700">
            <a:solidFill>
              <a:srgbClr val="D2D6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0" y="1874519"/>
            <a:ext cx="5425135" cy="4251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>우리 아기의 선택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>무엇을 집었나요?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>그때 가족의 반응은?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89920" y="525780"/>
            <a:ext cx="301752" cy="502920"/>
          </a:xfrm>
          <a:prstGeom prst="round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65358" y="475487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65358" y="1028700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72139" y="706831"/>
            <a:ext cx="301752" cy="422452"/>
          </a:xfrm>
          <a:prstGeom prst="roundRect">
            <a:avLst/>
          </a:prstGeom>
          <a:solidFill>
            <a:srgbClr val="D2D6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247577" y="656539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47577" y="1129284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54358" y="525780"/>
            <a:ext cx="301752" cy="502920"/>
          </a:xfrm>
          <a:prstGeom prst="round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29796" y="475487"/>
            <a:ext cx="150876" cy="50292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629796" y="1028700"/>
            <a:ext cx="150876" cy="50292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B2041"/>
                </a:solidFill>
              </a:rPr>
              <a:t>사진 모음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640080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2D6EF"/>
          </a:solidFill>
          <a:ln w="19050">
            <a:solidFill>
              <a:srgbClr val="38438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B2041"/>
                </a:solidFill>
              </a:rPr>
              <a:t>사진 1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3413683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2D6EF"/>
          </a:solidFill>
          <a:ln w="19050">
            <a:solidFill>
              <a:srgbClr val="38438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B2041"/>
                </a:solidFill>
              </a:rPr>
              <a:t>사진 2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6187287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2D6EF"/>
          </a:solidFill>
          <a:ln w="19050">
            <a:solidFill>
              <a:srgbClr val="38438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B2041"/>
                </a:solidFill>
              </a:rPr>
              <a:t>사진 3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8960891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2D6EF"/>
          </a:solidFill>
          <a:ln w="19050">
            <a:solidFill>
              <a:srgbClr val="38438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B2041"/>
                </a:solidFill>
              </a:rPr>
              <a:t>사진 4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640080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2D6EF"/>
          </a:solidFill>
          <a:ln w="19050">
            <a:solidFill>
              <a:srgbClr val="38438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B2041"/>
                </a:solidFill>
              </a:rPr>
              <a:t>사진 5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3413683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2D6EF"/>
          </a:solidFill>
          <a:ln w="19050">
            <a:solidFill>
              <a:srgbClr val="38438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B2041"/>
                </a:solidFill>
              </a:rPr>
              <a:t>사진 6</a:t>
            </a:r>
          </a:p>
        </p:txBody>
      </p:sp>
      <p:sp>
        <p:nvSpPr>
          <p:cNvPr id="20" name="사진 자리"/>
          <p:cNvSpPr/>
          <p:nvPr/>
        </p:nvSpPr>
        <p:spPr>
          <a:xfrm>
            <a:off x="6187287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2D6EF"/>
          </a:solidFill>
          <a:ln w="19050">
            <a:solidFill>
              <a:srgbClr val="38438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B2041"/>
                </a:solidFill>
              </a:rPr>
              <a:t>사진 7</a:t>
            </a:r>
          </a:p>
        </p:txBody>
      </p:sp>
      <p:sp>
        <p:nvSpPr>
          <p:cNvPr id="21" name="사진 자리"/>
          <p:cNvSpPr/>
          <p:nvPr/>
        </p:nvSpPr>
        <p:spPr>
          <a:xfrm>
            <a:off x="8960891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2D6EF"/>
          </a:solidFill>
          <a:ln w="19050">
            <a:solidFill>
              <a:srgbClr val="38438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B2041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632844" cy="685800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975335" y="4251960"/>
            <a:ext cx="3657508" cy="3657508"/>
          </a:xfrm>
          <a:prstGeom prst="ellipse">
            <a:avLst/>
          </a:prstGeom>
          <a:solidFill>
            <a:srgbClr val="5C65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377942" y="1691662"/>
            <a:ext cx="1097252" cy="182875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52255" y="1508787"/>
            <a:ext cx="548626" cy="182875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52255" y="3520417"/>
            <a:ext cx="548626" cy="182875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767795" y="2350014"/>
            <a:ext cx="1097252" cy="1536153"/>
          </a:xfrm>
          <a:prstGeom prst="roundRect">
            <a:avLst/>
          </a:prstGeom>
          <a:solidFill>
            <a:srgbClr val="D2D6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2042108" y="2167138"/>
            <a:ext cx="548626" cy="182875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2042108" y="3886167"/>
            <a:ext cx="548626" cy="182875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3157649" y="1691662"/>
            <a:ext cx="1097252" cy="1828754"/>
          </a:xfrm>
          <a:prstGeom prst="round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3431962" y="1508787"/>
            <a:ext cx="548626" cy="182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3431962" y="3520417"/>
            <a:ext cx="548626" cy="182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428" y="2057400"/>
            <a:ext cx="6339681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B2041"/>
                </a:solidFill>
              </a:rPr>
              <a:t>함께해 주셔서 감사합니다</a:t>
            </a:r>
          </a:p>
        </p:txBody>
      </p:sp>
      <p:sp>
        <p:nvSpPr>
          <p:cNvPr id="14" name="한 줄 문구"/>
          <p:cNvSpPr txBox="1"/>
          <p:nvPr/>
        </p:nvSpPr>
        <p:spPr>
          <a:xfrm>
            <a:off x="5242428" y="3703320"/>
            <a:ext cx="633968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B2041"/>
                </a:solidFill>
              </a:rPr>
              <a:t>첫 번째 생일을 축하해 주셔서 고맙습니다</a:t>
            </a:r>
          </a:p>
        </p:txBody>
      </p:sp>
      <p:sp>
        <p:nvSpPr>
          <p:cNvPr id="15" name="안내 문구"/>
          <p:cNvSpPr txBox="1"/>
          <p:nvPr/>
        </p:nvSpPr>
        <p:spPr>
          <a:xfrm>
            <a:off x="5242428" y="4572000"/>
            <a:ext cx="633968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돌잡이 중심)">
  <a:themeElements>
    <a:clrScheme name="Office">
      <a:dk1>
        <a:sysClr val="windowText" lastClr="000000"/>
      </a:dk1>
      <a:lt1>
        <a:sysClr val="window" lastClr="FFFFFF"/>
      </a:lt1>
      <a:dk2>
        <a:srgbClr val="1B2041"/>
      </a:dk2>
      <a:lt2>
        <a:srgbClr val="F1F2F9"/>
      </a:lt2>
      <a:accent1>
        <a:srgbClr val="38438A"/>
      </a:accent1>
      <a:accent2>
        <a:srgbClr val="915B3B"/>
      </a:accent2>
      <a:accent3>
        <a:srgbClr val="1B2041"/>
      </a:accent3>
      <a:accent4>
        <a:srgbClr val="D2D6EF"/>
      </a:accent4>
      <a:accent5>
        <a:srgbClr val="644F62"/>
      </a:accent5>
      <a:accent6>
        <a:srgbClr val="76798D"/>
      </a:accent6>
      <a:hlink>
        <a:srgbClr val="38438A"/>
      </a:hlink>
      <a:folHlink>
        <a:srgbClr val="1B2041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슬라이드(돌잡이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