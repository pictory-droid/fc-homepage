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82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0F1D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6668797" y="1317686"/>
            <a:ext cx="279806" cy="729871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6270217" y="971513"/>
            <a:ext cx="279806" cy="86581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5856383" y="1405971"/>
            <a:ext cx="279806" cy="937396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5417607" y="839014"/>
            <a:ext cx="279806" cy="81309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5440681" y="935019"/>
            <a:ext cx="279806" cy="760831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6060196" y="1289571"/>
            <a:ext cx="279806" cy="787212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143D21"/>
                </a:solidFill>
              </a:rPr>
              <a:t>첫 번째 생일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43D21"/>
                </a:solidFill>
              </a:rPr>
              <a:t>초록 신록처럼 싱그럽게 자라렴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11321280" y="892068"/>
            <a:ext cx="155448" cy="40548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11099847" y="699749"/>
            <a:ext cx="155448" cy="481008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10869939" y="941115"/>
            <a:ext cx="155448" cy="520775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10626174" y="626139"/>
            <a:ext cx="155448" cy="451719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10638994" y="679475"/>
            <a:ext cx="155448" cy="42268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10983169" y="876448"/>
            <a:ext cx="155448" cy="437340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우리 아기를 소개합니다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77240" y="1554480"/>
            <a:ext cx="3840480" cy="448055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43D21"/>
                </a:solidFill>
              </a:rPr>
              <a:t>아기 사진을 넣어 주세요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4983479" y="1554480"/>
          <a:ext cx="643097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0217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11321280" y="892068"/>
            <a:ext cx="155448" cy="40548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11099847" y="699749"/>
            <a:ext cx="155448" cy="481008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10869939" y="941115"/>
            <a:ext cx="155448" cy="520775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10626174" y="626139"/>
            <a:ext cx="155448" cy="451719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10638994" y="679475"/>
            <a:ext cx="155448" cy="42268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10983169" y="876448"/>
            <a:ext cx="155448" cy="437340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첫 번째 생일 사진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77240" y="1554480"/>
            <a:ext cx="5181447" cy="4663440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43D21"/>
                </a:solidFill>
              </a:rPr>
              <a:t>대표 사진 1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233007" y="1554480"/>
            <a:ext cx="5181447" cy="4663440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43D21"/>
                </a:solidFill>
              </a:rPr>
              <a:t>대표 사진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11321280" y="892068"/>
            <a:ext cx="155448" cy="40548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11099847" y="699749"/>
            <a:ext cx="155448" cy="481008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10869939" y="941115"/>
            <a:ext cx="155448" cy="520775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10626174" y="626139"/>
            <a:ext cx="155448" cy="451719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10638994" y="679475"/>
            <a:ext cx="155448" cy="42268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10983169" y="876448"/>
            <a:ext cx="155448" cy="437340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한 해의 순간들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77240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1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83938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2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7990636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3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777240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4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4383938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5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7990636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11321280" y="892068"/>
            <a:ext cx="155448" cy="40548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11099847" y="699749"/>
            <a:ext cx="155448" cy="481008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10869939" y="941115"/>
            <a:ext cx="155448" cy="520775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10626174" y="626139"/>
            <a:ext cx="155448" cy="451719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10638994" y="679475"/>
            <a:ext cx="155448" cy="42268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10983169" y="876448"/>
            <a:ext cx="155448" cy="437340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사진 모음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77240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1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3482263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2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187287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3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892311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4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777240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5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3482263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6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187287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7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892311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82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0F1D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6668797" y="1317686"/>
            <a:ext cx="279806" cy="729871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6270217" y="971513"/>
            <a:ext cx="279806" cy="86581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5856383" y="1405971"/>
            <a:ext cx="279806" cy="937396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5417607" y="839014"/>
            <a:ext cx="279806" cy="81309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5440681" y="935019"/>
            <a:ext cx="279806" cy="760831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6060196" y="1289571"/>
            <a:ext cx="279806" cy="787212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43D21"/>
                </a:solidFill>
              </a:rPr>
              <a:t>함께해 주셔서 감사합니다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43D21"/>
                </a:solidFill>
              </a:rPr>
              <a:t>첫 번째 생일을 축하해 주셔서 고맙습니다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사진 중심)">
  <a:themeElements>
    <a:clrScheme name="Office">
      <a:dk1>
        <a:sysClr val="windowText" lastClr="000000"/>
      </a:dk1>
      <a:lt1>
        <a:sysClr val="window" lastClr="FFFFFF"/>
      </a:lt1>
      <a:dk2>
        <a:srgbClr val="143D21"/>
      </a:dk2>
      <a:lt2>
        <a:srgbClr val="F0FAF3"/>
      </a:lt2>
      <a:accent1>
        <a:srgbClr val="2B8245"/>
      </a:accent1>
      <a:accent2>
        <a:srgbClr val="803B91"/>
      </a:accent2>
      <a:accent3>
        <a:srgbClr val="143D21"/>
      </a:accent3>
      <a:accent4>
        <a:srgbClr val="D0F1DA"/>
      </a:accent4>
      <a:accent5>
        <a:srgbClr val="565E6B"/>
      </a:accent5>
      <a:accent6>
        <a:srgbClr val="728B7A"/>
      </a:accent6>
      <a:hlink>
        <a:srgbClr val="2B8245"/>
      </a:hlink>
      <a:folHlink>
        <a:srgbClr val="143D2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