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2671D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671D"/>
                </a:solidFill>
              </a:rPr>
              <a:t>귀한 걸음 해 주신 분들께 인사드립니다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840480" cy="4572000"/>
          </a:xfrm>
          <a:prstGeom prst="roundRect">
            <a:avLst>
              <a:gd name="adj" fmla="val 6000"/>
            </a:avLst>
          </a:prstGeom>
          <a:solidFill>
            <a:srgbClr val="F7F3D4"/>
          </a:solidFill>
          <a:ln w="19050">
            <a:solidFill>
              <a:srgbClr val="DFC9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2671D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846320" y="164592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671D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671D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671D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671D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671D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CFB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671D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7F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F3D4"/>
                      </a:solidFill>
                      <a:prstDash val="solid"/>
                    </a:lnL>
                    <a:lnR w="9525" cap="flat" cmpd="sng" algn="ctr">
                      <a:solidFill>
                        <a:srgbClr val="F7F3D4"/>
                      </a:solidFill>
                      <a:prstDash val="solid"/>
                    </a:lnR>
                    <a:lnT w="9525" cap="flat" cmpd="sng" algn="ctr">
                      <a:solidFill>
                        <a:srgbClr val="F7F3D4"/>
                      </a:solidFill>
                      <a:prstDash val="solid"/>
                    </a:lnT>
                    <a:lnB w="9525" cap="flat" cmpd="sng" algn="ctr">
                      <a:solidFill>
                        <a:srgbClr val="F7F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초대합니다</a:t>
            </a:r>
          </a:p>
        </p:txBody>
      </p:sp>
      <p:sp>
        <p:nvSpPr>
          <p:cNvPr id="4" name="초대 글 칸"/>
          <p:cNvSpPr/>
          <p:nvPr/>
        </p:nvSpPr>
        <p:spPr>
          <a:xfrm>
            <a:off x="640080" y="1645920"/>
            <a:ext cx="10911535" cy="4754880"/>
          </a:xfrm>
          <a:prstGeom prst="roundRect">
            <a:avLst>
              <a:gd name="adj" fmla="val 8000"/>
            </a:avLst>
          </a:prstGeom>
          <a:solidFill>
            <a:srgbClr val="FCFBF3"/>
          </a:solidFill>
          <a:ln w="12700">
            <a:solidFill>
              <a:srgbClr val="F7F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초대 글"/>
          <p:cNvSpPr txBox="1"/>
          <p:nvPr/>
        </p:nvSpPr>
        <p:spPr>
          <a:xfrm>
            <a:off x="1097280" y="2011680"/>
            <a:ext cx="9997135" cy="4023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부모의 한마디</a:t>
            </a:r>
          </a:p>
        </p:txBody>
      </p:sp>
      <p:sp>
        <p:nvSpPr>
          <p:cNvPr id="4" name="편지 칸"/>
          <p:cNvSpPr/>
          <p:nvPr/>
        </p:nvSpPr>
        <p:spPr>
          <a:xfrm>
            <a:off x="640080" y="1645920"/>
            <a:ext cx="10911535" cy="4754880"/>
          </a:xfrm>
          <a:prstGeom prst="roundRect">
            <a:avLst>
              <a:gd name="adj" fmla="val 8000"/>
            </a:avLst>
          </a:prstGeom>
          <a:solidFill>
            <a:srgbClr val="F7F3D4"/>
          </a:solidFill>
          <a:ln w="12700">
            <a:solidFill>
              <a:srgbClr val="DFC9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편지 글"/>
          <p:cNvSpPr txBox="1"/>
          <p:nvPr/>
        </p:nvSpPr>
        <p:spPr>
          <a:xfrm>
            <a:off x="1097280" y="2011680"/>
            <a:ext cx="9997135" cy="4023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DFC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7F3D4"/>
          </a:solidFill>
          <a:ln w="19050">
            <a:solidFill>
              <a:srgbClr val="DFC9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671D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13683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7F3D4"/>
          </a:solidFill>
          <a:ln w="19050">
            <a:solidFill>
              <a:srgbClr val="DFC9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671D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7F3D4"/>
          </a:solidFill>
          <a:ln w="19050">
            <a:solidFill>
              <a:srgbClr val="DFC9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671D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60891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7F3D4"/>
          </a:solidFill>
          <a:ln w="19050">
            <a:solidFill>
              <a:srgbClr val="DFC9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671D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7F3D4"/>
          </a:solidFill>
          <a:ln w="19050">
            <a:solidFill>
              <a:srgbClr val="DFC9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671D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13683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7F3D4"/>
          </a:solidFill>
          <a:ln w="19050">
            <a:solidFill>
              <a:srgbClr val="DFC9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671D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7F3D4"/>
          </a:solidFill>
          <a:ln w="19050">
            <a:solidFill>
              <a:srgbClr val="DFC9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671D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60891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7F3D4"/>
          </a:solidFill>
          <a:ln w="19050">
            <a:solidFill>
              <a:srgbClr val="DFC9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671D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2671D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671D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72671D"/>
      </a:dk2>
      <a:lt2>
        <a:srgbClr val="FCFBF3"/>
      </a:lt2>
      <a:accent1>
        <a:srgbClr val="DFC93A"/>
      </a:accent1>
      <a:accent2>
        <a:srgbClr val="339941"/>
      </a:accent2>
      <a:accent3>
        <a:srgbClr val="72671D"/>
      </a:accent3>
      <a:accent4>
        <a:srgbClr val="F7F3D4"/>
      </a:accent4>
      <a:accent5>
        <a:srgbClr val="89B13E"/>
      </a:accent5>
      <a:accent6>
        <a:srgbClr val="AAA477"/>
      </a:accent6>
      <a:hlink>
        <a:srgbClr val="DFC93A"/>
      </a:hlink>
      <a:folHlink>
        <a:srgbClr val="72671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