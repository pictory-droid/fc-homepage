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9465B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뒤집고, 기고, 일어서기까지 일 년이 걸렸습니다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9465B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한 해 성장 기록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776953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1개월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처음 눈을 맞춘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3904396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7563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3283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처음 웃은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3283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6031839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006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0726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뒤집기 성공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0726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8159282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449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9개월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169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첫 이유식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169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5"/>
          <p:cNvSpPr/>
          <p:nvPr/>
        </p:nvSpPr>
        <p:spPr>
          <a:xfrm>
            <a:off x="10286725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9892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5612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5612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키와 몸무게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9465B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