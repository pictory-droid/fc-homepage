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24E6D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24E6D"/>
                </a:solidFill>
              </a:rPr>
              <a:t>뒤집고, 기고, 일어서기까지 일 년이 걸렸습니다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196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4E6D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4E6D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120640" y="160020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4E6D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3F8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4E6D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4E6D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3F8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4E6D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4E6D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3F8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4E6D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196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4E6D"/>
                </a:solidFill>
              </a:rPr>
              <a:t>한 해 성장 기록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914400" y="3337560"/>
            <a:ext cx="10637215" cy="54864"/>
          </a:xfrm>
          <a:prstGeom prst="rect">
            <a:avLst/>
          </a:prstGeom>
          <a:solidFill>
            <a:srgbClr val="D4E8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776953" y="3154680"/>
            <a:ext cx="402336" cy="402336"/>
          </a:xfrm>
          <a:prstGeom prst="ellipse">
            <a:avLst/>
          </a:prstGeom>
          <a:solidFill>
            <a:srgbClr val="5196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196C8"/>
                </a:solidFill>
              </a:rPr>
              <a:t>1개월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24E6D"/>
                </a:solidFill>
              </a:rPr>
              <a:t>처음 눈을 맞춘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3904396" y="3154680"/>
            <a:ext cx="402336" cy="402336"/>
          </a:xfrm>
          <a:prstGeom prst="ellipse">
            <a:avLst/>
          </a:prstGeom>
          <a:solidFill>
            <a:srgbClr val="5196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7563" y="251460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196C8"/>
                </a:solidFill>
              </a:rPr>
              <a:t>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3283" y="370332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24E6D"/>
                </a:solidFill>
              </a:rPr>
              <a:t>처음 웃은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3283" y="420624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6031839" y="3154680"/>
            <a:ext cx="402336" cy="402336"/>
          </a:xfrm>
          <a:prstGeom prst="ellipse">
            <a:avLst/>
          </a:prstGeom>
          <a:solidFill>
            <a:srgbClr val="5196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5006" y="251460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196C8"/>
                </a:solidFill>
              </a:rPr>
              <a:t>6개월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370332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24E6D"/>
                </a:solidFill>
              </a:rPr>
              <a:t>뒤집기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0726" y="420624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8159282" y="3154680"/>
            <a:ext cx="402336" cy="402336"/>
          </a:xfrm>
          <a:prstGeom prst="ellipse">
            <a:avLst/>
          </a:prstGeom>
          <a:solidFill>
            <a:srgbClr val="5196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449" y="251460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196C8"/>
                </a:solidFill>
              </a:rPr>
              <a:t>9개월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169" y="370332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24E6D"/>
                </a:solidFill>
              </a:rPr>
              <a:t>첫 이유식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8169" y="420624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2" name="때 5"/>
          <p:cNvSpPr/>
          <p:nvPr/>
        </p:nvSpPr>
        <p:spPr>
          <a:xfrm>
            <a:off x="10286725" y="3154680"/>
            <a:ext cx="402336" cy="402336"/>
          </a:xfrm>
          <a:prstGeom prst="ellipse">
            <a:avLst/>
          </a:prstGeom>
          <a:solidFill>
            <a:srgbClr val="5196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9892" y="2514600"/>
            <a:ext cx="2036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5196C8"/>
                </a:solidFill>
              </a:rPr>
              <a:t>12개월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15612" y="3703320"/>
            <a:ext cx="1944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24E6D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15612" y="4206240"/>
            <a:ext cx="1944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196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4E6D"/>
                </a:solidFill>
              </a:rPr>
              <a:t>키와 몸무게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196C8"/>
                      </a:solidFill>
                      <a:prstDash val="solid"/>
                    </a:lnL>
                    <a:lnR w="9525" cap="flat" cmpd="sng" algn="ctr">
                      <a:solidFill>
                        <a:srgbClr val="5196C8"/>
                      </a:solidFill>
                      <a:prstDash val="solid"/>
                    </a:lnR>
                    <a:lnT w="9525" cap="flat" cmpd="sng" algn="ctr">
                      <a:solidFill>
                        <a:srgbClr val="5196C8"/>
                      </a:solidFill>
                      <a:prstDash val="solid"/>
                    </a:lnT>
                    <a:lnB w="9525" cap="flat" cmpd="sng" algn="ctr">
                      <a:solidFill>
                        <a:srgbClr val="5196C8"/>
                      </a:solidFill>
                      <a:prstDash val="solid"/>
                    </a:lnB>
                    <a:solidFill>
                      <a:srgbClr val="5196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196C8"/>
                      </a:solidFill>
                      <a:prstDash val="solid"/>
                    </a:lnL>
                    <a:lnR w="9525" cap="flat" cmpd="sng" algn="ctr">
                      <a:solidFill>
                        <a:srgbClr val="5196C8"/>
                      </a:solidFill>
                      <a:prstDash val="solid"/>
                    </a:lnR>
                    <a:lnT w="9525" cap="flat" cmpd="sng" algn="ctr">
                      <a:solidFill>
                        <a:srgbClr val="5196C8"/>
                      </a:solidFill>
                      <a:prstDash val="solid"/>
                    </a:lnT>
                    <a:lnB w="9525" cap="flat" cmpd="sng" algn="ctr">
                      <a:solidFill>
                        <a:srgbClr val="5196C8"/>
                      </a:solidFill>
                      <a:prstDash val="solid"/>
                    </a:lnB>
                    <a:solidFill>
                      <a:srgbClr val="5196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196C8"/>
                      </a:solidFill>
                      <a:prstDash val="solid"/>
                    </a:lnL>
                    <a:lnR w="9525" cap="flat" cmpd="sng" algn="ctr">
                      <a:solidFill>
                        <a:srgbClr val="5196C8"/>
                      </a:solidFill>
                      <a:prstDash val="solid"/>
                    </a:lnR>
                    <a:lnT w="9525" cap="flat" cmpd="sng" algn="ctr">
                      <a:solidFill>
                        <a:srgbClr val="5196C8"/>
                      </a:solidFill>
                      <a:prstDash val="solid"/>
                    </a:lnT>
                    <a:lnB w="9525" cap="flat" cmpd="sng" algn="ctr">
                      <a:solidFill>
                        <a:srgbClr val="5196C8"/>
                      </a:solidFill>
                      <a:prstDash val="solid"/>
                    </a:lnB>
                    <a:solidFill>
                      <a:srgbClr val="5196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196C8"/>
                      </a:solidFill>
                      <a:prstDash val="solid"/>
                    </a:lnL>
                    <a:lnR w="9525" cap="flat" cmpd="sng" algn="ctr">
                      <a:solidFill>
                        <a:srgbClr val="5196C8"/>
                      </a:solidFill>
                      <a:prstDash val="solid"/>
                    </a:lnR>
                    <a:lnT w="9525" cap="flat" cmpd="sng" algn="ctr">
                      <a:solidFill>
                        <a:srgbClr val="5196C8"/>
                      </a:solidFill>
                      <a:prstDash val="solid"/>
                    </a:lnT>
                    <a:lnB w="9525" cap="flat" cmpd="sng" algn="ctr">
                      <a:solidFill>
                        <a:srgbClr val="5196C8"/>
                      </a:solidFill>
                      <a:prstDash val="solid"/>
                    </a:lnB>
                    <a:solidFill>
                      <a:srgbClr val="5196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196C8"/>
                      </a:solidFill>
                      <a:prstDash val="solid"/>
                    </a:lnL>
                    <a:lnR w="9525" cap="flat" cmpd="sng" algn="ctr">
                      <a:solidFill>
                        <a:srgbClr val="5196C8"/>
                      </a:solidFill>
                      <a:prstDash val="solid"/>
                    </a:lnR>
                    <a:lnT w="9525" cap="flat" cmpd="sng" algn="ctr">
                      <a:solidFill>
                        <a:srgbClr val="5196C8"/>
                      </a:solidFill>
                      <a:prstDash val="solid"/>
                    </a:lnT>
                    <a:lnB w="9525" cap="flat" cmpd="sng" algn="ctr">
                      <a:solidFill>
                        <a:srgbClr val="5196C8"/>
                      </a:solidFill>
                      <a:prstDash val="solid"/>
                    </a:lnB>
                    <a:solidFill>
                      <a:srgbClr val="5196C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4E6D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4E6D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3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3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3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3F8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4E6D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D4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8F7"/>
                      </a:solidFill>
                      <a:prstDash val="solid"/>
                    </a:lnL>
                    <a:lnR w="9525" cap="flat" cmpd="sng" algn="ctr">
                      <a:solidFill>
                        <a:srgbClr val="D4E8F7"/>
                      </a:solidFill>
                      <a:prstDash val="solid"/>
                    </a:lnR>
                    <a:lnT w="9525" cap="flat" cmpd="sng" algn="ctr">
                      <a:solidFill>
                        <a:srgbClr val="D4E8F7"/>
                      </a:solidFill>
                      <a:prstDash val="solid"/>
                    </a:lnT>
                    <a:lnB w="9525" cap="flat" cmpd="sng" algn="ctr">
                      <a:solidFill>
                        <a:srgbClr val="D4E8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5196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4E6D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4E6D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619423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4E6D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324447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4E6D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029471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4E6D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914400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4E6D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619423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4E6D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24447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4E6D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9029471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4E8F7"/>
          </a:solidFill>
          <a:ln w="19050">
            <a:solidFill>
              <a:srgbClr val="5196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4E6D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24E6D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24E6D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224E6D"/>
      </a:dk2>
      <a:lt2>
        <a:srgbClr val="F3F8FC"/>
      </a:lt2>
      <a:accent1>
        <a:srgbClr val="5196C8"/>
      </a:accent1>
      <a:accent2>
        <a:srgbClr val="339941"/>
      </a:accent2>
      <a:accent3>
        <a:srgbClr val="224E6D"/>
      </a:accent3>
      <a:accent4>
        <a:srgbClr val="D4E8F7"/>
      </a:accent4>
      <a:accent5>
        <a:srgbClr val="429884"/>
      </a:accent5>
      <a:accent6>
        <a:srgbClr val="7A95A7"/>
      </a:accent6>
      <a:hlink>
        <a:srgbClr val="5196C8"/>
      </a:hlink>
      <a:folHlink>
        <a:srgbClr val="224E6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