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56110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이유식 먹던 날이 엊그제 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56110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한 해 성장 기록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603217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1개월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처음 눈을 맞춘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3748948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2971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3개월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8691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처음 웃은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691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8702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6개월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4422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뒤집기 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422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8040410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433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9개월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153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첫 이유식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153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5"/>
          <p:cNvSpPr/>
          <p:nvPr/>
        </p:nvSpPr>
        <p:spPr>
          <a:xfrm>
            <a:off x="10186141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164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12개월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5884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첫 걸음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884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키와 몸무게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5611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