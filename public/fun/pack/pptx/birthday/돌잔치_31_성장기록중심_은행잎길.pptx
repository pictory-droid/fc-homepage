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756110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56110"/>
                </a:solidFill>
              </a:rPr>
              <a:t>이유식 먹던 날이 엊그제 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56110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37759" y="1600200"/>
          <a:ext cx="652241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한 해 성장 기록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603217" y="3154680"/>
            <a:ext cx="402336" cy="402336"/>
          </a:xfrm>
          <a:prstGeom prst="ellipse">
            <a:avLst/>
          </a:prstGeom>
          <a:solidFill>
            <a:srgbClr val="CEAB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054291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EAB1C"/>
                </a:solidFill>
              </a:rPr>
              <a:t>1개월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1962851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56110"/>
                </a:solidFill>
              </a:rPr>
              <a:t>처음 눈을 맞춘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1962851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9" name="때 2"/>
          <p:cNvSpPr/>
          <p:nvPr/>
        </p:nvSpPr>
        <p:spPr>
          <a:xfrm>
            <a:off x="3748948" y="3154680"/>
            <a:ext cx="402336" cy="402336"/>
          </a:xfrm>
          <a:prstGeom prst="ellipse">
            <a:avLst/>
          </a:prstGeom>
          <a:solidFill>
            <a:srgbClr val="CEAB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2971" y="2514600"/>
            <a:ext cx="2054291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EAB1C"/>
                </a:solidFill>
              </a:rPr>
              <a:t>3개월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3703320"/>
            <a:ext cx="1962851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56110"/>
                </a:solidFill>
              </a:rPr>
              <a:t>처음 웃은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691" y="4206240"/>
            <a:ext cx="1962851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3" name="때 3"/>
          <p:cNvSpPr/>
          <p:nvPr/>
        </p:nvSpPr>
        <p:spPr>
          <a:xfrm>
            <a:off x="5894679" y="3154680"/>
            <a:ext cx="402336" cy="402336"/>
          </a:xfrm>
          <a:prstGeom prst="ellipse">
            <a:avLst/>
          </a:prstGeom>
          <a:solidFill>
            <a:srgbClr val="CEAB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68702" y="2514600"/>
            <a:ext cx="2054291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EAB1C"/>
                </a:solidFill>
              </a:rPr>
              <a:t>6개월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3703320"/>
            <a:ext cx="1962851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56110"/>
                </a:solidFill>
              </a:rPr>
              <a:t>뒤집기 성공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4206240"/>
            <a:ext cx="1962851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7" name="때 4"/>
          <p:cNvSpPr/>
          <p:nvPr/>
        </p:nvSpPr>
        <p:spPr>
          <a:xfrm>
            <a:off x="8040410" y="3154680"/>
            <a:ext cx="402336" cy="402336"/>
          </a:xfrm>
          <a:prstGeom prst="ellipse">
            <a:avLst/>
          </a:prstGeom>
          <a:solidFill>
            <a:srgbClr val="CEAB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433" y="2514600"/>
            <a:ext cx="2054291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EAB1C"/>
                </a:solidFill>
              </a:rPr>
              <a:t>9개월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0153" y="3703320"/>
            <a:ext cx="1962851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56110"/>
                </a:solidFill>
              </a:rPr>
              <a:t>첫 이유식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0153" y="4206240"/>
            <a:ext cx="1962851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1" name="때 5"/>
          <p:cNvSpPr/>
          <p:nvPr/>
        </p:nvSpPr>
        <p:spPr>
          <a:xfrm>
            <a:off x="10186141" y="3154680"/>
            <a:ext cx="402336" cy="402336"/>
          </a:xfrm>
          <a:prstGeom prst="ellipse">
            <a:avLst/>
          </a:prstGeom>
          <a:solidFill>
            <a:srgbClr val="CEAB1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0164" y="2514600"/>
            <a:ext cx="2054291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EAB1C"/>
                </a:solidFill>
              </a:rPr>
              <a:t>12개월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5884" y="3703320"/>
            <a:ext cx="1962851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56110"/>
                </a:solidFill>
              </a:rPr>
              <a:t>첫 걸음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5884" y="4206240"/>
            <a:ext cx="1962851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키와 몸무게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56110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56110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56110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59403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15171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31520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59403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15171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56110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56110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756110"/>
      </a:dk2>
      <a:lt2>
        <a:srgbClr val="FDF9ED"/>
      </a:lt2>
      <a:accent1>
        <a:srgbClr val="CEAB1C"/>
      </a:accent1>
      <a:accent2>
        <a:srgbClr val="3B7791"/>
      </a:accent2>
      <a:accent3>
        <a:srgbClr val="756110"/>
      </a:accent3>
      <a:accent4>
        <a:srgbClr val="F9EFC8"/>
      </a:accent4>
      <a:accent5>
        <a:srgbClr val="849156"/>
      </a:accent5>
      <a:accent6>
        <a:srgbClr val="ACA070"/>
      </a:accent6>
      <a:hlink>
        <a:srgbClr val="CEAB1C"/>
      </a:hlink>
      <a:folHlink>
        <a:srgbClr val="75611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