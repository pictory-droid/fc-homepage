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95145" y="2651782"/>
            <a:ext cx="1097252" cy="1828754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091702" y="2808669"/>
            <a:ext cx="271746" cy="271746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089969" y="3132535"/>
            <a:ext cx="317927" cy="317927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774343" y="4154626"/>
            <a:ext cx="361791" cy="36179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44212"/>
                </a:solidFill>
              </a:rPr>
              <a:t>첫 번째 생일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보름달에 빌던 소원이 이뤄진 날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우리 아기를 소개합니다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44212"/>
                </a:solidFill>
              </a:rPr>
              <a:t>아기 사진을 넣어 주세요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44212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초대합니다</a:t>
            </a:r>
          </a:p>
        </p:txBody>
      </p:sp>
      <p:sp>
        <p:nvSpPr>
          <p:cNvPr id="8" name="초대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2700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초대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소중한 분들을 초대합니다.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저희 아기가 첫 번째 생일을 맞이했습니다.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함께해 주시면 큰 기쁨이 되겠습니다.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일시 · 장소를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부모의 한마디</a:t>
            </a:r>
          </a:p>
        </p:txBody>
      </p:sp>
      <p:sp>
        <p:nvSpPr>
          <p:cNvPr id="8" name="편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6EACB"/>
          </a:solidFill>
          <a:ln w="12700">
            <a:solidFill>
              <a:srgbClr val="A7842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편지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사랑하는 우리 아기에게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엄마 아빠의 마음을 적어 주세요.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― 엄마 아빠가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사진 모음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6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7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6EACB"/>
          </a:solidFill>
          <a:ln w="19050">
            <a:solidFill>
              <a:srgbClr val="A7842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44212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95145" y="2651782"/>
            <a:ext cx="1097252" cy="1828754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091702" y="2808669"/>
            <a:ext cx="271746" cy="271746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089969" y="3132535"/>
            <a:ext cx="317927" cy="317927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774343" y="4154626"/>
            <a:ext cx="361791" cy="36179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544212"/>
                </a:solidFill>
              </a:rPr>
              <a:t>함께해 주셔서 감사합니다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첫 번째 생일을 축하해 주셔서 고맙습니다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감사 인사 중심)">
  <a:themeElements>
    <a:clrScheme name="Office">
      <a:dk1>
        <a:sysClr val="windowText" lastClr="000000"/>
      </a:dk1>
      <a:lt1>
        <a:sysClr val="window" lastClr="FFFFFF"/>
      </a:lt1>
      <a:dk2>
        <a:srgbClr val="544212"/>
      </a:dk2>
      <a:lt2>
        <a:srgbClr val="FBF8EE"/>
      </a:lt2>
      <a:accent1>
        <a:srgbClr val="A78425"/>
      </a:accent1>
      <a:accent2>
        <a:srgbClr val="3B7D91"/>
      </a:accent2>
      <a:accent3>
        <a:srgbClr val="544212"/>
      </a:accent3>
      <a:accent4>
        <a:srgbClr val="F6EACB"/>
      </a:accent4>
      <a:accent5>
        <a:srgbClr val="71805B"/>
      </a:accent5>
      <a:accent6>
        <a:srgbClr val="988E71"/>
      </a:accent6>
      <a:hlink>
        <a:srgbClr val="A78425"/>
      </a:hlink>
      <a:folHlink>
        <a:srgbClr val="54421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