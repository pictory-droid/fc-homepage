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F481E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푸른 보리처럼 쑥쑥 자란 일 년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F481E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태어난 날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임신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소식을 들은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출산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태어난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첫 만남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품에 안은 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집으로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함께 돌아온 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첫 번째 순간들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웃음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5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뒤집기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9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3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걸음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F481E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