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4364" y="780551"/>
            <a:ext cx="333470" cy="33347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892061" y="1623191"/>
            <a:ext cx="200163" cy="200163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120089" y="1161505"/>
            <a:ext cx="263527" cy="263527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364859" y="758859"/>
            <a:ext cx="216496" cy="216496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068545" y="360190"/>
            <a:ext cx="334832" cy="334832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437401" y="825259"/>
            <a:ext cx="143688" cy="143688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550618" y="2104327"/>
            <a:ext cx="285402" cy="285402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115670" y="917740"/>
            <a:ext cx="267797" cy="267797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642241" y="1444838"/>
            <a:ext cx="284342" cy="284342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561757" y="750724"/>
            <a:ext cx="180660" cy="18066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279103" y="941758"/>
            <a:ext cx="124614" cy="124614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492713"/>
                </a:solidFill>
              </a:rPr>
              <a:t>첫 번째 생일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492713"/>
                </a:solidFill>
              </a:rPr>
              <a:t>군고구마처럼 따뜻하고 달콤한 아기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4538" y="631759"/>
            <a:ext cx="185261" cy="185261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91036" y="1099893"/>
            <a:ext cx="111201" cy="111201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506607" y="843400"/>
            <a:ext cx="146404" cy="146404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98146" y="619708"/>
            <a:ext cx="120275" cy="120275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33527" y="398225"/>
            <a:ext cx="186017" cy="186017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682891" y="656597"/>
            <a:ext cx="79826" cy="79826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01345" y="1367190"/>
            <a:ext cx="158557" cy="15855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59707" y="707976"/>
            <a:ext cx="148776" cy="148776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52247" y="1000807"/>
            <a:ext cx="157967" cy="157967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51978" y="615189"/>
            <a:ext cx="100367" cy="10036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594948" y="721318"/>
            <a:ext cx="69230" cy="69230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우리 아기를 소개합니다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22960" y="1554480"/>
            <a:ext cx="3840480" cy="443484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13"/>
                </a:solidFill>
              </a:rPr>
              <a:t>아기 사진을 넣어 주세요</a:t>
            </a:r>
          </a:p>
        </p:txBody>
      </p:sp>
      <p:graphicFrame>
        <p:nvGraphicFramePr>
          <p:cNvPr id="17" name="표"/>
          <p:cNvGraphicFramePr>
            <a:graphicFrameLocks noGrp="1"/>
          </p:cNvGraphicFramePr>
          <p:nvPr/>
        </p:nvGraphicFramePr>
        <p:xfrm>
          <a:off x="5029200" y="1554480"/>
          <a:ext cx="633953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51073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BF3E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492713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4DBC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4DBCD"/>
                      </a:solidFill>
                      <a:prstDash val="solid"/>
                    </a:lnL>
                    <a:lnR w="9525" cap="flat" cmpd="sng" algn="ctr">
                      <a:solidFill>
                        <a:srgbClr val="F4DBCD"/>
                      </a:solidFill>
                      <a:prstDash val="solid"/>
                    </a:lnR>
                    <a:lnT w="9525" cap="flat" cmpd="sng" algn="ctr">
                      <a:solidFill>
                        <a:srgbClr val="F4DBCD"/>
                      </a:solidFill>
                      <a:prstDash val="solid"/>
                    </a:lnT>
                    <a:lnB w="9525" cap="flat" cmpd="sng" algn="ctr">
                      <a:solidFill>
                        <a:srgbClr val="F4DBC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4538" y="631759"/>
            <a:ext cx="185261" cy="185261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91036" y="1099893"/>
            <a:ext cx="111201" cy="111201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506607" y="843400"/>
            <a:ext cx="146404" cy="146404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98146" y="619708"/>
            <a:ext cx="120275" cy="120275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33527" y="398225"/>
            <a:ext cx="186017" cy="186017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682891" y="656597"/>
            <a:ext cx="79826" cy="79826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01345" y="1367190"/>
            <a:ext cx="158557" cy="15855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59707" y="707976"/>
            <a:ext cx="148776" cy="148776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52247" y="1000807"/>
            <a:ext cx="157967" cy="157967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51978" y="615189"/>
            <a:ext cx="100367" cy="10036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594948" y="721318"/>
            <a:ext cx="69230" cy="69230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첫 번째 생일 사진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22960" y="1554480"/>
            <a:ext cx="5135727" cy="46177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13"/>
                </a:solidFill>
              </a:rPr>
              <a:t>대표 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6233007" y="1554480"/>
            <a:ext cx="5135727" cy="46177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2713"/>
                </a:solidFill>
              </a:rPr>
              <a:t>대표 사진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4538" y="631759"/>
            <a:ext cx="185261" cy="185261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91036" y="1099893"/>
            <a:ext cx="111201" cy="111201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506607" y="843400"/>
            <a:ext cx="146404" cy="146404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98146" y="619708"/>
            <a:ext cx="120275" cy="120275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33527" y="398225"/>
            <a:ext cx="186017" cy="186017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682891" y="656597"/>
            <a:ext cx="79826" cy="79826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01345" y="1367190"/>
            <a:ext cx="158557" cy="15855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59707" y="707976"/>
            <a:ext cx="148776" cy="148776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52247" y="1000807"/>
            <a:ext cx="157967" cy="157967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51978" y="615189"/>
            <a:ext cx="100367" cy="10036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594948" y="721318"/>
            <a:ext cx="69230" cy="69230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한 해의 순간들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22960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4399178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2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7975396" y="15544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3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822960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4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4399178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5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7975396" y="3954780"/>
            <a:ext cx="3393338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noFill/>
          <a:ln w="28575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384048" y="384048"/>
            <a:ext cx="11423599" cy="6089904"/>
          </a:xfrm>
          <a:prstGeom prst="rect">
            <a:avLst/>
          </a:prstGeom>
          <a:noFill/>
          <a:ln w="9525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0914538" y="631759"/>
            <a:ext cx="185261" cy="185261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91036" y="1099893"/>
            <a:ext cx="111201" cy="111201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506607" y="843400"/>
            <a:ext cx="146404" cy="146404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98146" y="619708"/>
            <a:ext cx="120275" cy="120275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1033527" y="398225"/>
            <a:ext cx="186017" cy="186017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0682891" y="656597"/>
            <a:ext cx="79826" cy="79826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301345" y="1367190"/>
            <a:ext cx="158557" cy="15855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1059707" y="707976"/>
            <a:ext cx="148776" cy="148776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1352247" y="1000807"/>
            <a:ext cx="157967" cy="157967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751978" y="615189"/>
            <a:ext cx="100367" cy="100367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10594948" y="721318"/>
            <a:ext cx="69230" cy="69230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48640"/>
            <a:ext cx="926561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92713"/>
                </a:solidFill>
              </a:rPr>
              <a:t>사진 모음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822960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1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3505123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2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6187287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3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8869451" y="15544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4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822960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5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3505123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6</a:t>
            </a:r>
          </a:p>
        </p:txBody>
      </p:sp>
      <p:sp>
        <p:nvSpPr>
          <p:cNvPr id="22" name="사진 자리"/>
          <p:cNvSpPr/>
          <p:nvPr/>
        </p:nvSpPr>
        <p:spPr>
          <a:xfrm>
            <a:off x="6187287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7</a:t>
            </a:r>
          </a:p>
        </p:txBody>
      </p:sp>
      <p:sp>
        <p:nvSpPr>
          <p:cNvPr id="23" name="사진 자리"/>
          <p:cNvSpPr/>
          <p:nvPr/>
        </p:nvSpPr>
        <p:spPr>
          <a:xfrm>
            <a:off x="8869451" y="3954780"/>
            <a:ext cx="2499283" cy="2217420"/>
          </a:xfrm>
          <a:prstGeom prst="roundRect">
            <a:avLst>
              <a:gd name="adj" fmla="val 6000"/>
            </a:avLst>
          </a:prstGeom>
          <a:solidFill>
            <a:srgbClr val="F4DBCD"/>
          </a:solidFill>
          <a:ln w="19050">
            <a:solidFill>
              <a:srgbClr val="995229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92713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noFill/>
          <a:ln w="38100">
            <a:solidFill>
              <a:srgbClr val="99522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12700">
            <a:solidFill>
              <a:srgbClr val="F4DBC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5854364" y="780551"/>
            <a:ext cx="333470" cy="33347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892061" y="1623191"/>
            <a:ext cx="200163" cy="200163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5120089" y="1161505"/>
            <a:ext cx="263527" cy="263527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364859" y="758859"/>
            <a:ext cx="216496" cy="216496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6068545" y="360190"/>
            <a:ext cx="334832" cy="334832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5437401" y="825259"/>
            <a:ext cx="143688" cy="143688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550618" y="2104327"/>
            <a:ext cx="285402" cy="285402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6115670" y="917740"/>
            <a:ext cx="267797" cy="267797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6642241" y="1444838"/>
            <a:ext cx="284342" cy="284342"/>
          </a:xfrm>
          <a:prstGeom prst="ellipse">
            <a:avLst/>
          </a:prstGeom>
          <a:solidFill>
            <a:srgbClr val="3B918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561757" y="750724"/>
            <a:ext cx="180660" cy="180660"/>
          </a:xfrm>
          <a:prstGeom prst="ellipse">
            <a:avLst/>
          </a:prstGeom>
          <a:solidFill>
            <a:srgbClr val="995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장식"/>
          <p:cNvSpPr/>
          <p:nvPr/>
        </p:nvSpPr>
        <p:spPr>
          <a:xfrm>
            <a:off x="5279103" y="941758"/>
            <a:ext cx="124614" cy="124614"/>
          </a:xfrm>
          <a:prstGeom prst="ellipse">
            <a:avLst/>
          </a:prstGeom>
          <a:solidFill>
            <a:srgbClr val="F4DB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400" b="1" i="0">
                <a:solidFill>
                  <a:srgbClr val="492713"/>
                </a:solidFill>
              </a:rPr>
              <a:t>함께해 주셔서 감사합니다</a:t>
            </a:r>
          </a:p>
        </p:txBody>
      </p:sp>
      <p:sp>
        <p:nvSpPr>
          <p:cNvPr id="16" name="한 줄 문구"/>
          <p:cNvSpPr txBox="1"/>
          <p:nvPr/>
        </p:nvSpPr>
        <p:spPr>
          <a:xfrm>
            <a:off x="1463003" y="379476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492713"/>
                </a:solidFill>
              </a:rPr>
              <a:t>첫 번째 생일을 축하해 주셔서 고맙습니다</a:t>
            </a:r>
          </a:p>
        </p:txBody>
      </p:sp>
      <p:sp>
        <p:nvSpPr>
          <p:cNvPr id="17" name="안내 문구"/>
          <p:cNvSpPr txBox="1"/>
          <p:nvPr/>
        </p:nvSpPr>
        <p:spPr>
          <a:xfrm>
            <a:off x="1463003" y="466344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사진 중심)">
  <a:themeElements>
    <a:clrScheme name="Office">
      <a:dk1>
        <a:sysClr val="windowText" lastClr="000000"/>
      </a:dk1>
      <a:lt1>
        <a:sysClr val="window" lastClr="FFFFFF"/>
      </a:lt1>
      <a:dk2>
        <a:srgbClr val="492713"/>
      </a:dk2>
      <a:lt2>
        <a:srgbClr val="FBF3EF"/>
      </a:lt2>
      <a:accent1>
        <a:srgbClr val="995229"/>
      </a:accent1>
      <a:accent2>
        <a:srgbClr val="3B9185"/>
      </a:accent2>
      <a:accent3>
        <a:srgbClr val="492713"/>
      </a:accent3>
      <a:accent4>
        <a:srgbClr val="F4DBCD"/>
      </a:accent4>
      <a:accent5>
        <a:srgbClr val="6A7257"/>
      </a:accent5>
      <a:accent6>
        <a:srgbClr val="927D71"/>
      </a:accent6>
      <a:hlink>
        <a:srgbClr val="995229"/>
      </a:hlink>
      <a:folHlink>
        <a:srgbClr val="492713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슬라이드(사진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