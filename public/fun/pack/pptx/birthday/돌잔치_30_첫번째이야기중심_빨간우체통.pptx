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B2315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산후조리원에서 집으로 오던 날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B2315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태어난 날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임신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소식을 들은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9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출산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태어난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3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첫 만남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품에 안은 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7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AE43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4329"/>
                </a:solidFill>
              </a:rPr>
              <a:t>집으로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함께 돌아온 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첫 번째 순간들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첫 웃음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8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첫 뒤집기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2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첫 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6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첫 걸음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5D4CC"/>
          </a:solidFill>
          <a:ln w="19050">
            <a:solidFill>
              <a:srgbClr val="AE43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2315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B2315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5B2315"/>
      </a:dk2>
      <a:lt2>
        <a:srgbClr val="FBF1EE"/>
      </a:lt2>
      <a:accent1>
        <a:srgbClr val="AE4329"/>
      </a:accent1>
      <a:accent2>
        <a:srgbClr val="3B9177"/>
      </a:accent2>
      <a:accent3>
        <a:srgbClr val="5B2315"/>
      </a:accent3>
      <a:accent4>
        <a:srgbClr val="F5D4CC"/>
      </a:accent4>
      <a:accent5>
        <a:srgbClr val="746A50"/>
      </a:accent5>
      <a:accent6>
        <a:srgbClr val="9D7B73"/>
      </a:accent6>
      <a:hlink>
        <a:srgbClr val="AE4329"/>
      </a:hlink>
      <a:folHlink>
        <a:srgbClr val="5B23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