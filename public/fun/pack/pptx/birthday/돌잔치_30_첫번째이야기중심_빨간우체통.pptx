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산후조리원에서 집으로 오던 날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BEF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E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6DC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CD5"/>
                      </a:solidFill>
                      <a:prstDash val="solid"/>
                    </a:lnL>
                    <a:lnR w="9525" cap="flat" cmpd="sng" algn="ctr">
                      <a:solidFill>
                        <a:srgbClr val="F6DCD5"/>
                      </a:solidFill>
                      <a:prstDash val="solid"/>
                    </a:lnR>
                    <a:lnT w="9525" cap="flat" cmpd="sng" algn="ctr">
                      <a:solidFill>
                        <a:srgbClr val="F6DCD5"/>
                      </a:solidFill>
                      <a:prstDash val="solid"/>
                    </a:lnT>
                    <a:lnB w="9525" cap="flat" cmpd="sng" algn="ctr">
                      <a:solidFill>
                        <a:srgbClr val="F6DC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태어난 날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6DC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임신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소식을 들은 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출산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태어난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첫 만남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품에 안은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D88C7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88C79"/>
                </a:solidFill>
              </a:rPr>
              <a:t>집으로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함께 돌아온 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첫 번째 순간들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B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첫 웃음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0" name="카드 2"/>
          <p:cNvSpPr/>
          <p:nvPr/>
        </p:nvSpPr>
        <p:spPr>
          <a:xfrm>
            <a:off x="3425113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B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3607993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첫 뒤집기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273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4" name="카드 3"/>
          <p:cNvSpPr/>
          <p:nvPr/>
        </p:nvSpPr>
        <p:spPr>
          <a:xfrm>
            <a:off x="6210147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B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6393027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첫 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  <p:sp>
        <p:nvSpPr>
          <p:cNvPr id="18" name="카드 4"/>
          <p:cNvSpPr/>
          <p:nvPr/>
        </p:nvSpPr>
        <p:spPr>
          <a:xfrm>
            <a:off x="8995181" y="1600200"/>
            <a:ext cx="2556433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BBA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4"/>
          <p:cNvSpPr/>
          <p:nvPr/>
        </p:nvSpPr>
        <p:spPr>
          <a:xfrm>
            <a:off x="9178061" y="178308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첫 걸음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2341" y="306324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60020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3977639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492E27"/>
      </a:dk2>
      <a:lt2>
        <a:srgbClr val="FBEFEC"/>
      </a:lt2>
      <a:accent1>
        <a:srgbClr val="D88C79"/>
      </a:accent1>
      <a:accent2>
        <a:srgbClr val="E1C998"/>
      </a:accent2>
      <a:accent3>
        <a:srgbClr val="492E27"/>
      </a:accent3>
      <a:accent4>
        <a:srgbClr val="F6DCD5"/>
      </a:accent4>
      <a:accent5>
        <a:srgbClr val="DCAA88"/>
      </a:accent5>
      <a:accent6>
        <a:srgbClr val="92827D"/>
      </a:accent6>
      <a:hlink>
        <a:srgbClr val="D88C79"/>
      </a:hlink>
      <a:folHlink>
        <a:srgbClr val="492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