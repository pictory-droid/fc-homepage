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9601450" y="5885051"/>
            <a:ext cx="517739" cy="517739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182360" y="4529511"/>
            <a:ext cx="636878" cy="636878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343753" y="5037987"/>
            <a:ext cx="504191" cy="50419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8703713" y="6125954"/>
            <a:ext cx="427147" cy="427147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8277433" y="4966909"/>
            <a:ext cx="364067" cy="364067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8841585" y="5241274"/>
            <a:ext cx="398465" cy="398465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9531012" y="6046732"/>
            <a:ext cx="573732" cy="57373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9465B"/>
                </a:solidFill>
              </a:rPr>
              <a:t>첫 번째 생일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9465B"/>
                </a:solidFill>
              </a:rPr>
              <a:t>봄비처럼 조용히 스며든 행복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261127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497794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563547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895383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721713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951552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1232430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우리 아기를 소개합니다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91440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9465B"/>
                </a:solidFill>
              </a:rPr>
              <a:t>아기 사진을 넣어 주세요</a:t>
            </a:r>
          </a:p>
        </p:txBody>
      </p:sp>
      <p:graphicFrame>
        <p:nvGraphicFramePr>
          <p:cNvPr id="13" name="표"/>
          <p:cNvGraphicFramePr>
            <a:graphicFrameLocks noGrp="1"/>
          </p:cNvGraphicFramePr>
          <p:nvPr/>
        </p:nvGraphicFramePr>
        <p:xfrm>
          <a:off x="5120640" y="1600200"/>
          <a:ext cx="643097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0217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9465B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9465B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9465B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9465B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9465B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9465B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261127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497794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563547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895383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721713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951552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1232430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한 해 성장 기록</a:t>
            </a:r>
          </a:p>
        </p:txBody>
      </p:sp>
      <p:sp>
        <p:nvSpPr>
          <p:cNvPr id="12" name="타임라인 선"/>
          <p:cNvSpPr/>
          <p:nvPr/>
        </p:nvSpPr>
        <p:spPr>
          <a:xfrm>
            <a:off x="914400" y="3337560"/>
            <a:ext cx="10637215" cy="54864"/>
          </a:xfrm>
          <a:prstGeom prst="rect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때 1"/>
          <p:cNvSpPr/>
          <p:nvPr/>
        </p:nvSpPr>
        <p:spPr>
          <a:xfrm>
            <a:off x="1776953" y="3154680"/>
            <a:ext cx="402336" cy="402336"/>
          </a:xfrm>
          <a:prstGeom prst="ellipse">
            <a:avLst/>
          </a:prstGeom>
          <a:solidFill>
            <a:srgbClr val="497DA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514600"/>
            <a:ext cx="2036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97DA2"/>
                </a:solidFill>
              </a:rPr>
              <a:t>1개월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03320"/>
            <a:ext cx="1944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465B"/>
                </a:solidFill>
              </a:rPr>
              <a:t>처음 눈을 맞춘 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1944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7" name="때 2"/>
          <p:cNvSpPr/>
          <p:nvPr/>
        </p:nvSpPr>
        <p:spPr>
          <a:xfrm>
            <a:off x="3904396" y="3154680"/>
            <a:ext cx="402336" cy="402336"/>
          </a:xfrm>
          <a:prstGeom prst="ellipse">
            <a:avLst/>
          </a:prstGeom>
          <a:solidFill>
            <a:srgbClr val="497DA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87563" y="2514600"/>
            <a:ext cx="2036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97DA2"/>
                </a:solidFill>
              </a:rPr>
              <a:t>3개월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3283" y="3703320"/>
            <a:ext cx="1944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465B"/>
                </a:solidFill>
              </a:rPr>
              <a:t>처음 웃은 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3283" y="4206240"/>
            <a:ext cx="1944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1" name="때 3"/>
          <p:cNvSpPr/>
          <p:nvPr/>
        </p:nvSpPr>
        <p:spPr>
          <a:xfrm>
            <a:off x="6031839" y="3154680"/>
            <a:ext cx="402336" cy="402336"/>
          </a:xfrm>
          <a:prstGeom prst="ellipse">
            <a:avLst/>
          </a:prstGeom>
          <a:solidFill>
            <a:srgbClr val="497DA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5006" y="2514600"/>
            <a:ext cx="2036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97DA2"/>
                </a:solidFill>
              </a:rPr>
              <a:t>6개월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0726" y="3703320"/>
            <a:ext cx="1944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465B"/>
                </a:solidFill>
              </a:rPr>
              <a:t>뒤집기 성공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0726" y="4206240"/>
            <a:ext cx="1944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5" name="때 4"/>
          <p:cNvSpPr/>
          <p:nvPr/>
        </p:nvSpPr>
        <p:spPr>
          <a:xfrm>
            <a:off x="8159282" y="3154680"/>
            <a:ext cx="402336" cy="402336"/>
          </a:xfrm>
          <a:prstGeom prst="ellipse">
            <a:avLst/>
          </a:prstGeom>
          <a:solidFill>
            <a:srgbClr val="497DA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42449" y="2514600"/>
            <a:ext cx="2036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97DA2"/>
                </a:solidFill>
              </a:rPr>
              <a:t>9개월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169" y="3703320"/>
            <a:ext cx="1944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465B"/>
                </a:solidFill>
              </a:rPr>
              <a:t>첫 이유식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169" y="4206240"/>
            <a:ext cx="1944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9" name="때 5"/>
          <p:cNvSpPr/>
          <p:nvPr/>
        </p:nvSpPr>
        <p:spPr>
          <a:xfrm>
            <a:off x="10286725" y="3154680"/>
            <a:ext cx="402336" cy="402336"/>
          </a:xfrm>
          <a:prstGeom prst="ellipse">
            <a:avLst/>
          </a:prstGeom>
          <a:solidFill>
            <a:srgbClr val="497DA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69892" y="2514600"/>
            <a:ext cx="2036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97DA2"/>
                </a:solidFill>
              </a:rPr>
              <a:t>12개월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15612" y="3703320"/>
            <a:ext cx="1944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465B"/>
                </a:solidFill>
              </a:rPr>
              <a:t>첫 걸음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15612" y="4206240"/>
            <a:ext cx="1944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261127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497794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563547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895383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721713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951552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1232430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키와 몸무게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914400" y="1600200"/>
          <a:ext cx="10637215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27443"/>
                <a:gridCol w="2127443"/>
                <a:gridCol w="2127443"/>
                <a:gridCol w="2127443"/>
                <a:gridCol w="2127443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3개월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6개월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9개월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12개월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97DA2"/>
                      </a:solidFill>
                      <a:prstDash val="solid"/>
                    </a:lnL>
                    <a:lnR w="9525" cap="flat" cmpd="sng" algn="ctr">
                      <a:solidFill>
                        <a:srgbClr val="497DA2"/>
                      </a:solidFill>
                      <a:prstDash val="solid"/>
                    </a:lnR>
                    <a:lnT w="9525" cap="flat" cmpd="sng" algn="ctr">
                      <a:solidFill>
                        <a:srgbClr val="497DA2"/>
                      </a:solidFill>
                      <a:prstDash val="solid"/>
                    </a:lnT>
                    <a:lnB w="9525" cap="flat" cmpd="sng" algn="ctr">
                      <a:solidFill>
                        <a:srgbClr val="497DA2"/>
                      </a:solidFill>
                      <a:prstDash val="solid"/>
                    </a:lnB>
                    <a:solidFill>
                      <a:srgbClr val="497DA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9465B"/>
                          </a:solidFill>
                        </a:rPr>
                        <a:t>키(cm)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9465B"/>
                          </a:solidFill>
                        </a:rPr>
                        <a:t>몸무게(kg)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9465B"/>
                          </a:solidFill>
                        </a:rPr>
                        <a:t>새로 한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D3E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3EE"/>
                      </a:solidFill>
                      <a:prstDash val="solid"/>
                    </a:lnL>
                    <a:lnR w="9525" cap="flat" cmpd="sng" algn="ctr">
                      <a:solidFill>
                        <a:srgbClr val="D3E3EE"/>
                      </a:solidFill>
                      <a:prstDash val="solid"/>
                    </a:lnR>
                    <a:lnT w="9525" cap="flat" cmpd="sng" algn="ctr">
                      <a:solidFill>
                        <a:srgbClr val="D3E3EE"/>
                      </a:solidFill>
                      <a:prstDash val="solid"/>
                    </a:lnT>
                    <a:lnB w="9525" cap="flat" cmpd="sng" algn="ctr">
                      <a:solidFill>
                        <a:srgbClr val="D3E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11261127" y="1107293"/>
            <a:ext cx="210931" cy="210931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497794" y="555036"/>
            <a:ext cx="259469" cy="259469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563547" y="762193"/>
            <a:ext cx="205411" cy="20541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895383" y="1205439"/>
            <a:ext cx="174023" cy="174023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0721713" y="733235"/>
            <a:ext cx="148323" cy="148323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10951552" y="845013"/>
            <a:ext cx="162337" cy="162337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11232430" y="1173163"/>
            <a:ext cx="233742" cy="23374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9465B"/>
                </a:solidFill>
              </a:rPr>
              <a:t>사진 모음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914400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1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3619423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2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324447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3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9029471" y="1600200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4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914400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5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3619423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6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6324447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7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9029471" y="4091939"/>
            <a:ext cx="2522143" cy="2308860"/>
          </a:xfrm>
          <a:prstGeom prst="roundRect">
            <a:avLst>
              <a:gd name="adj" fmla="val 6000"/>
            </a:avLst>
          </a:prstGeom>
          <a:solidFill>
            <a:srgbClr val="D3E3EE"/>
          </a:solidFill>
          <a:ln w="19050">
            <a:solidFill>
              <a:srgbClr val="497DA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9465B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900000">
            <a:off x="9601450" y="5885051"/>
            <a:ext cx="517739" cy="517739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182360" y="4529511"/>
            <a:ext cx="636878" cy="636878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343753" y="5037987"/>
            <a:ext cx="504191" cy="504191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8703713" y="6125954"/>
            <a:ext cx="427147" cy="427147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8277433" y="4966909"/>
            <a:ext cx="364067" cy="364067"/>
          </a:xfrm>
          <a:prstGeom prst="teardrop">
            <a:avLst/>
          </a:prstGeom>
          <a:solidFill>
            <a:srgbClr val="D3E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8900000">
            <a:off x="8841585" y="5241274"/>
            <a:ext cx="398465" cy="398465"/>
          </a:xfrm>
          <a:prstGeom prst="teardrop">
            <a:avLst/>
          </a:prstGeom>
          <a:solidFill>
            <a:srgbClr val="8D3F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8900000">
            <a:off x="9531012" y="6046732"/>
            <a:ext cx="573732" cy="573732"/>
          </a:xfrm>
          <a:prstGeom prst="teardrop">
            <a:avLst/>
          </a:prstGeom>
          <a:solidFill>
            <a:srgbClr val="497D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9465B"/>
                </a:solidFill>
              </a:rPr>
              <a:t>함께해 주셔서 감사합니다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9465B"/>
                </a:solidFill>
              </a:rPr>
              <a:t>첫 번째 생일을 축하해 주셔서 고맙습니다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성장 기록 중심)">
  <a:themeElements>
    <a:clrScheme name="Office">
      <a:dk1>
        <a:sysClr val="windowText" lastClr="000000"/>
      </a:dk1>
      <a:lt1>
        <a:sysClr val="window" lastClr="FFFFFF"/>
      </a:lt1>
      <a:dk2>
        <a:srgbClr val="29465B"/>
      </a:dk2>
      <a:lt2>
        <a:srgbClr val="F1F5F9"/>
      </a:lt2>
      <a:accent1>
        <a:srgbClr val="497DA2"/>
      </a:accent1>
      <a:accent2>
        <a:srgbClr val="8D3F46"/>
      </a:accent2>
      <a:accent3>
        <a:srgbClr val="29465B"/>
      </a:accent3>
      <a:accent4>
        <a:srgbClr val="D3E3EE"/>
      </a:accent4>
      <a:accent5>
        <a:srgbClr val="6B5E74"/>
      </a:accent5>
      <a:accent6>
        <a:srgbClr val="7F909D"/>
      </a:accent6>
      <a:hlink>
        <a:srgbClr val="497DA2"/>
      </a:hlink>
      <a:folHlink>
        <a:srgbClr val="29465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