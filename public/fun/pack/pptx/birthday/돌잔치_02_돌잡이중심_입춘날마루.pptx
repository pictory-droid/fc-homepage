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72591D"/>
                </a:solidFill>
              </a:rPr>
              <a:t>첫 번째 생일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2591D"/>
                </a:solidFill>
              </a:rPr>
              <a:t>연필을 잡을까, 실을 잡을까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DFAD3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7ED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591D"/>
                </a:solidFill>
              </a:rPr>
              <a:t>우리 아기를 소개합니다</a:t>
            </a:r>
          </a:p>
        </p:txBody>
      </p:sp>
      <p:sp>
        <p:nvSpPr>
          <p:cNvPr id="5" name="사진 자리"/>
          <p:cNvSpPr/>
          <p:nvPr/>
        </p:nvSpPr>
        <p:spPr>
          <a:xfrm>
            <a:off x="822960" y="1554480"/>
            <a:ext cx="3840480" cy="4434840"/>
          </a:xfrm>
          <a:prstGeom prst="roundRect">
            <a:avLst>
              <a:gd name="adj" fmla="val 6000"/>
            </a:avLst>
          </a:prstGeom>
          <a:solidFill>
            <a:srgbClr val="F7EDD4"/>
          </a:solidFill>
          <a:ln w="19050">
            <a:solidFill>
              <a:srgbClr val="DFAD3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72591D"/>
                </a:solidFill>
              </a:rPr>
              <a:t>아기 사진을 넣어 주세요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5029200" y="1554480"/>
          <a:ext cx="633953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51073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2591D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7ED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CF9F3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2591D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7ED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2591D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7ED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CF9F3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2591D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7ED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2591D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7ED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CF9F3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2591D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7ED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DD4"/>
                      </a:solidFill>
                      <a:prstDash val="solid"/>
                    </a:lnL>
                    <a:lnR w="9525" cap="flat" cmpd="sng" algn="ctr">
                      <a:solidFill>
                        <a:srgbClr val="F7EDD4"/>
                      </a:solidFill>
                      <a:prstDash val="solid"/>
                    </a:lnR>
                    <a:lnT w="9525" cap="flat" cmpd="sng" algn="ctr">
                      <a:solidFill>
                        <a:srgbClr val="F7EDD4"/>
                      </a:solidFill>
                      <a:prstDash val="solid"/>
                    </a:lnT>
                    <a:lnB w="9525" cap="flat" cmpd="sng" algn="ctr">
                      <a:solidFill>
                        <a:srgbClr val="F7ED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DFAD3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7ED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591D"/>
                </a:solidFill>
              </a:rPr>
              <a:t>돌잡이 이야기</a:t>
            </a:r>
          </a:p>
        </p:txBody>
      </p:sp>
      <p:sp>
        <p:nvSpPr>
          <p:cNvPr id="5" name="카드 1"/>
          <p:cNvSpPr/>
          <p:nvPr/>
        </p:nvSpPr>
        <p:spPr>
          <a:xfrm>
            <a:off x="822960" y="1554480"/>
            <a:ext cx="2464993" cy="4617720"/>
          </a:xfrm>
          <a:prstGeom prst="roundRect">
            <a:avLst>
              <a:gd name="adj" fmla="val 8000"/>
            </a:avLst>
          </a:prstGeom>
          <a:solidFill>
            <a:srgbClr val="FCF9F3"/>
          </a:solidFill>
          <a:ln w="15875">
            <a:solidFill>
              <a:srgbClr val="F7ED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1005840" y="1737360"/>
            <a:ext cx="457200" cy="457200"/>
          </a:xfrm>
          <a:prstGeom prst="ellipse">
            <a:avLst/>
          </a:prstGeom>
          <a:solidFill>
            <a:srgbClr val="DFAD3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219067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72591D"/>
                </a:solidFill>
              </a:rPr>
              <a:t>연필 · 공부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17520"/>
            <a:ext cx="2190673" cy="3017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B"/>
                </a:solidFill>
              </a:rPr>
              <a:t>학문과 총명을 바라는 마음</a:t>
            </a:r>
          </a:p>
        </p:txBody>
      </p:sp>
      <p:sp>
        <p:nvSpPr>
          <p:cNvPr id="9" name="카드 2"/>
          <p:cNvSpPr/>
          <p:nvPr/>
        </p:nvSpPr>
        <p:spPr>
          <a:xfrm>
            <a:off x="3516553" y="1554480"/>
            <a:ext cx="2464993" cy="4617720"/>
          </a:xfrm>
          <a:prstGeom prst="roundRect">
            <a:avLst>
              <a:gd name="adj" fmla="val 8000"/>
            </a:avLst>
          </a:prstGeom>
          <a:solidFill>
            <a:srgbClr val="FCF9F3"/>
          </a:solidFill>
          <a:ln w="15875">
            <a:solidFill>
              <a:srgbClr val="F7ED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3699433" y="1737360"/>
            <a:ext cx="457200" cy="457200"/>
          </a:xfrm>
          <a:prstGeom prst="ellipse">
            <a:avLst/>
          </a:prstGeom>
          <a:solidFill>
            <a:srgbClr val="DFAD3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3713" y="2331720"/>
            <a:ext cx="219067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72591D"/>
                </a:solidFill>
              </a:rPr>
              <a:t>실 · 장수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3713" y="3017520"/>
            <a:ext cx="2190673" cy="3017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B"/>
                </a:solidFill>
              </a:rPr>
              <a:t>건강하고 오래 살기를</a:t>
            </a:r>
          </a:p>
        </p:txBody>
      </p:sp>
      <p:sp>
        <p:nvSpPr>
          <p:cNvPr id="13" name="카드 3"/>
          <p:cNvSpPr/>
          <p:nvPr/>
        </p:nvSpPr>
        <p:spPr>
          <a:xfrm>
            <a:off x="6210147" y="1554480"/>
            <a:ext cx="2464993" cy="4617720"/>
          </a:xfrm>
          <a:prstGeom prst="roundRect">
            <a:avLst>
              <a:gd name="adj" fmla="val 8000"/>
            </a:avLst>
          </a:prstGeom>
          <a:solidFill>
            <a:srgbClr val="FCF9F3"/>
          </a:solidFill>
          <a:ln w="15875">
            <a:solidFill>
              <a:srgbClr val="F7ED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6393027" y="1737360"/>
            <a:ext cx="457200" cy="457200"/>
          </a:xfrm>
          <a:prstGeom prst="ellipse">
            <a:avLst/>
          </a:prstGeom>
          <a:solidFill>
            <a:srgbClr val="DFAD3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7307" y="2331720"/>
            <a:ext cx="219067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72591D"/>
                </a:solidFill>
              </a:rPr>
              <a:t>돈 · 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3017520"/>
            <a:ext cx="2190673" cy="3017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B"/>
                </a:solidFill>
              </a:rPr>
              <a:t>넉넉한 삶을 바라는 마음</a:t>
            </a:r>
          </a:p>
        </p:txBody>
      </p:sp>
      <p:sp>
        <p:nvSpPr>
          <p:cNvPr id="17" name="카드 4"/>
          <p:cNvSpPr/>
          <p:nvPr/>
        </p:nvSpPr>
        <p:spPr>
          <a:xfrm>
            <a:off x="8903741" y="1554480"/>
            <a:ext cx="2464993" cy="4617720"/>
          </a:xfrm>
          <a:prstGeom prst="roundRect">
            <a:avLst>
              <a:gd name="adj" fmla="val 8000"/>
            </a:avLst>
          </a:prstGeom>
          <a:solidFill>
            <a:srgbClr val="FCF9F3"/>
          </a:solidFill>
          <a:ln w="15875">
            <a:solidFill>
              <a:srgbClr val="F7ED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4"/>
          <p:cNvSpPr/>
          <p:nvPr/>
        </p:nvSpPr>
        <p:spPr>
          <a:xfrm>
            <a:off x="9086621" y="1737360"/>
            <a:ext cx="457200" cy="457200"/>
          </a:xfrm>
          <a:prstGeom prst="ellipse">
            <a:avLst/>
          </a:prstGeom>
          <a:solidFill>
            <a:srgbClr val="DFAD3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0901" y="2331720"/>
            <a:ext cx="219067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72591D"/>
                </a:solidFill>
              </a:rPr>
              <a:t>마이크 · 인기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0901" y="3017520"/>
            <a:ext cx="2190673" cy="3017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B"/>
                </a:solidFill>
              </a:rPr>
              <a:t>사람들에게 사랑받기를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DFAD3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7ED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591D"/>
                </a:solidFill>
              </a:rPr>
              <a:t>우리 아기의 선택은?</a:t>
            </a:r>
          </a:p>
        </p:txBody>
      </p:sp>
      <p:sp>
        <p:nvSpPr>
          <p:cNvPr id="5" name="사진 자리"/>
          <p:cNvSpPr/>
          <p:nvPr/>
        </p:nvSpPr>
        <p:spPr>
          <a:xfrm>
            <a:off x="822960" y="1554480"/>
            <a:ext cx="4572000" cy="4617720"/>
          </a:xfrm>
          <a:prstGeom prst="roundRect">
            <a:avLst>
              <a:gd name="adj" fmla="val 6000"/>
            </a:avLst>
          </a:prstGeom>
          <a:solidFill>
            <a:srgbClr val="F7EDD4"/>
          </a:solidFill>
          <a:ln w="19050">
            <a:solidFill>
              <a:srgbClr val="DFAD3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72591D"/>
                </a:solidFill>
              </a:rPr>
              <a:t>돌잡이 사진</a:t>
            </a:r>
          </a:p>
        </p:txBody>
      </p:sp>
      <p:sp>
        <p:nvSpPr>
          <p:cNvPr id="6" name="선택 칸"/>
          <p:cNvSpPr/>
          <p:nvPr/>
        </p:nvSpPr>
        <p:spPr>
          <a:xfrm>
            <a:off x="5760720" y="1554480"/>
            <a:ext cx="5608015" cy="4617720"/>
          </a:xfrm>
          <a:prstGeom prst="roundRect">
            <a:avLst>
              <a:gd name="adj" fmla="val 8000"/>
            </a:avLst>
          </a:prstGeom>
          <a:solidFill>
            <a:srgbClr val="FCF9F3"/>
          </a:solidFill>
          <a:ln w="12700">
            <a:solidFill>
              <a:srgbClr val="F7ED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0" y="1828800"/>
            <a:ext cx="5059375" cy="40690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>우리 아기의 선택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>무엇을 집었나요?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>그때 가족의 반응은?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DFAD3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7ED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591D"/>
                </a:solidFill>
              </a:rPr>
              <a:t>사진 모음</a:t>
            </a:r>
          </a:p>
        </p:txBody>
      </p:sp>
      <p:sp>
        <p:nvSpPr>
          <p:cNvPr id="5" name="사진 자리"/>
          <p:cNvSpPr/>
          <p:nvPr/>
        </p:nvSpPr>
        <p:spPr>
          <a:xfrm>
            <a:off x="822960" y="1554480"/>
            <a:ext cx="2499283" cy="2217420"/>
          </a:xfrm>
          <a:prstGeom prst="roundRect">
            <a:avLst>
              <a:gd name="adj" fmla="val 6000"/>
            </a:avLst>
          </a:prstGeom>
          <a:solidFill>
            <a:srgbClr val="F7EDD4"/>
          </a:solidFill>
          <a:ln w="19050">
            <a:solidFill>
              <a:srgbClr val="DFAD3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591D"/>
                </a:solidFill>
              </a:rPr>
              <a:t>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3505123" y="1554480"/>
            <a:ext cx="2499283" cy="2217420"/>
          </a:xfrm>
          <a:prstGeom prst="roundRect">
            <a:avLst>
              <a:gd name="adj" fmla="val 6000"/>
            </a:avLst>
          </a:prstGeom>
          <a:solidFill>
            <a:srgbClr val="F7EDD4"/>
          </a:solidFill>
          <a:ln w="19050">
            <a:solidFill>
              <a:srgbClr val="DFAD3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591D"/>
                </a:solidFill>
              </a:rPr>
              <a:t>사진 2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187287" y="1554480"/>
            <a:ext cx="2499283" cy="2217420"/>
          </a:xfrm>
          <a:prstGeom prst="roundRect">
            <a:avLst>
              <a:gd name="adj" fmla="val 6000"/>
            </a:avLst>
          </a:prstGeom>
          <a:solidFill>
            <a:srgbClr val="F7EDD4"/>
          </a:solidFill>
          <a:ln w="19050">
            <a:solidFill>
              <a:srgbClr val="DFAD3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591D"/>
                </a:solidFill>
              </a:rPr>
              <a:t>사진 3</a:t>
            </a:r>
          </a:p>
        </p:txBody>
      </p:sp>
      <p:sp>
        <p:nvSpPr>
          <p:cNvPr id="8" name="사진 자리"/>
          <p:cNvSpPr/>
          <p:nvPr/>
        </p:nvSpPr>
        <p:spPr>
          <a:xfrm>
            <a:off x="8869451" y="1554480"/>
            <a:ext cx="2499283" cy="2217420"/>
          </a:xfrm>
          <a:prstGeom prst="roundRect">
            <a:avLst>
              <a:gd name="adj" fmla="val 6000"/>
            </a:avLst>
          </a:prstGeom>
          <a:solidFill>
            <a:srgbClr val="F7EDD4"/>
          </a:solidFill>
          <a:ln w="19050">
            <a:solidFill>
              <a:srgbClr val="DFAD3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591D"/>
                </a:solidFill>
              </a:rPr>
              <a:t>사진 4</a:t>
            </a:r>
          </a:p>
        </p:txBody>
      </p:sp>
      <p:sp>
        <p:nvSpPr>
          <p:cNvPr id="9" name="사진 자리"/>
          <p:cNvSpPr/>
          <p:nvPr/>
        </p:nvSpPr>
        <p:spPr>
          <a:xfrm>
            <a:off x="822960" y="3954780"/>
            <a:ext cx="2499283" cy="2217420"/>
          </a:xfrm>
          <a:prstGeom prst="roundRect">
            <a:avLst>
              <a:gd name="adj" fmla="val 6000"/>
            </a:avLst>
          </a:prstGeom>
          <a:solidFill>
            <a:srgbClr val="F7EDD4"/>
          </a:solidFill>
          <a:ln w="19050">
            <a:solidFill>
              <a:srgbClr val="DFAD3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591D"/>
                </a:solidFill>
              </a:rPr>
              <a:t>사진 5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3505123" y="3954780"/>
            <a:ext cx="2499283" cy="2217420"/>
          </a:xfrm>
          <a:prstGeom prst="roundRect">
            <a:avLst>
              <a:gd name="adj" fmla="val 6000"/>
            </a:avLst>
          </a:prstGeom>
          <a:solidFill>
            <a:srgbClr val="F7EDD4"/>
          </a:solidFill>
          <a:ln w="19050">
            <a:solidFill>
              <a:srgbClr val="DFAD3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591D"/>
                </a:solidFill>
              </a:rPr>
              <a:t>사진 6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6187287" y="3954780"/>
            <a:ext cx="2499283" cy="2217420"/>
          </a:xfrm>
          <a:prstGeom prst="roundRect">
            <a:avLst>
              <a:gd name="adj" fmla="val 6000"/>
            </a:avLst>
          </a:prstGeom>
          <a:solidFill>
            <a:srgbClr val="F7EDD4"/>
          </a:solidFill>
          <a:ln w="19050">
            <a:solidFill>
              <a:srgbClr val="DFAD3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591D"/>
                </a:solidFill>
              </a:rPr>
              <a:t>사진 7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8869451" y="3954780"/>
            <a:ext cx="2499283" cy="2217420"/>
          </a:xfrm>
          <a:prstGeom prst="roundRect">
            <a:avLst>
              <a:gd name="adj" fmla="val 6000"/>
            </a:avLst>
          </a:prstGeom>
          <a:solidFill>
            <a:srgbClr val="F7EDD4"/>
          </a:solidFill>
          <a:ln w="19050">
            <a:solidFill>
              <a:srgbClr val="DFAD3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591D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72591D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2591D"/>
                </a:solidFill>
              </a:rPr>
              <a:t>아이가 한 살이 되었습니다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돌잡이 중심)">
  <a:themeElements>
    <a:clrScheme name="Office">
      <a:dk1>
        <a:sysClr val="windowText" lastClr="000000"/>
      </a:dk1>
      <a:lt1>
        <a:sysClr val="window" lastClr="FFFFFF"/>
      </a:lt1>
      <a:dk2>
        <a:srgbClr val="72591D"/>
      </a:dk2>
      <a:lt2>
        <a:srgbClr val="FCF9F3"/>
      </a:lt2>
      <a:accent1>
        <a:srgbClr val="DFAD3A"/>
      </a:accent1>
      <a:accent2>
        <a:srgbClr val="339941"/>
      </a:accent2>
      <a:accent3>
        <a:srgbClr val="72591D"/>
      </a:accent3>
      <a:accent4>
        <a:srgbClr val="F7EDD4"/>
      </a:accent4>
      <a:accent5>
        <a:srgbClr val="89A33E"/>
      </a:accent5>
      <a:accent6>
        <a:srgbClr val="AA9B77"/>
      </a:accent6>
      <a:hlink>
        <a:srgbClr val="DFAD3A"/>
      </a:hlink>
      <a:folHlink>
        <a:srgbClr val="72591D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슬라이드(돌잡이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