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4591B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연필을 잡을까, 실을 잡을까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4591B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5029200" y="1554480"/>
          <a:ext cx="633953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51073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591B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591B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591B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591B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591B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BF7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4591B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5E9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9CC"/>
                      </a:solidFill>
                      <a:prstDash val="solid"/>
                    </a:lnL>
                    <a:lnR w="9525" cap="flat" cmpd="sng" algn="ctr">
                      <a:solidFill>
                        <a:srgbClr val="F5E9CC"/>
                      </a:solidFill>
                      <a:prstDash val="solid"/>
                    </a:lnR>
                    <a:lnT w="9525" cap="flat" cmpd="sng" algn="ctr">
                      <a:solidFill>
                        <a:srgbClr val="F5E9CC"/>
                      </a:solidFill>
                      <a:prstDash val="solid"/>
                    </a:lnT>
                    <a:lnB w="9525" cap="flat" cmpd="sng" algn="ctr">
                      <a:solidFill>
                        <a:srgbClr val="F5E9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516553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99433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3713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8903741" y="1554480"/>
            <a:ext cx="2464993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587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086621" y="1737360"/>
            <a:ext cx="457200" cy="457200"/>
          </a:xfrm>
          <a:prstGeom prst="ellipse">
            <a:avLst/>
          </a:prstGeom>
          <a:solidFill>
            <a:srgbClr val="C6992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0901" y="2331720"/>
            <a:ext cx="219067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4591B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0901" y="3017520"/>
            <a:ext cx="219067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4572000" cy="46177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4591B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760720" y="1554480"/>
            <a:ext cx="5608015" cy="4617720"/>
          </a:xfrm>
          <a:prstGeom prst="roundRect">
            <a:avLst>
              <a:gd name="adj" fmla="val 8000"/>
            </a:avLst>
          </a:prstGeom>
          <a:solidFill>
            <a:srgbClr val="FBF7EE"/>
          </a:solidFill>
          <a:ln w="12700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828800"/>
            <a:ext cx="5059375" cy="4069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5E9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4591B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505123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869451" y="15544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22960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505123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869451" y="3954780"/>
            <a:ext cx="2499283" cy="2217420"/>
          </a:xfrm>
          <a:prstGeom prst="roundRect">
            <a:avLst>
              <a:gd name="adj" fmla="val 6000"/>
            </a:avLst>
          </a:prstGeom>
          <a:solidFill>
            <a:srgbClr val="F5E9CC"/>
          </a:solidFill>
          <a:ln w="19050">
            <a:solidFill>
              <a:srgbClr val="C6992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4591B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4591B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4591B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74591B"/>
      </a:dk2>
      <a:lt2>
        <a:srgbClr val="FBF7EE"/>
      </a:lt2>
      <a:accent1>
        <a:srgbClr val="C6992F"/>
      </a:accent1>
      <a:accent2>
        <a:srgbClr val="3B8091"/>
      </a:accent2>
      <a:accent3>
        <a:srgbClr val="74591B"/>
      </a:accent3>
      <a:accent4>
        <a:srgbClr val="F5E9CC"/>
      </a:accent4>
      <a:accent5>
        <a:srgbClr val="808C60"/>
      </a:accent5>
      <a:accent6>
        <a:srgbClr val="AC9B76"/>
      </a:accent6>
      <a:hlink>
        <a:srgbClr val="C6992F"/>
      </a:hlink>
      <a:folHlink>
        <a:srgbClr val="7459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