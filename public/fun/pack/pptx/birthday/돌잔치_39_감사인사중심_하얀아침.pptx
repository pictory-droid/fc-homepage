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와 주신 만큼 건강하게 키우겠습니다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mathPlus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mathPlus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초대합니다</a:t>
            </a:r>
          </a:p>
        </p:txBody>
      </p:sp>
      <p:sp>
        <p:nvSpPr>
          <p:cNvPr id="7" name="초대 글 칸"/>
          <p:cNvSpPr/>
          <p:nvPr/>
        </p:nvSpPr>
        <p:spPr>
          <a:xfrm>
            <a:off x="640080" y="1783080"/>
            <a:ext cx="10911535" cy="4389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CA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초대 글"/>
          <p:cNvSpPr txBox="1"/>
          <p:nvPr/>
        </p:nvSpPr>
        <p:spPr>
          <a:xfrm>
            <a:off x="1097280" y="21488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mathPlus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부모의 한마디</a:t>
            </a:r>
          </a:p>
        </p:txBody>
      </p:sp>
      <p:sp>
        <p:nvSpPr>
          <p:cNvPr id="7" name="편지 칸"/>
          <p:cNvSpPr/>
          <p:nvPr/>
        </p:nvSpPr>
        <p:spPr>
          <a:xfrm>
            <a:off x="640080" y="1783080"/>
            <a:ext cx="10911535" cy="4389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CA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편지 글"/>
          <p:cNvSpPr txBox="1"/>
          <p:nvPr/>
        </p:nvSpPr>
        <p:spPr>
          <a:xfrm>
            <a:off x="1097280" y="21488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mathPlus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13683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960891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273749"/>
      </a:dk2>
      <a:lt2>
        <a:srgbClr val="ECF3FB"/>
      </a:lt2>
      <a:accent1>
        <a:srgbClr val="98BAE1"/>
      </a:accent1>
      <a:accent2>
        <a:srgbClr val="B8B8EA"/>
      </a:accent2>
      <a:accent3>
        <a:srgbClr val="273749"/>
      </a:accent3>
      <a:accent4>
        <a:srgbClr val="D5E4F6"/>
      </a:accent4>
      <a:accent5>
        <a:srgbClr val="A8B9E6"/>
      </a:accent5>
      <a:accent6>
        <a:srgbClr val="7D8792"/>
      </a:accent6>
      <a:hlink>
        <a:srgbClr val="98BAE1"/>
      </a:hlink>
      <a:folHlink>
        <a:srgbClr val="273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