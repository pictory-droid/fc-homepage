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B2041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집은 것마다 한마디씩 적어 둡니다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041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돌잡이 이야기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연필 · 공부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실 · 장수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돈 · 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마이크 · 인기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아기의 선택은?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B2041"/>
                </a:solidFill>
              </a:rPr>
              <a:t>돌잡이 사진</a:t>
            </a:r>
          </a:p>
        </p:txBody>
      </p:sp>
      <p:sp>
        <p:nvSpPr>
          <p:cNvPr id="6" name="선택 칸"/>
          <p:cNvSpPr/>
          <p:nvPr/>
        </p:nvSpPr>
        <p:spPr>
          <a:xfrm>
            <a:off x="5577840" y="1600200"/>
            <a:ext cx="5973775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19"/>
            <a:ext cx="542513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B204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