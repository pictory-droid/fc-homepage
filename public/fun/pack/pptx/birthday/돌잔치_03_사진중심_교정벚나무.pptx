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birthday-0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721D32"/>
                </a:solidFill>
              </a:rPr>
              <a:t>첫 번째 생일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721D32"/>
                </a:solidFill>
              </a:rPr>
              <a:t>한 해 동안 찍은 사진 중에 골랐습니다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아기 이름 · 2027. 00. 00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장소를 입력하세요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B3D6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11643055" cy="63093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4864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721D32"/>
                </a:solidFill>
              </a:rPr>
              <a:t>우리 아기를 소개합니다</a:t>
            </a:r>
          </a:p>
        </p:txBody>
      </p:sp>
      <p:sp>
        <p:nvSpPr>
          <p:cNvPr id="4" name="사진 자리"/>
          <p:cNvSpPr/>
          <p:nvPr/>
        </p:nvSpPr>
        <p:spPr>
          <a:xfrm>
            <a:off x="731520" y="1600200"/>
            <a:ext cx="3840480" cy="4434840"/>
          </a:xfrm>
          <a:prstGeom prst="roundRect">
            <a:avLst>
              <a:gd name="adj" fmla="val 6000"/>
            </a:avLst>
          </a:prstGeom>
          <a:solidFill>
            <a:srgbClr val="F7D4DD"/>
          </a:solidFill>
          <a:ln w="19050">
            <a:solidFill>
              <a:srgbClr val="DB3D65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721D32"/>
                </a:solidFill>
              </a:rPr>
              <a:t>아기 사진을 넣어 주세요</a:t>
            </a:r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4937759" y="1600200"/>
          <a:ext cx="6522415" cy="39502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28800"/>
                <a:gridCol w="4693615"/>
              </a:tblGrid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721D32"/>
                          </a:solidFill>
                        </a:rPr>
                        <a:t>이름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D4DD"/>
                      </a:solidFill>
                      <a:prstDash val="solid"/>
                    </a:lnL>
                    <a:lnR w="9525" cap="flat" cmpd="sng" algn="ctr">
                      <a:solidFill>
                        <a:srgbClr val="F7D4DD"/>
                      </a:solidFill>
                      <a:prstDash val="solid"/>
                    </a:lnR>
                    <a:lnT w="9525" cap="flat" cmpd="sng" algn="ctr">
                      <a:solidFill>
                        <a:srgbClr val="F7D4DD"/>
                      </a:solidFill>
                      <a:prstDash val="solid"/>
                    </a:lnT>
                    <a:lnB w="9525" cap="flat" cmpd="sng" algn="ctr">
                      <a:solidFill>
                        <a:srgbClr val="F7D4DD"/>
                      </a:solidFill>
                      <a:prstDash val="solid"/>
                    </a:lnB>
                    <a:solidFill>
                      <a:srgbClr val="F7D4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D4DD"/>
                      </a:solidFill>
                      <a:prstDash val="solid"/>
                    </a:lnL>
                    <a:lnR w="9525" cap="flat" cmpd="sng" algn="ctr">
                      <a:solidFill>
                        <a:srgbClr val="F7D4DD"/>
                      </a:solidFill>
                      <a:prstDash val="solid"/>
                    </a:lnR>
                    <a:lnT w="9525" cap="flat" cmpd="sng" algn="ctr">
                      <a:solidFill>
                        <a:srgbClr val="F7D4DD"/>
                      </a:solidFill>
                      <a:prstDash val="solid"/>
                    </a:lnT>
                    <a:lnB w="9525" cap="flat" cmpd="sng" algn="ctr">
                      <a:solidFill>
                        <a:srgbClr val="F7D4DD"/>
                      </a:solidFill>
                      <a:prstDash val="solid"/>
                    </a:lnB>
                    <a:solidFill>
                      <a:srgbClr val="FCF3F5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721D32"/>
                          </a:solidFill>
                        </a:rPr>
                        <a:t>생일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D4DD"/>
                      </a:solidFill>
                      <a:prstDash val="solid"/>
                    </a:lnL>
                    <a:lnR w="9525" cap="flat" cmpd="sng" algn="ctr">
                      <a:solidFill>
                        <a:srgbClr val="F7D4DD"/>
                      </a:solidFill>
                      <a:prstDash val="solid"/>
                    </a:lnR>
                    <a:lnT w="9525" cap="flat" cmpd="sng" algn="ctr">
                      <a:solidFill>
                        <a:srgbClr val="F7D4DD"/>
                      </a:solidFill>
                      <a:prstDash val="solid"/>
                    </a:lnT>
                    <a:lnB w="9525" cap="flat" cmpd="sng" algn="ctr">
                      <a:solidFill>
                        <a:srgbClr val="F7D4DD"/>
                      </a:solidFill>
                      <a:prstDash val="solid"/>
                    </a:lnB>
                    <a:solidFill>
                      <a:srgbClr val="F7D4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D4DD"/>
                      </a:solidFill>
                      <a:prstDash val="solid"/>
                    </a:lnL>
                    <a:lnR w="9525" cap="flat" cmpd="sng" algn="ctr">
                      <a:solidFill>
                        <a:srgbClr val="F7D4DD"/>
                      </a:solidFill>
                      <a:prstDash val="solid"/>
                    </a:lnR>
                    <a:lnT w="9525" cap="flat" cmpd="sng" algn="ctr">
                      <a:solidFill>
                        <a:srgbClr val="F7D4DD"/>
                      </a:solidFill>
                      <a:prstDash val="solid"/>
                    </a:lnT>
                    <a:lnB w="9525" cap="flat" cmpd="sng" algn="ctr">
                      <a:solidFill>
                        <a:srgbClr val="F7D4D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721D32"/>
                          </a:solidFill>
                        </a:rPr>
                        <a:t>키 · 몸무게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D4DD"/>
                      </a:solidFill>
                      <a:prstDash val="solid"/>
                    </a:lnL>
                    <a:lnR w="9525" cap="flat" cmpd="sng" algn="ctr">
                      <a:solidFill>
                        <a:srgbClr val="F7D4DD"/>
                      </a:solidFill>
                      <a:prstDash val="solid"/>
                    </a:lnR>
                    <a:lnT w="9525" cap="flat" cmpd="sng" algn="ctr">
                      <a:solidFill>
                        <a:srgbClr val="F7D4DD"/>
                      </a:solidFill>
                      <a:prstDash val="solid"/>
                    </a:lnT>
                    <a:lnB w="9525" cap="flat" cmpd="sng" algn="ctr">
                      <a:solidFill>
                        <a:srgbClr val="F7D4DD"/>
                      </a:solidFill>
                      <a:prstDash val="solid"/>
                    </a:lnB>
                    <a:solidFill>
                      <a:srgbClr val="F7D4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D4DD"/>
                      </a:solidFill>
                      <a:prstDash val="solid"/>
                    </a:lnL>
                    <a:lnR w="9525" cap="flat" cmpd="sng" algn="ctr">
                      <a:solidFill>
                        <a:srgbClr val="F7D4DD"/>
                      </a:solidFill>
                      <a:prstDash val="solid"/>
                    </a:lnR>
                    <a:lnT w="9525" cap="flat" cmpd="sng" algn="ctr">
                      <a:solidFill>
                        <a:srgbClr val="F7D4DD"/>
                      </a:solidFill>
                      <a:prstDash val="solid"/>
                    </a:lnT>
                    <a:lnB w="9525" cap="flat" cmpd="sng" algn="ctr">
                      <a:solidFill>
                        <a:srgbClr val="F7D4DD"/>
                      </a:solidFill>
                      <a:prstDash val="solid"/>
                    </a:lnB>
                    <a:solidFill>
                      <a:srgbClr val="FCF3F5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721D32"/>
                          </a:solidFill>
                        </a:rPr>
                        <a:t>좋아하는 것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D4DD"/>
                      </a:solidFill>
                      <a:prstDash val="solid"/>
                    </a:lnL>
                    <a:lnR w="9525" cap="flat" cmpd="sng" algn="ctr">
                      <a:solidFill>
                        <a:srgbClr val="F7D4DD"/>
                      </a:solidFill>
                      <a:prstDash val="solid"/>
                    </a:lnR>
                    <a:lnT w="9525" cap="flat" cmpd="sng" algn="ctr">
                      <a:solidFill>
                        <a:srgbClr val="F7D4DD"/>
                      </a:solidFill>
                      <a:prstDash val="solid"/>
                    </a:lnT>
                    <a:lnB w="9525" cap="flat" cmpd="sng" algn="ctr">
                      <a:solidFill>
                        <a:srgbClr val="F7D4DD"/>
                      </a:solidFill>
                      <a:prstDash val="solid"/>
                    </a:lnB>
                    <a:solidFill>
                      <a:srgbClr val="F7D4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D4DD"/>
                      </a:solidFill>
                      <a:prstDash val="solid"/>
                    </a:lnL>
                    <a:lnR w="9525" cap="flat" cmpd="sng" algn="ctr">
                      <a:solidFill>
                        <a:srgbClr val="F7D4DD"/>
                      </a:solidFill>
                      <a:prstDash val="solid"/>
                    </a:lnR>
                    <a:lnT w="9525" cap="flat" cmpd="sng" algn="ctr">
                      <a:solidFill>
                        <a:srgbClr val="F7D4DD"/>
                      </a:solidFill>
                      <a:prstDash val="solid"/>
                    </a:lnT>
                    <a:lnB w="9525" cap="flat" cmpd="sng" algn="ctr">
                      <a:solidFill>
                        <a:srgbClr val="F7D4D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721D32"/>
                          </a:solidFill>
                        </a:rPr>
                        <a:t>별명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D4DD"/>
                      </a:solidFill>
                      <a:prstDash val="solid"/>
                    </a:lnL>
                    <a:lnR w="9525" cap="flat" cmpd="sng" algn="ctr">
                      <a:solidFill>
                        <a:srgbClr val="F7D4DD"/>
                      </a:solidFill>
                      <a:prstDash val="solid"/>
                    </a:lnR>
                    <a:lnT w="9525" cap="flat" cmpd="sng" algn="ctr">
                      <a:solidFill>
                        <a:srgbClr val="F7D4DD"/>
                      </a:solidFill>
                      <a:prstDash val="solid"/>
                    </a:lnT>
                    <a:lnB w="9525" cap="flat" cmpd="sng" algn="ctr">
                      <a:solidFill>
                        <a:srgbClr val="F7D4DD"/>
                      </a:solidFill>
                      <a:prstDash val="solid"/>
                    </a:lnB>
                    <a:solidFill>
                      <a:srgbClr val="F7D4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D4DD"/>
                      </a:solidFill>
                      <a:prstDash val="solid"/>
                    </a:lnL>
                    <a:lnR w="9525" cap="flat" cmpd="sng" algn="ctr">
                      <a:solidFill>
                        <a:srgbClr val="F7D4DD"/>
                      </a:solidFill>
                      <a:prstDash val="solid"/>
                    </a:lnR>
                    <a:lnT w="9525" cap="flat" cmpd="sng" algn="ctr">
                      <a:solidFill>
                        <a:srgbClr val="F7D4DD"/>
                      </a:solidFill>
                      <a:prstDash val="solid"/>
                    </a:lnT>
                    <a:lnB w="9525" cap="flat" cmpd="sng" algn="ctr">
                      <a:solidFill>
                        <a:srgbClr val="F7D4DD"/>
                      </a:solidFill>
                      <a:prstDash val="solid"/>
                    </a:lnB>
                    <a:solidFill>
                      <a:srgbClr val="FCF3F5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721D32"/>
                          </a:solidFill>
                        </a:rPr>
                        <a:t>부모의 마음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D4DD"/>
                      </a:solidFill>
                      <a:prstDash val="solid"/>
                    </a:lnL>
                    <a:lnR w="9525" cap="flat" cmpd="sng" algn="ctr">
                      <a:solidFill>
                        <a:srgbClr val="F7D4DD"/>
                      </a:solidFill>
                      <a:prstDash val="solid"/>
                    </a:lnR>
                    <a:lnT w="9525" cap="flat" cmpd="sng" algn="ctr">
                      <a:solidFill>
                        <a:srgbClr val="F7D4DD"/>
                      </a:solidFill>
                      <a:prstDash val="solid"/>
                    </a:lnT>
                    <a:lnB w="9525" cap="flat" cmpd="sng" algn="ctr">
                      <a:solidFill>
                        <a:srgbClr val="F7D4DD"/>
                      </a:solidFill>
                      <a:prstDash val="solid"/>
                    </a:lnB>
                    <a:solidFill>
                      <a:srgbClr val="F7D4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D4DD"/>
                      </a:solidFill>
                      <a:prstDash val="solid"/>
                    </a:lnL>
                    <a:lnR w="9525" cap="flat" cmpd="sng" algn="ctr">
                      <a:solidFill>
                        <a:srgbClr val="F7D4DD"/>
                      </a:solidFill>
                      <a:prstDash val="solid"/>
                    </a:lnR>
                    <a:lnT w="9525" cap="flat" cmpd="sng" algn="ctr">
                      <a:solidFill>
                        <a:srgbClr val="F7D4DD"/>
                      </a:solidFill>
                      <a:prstDash val="solid"/>
                    </a:lnT>
                    <a:lnB w="9525" cap="flat" cmpd="sng" algn="ctr">
                      <a:solidFill>
                        <a:srgbClr val="F7D4D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B3D6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11643055" cy="63093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4864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721D32"/>
                </a:solidFill>
              </a:rPr>
              <a:t>첫 번째 생일 사진</a:t>
            </a:r>
          </a:p>
        </p:txBody>
      </p:sp>
      <p:sp>
        <p:nvSpPr>
          <p:cNvPr id="4" name="사진 자리"/>
          <p:cNvSpPr/>
          <p:nvPr/>
        </p:nvSpPr>
        <p:spPr>
          <a:xfrm>
            <a:off x="731520" y="1600200"/>
            <a:ext cx="5227167" cy="4617720"/>
          </a:xfrm>
          <a:prstGeom prst="roundRect">
            <a:avLst>
              <a:gd name="adj" fmla="val 6000"/>
            </a:avLst>
          </a:prstGeom>
          <a:solidFill>
            <a:srgbClr val="F7D4DD"/>
          </a:solidFill>
          <a:ln w="19050">
            <a:solidFill>
              <a:srgbClr val="DB3D65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721D32"/>
                </a:solidFill>
              </a:rPr>
              <a:t>대표 사진 1</a:t>
            </a:r>
          </a:p>
        </p:txBody>
      </p:sp>
      <p:sp>
        <p:nvSpPr>
          <p:cNvPr id="5" name="사진 자리"/>
          <p:cNvSpPr/>
          <p:nvPr/>
        </p:nvSpPr>
        <p:spPr>
          <a:xfrm>
            <a:off x="6233007" y="1600200"/>
            <a:ext cx="5227167" cy="4617720"/>
          </a:xfrm>
          <a:prstGeom prst="roundRect">
            <a:avLst>
              <a:gd name="adj" fmla="val 6000"/>
            </a:avLst>
          </a:prstGeom>
          <a:solidFill>
            <a:srgbClr val="F7D4DD"/>
          </a:solidFill>
          <a:ln w="19050">
            <a:solidFill>
              <a:srgbClr val="DB3D65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721D32"/>
                </a:solidFill>
              </a:rPr>
              <a:t>대표 사진 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B3D6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11643055" cy="63093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4864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721D32"/>
                </a:solidFill>
              </a:rPr>
              <a:t>한 해의 순간들</a:t>
            </a:r>
          </a:p>
        </p:txBody>
      </p:sp>
      <p:sp>
        <p:nvSpPr>
          <p:cNvPr id="4" name="사진 자리"/>
          <p:cNvSpPr/>
          <p:nvPr/>
        </p:nvSpPr>
        <p:spPr>
          <a:xfrm>
            <a:off x="731520" y="1600200"/>
            <a:ext cx="3454298" cy="2217420"/>
          </a:xfrm>
          <a:prstGeom prst="roundRect">
            <a:avLst>
              <a:gd name="adj" fmla="val 6000"/>
            </a:avLst>
          </a:prstGeom>
          <a:solidFill>
            <a:srgbClr val="F7D4DD"/>
          </a:solidFill>
          <a:ln w="19050">
            <a:solidFill>
              <a:srgbClr val="DB3D65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21D32"/>
                </a:solidFill>
              </a:rPr>
              <a:t>사진 1</a:t>
            </a:r>
          </a:p>
        </p:txBody>
      </p:sp>
      <p:sp>
        <p:nvSpPr>
          <p:cNvPr id="5" name="사진 자리"/>
          <p:cNvSpPr/>
          <p:nvPr/>
        </p:nvSpPr>
        <p:spPr>
          <a:xfrm>
            <a:off x="4368698" y="1600200"/>
            <a:ext cx="3454298" cy="2217420"/>
          </a:xfrm>
          <a:prstGeom prst="roundRect">
            <a:avLst>
              <a:gd name="adj" fmla="val 6000"/>
            </a:avLst>
          </a:prstGeom>
          <a:solidFill>
            <a:srgbClr val="F7D4DD"/>
          </a:solidFill>
          <a:ln w="19050">
            <a:solidFill>
              <a:srgbClr val="DB3D65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21D32"/>
                </a:solidFill>
              </a:rPr>
              <a:t>사진 2</a:t>
            </a:r>
          </a:p>
        </p:txBody>
      </p:sp>
      <p:sp>
        <p:nvSpPr>
          <p:cNvPr id="6" name="사진 자리"/>
          <p:cNvSpPr/>
          <p:nvPr/>
        </p:nvSpPr>
        <p:spPr>
          <a:xfrm>
            <a:off x="8005876" y="1600200"/>
            <a:ext cx="3454298" cy="2217420"/>
          </a:xfrm>
          <a:prstGeom prst="roundRect">
            <a:avLst>
              <a:gd name="adj" fmla="val 6000"/>
            </a:avLst>
          </a:prstGeom>
          <a:solidFill>
            <a:srgbClr val="F7D4DD"/>
          </a:solidFill>
          <a:ln w="19050">
            <a:solidFill>
              <a:srgbClr val="DB3D65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21D32"/>
                </a:solidFill>
              </a:rPr>
              <a:t>사진 3</a:t>
            </a:r>
          </a:p>
        </p:txBody>
      </p:sp>
      <p:sp>
        <p:nvSpPr>
          <p:cNvPr id="7" name="사진 자리"/>
          <p:cNvSpPr/>
          <p:nvPr/>
        </p:nvSpPr>
        <p:spPr>
          <a:xfrm>
            <a:off x="731520" y="4000500"/>
            <a:ext cx="3454298" cy="2217420"/>
          </a:xfrm>
          <a:prstGeom prst="roundRect">
            <a:avLst>
              <a:gd name="adj" fmla="val 6000"/>
            </a:avLst>
          </a:prstGeom>
          <a:solidFill>
            <a:srgbClr val="F7D4DD"/>
          </a:solidFill>
          <a:ln w="19050">
            <a:solidFill>
              <a:srgbClr val="DB3D65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21D32"/>
                </a:solidFill>
              </a:rPr>
              <a:t>사진 4</a:t>
            </a:r>
          </a:p>
        </p:txBody>
      </p:sp>
      <p:sp>
        <p:nvSpPr>
          <p:cNvPr id="8" name="사진 자리"/>
          <p:cNvSpPr/>
          <p:nvPr/>
        </p:nvSpPr>
        <p:spPr>
          <a:xfrm>
            <a:off x="4368698" y="4000500"/>
            <a:ext cx="3454298" cy="2217420"/>
          </a:xfrm>
          <a:prstGeom prst="roundRect">
            <a:avLst>
              <a:gd name="adj" fmla="val 6000"/>
            </a:avLst>
          </a:prstGeom>
          <a:solidFill>
            <a:srgbClr val="F7D4DD"/>
          </a:solidFill>
          <a:ln w="19050">
            <a:solidFill>
              <a:srgbClr val="DB3D65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21D32"/>
                </a:solidFill>
              </a:rPr>
              <a:t>사진 5</a:t>
            </a:r>
          </a:p>
        </p:txBody>
      </p:sp>
      <p:sp>
        <p:nvSpPr>
          <p:cNvPr id="9" name="사진 자리"/>
          <p:cNvSpPr/>
          <p:nvPr/>
        </p:nvSpPr>
        <p:spPr>
          <a:xfrm>
            <a:off x="8005876" y="4000500"/>
            <a:ext cx="3454298" cy="2217420"/>
          </a:xfrm>
          <a:prstGeom prst="roundRect">
            <a:avLst>
              <a:gd name="adj" fmla="val 6000"/>
            </a:avLst>
          </a:prstGeom>
          <a:solidFill>
            <a:srgbClr val="F7D4DD"/>
          </a:solidFill>
          <a:ln w="19050">
            <a:solidFill>
              <a:srgbClr val="DB3D65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21D32"/>
                </a:solidFill>
              </a:rPr>
              <a:t>사진 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B3D6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11643055" cy="63093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4864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721D32"/>
                </a:solidFill>
              </a:rPr>
              <a:t>사진 모음</a:t>
            </a:r>
          </a:p>
        </p:txBody>
      </p:sp>
      <p:sp>
        <p:nvSpPr>
          <p:cNvPr id="4" name="사진 자리"/>
          <p:cNvSpPr/>
          <p:nvPr/>
        </p:nvSpPr>
        <p:spPr>
          <a:xfrm>
            <a:off x="731520" y="1600200"/>
            <a:ext cx="2545003" cy="2217420"/>
          </a:xfrm>
          <a:prstGeom prst="roundRect">
            <a:avLst>
              <a:gd name="adj" fmla="val 6000"/>
            </a:avLst>
          </a:prstGeom>
          <a:solidFill>
            <a:srgbClr val="F7D4DD"/>
          </a:solidFill>
          <a:ln w="19050">
            <a:solidFill>
              <a:srgbClr val="DB3D65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21D32"/>
                </a:solidFill>
              </a:rPr>
              <a:t>사진 1</a:t>
            </a:r>
          </a:p>
        </p:txBody>
      </p:sp>
      <p:sp>
        <p:nvSpPr>
          <p:cNvPr id="5" name="사진 자리"/>
          <p:cNvSpPr/>
          <p:nvPr/>
        </p:nvSpPr>
        <p:spPr>
          <a:xfrm>
            <a:off x="3459403" y="1600200"/>
            <a:ext cx="2545003" cy="2217420"/>
          </a:xfrm>
          <a:prstGeom prst="roundRect">
            <a:avLst>
              <a:gd name="adj" fmla="val 6000"/>
            </a:avLst>
          </a:prstGeom>
          <a:solidFill>
            <a:srgbClr val="F7D4DD"/>
          </a:solidFill>
          <a:ln w="19050">
            <a:solidFill>
              <a:srgbClr val="DB3D65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21D32"/>
                </a:solidFill>
              </a:rPr>
              <a:t>사진 2</a:t>
            </a:r>
          </a:p>
        </p:txBody>
      </p:sp>
      <p:sp>
        <p:nvSpPr>
          <p:cNvPr id="6" name="사진 자리"/>
          <p:cNvSpPr/>
          <p:nvPr/>
        </p:nvSpPr>
        <p:spPr>
          <a:xfrm>
            <a:off x="6187287" y="1600200"/>
            <a:ext cx="2545003" cy="2217420"/>
          </a:xfrm>
          <a:prstGeom prst="roundRect">
            <a:avLst>
              <a:gd name="adj" fmla="val 6000"/>
            </a:avLst>
          </a:prstGeom>
          <a:solidFill>
            <a:srgbClr val="F7D4DD"/>
          </a:solidFill>
          <a:ln w="19050">
            <a:solidFill>
              <a:srgbClr val="DB3D65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21D32"/>
                </a:solidFill>
              </a:rPr>
              <a:t>사진 3</a:t>
            </a:r>
          </a:p>
        </p:txBody>
      </p:sp>
      <p:sp>
        <p:nvSpPr>
          <p:cNvPr id="7" name="사진 자리"/>
          <p:cNvSpPr/>
          <p:nvPr/>
        </p:nvSpPr>
        <p:spPr>
          <a:xfrm>
            <a:off x="8915171" y="1600200"/>
            <a:ext cx="2545003" cy="2217420"/>
          </a:xfrm>
          <a:prstGeom prst="roundRect">
            <a:avLst>
              <a:gd name="adj" fmla="val 6000"/>
            </a:avLst>
          </a:prstGeom>
          <a:solidFill>
            <a:srgbClr val="F7D4DD"/>
          </a:solidFill>
          <a:ln w="19050">
            <a:solidFill>
              <a:srgbClr val="DB3D65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21D32"/>
                </a:solidFill>
              </a:rPr>
              <a:t>사진 4</a:t>
            </a:r>
          </a:p>
        </p:txBody>
      </p:sp>
      <p:sp>
        <p:nvSpPr>
          <p:cNvPr id="8" name="사진 자리"/>
          <p:cNvSpPr/>
          <p:nvPr/>
        </p:nvSpPr>
        <p:spPr>
          <a:xfrm>
            <a:off x="731520" y="4000500"/>
            <a:ext cx="2545003" cy="2217420"/>
          </a:xfrm>
          <a:prstGeom prst="roundRect">
            <a:avLst>
              <a:gd name="adj" fmla="val 6000"/>
            </a:avLst>
          </a:prstGeom>
          <a:solidFill>
            <a:srgbClr val="F7D4DD"/>
          </a:solidFill>
          <a:ln w="19050">
            <a:solidFill>
              <a:srgbClr val="DB3D65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21D32"/>
                </a:solidFill>
              </a:rPr>
              <a:t>사진 5</a:t>
            </a:r>
          </a:p>
        </p:txBody>
      </p:sp>
      <p:sp>
        <p:nvSpPr>
          <p:cNvPr id="9" name="사진 자리"/>
          <p:cNvSpPr/>
          <p:nvPr/>
        </p:nvSpPr>
        <p:spPr>
          <a:xfrm>
            <a:off x="3459403" y="4000500"/>
            <a:ext cx="2545003" cy="2217420"/>
          </a:xfrm>
          <a:prstGeom prst="roundRect">
            <a:avLst>
              <a:gd name="adj" fmla="val 6000"/>
            </a:avLst>
          </a:prstGeom>
          <a:solidFill>
            <a:srgbClr val="F7D4DD"/>
          </a:solidFill>
          <a:ln w="19050">
            <a:solidFill>
              <a:srgbClr val="DB3D65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21D32"/>
                </a:solidFill>
              </a:rPr>
              <a:t>사진 6</a:t>
            </a:r>
          </a:p>
        </p:txBody>
      </p:sp>
      <p:sp>
        <p:nvSpPr>
          <p:cNvPr id="10" name="사진 자리"/>
          <p:cNvSpPr/>
          <p:nvPr/>
        </p:nvSpPr>
        <p:spPr>
          <a:xfrm>
            <a:off x="6187287" y="4000500"/>
            <a:ext cx="2545003" cy="2217420"/>
          </a:xfrm>
          <a:prstGeom prst="roundRect">
            <a:avLst>
              <a:gd name="adj" fmla="val 6000"/>
            </a:avLst>
          </a:prstGeom>
          <a:solidFill>
            <a:srgbClr val="F7D4DD"/>
          </a:solidFill>
          <a:ln w="19050">
            <a:solidFill>
              <a:srgbClr val="DB3D65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21D32"/>
                </a:solidFill>
              </a:rPr>
              <a:t>사진 7</a:t>
            </a:r>
          </a:p>
        </p:txBody>
      </p:sp>
      <p:sp>
        <p:nvSpPr>
          <p:cNvPr id="11" name="사진 자리"/>
          <p:cNvSpPr/>
          <p:nvPr/>
        </p:nvSpPr>
        <p:spPr>
          <a:xfrm>
            <a:off x="8915171" y="4000500"/>
            <a:ext cx="2545003" cy="2217420"/>
          </a:xfrm>
          <a:prstGeom prst="roundRect">
            <a:avLst>
              <a:gd name="adj" fmla="val 6000"/>
            </a:avLst>
          </a:prstGeom>
          <a:solidFill>
            <a:srgbClr val="F7D4DD"/>
          </a:solidFill>
          <a:ln w="19050">
            <a:solidFill>
              <a:srgbClr val="DB3D65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21D32"/>
                </a:solidFill>
              </a:rPr>
              <a:t>사진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birthday-0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721D32"/>
                </a:solidFill>
              </a:rPr>
              <a:t>와 주셔서 고맙습니다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721D32"/>
                </a:solidFill>
              </a:rPr>
              <a:t>아이가 한 살이 되었습니다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아기 이름 · 부모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돌잔치 슬라이드(사진 중심)">
  <a:themeElements>
    <a:clrScheme name="Office">
      <a:dk1>
        <a:sysClr val="windowText" lastClr="000000"/>
      </a:dk1>
      <a:lt1>
        <a:sysClr val="window" lastClr="FFFFFF"/>
      </a:lt1>
      <a:dk2>
        <a:srgbClr val="721D32"/>
      </a:dk2>
      <a:lt2>
        <a:srgbClr val="FCF3F5"/>
      </a:lt2>
      <a:accent1>
        <a:srgbClr val="DB3D65"/>
      </a:accent1>
      <a:accent2>
        <a:srgbClr val="339941"/>
      </a:accent2>
      <a:accent3>
        <a:srgbClr val="721D32"/>
      </a:accent3>
      <a:accent4>
        <a:srgbClr val="F7D4DD"/>
      </a:accent4>
      <a:accent5>
        <a:srgbClr val="876B53"/>
      </a:accent5>
      <a:accent6>
        <a:srgbClr val="AA7784"/>
      </a:accent6>
      <a:hlink>
        <a:srgbClr val="DB3D65"/>
      </a:hlink>
      <a:folHlink>
        <a:srgbClr val="721D32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돌잔치 슬라이드(사진 중심)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