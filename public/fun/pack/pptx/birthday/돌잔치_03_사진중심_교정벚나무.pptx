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9E2E4A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한 해 동안 찍은 사진 중에 골랐습니다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E2E4A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937759" y="1600200"/>
          <a:ext cx="652241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AEF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9E2E4A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3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3CED7"/>
                      </a:solidFill>
                      <a:prstDash val="solid"/>
                    </a:lnL>
                    <a:lnR w="9525" cap="flat" cmpd="sng" algn="ctr">
                      <a:solidFill>
                        <a:srgbClr val="F3CED7"/>
                      </a:solidFill>
                      <a:prstDash val="solid"/>
                    </a:lnR>
                    <a:lnT w="9525" cap="flat" cmpd="sng" algn="ctr">
                      <a:solidFill>
                        <a:srgbClr val="F3CED7"/>
                      </a:solidFill>
                      <a:prstDash val="solid"/>
                    </a:lnT>
                    <a:lnB w="9525" cap="flat" cmpd="sng" algn="ctr">
                      <a:solidFill>
                        <a:srgbClr val="F3C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첫 번째 생일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5227167" cy="46177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E2E4A"/>
                </a:solidFill>
              </a:rPr>
              <a:t>대표 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233007" y="1600200"/>
            <a:ext cx="5227167" cy="46177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E2E4A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한 해의 순간들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59403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15171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31520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59403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15171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9E2E4A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9E2E4A"/>
      </a:dk2>
      <a:lt2>
        <a:srgbClr val="FAEFF2"/>
      </a:lt2>
      <a:accent1>
        <a:srgbClr val="D1617D"/>
      </a:accent1>
      <a:accent2>
        <a:srgbClr val="3B9151"/>
      </a:accent2>
      <a:accent3>
        <a:srgbClr val="9E2E4A"/>
      </a:accent3>
      <a:accent4>
        <a:srgbClr val="F3CED7"/>
      </a:accent4>
      <a:accent5>
        <a:srgbClr val="867967"/>
      </a:accent5>
      <a:accent6>
        <a:srgbClr val="C58292"/>
      </a:accent6>
      <a:hlink>
        <a:srgbClr val="D1617D"/>
      </a:hlink>
      <a:folHlink>
        <a:srgbClr val="9E2E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