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73371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라일락 향기처럼 달콤한 우리 아기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우리 아기를 소개합니다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73371"/>
                </a:solidFill>
              </a:rPr>
              <a:t>아기 사진을 넣어 주세요</a:t>
            </a:r>
          </a:p>
        </p:txBody>
      </p:sp>
      <p:graphicFrame>
        <p:nvGraphicFramePr>
          <p:cNvPr id="17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7337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한 해 성장 기록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C56B3"/>
                </a:solidFill>
              </a:rPr>
              <a:t>1개월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처음 눈을 맞춘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C56B3"/>
                </a:solidFill>
              </a:rPr>
              <a:t>3개월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처음 웃은 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5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C56B3"/>
                </a:solidFill>
              </a:rPr>
              <a:t>6개월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뒤집기 성공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9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C56B3"/>
                </a:solidFill>
              </a:rPr>
              <a:t>9개월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첫 이유식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3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C56B3"/>
                </a:solidFill>
              </a:rPr>
              <a:t>12개월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첫 걸음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키와 몸무게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C56B3"/>
                      </a:solidFill>
                      <a:prstDash val="solid"/>
                    </a:lnL>
                    <a:lnR w="9525" cap="flat" cmpd="sng" algn="ctr">
                      <a:solidFill>
                        <a:srgbClr val="8C56B3"/>
                      </a:solidFill>
                      <a:prstDash val="solid"/>
                    </a:lnR>
                    <a:lnT w="9525" cap="flat" cmpd="sng" algn="ctr">
                      <a:solidFill>
                        <a:srgbClr val="8C56B3"/>
                      </a:solidFill>
                      <a:prstDash val="solid"/>
                    </a:lnT>
                    <a:lnB w="9525" cap="flat" cmpd="sng" algn="ctr">
                      <a:solidFill>
                        <a:srgbClr val="8C56B3"/>
                      </a:solidFill>
                      <a:prstDash val="solid"/>
                    </a:lnB>
                    <a:solidFill>
                      <a:srgbClr val="8C56B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73371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73371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5F1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73371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E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D3EE"/>
                      </a:solidFill>
                      <a:prstDash val="solid"/>
                    </a:lnL>
                    <a:lnR w="9525" cap="flat" cmpd="sng" algn="ctr">
                      <a:solidFill>
                        <a:srgbClr val="E3D3EE"/>
                      </a:solidFill>
                      <a:prstDash val="solid"/>
                    </a:lnR>
                    <a:lnT w="9525" cap="flat" cmpd="sng" algn="ctr">
                      <a:solidFill>
                        <a:srgbClr val="E3D3EE"/>
                      </a:solidFill>
                      <a:prstDash val="solid"/>
                    </a:lnT>
                    <a:lnB w="9525" cap="flat" cmpd="sng" algn="ctr">
                      <a:solidFill>
                        <a:srgbClr val="E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사진 모음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6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7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73371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573371"/>
      </a:dk2>
      <a:lt2>
        <a:srgbClr val="F5F1F9"/>
      </a:lt2>
      <a:accent1>
        <a:srgbClr val="8C56B3"/>
      </a:accent1>
      <a:accent2>
        <a:srgbClr val="868D3F"/>
      </a:accent2>
      <a:accent3>
        <a:srgbClr val="573371"/>
      </a:accent3>
      <a:accent4>
        <a:srgbClr val="E3D3EE"/>
      </a:accent4>
      <a:accent5>
        <a:srgbClr val="897279"/>
      </a:accent5>
      <a:accent6>
        <a:srgbClr val="9A85AA"/>
      </a:accent6>
      <a:hlink>
        <a:srgbClr val="8C56B3"/>
      </a:hlink>
      <a:folHlink>
        <a:srgbClr val="57337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