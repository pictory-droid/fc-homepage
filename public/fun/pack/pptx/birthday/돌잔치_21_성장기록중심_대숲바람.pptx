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9782872" y="1460675"/>
            <a:ext cx="466344" cy="127471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0324680" y="1294785"/>
            <a:ext cx="466344" cy="1199234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9118129" y="688293"/>
            <a:ext cx="466344" cy="118211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8746000" y="1626618"/>
            <a:ext cx="466344" cy="117862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8950994" y="1690601"/>
            <a:ext cx="466344" cy="1678592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0722555" y="603125"/>
            <a:ext cx="466344" cy="122040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C3629"/>
                </a:solidFill>
              </a:rPr>
              <a:t>첫 번째 생일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3629"/>
                </a:solidFill>
              </a:rPr>
              <a:t>시원한 바람처럼 찾아온 기쁨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11244431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1443095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11000692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10864245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10939410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1588982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우리 아기를 소개합니다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554480"/>
            <a:ext cx="3840480" cy="420624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C3629"/>
                </a:solidFill>
              </a:rPr>
              <a:t>아기 사진을 넣어 주세요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4846320" y="15544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362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3629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3629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3629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3629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3629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11244431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1443095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11000692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10864245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10939410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1588982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한 해 성장 기록</a:t>
            </a:r>
          </a:p>
        </p:txBody>
      </p:sp>
      <p:sp>
        <p:nvSpPr>
          <p:cNvPr id="11" name="타임라인 선"/>
          <p:cNvSpPr/>
          <p:nvPr/>
        </p:nvSpPr>
        <p:spPr>
          <a:xfrm>
            <a:off x="640080" y="3291840"/>
            <a:ext cx="10911535" cy="54864"/>
          </a:xfrm>
          <a:prstGeom prst="rect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때 1"/>
          <p:cNvSpPr/>
          <p:nvPr/>
        </p:nvSpPr>
        <p:spPr>
          <a:xfrm>
            <a:off x="1530065" y="3108960"/>
            <a:ext cx="402336" cy="402336"/>
          </a:xfrm>
          <a:prstGeom prst="ellipse">
            <a:avLst/>
          </a:prstGeom>
          <a:solidFill>
            <a:srgbClr val="396F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6888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96F54"/>
                </a:solidFill>
              </a:rPr>
              <a:t>1개월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65760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3629"/>
                </a:solidFill>
              </a:rPr>
              <a:t>처음 눈을 맞춘 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416052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6" name="때 2"/>
          <p:cNvSpPr/>
          <p:nvPr/>
        </p:nvSpPr>
        <p:spPr>
          <a:xfrm>
            <a:off x="3712372" y="3108960"/>
            <a:ext cx="402336" cy="402336"/>
          </a:xfrm>
          <a:prstGeom prst="ellipse">
            <a:avLst/>
          </a:prstGeom>
          <a:solidFill>
            <a:srgbClr val="396F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68107" y="246888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96F54"/>
                </a:solidFill>
              </a:rPr>
              <a:t>3개월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3827" y="365760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3629"/>
                </a:solidFill>
              </a:rPr>
              <a:t>처음 웃은 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3827" y="416052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0" name="때 3"/>
          <p:cNvSpPr/>
          <p:nvPr/>
        </p:nvSpPr>
        <p:spPr>
          <a:xfrm>
            <a:off x="5894679" y="3108960"/>
            <a:ext cx="402336" cy="402336"/>
          </a:xfrm>
          <a:prstGeom prst="ellipse">
            <a:avLst/>
          </a:prstGeom>
          <a:solidFill>
            <a:srgbClr val="396F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50414" y="246888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96F54"/>
                </a:solidFill>
              </a:rPr>
              <a:t>6개월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6134" y="365760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3629"/>
                </a:solidFill>
              </a:rPr>
              <a:t>뒤집기 성공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6134" y="416052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4" name="때 4"/>
          <p:cNvSpPr/>
          <p:nvPr/>
        </p:nvSpPr>
        <p:spPr>
          <a:xfrm>
            <a:off x="8076986" y="3108960"/>
            <a:ext cx="402336" cy="402336"/>
          </a:xfrm>
          <a:prstGeom prst="ellipse">
            <a:avLst/>
          </a:prstGeom>
          <a:solidFill>
            <a:srgbClr val="396F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32721" y="246888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96F54"/>
                </a:solidFill>
              </a:rPr>
              <a:t>9개월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441" y="365760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3629"/>
                </a:solidFill>
              </a:rPr>
              <a:t>첫 이유식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8441" y="416052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8" name="때 5"/>
          <p:cNvSpPr/>
          <p:nvPr/>
        </p:nvSpPr>
        <p:spPr>
          <a:xfrm>
            <a:off x="10259293" y="3108960"/>
            <a:ext cx="402336" cy="402336"/>
          </a:xfrm>
          <a:prstGeom prst="ellipse">
            <a:avLst/>
          </a:prstGeom>
          <a:solidFill>
            <a:srgbClr val="396F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5028" y="246888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96F54"/>
                </a:solidFill>
              </a:rPr>
              <a:t>12개월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0748" y="365760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3629"/>
                </a:solidFill>
              </a:rPr>
              <a:t>첫 걸음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0748" y="416052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11244431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1443095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11000692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10864245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10939410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1588982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키와 몸무게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554480"/>
          <a:ext cx="1091153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3629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3629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3629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11244431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1443095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11000692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10864245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10939410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1588982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사진 모음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3413683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187287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960891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40080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3413683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6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6187287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7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960891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9782872" y="1460675"/>
            <a:ext cx="466344" cy="127471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0324680" y="1294785"/>
            <a:ext cx="466344" cy="1199234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9118129" y="688293"/>
            <a:ext cx="466344" cy="118211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8746000" y="1626618"/>
            <a:ext cx="466344" cy="117862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8950994" y="1690601"/>
            <a:ext cx="466344" cy="1678592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0722555" y="603125"/>
            <a:ext cx="466344" cy="122040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C3629"/>
                </a:solidFill>
              </a:rPr>
              <a:t>함께해 주셔서 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3629"/>
                </a:solidFill>
              </a:rPr>
              <a:t>첫 번째 생일을 축하해 주셔서 고맙습니다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1C3629"/>
      </a:dk2>
      <a:lt2>
        <a:srgbClr val="F2F8F5"/>
      </a:lt2>
      <a:accent1>
        <a:srgbClr val="396F54"/>
      </a:accent1>
      <a:accent2>
        <a:srgbClr val="874587"/>
      </a:accent2>
      <a:accent3>
        <a:srgbClr val="1C3629"/>
      </a:accent3>
      <a:accent4>
        <a:srgbClr val="D5ECE0"/>
      </a:accent4>
      <a:accent5>
        <a:srgbClr val="605A6E"/>
      </a:accent5>
      <a:accent6>
        <a:srgbClr val="77867F"/>
      </a:accent6>
      <a:hlink>
        <a:srgbClr val="396F54"/>
      </a:hlink>
      <a:folHlink>
        <a:srgbClr val="1C362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