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D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E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결과는 사진으로 남겨 두겠습니다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돌잡이 이야기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D7E1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3E27"/>
                </a:solidFill>
              </a:rPr>
              <a:t>연필 · 공부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학문과 총명을 바라는 마음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3425113" y="1892807"/>
            <a:ext cx="54864" cy="4352544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3607993" y="1965960"/>
            <a:ext cx="457200" cy="457200"/>
          </a:xfrm>
          <a:prstGeom prst="ellipse">
            <a:avLst/>
          </a:prstGeom>
          <a:solidFill>
            <a:srgbClr val="D7E1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3E27"/>
                </a:solidFill>
              </a:rPr>
              <a:t>실 · 장수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건강하고 오래 살기를</a:t>
            </a:r>
          </a:p>
        </p:txBody>
      </p:sp>
      <p:sp>
        <p:nvSpPr>
          <p:cNvPr id="16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210147" y="1892807"/>
            <a:ext cx="54864" cy="4352544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393027" y="1965960"/>
            <a:ext cx="457200" cy="457200"/>
          </a:xfrm>
          <a:prstGeom prst="ellipse">
            <a:avLst/>
          </a:prstGeom>
          <a:solidFill>
            <a:srgbClr val="D7E1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3E27"/>
                </a:solidFill>
              </a:rPr>
              <a:t>돈 · 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넉넉한 삶을 바라는 마음</a:t>
            </a:r>
          </a:p>
        </p:txBody>
      </p:sp>
      <p:sp>
        <p:nvSpPr>
          <p:cNvPr id="21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포인트 막대"/>
          <p:cNvSpPr/>
          <p:nvPr/>
        </p:nvSpPr>
        <p:spPr>
          <a:xfrm>
            <a:off x="8995181" y="1892807"/>
            <a:ext cx="54864" cy="4352544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9178061" y="1965960"/>
            <a:ext cx="457200" cy="457200"/>
          </a:xfrm>
          <a:prstGeom prst="ellipse">
            <a:avLst/>
          </a:prstGeom>
          <a:solidFill>
            <a:srgbClr val="D7E1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3E27"/>
                </a:solidFill>
              </a:rPr>
              <a:t>마이크 · 인기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아기의 선택은?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4572000" cy="457200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돌잡이 사진</a:t>
            </a:r>
          </a:p>
        </p:txBody>
      </p:sp>
      <p:sp>
        <p:nvSpPr>
          <p:cNvPr id="7" name="선택 칸"/>
          <p:cNvSpPr/>
          <p:nvPr/>
        </p:nvSpPr>
        <p:spPr>
          <a:xfrm>
            <a:off x="5577840" y="1783080"/>
            <a:ext cx="5973775" cy="45720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포인트 막대"/>
          <p:cNvSpPr/>
          <p:nvPr/>
        </p:nvSpPr>
        <p:spPr>
          <a:xfrm>
            <a:off x="5577840" y="1892807"/>
            <a:ext cx="54864" cy="4352544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0" y="2057400"/>
            <a:ext cx="5425135" cy="4023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B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D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E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493E27"/>
      </a:dk2>
      <a:lt2>
        <a:srgbClr val="FBF6EC"/>
      </a:lt2>
      <a:accent1>
        <a:srgbClr val="D8B879"/>
      </a:accent1>
      <a:accent2>
        <a:srgbClr val="D7E198"/>
      </a:accent2>
      <a:accent3>
        <a:srgbClr val="493E27"/>
      </a:accent3>
      <a:accent4>
        <a:srgbClr val="F6EBD5"/>
      </a:accent4>
      <a:accent5>
        <a:srgbClr val="D8CC88"/>
      </a:accent5>
      <a:accent6>
        <a:srgbClr val="928B7D"/>
      </a:accent6>
      <a:hlink>
        <a:srgbClr val="D8B879"/>
      </a:hlink>
      <a:folHlink>
        <a:srgbClr val="493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