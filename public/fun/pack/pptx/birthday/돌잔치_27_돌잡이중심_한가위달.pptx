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15214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결과는 사진으로 남겨 두겠습니다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5214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CF7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15214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7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E8C9"/>
                      </a:solidFill>
                      <a:prstDash val="solid"/>
                    </a:lnL>
                    <a:lnR w="9525" cap="flat" cmpd="sng" algn="ctr">
                      <a:solidFill>
                        <a:srgbClr val="F7E8C9"/>
                      </a:solidFill>
                      <a:prstDash val="solid"/>
                    </a:lnR>
                    <a:lnT w="9525" cap="flat" cmpd="sng" algn="ctr">
                      <a:solidFill>
                        <a:srgbClr val="F7E8C9"/>
                      </a:solidFill>
                      <a:prstDash val="solid"/>
                    </a:lnT>
                    <a:lnB w="9525" cap="flat" cmpd="sng" algn="ctr">
                      <a:solidFill>
                        <a:srgbClr val="F7E8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돌잡이 이야기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연필 · 공부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8" name="카드 2"/>
          <p:cNvSpPr/>
          <p:nvPr/>
        </p:nvSpPr>
        <p:spPr>
          <a:xfrm>
            <a:off x="3493693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76573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853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실 · 장수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853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돈 · 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16" name="카드 4"/>
          <p:cNvSpPr/>
          <p:nvPr/>
        </p:nvSpPr>
        <p:spPr>
          <a:xfrm>
            <a:off x="8926601" y="1554480"/>
            <a:ext cx="2487853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5875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09481" y="1737360"/>
            <a:ext cx="457200" cy="457200"/>
          </a:xfrm>
          <a:prstGeom prst="ellipse">
            <a:avLst/>
          </a:prstGeom>
          <a:solidFill>
            <a:srgbClr val="C7912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3761" y="2331720"/>
            <a:ext cx="221353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15214"/>
                </a:solidFill>
              </a:rPr>
              <a:t>마이크 · 인기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761" y="3017520"/>
            <a:ext cx="2213533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우리 아기의 선택은?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4572000" cy="4663440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5214"/>
                </a:solidFill>
              </a:rPr>
              <a:t>돌잡이 사진</a:t>
            </a:r>
          </a:p>
        </p:txBody>
      </p:sp>
      <p:sp>
        <p:nvSpPr>
          <p:cNvPr id="5" name="선택 칸"/>
          <p:cNvSpPr/>
          <p:nvPr/>
        </p:nvSpPr>
        <p:spPr>
          <a:xfrm>
            <a:off x="5715000" y="1554480"/>
            <a:ext cx="5699455" cy="4663440"/>
          </a:xfrm>
          <a:prstGeom prst="roundRect">
            <a:avLst>
              <a:gd name="adj" fmla="val 8000"/>
            </a:avLst>
          </a:prstGeom>
          <a:solidFill>
            <a:srgbClr val="FCF7EE"/>
          </a:solidFill>
          <a:ln w="12700">
            <a:solidFill>
              <a:srgbClr val="F7E8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9320" y="1828800"/>
            <a:ext cx="5150815" cy="4114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8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91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5214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F7E8C9"/>
          </a:solidFill>
          <a:ln w="19050">
            <a:solidFill>
              <a:srgbClr val="C7912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5214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15214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5214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715214"/>
      </a:dk2>
      <a:lt2>
        <a:srgbClr val="FCF7EE"/>
      </a:lt2>
      <a:accent1>
        <a:srgbClr val="C79123"/>
      </a:accent1>
      <a:accent2>
        <a:srgbClr val="3B8391"/>
      </a:accent2>
      <a:accent3>
        <a:srgbClr val="715214"/>
      </a:accent3>
      <a:accent4>
        <a:srgbClr val="F7E8C9"/>
      </a:accent4>
      <a:accent5>
        <a:srgbClr val="818A5A"/>
      </a:accent5>
      <a:accent6>
        <a:srgbClr val="AA9772"/>
      </a:accent6>
      <a:hlink>
        <a:srgbClr val="C79123"/>
      </a:hlink>
      <a:folHlink>
        <a:srgbClr val="71521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