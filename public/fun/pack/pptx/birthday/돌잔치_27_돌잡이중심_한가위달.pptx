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15214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결과는 사진으로 남겨 두겠습니다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840480" cy="448055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15214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83479" y="155448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15214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돌잡이 이야기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연필 · 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8" name="카드 2"/>
          <p:cNvSpPr/>
          <p:nvPr/>
        </p:nvSpPr>
        <p:spPr>
          <a:xfrm>
            <a:off x="3493693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76573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853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실 · 장수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853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돈 · 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6" name="카드 4"/>
          <p:cNvSpPr/>
          <p:nvPr/>
        </p:nvSpPr>
        <p:spPr>
          <a:xfrm>
            <a:off x="8926601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09481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3761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마이크 · 인기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3761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우리 아기의 선택은?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4572000" cy="4663440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15214"/>
                </a:solidFill>
              </a:rPr>
              <a:t>돌잡이 사진</a:t>
            </a:r>
          </a:p>
        </p:txBody>
      </p:sp>
      <p:sp>
        <p:nvSpPr>
          <p:cNvPr id="5" name="선택 칸"/>
          <p:cNvSpPr/>
          <p:nvPr/>
        </p:nvSpPr>
        <p:spPr>
          <a:xfrm>
            <a:off x="5715000" y="1554480"/>
            <a:ext cx="5699455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89320" y="1828800"/>
            <a:ext cx="5150815" cy="4114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82263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892311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77240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82263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892311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15214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715214"/>
      </a:dk2>
      <a:lt2>
        <a:srgbClr val="FCF7EE"/>
      </a:lt2>
      <a:accent1>
        <a:srgbClr val="C79123"/>
      </a:accent1>
      <a:accent2>
        <a:srgbClr val="3B8391"/>
      </a:accent2>
      <a:accent3>
        <a:srgbClr val="715214"/>
      </a:accent3>
      <a:accent4>
        <a:srgbClr val="F7E8C9"/>
      </a:accent4>
      <a:accent5>
        <a:srgbClr val="818A5A"/>
      </a:accent5>
      <a:accent6>
        <a:srgbClr val="AA9772"/>
      </a:accent6>
      <a:hlink>
        <a:srgbClr val="C79123"/>
      </a:hlink>
      <a:folHlink>
        <a:srgbClr val="71521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