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14149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서리 내린 아침에도 따뜻했던 품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149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한 해 성장 기록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1개월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처음 눈을 맞춘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5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3개월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처음 웃은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9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뒤집기 성공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3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9개월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첫 이유식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7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12개월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첫 걸음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키와 몸무게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149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