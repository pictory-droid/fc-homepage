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1485F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485F"/>
                </a:solidFill>
              </a:rPr>
              <a:t>백일 사진과 지금 사진을 나란히 놓았습니다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840480" cy="4572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485F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846320" y="164592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첫 번째 생일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5318607" cy="475488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485F"/>
                </a:solidFill>
              </a:rPr>
              <a:t>대표 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233007" y="1645920"/>
            <a:ext cx="5318607" cy="475488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485F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 해의 순간들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13683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60891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485F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485F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11485F"/>
      </a:dk2>
      <a:lt2>
        <a:srgbClr val="EEF8FC"/>
      </a:lt2>
      <a:accent1>
        <a:srgbClr val="2695C5"/>
      </a:accent1>
      <a:accent2>
        <a:srgbClr val="209DB6"/>
      </a:accent2>
      <a:accent3>
        <a:srgbClr val="11485F"/>
      </a:accent3>
      <a:accent4>
        <a:srgbClr val="D1EEFA"/>
      </a:accent4>
      <a:accent5>
        <a:srgbClr val="2399BE"/>
      </a:accent5>
      <a:accent6>
        <a:srgbClr val="70919F"/>
      </a:accent6>
      <a:hlink>
        <a:srgbClr val="2695C5"/>
      </a:hlink>
      <a:folHlink>
        <a:srgbClr val="1148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