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2057400"/>
            <a:ext cx="10241023" cy="1828800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3886200"/>
            <a:ext cx="9509522" cy="64008"/>
          </a:xfrm>
          <a:prstGeom prst="rect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329659" y="672084"/>
            <a:ext cx="2798064" cy="699516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9329659" y="1278331"/>
            <a:ext cx="2798064" cy="699516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9329659" y="1884578"/>
            <a:ext cx="2798064" cy="699516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01" y="2167128"/>
            <a:ext cx="8778020" cy="1609344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첫 번째 생일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731501" y="416052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등대처럼 우리 가족을 비춰 준 아기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731501" y="502920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2026.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719511" y="475488"/>
            <a:ext cx="1207008" cy="301752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19511" y="737006"/>
            <a:ext cx="1207008" cy="301752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719511" y="998524"/>
            <a:ext cx="1207008" cy="301752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아기를 소개합니다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45920"/>
            <a:ext cx="3840480" cy="4572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394A"/>
                </a:solidFill>
              </a:rPr>
              <a:t>아기 사진을 넣어 주세요</a:t>
            </a:r>
          </a:p>
        </p:txBody>
      </p:sp>
      <p:graphicFrame>
        <p:nvGraphicFramePr>
          <p:cNvPr id="8" name="표"/>
          <p:cNvGraphicFramePr>
            <a:graphicFrameLocks noGrp="1"/>
          </p:cNvGraphicFramePr>
          <p:nvPr/>
        </p:nvGraphicFramePr>
        <p:xfrm>
          <a:off x="4846320" y="164592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EE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394A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CCE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CE9F5"/>
                      </a:solidFill>
                      <a:prstDash val="solid"/>
                    </a:lnL>
                    <a:lnR w="9525" cap="flat" cmpd="sng" algn="ctr">
                      <a:solidFill>
                        <a:srgbClr val="CCE9F5"/>
                      </a:solidFill>
                      <a:prstDash val="solid"/>
                    </a:lnR>
                    <a:lnT w="9525" cap="flat" cmpd="sng" algn="ctr">
                      <a:solidFill>
                        <a:srgbClr val="CCE9F5"/>
                      </a:solidFill>
                      <a:prstDash val="solid"/>
                    </a:lnT>
                    <a:lnB w="9525" cap="flat" cmpd="sng" algn="ctr">
                      <a:solidFill>
                        <a:srgbClr val="CCE9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719511" y="475488"/>
            <a:ext cx="1207008" cy="301752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19511" y="737006"/>
            <a:ext cx="1207008" cy="301752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719511" y="998524"/>
            <a:ext cx="1207008" cy="301752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첫 번째 생일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45920"/>
            <a:ext cx="5318607" cy="475488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394A"/>
                </a:solidFill>
              </a:rPr>
              <a:t>대표 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233007" y="1645920"/>
            <a:ext cx="5318607" cy="475488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394A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719511" y="475488"/>
            <a:ext cx="1207008" cy="301752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19511" y="737006"/>
            <a:ext cx="1207008" cy="301752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719511" y="998524"/>
            <a:ext cx="1207008" cy="301752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한 해의 순간들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719511" y="475488"/>
            <a:ext cx="1207008" cy="301752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19511" y="737006"/>
            <a:ext cx="1207008" cy="301752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719511" y="998524"/>
            <a:ext cx="1207008" cy="301752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사진 모음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413683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187287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960891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40080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3413683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6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187287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7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8960891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CCE9F5"/>
          </a:solidFill>
          <a:ln w="19050">
            <a:solidFill>
              <a:srgbClr val="25799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394A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2057400"/>
            <a:ext cx="10241023" cy="1828800"/>
          </a:xfrm>
          <a:prstGeom prst="homePlat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3886200"/>
            <a:ext cx="9509522" cy="64008"/>
          </a:xfrm>
          <a:prstGeom prst="rect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9329659" y="672084"/>
            <a:ext cx="2798064" cy="699516"/>
          </a:xfrm>
          <a:prstGeom prst="wave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9329659" y="1278331"/>
            <a:ext cx="2798064" cy="699516"/>
          </a:xfrm>
          <a:prstGeom prst="wav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9329659" y="1884578"/>
            <a:ext cx="2798064" cy="699516"/>
          </a:xfrm>
          <a:prstGeom prst="wav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01" y="2167128"/>
            <a:ext cx="8778020" cy="1609344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</a:rPr>
              <a:t>함께해 주셔서 감사합니다</a:t>
            </a:r>
          </a:p>
        </p:txBody>
      </p:sp>
      <p:sp>
        <p:nvSpPr>
          <p:cNvPr id="8" name="한 줄 문구"/>
          <p:cNvSpPr txBox="1"/>
          <p:nvPr/>
        </p:nvSpPr>
        <p:spPr>
          <a:xfrm>
            <a:off x="731501" y="416052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394A"/>
                </a:solidFill>
              </a:rPr>
              <a:t>첫 번째 생일을 축하해 주셔서 고맙습니다</a:t>
            </a:r>
          </a:p>
        </p:txBody>
      </p:sp>
      <p:sp>
        <p:nvSpPr>
          <p:cNvPr id="9" name="안내 문구"/>
          <p:cNvSpPr txBox="1"/>
          <p:nvPr/>
        </p:nvSpPr>
        <p:spPr>
          <a:xfrm>
            <a:off x="731501" y="502920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11394A"/>
      </a:dk2>
      <a:lt2>
        <a:srgbClr val="EEF7FB"/>
      </a:lt2>
      <a:accent1>
        <a:srgbClr val="25799D"/>
      </a:accent1>
      <a:accent2>
        <a:srgbClr val="913B4C"/>
      </a:accent2>
      <a:accent3>
        <a:srgbClr val="11394A"/>
      </a:accent3>
      <a:accent4>
        <a:srgbClr val="CCE9F5"/>
      </a:accent4>
      <a:accent5>
        <a:srgbClr val="5B5A74"/>
      </a:accent5>
      <a:accent6>
        <a:srgbClr val="708892"/>
      </a:accent6>
      <a:hlink>
        <a:srgbClr val="25799D"/>
      </a:hlink>
      <a:folHlink>
        <a:srgbClr val="1139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