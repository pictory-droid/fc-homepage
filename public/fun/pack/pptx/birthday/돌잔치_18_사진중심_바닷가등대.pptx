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1394A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394A"/>
                </a:solidFill>
              </a:rPr>
              <a:t>백일 사진과 지금 사진을 나란히 놓았습니다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우리 아기를 소개합니다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45920"/>
            <a:ext cx="3840480" cy="4572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1394A"/>
                </a:solidFill>
              </a:rPr>
              <a:t>아기 사진을 넣어 주세요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4846320" y="164592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394A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394A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394A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394A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394A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394A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첫 번째 생일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45920"/>
            <a:ext cx="5318607" cy="475488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1394A"/>
                </a:solidFill>
              </a:rPr>
              <a:t>대표 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233007" y="1645920"/>
            <a:ext cx="5318607" cy="475488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1394A"/>
                </a:solidFill>
              </a:rPr>
              <a:t>대표 사진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한 해의 순간들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38218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36356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38218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36356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사진 모음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4592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3413683" y="164592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187287" y="164592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960891" y="164592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11480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3413683" y="411480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6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187287" y="411480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7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960891" y="411480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1394A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394A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사진 중심)">
  <a:themeElements>
    <a:clrScheme name="Office">
      <a:dk1>
        <a:sysClr val="windowText" lastClr="000000"/>
      </a:dk1>
      <a:lt1>
        <a:sysClr val="window" lastClr="FFFFFF"/>
      </a:lt1>
      <a:dk2>
        <a:srgbClr val="11394A"/>
      </a:dk2>
      <a:lt2>
        <a:srgbClr val="EEF7FB"/>
      </a:lt2>
      <a:accent1>
        <a:srgbClr val="25799D"/>
      </a:accent1>
      <a:accent2>
        <a:srgbClr val="913B4C"/>
      </a:accent2>
      <a:accent3>
        <a:srgbClr val="11394A"/>
      </a:accent3>
      <a:accent4>
        <a:srgbClr val="CCE9F5"/>
      </a:accent4>
      <a:accent5>
        <a:srgbClr val="5B5A74"/>
      </a:accent5>
      <a:accent6>
        <a:srgbClr val="708892"/>
      </a:accent6>
      <a:hlink>
        <a:srgbClr val="25799D"/>
      </a:hlink>
      <a:folHlink>
        <a:srgbClr val="11394A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슬라이드(사진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