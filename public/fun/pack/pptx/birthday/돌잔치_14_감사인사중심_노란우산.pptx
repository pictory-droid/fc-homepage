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오셔서 같이 밥 한 끼 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1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초대합니다</a:t>
            </a:r>
          </a:p>
        </p:txBody>
      </p:sp>
      <p:sp>
        <p:nvSpPr>
          <p:cNvPr id="6" name="초대 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9C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초대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부모의 한마디</a:t>
            </a:r>
          </a:p>
        </p:txBody>
      </p:sp>
      <p:sp>
        <p:nvSpPr>
          <p:cNvPr id="6" name="편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9C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편지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