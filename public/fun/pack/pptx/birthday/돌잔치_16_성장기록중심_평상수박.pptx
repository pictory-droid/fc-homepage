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15F59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59"/>
                </a:solidFill>
              </a:rPr>
              <a:t>처음 이가 나던 날을 기억합니다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C5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A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59"/>
                </a:solidFill>
              </a:rPr>
              <a:t>우리 아기를 소개합니다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5F59"/>
                </a:solidFill>
              </a:rPr>
              <a:t>아기 사진을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59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59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59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59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59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15F59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C5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A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59"/>
                </a:solidFill>
              </a:rPr>
              <a:t>한 해 성장 기록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822960" y="3291840"/>
            <a:ext cx="10545775" cy="54864"/>
          </a:xfrm>
          <a:prstGeom prst="rect">
            <a:avLst/>
          </a:prstGeom>
          <a:solidFill>
            <a:srgbClr val="D1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676369" y="3108960"/>
            <a:ext cx="402336" cy="402336"/>
          </a:xfrm>
          <a:prstGeom prst="ellipse">
            <a:avLst/>
          </a:prstGeom>
          <a:solidFill>
            <a:srgbClr val="26C5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C5B8"/>
                </a:solidFill>
              </a:rPr>
              <a:t>1개월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59"/>
                </a:solidFill>
              </a:rPr>
              <a:t>처음 눈을 맞춘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0" name="때 2"/>
          <p:cNvSpPr/>
          <p:nvPr/>
        </p:nvSpPr>
        <p:spPr>
          <a:xfrm>
            <a:off x="3785524" y="3108960"/>
            <a:ext cx="402336" cy="402336"/>
          </a:xfrm>
          <a:prstGeom prst="ellipse">
            <a:avLst/>
          </a:prstGeom>
          <a:solidFill>
            <a:srgbClr val="26C5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7835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C5B8"/>
                </a:solidFill>
              </a:rPr>
              <a:t>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3555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59"/>
                </a:solidFill>
              </a:rPr>
              <a:t>처음 웃은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3555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4" name="때 3"/>
          <p:cNvSpPr/>
          <p:nvPr/>
        </p:nvSpPr>
        <p:spPr>
          <a:xfrm>
            <a:off x="5894679" y="3108960"/>
            <a:ext cx="402336" cy="402336"/>
          </a:xfrm>
          <a:prstGeom prst="ellipse">
            <a:avLst/>
          </a:prstGeom>
          <a:solidFill>
            <a:srgbClr val="26C5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6990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C5B8"/>
                </a:solidFill>
              </a:rPr>
              <a:t>6개월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2710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59"/>
                </a:solidFill>
              </a:rPr>
              <a:t>뒤집기 성공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2710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18" name="때 4"/>
          <p:cNvSpPr/>
          <p:nvPr/>
        </p:nvSpPr>
        <p:spPr>
          <a:xfrm>
            <a:off x="8003834" y="3108960"/>
            <a:ext cx="402336" cy="402336"/>
          </a:xfrm>
          <a:prstGeom prst="ellipse">
            <a:avLst/>
          </a:prstGeom>
          <a:solidFill>
            <a:srgbClr val="26C5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145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C5B8"/>
                </a:solidFill>
              </a:rPr>
              <a:t>9개월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1865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59"/>
                </a:solidFill>
              </a:rPr>
              <a:t>첫 이유식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1865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  <p:sp>
        <p:nvSpPr>
          <p:cNvPr id="22" name="때 5"/>
          <p:cNvSpPr/>
          <p:nvPr/>
        </p:nvSpPr>
        <p:spPr>
          <a:xfrm>
            <a:off x="10112989" y="3108960"/>
            <a:ext cx="402336" cy="402336"/>
          </a:xfrm>
          <a:prstGeom prst="ellipse">
            <a:avLst/>
          </a:prstGeom>
          <a:solidFill>
            <a:srgbClr val="26C5B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5300" y="2468880"/>
            <a:ext cx="2017715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6C5B8"/>
                </a:solidFill>
              </a:rPr>
              <a:t>12개월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1020" y="3657600"/>
            <a:ext cx="192627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15F59"/>
                </a:solidFill>
              </a:rPr>
              <a:t>첫 걸음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1020" y="4160520"/>
            <a:ext cx="1926275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2B2B2B"/>
                </a:solidFill>
              </a:rPr>
              <a:t>기억을 적어 주세요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C5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A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59"/>
                </a:solidFill>
              </a:rPr>
              <a:t>키와 몸무게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822960" y="1554480"/>
          <a:ext cx="10545775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9155"/>
                <a:gridCol w="2109155"/>
                <a:gridCol w="2109155"/>
                <a:gridCol w="2109155"/>
                <a:gridCol w="2109155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B8"/>
                      </a:solidFill>
                      <a:prstDash val="solid"/>
                    </a:lnL>
                    <a:lnR w="9525" cap="flat" cmpd="sng" algn="ctr">
                      <a:solidFill>
                        <a:srgbClr val="26C5B8"/>
                      </a:solidFill>
                      <a:prstDash val="solid"/>
                    </a:lnR>
                    <a:lnT w="9525" cap="flat" cmpd="sng" algn="ctr">
                      <a:solidFill>
                        <a:srgbClr val="26C5B8"/>
                      </a:solidFill>
                      <a:prstDash val="solid"/>
                    </a:lnT>
                    <a:lnB w="9525" cap="flat" cmpd="sng" algn="ctr">
                      <a:solidFill>
                        <a:srgbClr val="26C5B8"/>
                      </a:solidFill>
                      <a:prstDash val="solid"/>
                    </a:lnB>
                    <a:solidFill>
                      <a:srgbClr val="26C5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3개월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B8"/>
                      </a:solidFill>
                      <a:prstDash val="solid"/>
                    </a:lnL>
                    <a:lnR w="9525" cap="flat" cmpd="sng" algn="ctr">
                      <a:solidFill>
                        <a:srgbClr val="26C5B8"/>
                      </a:solidFill>
                      <a:prstDash val="solid"/>
                    </a:lnR>
                    <a:lnT w="9525" cap="flat" cmpd="sng" algn="ctr">
                      <a:solidFill>
                        <a:srgbClr val="26C5B8"/>
                      </a:solidFill>
                      <a:prstDash val="solid"/>
                    </a:lnT>
                    <a:lnB w="9525" cap="flat" cmpd="sng" algn="ctr">
                      <a:solidFill>
                        <a:srgbClr val="26C5B8"/>
                      </a:solidFill>
                      <a:prstDash val="solid"/>
                    </a:lnB>
                    <a:solidFill>
                      <a:srgbClr val="26C5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6개월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B8"/>
                      </a:solidFill>
                      <a:prstDash val="solid"/>
                    </a:lnL>
                    <a:lnR w="9525" cap="flat" cmpd="sng" algn="ctr">
                      <a:solidFill>
                        <a:srgbClr val="26C5B8"/>
                      </a:solidFill>
                      <a:prstDash val="solid"/>
                    </a:lnR>
                    <a:lnT w="9525" cap="flat" cmpd="sng" algn="ctr">
                      <a:solidFill>
                        <a:srgbClr val="26C5B8"/>
                      </a:solidFill>
                      <a:prstDash val="solid"/>
                    </a:lnT>
                    <a:lnB w="9525" cap="flat" cmpd="sng" algn="ctr">
                      <a:solidFill>
                        <a:srgbClr val="26C5B8"/>
                      </a:solidFill>
                      <a:prstDash val="solid"/>
                    </a:lnB>
                    <a:solidFill>
                      <a:srgbClr val="26C5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9개월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B8"/>
                      </a:solidFill>
                      <a:prstDash val="solid"/>
                    </a:lnL>
                    <a:lnR w="9525" cap="flat" cmpd="sng" algn="ctr">
                      <a:solidFill>
                        <a:srgbClr val="26C5B8"/>
                      </a:solidFill>
                      <a:prstDash val="solid"/>
                    </a:lnR>
                    <a:lnT w="9525" cap="flat" cmpd="sng" algn="ctr">
                      <a:solidFill>
                        <a:srgbClr val="26C5B8"/>
                      </a:solidFill>
                      <a:prstDash val="solid"/>
                    </a:lnT>
                    <a:lnB w="9525" cap="flat" cmpd="sng" algn="ctr">
                      <a:solidFill>
                        <a:srgbClr val="26C5B8"/>
                      </a:solidFill>
                      <a:prstDash val="solid"/>
                    </a:lnB>
                    <a:solidFill>
                      <a:srgbClr val="26C5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12개월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6C5B8"/>
                      </a:solidFill>
                      <a:prstDash val="solid"/>
                    </a:lnL>
                    <a:lnR w="9525" cap="flat" cmpd="sng" algn="ctr">
                      <a:solidFill>
                        <a:srgbClr val="26C5B8"/>
                      </a:solidFill>
                      <a:prstDash val="solid"/>
                    </a:lnR>
                    <a:lnT w="9525" cap="flat" cmpd="sng" algn="ctr">
                      <a:solidFill>
                        <a:srgbClr val="26C5B8"/>
                      </a:solidFill>
                      <a:prstDash val="solid"/>
                    </a:lnT>
                    <a:lnB w="9525" cap="flat" cmpd="sng" algn="ctr">
                      <a:solidFill>
                        <a:srgbClr val="26C5B8"/>
                      </a:solidFill>
                      <a:prstDash val="solid"/>
                    </a:lnB>
                    <a:solidFill>
                      <a:srgbClr val="26C5B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59"/>
                          </a:solidFill>
                        </a:rPr>
                        <a:t>키(cm)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59"/>
                          </a:solidFill>
                        </a:rPr>
                        <a:t>몸무게(kg)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EEFC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15F59"/>
                          </a:solidFill>
                        </a:rPr>
                        <a:t>새로 한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D1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F7"/>
                      </a:solidFill>
                      <a:prstDash val="solid"/>
                    </a:lnL>
                    <a:lnR w="9525" cap="flat" cmpd="sng" algn="ctr">
                      <a:solidFill>
                        <a:srgbClr val="D1FAF7"/>
                      </a:solidFill>
                      <a:prstDash val="solid"/>
                    </a:lnR>
                    <a:lnT w="9525" cap="flat" cmpd="sng" algn="ctr">
                      <a:solidFill>
                        <a:srgbClr val="D1FAF7"/>
                      </a:solidFill>
                      <a:prstDash val="solid"/>
                    </a:lnT>
                    <a:lnB w="9525" cap="flat" cmpd="sng" algn="ctr">
                      <a:solidFill>
                        <a:srgbClr val="D1FAF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26C5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1FA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59"/>
                </a:solidFill>
              </a:rPr>
              <a:t>사진 모음</a:t>
            </a:r>
          </a:p>
        </p:txBody>
      </p:sp>
      <p:sp>
        <p:nvSpPr>
          <p:cNvPr id="5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6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7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D1FAF7"/>
          </a:solidFill>
          <a:ln w="19050">
            <a:solidFill>
              <a:srgbClr val="26C5B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15F59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15F59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15F59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성장 기록 중심)">
  <a:themeElements>
    <a:clrScheme name="Office">
      <a:dk1>
        <a:sysClr val="windowText" lastClr="000000"/>
      </a:dk1>
      <a:lt1>
        <a:sysClr val="window" lastClr="FFFFFF"/>
      </a:lt1>
      <a:dk2>
        <a:srgbClr val="115F59"/>
      </a:dk2>
      <a:lt2>
        <a:srgbClr val="EEFCFB"/>
      </a:lt2>
      <a:accent1>
        <a:srgbClr val="26C5B8"/>
      </a:accent1>
      <a:accent2>
        <a:srgbClr val="209DB6"/>
      </a:accent2>
      <a:accent3>
        <a:srgbClr val="115F59"/>
      </a:accent3>
      <a:accent4>
        <a:srgbClr val="D1FAF7"/>
      </a:accent4>
      <a:accent5>
        <a:srgbClr val="23B1B7"/>
      </a:accent5>
      <a:accent6>
        <a:srgbClr val="709F9B"/>
      </a:accent6>
      <a:hlink>
        <a:srgbClr val="26C5B8"/>
      </a:hlink>
      <a:folHlink>
        <a:srgbClr val="115F5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슬라이드(성장 기록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