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53C26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53C26"/>
                </a:solidFill>
              </a:rPr>
              <a:t>처음 이가 나던 날을 기억합니다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840480" cy="443484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53C26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5029200" y="1554480"/>
          <a:ext cx="633953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51073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53C26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53C26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53C26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53C26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53C26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53C26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한 해 성장 기록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822960" y="3291840"/>
            <a:ext cx="10545775" cy="54864"/>
          </a:xfrm>
          <a:prstGeom prst="rect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676369" y="3108960"/>
            <a:ext cx="402336" cy="402336"/>
          </a:xfrm>
          <a:prstGeom prst="ellipse">
            <a:avLst/>
          </a:prstGeom>
          <a:solidFill>
            <a:srgbClr val="30885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017715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08854"/>
                </a:solidFill>
              </a:rPr>
              <a:t>1개월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926275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53C26"/>
                </a:solidFill>
              </a:rPr>
              <a:t>처음 눈을 맞춘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926275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3785524" y="3108960"/>
            <a:ext cx="402336" cy="402336"/>
          </a:xfrm>
          <a:prstGeom prst="ellipse">
            <a:avLst/>
          </a:prstGeom>
          <a:solidFill>
            <a:srgbClr val="30885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7835" y="2468880"/>
            <a:ext cx="2017715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08854"/>
                </a:solidFill>
              </a:rPr>
              <a:t>3개월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3555" y="3657600"/>
            <a:ext cx="1926275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53C26"/>
                </a:solidFill>
              </a:rPr>
              <a:t>처음 웃은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3555" y="4160520"/>
            <a:ext cx="1926275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5894679" y="3108960"/>
            <a:ext cx="402336" cy="402336"/>
          </a:xfrm>
          <a:prstGeom prst="ellipse">
            <a:avLst/>
          </a:prstGeom>
          <a:solidFill>
            <a:srgbClr val="30885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6990" y="2468880"/>
            <a:ext cx="2017715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08854"/>
                </a:solidFill>
              </a:rPr>
              <a:t>6개월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2710" y="3657600"/>
            <a:ext cx="1926275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53C26"/>
                </a:solidFill>
              </a:rPr>
              <a:t>뒤집기 성공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2710" y="4160520"/>
            <a:ext cx="1926275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8003834" y="3108960"/>
            <a:ext cx="402336" cy="402336"/>
          </a:xfrm>
          <a:prstGeom prst="ellipse">
            <a:avLst/>
          </a:prstGeom>
          <a:solidFill>
            <a:srgbClr val="30885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96145" y="2468880"/>
            <a:ext cx="2017715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08854"/>
                </a:solidFill>
              </a:rPr>
              <a:t>9개월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1865" y="3657600"/>
            <a:ext cx="1926275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53C26"/>
                </a:solidFill>
              </a:rPr>
              <a:t>첫 이유식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1865" y="4160520"/>
            <a:ext cx="1926275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2" name="때 5"/>
          <p:cNvSpPr/>
          <p:nvPr/>
        </p:nvSpPr>
        <p:spPr>
          <a:xfrm>
            <a:off x="10112989" y="3108960"/>
            <a:ext cx="402336" cy="402336"/>
          </a:xfrm>
          <a:prstGeom prst="ellipse">
            <a:avLst/>
          </a:prstGeom>
          <a:solidFill>
            <a:srgbClr val="30885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5300" y="2468880"/>
            <a:ext cx="2017715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08854"/>
                </a:solidFill>
              </a:rPr>
              <a:t>12개월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1020" y="3657600"/>
            <a:ext cx="1926275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53C26"/>
                </a:solidFill>
              </a:rPr>
              <a:t>첫 걸음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1020" y="4160520"/>
            <a:ext cx="1926275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키와 몸무게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9155"/>
                <a:gridCol w="2109155"/>
                <a:gridCol w="2109155"/>
                <a:gridCol w="2109155"/>
                <a:gridCol w="2109155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08854"/>
                      </a:solidFill>
                      <a:prstDash val="solid"/>
                    </a:lnL>
                    <a:lnR w="9525" cap="flat" cmpd="sng" algn="ctr">
                      <a:solidFill>
                        <a:srgbClr val="308854"/>
                      </a:solidFill>
                      <a:prstDash val="solid"/>
                    </a:lnR>
                    <a:lnT w="9525" cap="flat" cmpd="sng" algn="ctr">
                      <a:solidFill>
                        <a:srgbClr val="308854"/>
                      </a:solidFill>
                      <a:prstDash val="solid"/>
                    </a:lnT>
                    <a:lnB w="9525" cap="flat" cmpd="sng" algn="ctr">
                      <a:solidFill>
                        <a:srgbClr val="308854"/>
                      </a:solidFill>
                      <a:prstDash val="solid"/>
                    </a:lnB>
                    <a:solidFill>
                      <a:srgbClr val="3088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08854"/>
                      </a:solidFill>
                      <a:prstDash val="solid"/>
                    </a:lnL>
                    <a:lnR w="9525" cap="flat" cmpd="sng" algn="ctr">
                      <a:solidFill>
                        <a:srgbClr val="308854"/>
                      </a:solidFill>
                      <a:prstDash val="solid"/>
                    </a:lnR>
                    <a:lnT w="9525" cap="flat" cmpd="sng" algn="ctr">
                      <a:solidFill>
                        <a:srgbClr val="308854"/>
                      </a:solidFill>
                      <a:prstDash val="solid"/>
                    </a:lnT>
                    <a:lnB w="9525" cap="flat" cmpd="sng" algn="ctr">
                      <a:solidFill>
                        <a:srgbClr val="308854"/>
                      </a:solidFill>
                      <a:prstDash val="solid"/>
                    </a:lnB>
                    <a:solidFill>
                      <a:srgbClr val="3088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08854"/>
                      </a:solidFill>
                      <a:prstDash val="solid"/>
                    </a:lnL>
                    <a:lnR w="9525" cap="flat" cmpd="sng" algn="ctr">
                      <a:solidFill>
                        <a:srgbClr val="308854"/>
                      </a:solidFill>
                      <a:prstDash val="solid"/>
                    </a:lnR>
                    <a:lnT w="9525" cap="flat" cmpd="sng" algn="ctr">
                      <a:solidFill>
                        <a:srgbClr val="308854"/>
                      </a:solidFill>
                      <a:prstDash val="solid"/>
                    </a:lnT>
                    <a:lnB w="9525" cap="flat" cmpd="sng" algn="ctr">
                      <a:solidFill>
                        <a:srgbClr val="308854"/>
                      </a:solidFill>
                      <a:prstDash val="solid"/>
                    </a:lnB>
                    <a:solidFill>
                      <a:srgbClr val="3088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08854"/>
                      </a:solidFill>
                      <a:prstDash val="solid"/>
                    </a:lnL>
                    <a:lnR w="9525" cap="flat" cmpd="sng" algn="ctr">
                      <a:solidFill>
                        <a:srgbClr val="308854"/>
                      </a:solidFill>
                      <a:prstDash val="solid"/>
                    </a:lnR>
                    <a:lnT w="9525" cap="flat" cmpd="sng" algn="ctr">
                      <a:solidFill>
                        <a:srgbClr val="308854"/>
                      </a:solidFill>
                      <a:prstDash val="solid"/>
                    </a:lnT>
                    <a:lnB w="9525" cap="flat" cmpd="sng" algn="ctr">
                      <a:solidFill>
                        <a:srgbClr val="308854"/>
                      </a:solidFill>
                      <a:prstDash val="solid"/>
                    </a:lnB>
                    <a:solidFill>
                      <a:srgbClr val="3088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08854"/>
                      </a:solidFill>
                      <a:prstDash val="solid"/>
                    </a:lnL>
                    <a:lnR w="9525" cap="flat" cmpd="sng" algn="ctr">
                      <a:solidFill>
                        <a:srgbClr val="308854"/>
                      </a:solidFill>
                      <a:prstDash val="solid"/>
                    </a:lnR>
                    <a:lnT w="9525" cap="flat" cmpd="sng" algn="ctr">
                      <a:solidFill>
                        <a:srgbClr val="308854"/>
                      </a:solidFill>
                      <a:prstDash val="solid"/>
                    </a:lnT>
                    <a:lnB w="9525" cap="flat" cmpd="sng" algn="ctr">
                      <a:solidFill>
                        <a:srgbClr val="308854"/>
                      </a:solidFill>
                      <a:prstDash val="solid"/>
                    </a:lnB>
                    <a:solidFill>
                      <a:srgbClr val="30885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53C26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53C26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53C26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505123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869451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22960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505123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869451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53C26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53C26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153C26"/>
      </a:dk2>
      <a:lt2>
        <a:srgbClr val="F0FAF4"/>
      </a:lt2>
      <a:accent1>
        <a:srgbClr val="308854"/>
      </a:accent1>
      <a:accent2>
        <a:srgbClr val="8A3B91"/>
      </a:accent2>
      <a:accent3>
        <a:srgbClr val="153C26"/>
      </a:accent3>
      <a:accent4>
        <a:srgbClr val="D0F1DE"/>
      </a:accent4>
      <a:accent5>
        <a:srgbClr val="5D6272"/>
      </a:accent5>
      <a:accent6>
        <a:srgbClr val="738A7D"/>
      </a:accent6>
      <a:hlink>
        <a:srgbClr val="308854"/>
      </a:hlink>
      <a:folHlink>
        <a:srgbClr val="153C26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