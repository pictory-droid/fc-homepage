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F2DB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F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연필을 잡을까, 실을 잡을까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DF7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F27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AEE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D1"/>
                      </a:solidFill>
                      <a:prstDash val="solid"/>
                    </a:lnL>
                    <a:lnR w="9525" cap="flat" cmpd="sng" algn="ctr">
                      <a:solidFill>
                        <a:srgbClr val="FAEED1"/>
                      </a:solidFill>
                      <a:prstDash val="solid"/>
                    </a:lnR>
                    <a:lnT w="9525" cap="flat" cmpd="sng" algn="ctr">
                      <a:solidFill>
                        <a:srgbClr val="FAEED1"/>
                      </a:solidFill>
                      <a:prstDash val="solid"/>
                    </a:lnT>
                    <a:lnB w="9525" cap="flat" cmpd="sng" algn="ctr">
                      <a:solidFill>
                        <a:srgbClr val="FAE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돌잡이 이야기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EE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2538145" cy="82296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E9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3F27"/>
                </a:solidFill>
              </a:rPr>
              <a:t>연필 · 공부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학문과 총명을 바라는 마음</a:t>
            </a:r>
          </a:p>
        </p:txBody>
      </p:sp>
      <p:sp>
        <p:nvSpPr>
          <p:cNvPr id="11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EE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3434257" y="1792224"/>
            <a:ext cx="2538145" cy="82296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3607993" y="1965960"/>
            <a:ext cx="457200" cy="457200"/>
          </a:xfrm>
          <a:prstGeom prst="ellipse">
            <a:avLst/>
          </a:prstGeom>
          <a:solidFill>
            <a:srgbClr val="E9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3F27"/>
                </a:solidFill>
              </a:rPr>
              <a:t>실 · 장수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건강하고 오래 살기를</a:t>
            </a:r>
          </a:p>
        </p:txBody>
      </p:sp>
      <p:sp>
        <p:nvSpPr>
          <p:cNvPr id="16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EE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6219291" y="1792224"/>
            <a:ext cx="2538145" cy="82296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6393027" y="1965960"/>
            <a:ext cx="457200" cy="457200"/>
          </a:xfrm>
          <a:prstGeom prst="ellipse">
            <a:avLst/>
          </a:prstGeom>
          <a:solidFill>
            <a:srgbClr val="E9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3F27"/>
                </a:solidFill>
              </a:rPr>
              <a:t>돈 · 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넉넉한 삶을 바라는 마음</a:t>
            </a:r>
          </a:p>
        </p:txBody>
      </p:sp>
      <p:sp>
        <p:nvSpPr>
          <p:cNvPr id="21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EE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위쪽 띠"/>
          <p:cNvSpPr/>
          <p:nvPr/>
        </p:nvSpPr>
        <p:spPr>
          <a:xfrm>
            <a:off x="9004325" y="1792224"/>
            <a:ext cx="2538145" cy="82296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9178061" y="1965960"/>
            <a:ext cx="457200" cy="457200"/>
          </a:xfrm>
          <a:prstGeom prst="ellipse">
            <a:avLst/>
          </a:prstGeom>
          <a:solidFill>
            <a:srgbClr val="E9F3B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93F27"/>
                </a:solidFill>
              </a:rPr>
              <a:t>마이크 · 인기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아기의 선택은?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4572000" cy="457200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돌잡이 사진</a:t>
            </a:r>
          </a:p>
        </p:txBody>
      </p:sp>
      <p:sp>
        <p:nvSpPr>
          <p:cNvPr id="7" name="선택 칸"/>
          <p:cNvSpPr/>
          <p:nvPr/>
        </p:nvSpPr>
        <p:spPr>
          <a:xfrm>
            <a:off x="5577840" y="1783080"/>
            <a:ext cx="5973775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AEE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5586984" y="1792224"/>
            <a:ext cx="5955487" cy="82296"/>
          </a:xfrm>
          <a:prstGeom prst="rect">
            <a:avLst/>
          </a:prstGeom>
          <a:solidFill>
            <a:srgbClr val="EDD3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057400"/>
            <a:ext cx="5425135" cy="4023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F2D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FAEE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F2DB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F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493F27"/>
      </a:dk2>
      <a:lt2>
        <a:srgbClr val="FDF7EA"/>
      </a:lt2>
      <a:accent1>
        <a:srgbClr val="EDD397"/>
      </a:accent1>
      <a:accent2>
        <a:srgbClr val="E9F3BA"/>
      </a:accent2>
      <a:accent3>
        <a:srgbClr val="493F27"/>
      </a:accent3>
      <a:accent4>
        <a:srgbClr val="FAEED1"/>
      </a:accent4>
      <a:accent5>
        <a:srgbClr val="EBE3A8"/>
      </a:accent5>
      <a:accent6>
        <a:srgbClr val="928C7D"/>
      </a:accent6>
      <a:hlink>
        <a:srgbClr val="EDD397"/>
      </a:hlink>
      <a:folHlink>
        <a:srgbClr val="493F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