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416905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512260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10602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42165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6E570C"/>
                </a:solidFill>
              </a:rPr>
              <a:t>첫 번째 생일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6E570C"/>
                </a:solidFill>
              </a:rPr>
              <a:t>해바라기처럼 해맑은 첫 번째 생일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우리 아기를 소개합니다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31520" y="160020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E570C"/>
                </a:solidFill>
              </a:rPr>
              <a:t>아기 사진을 넣어 주세요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/>
        </p:nvGraphicFramePr>
        <p:xfrm>
          <a:off x="4937759" y="1600200"/>
          <a:ext cx="652241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DF9E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E570C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AEE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EEC6"/>
                      </a:solidFill>
                      <a:prstDash val="solid"/>
                    </a:lnL>
                    <a:lnR w="9525" cap="flat" cmpd="sng" algn="ctr">
                      <a:solidFill>
                        <a:srgbClr val="FAEEC6"/>
                      </a:solidFill>
                      <a:prstDash val="solid"/>
                    </a:lnR>
                    <a:lnT w="9525" cap="flat" cmpd="sng" algn="ctr">
                      <a:solidFill>
                        <a:srgbClr val="FAEEC6"/>
                      </a:solidFill>
                      <a:prstDash val="solid"/>
                    </a:lnT>
                    <a:lnB w="9525" cap="flat" cmpd="sng" algn="ctr">
                      <a:solidFill>
                        <a:srgbClr val="FAEE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돌잡이 이야기</a:t>
            </a:r>
          </a:p>
        </p:txBody>
      </p:sp>
      <p:sp>
        <p:nvSpPr>
          <p:cNvPr id="8" name="카드 1"/>
          <p:cNvSpPr/>
          <p:nvPr/>
        </p:nvSpPr>
        <p:spPr>
          <a:xfrm>
            <a:off x="731520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6E570C"/>
                </a:solidFill>
              </a:rPr>
              <a:t>연필 · 공부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학문과 총명을 바라는 마음</a:t>
            </a:r>
          </a:p>
        </p:txBody>
      </p:sp>
      <p:sp>
        <p:nvSpPr>
          <p:cNvPr id="12" name="카드 2"/>
          <p:cNvSpPr/>
          <p:nvPr/>
        </p:nvSpPr>
        <p:spPr>
          <a:xfrm>
            <a:off x="3470833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3653713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993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6E570C"/>
                </a:solidFill>
              </a:rPr>
              <a:t>실 · 장수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993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건강하고 오래 살기를</a:t>
            </a:r>
          </a:p>
        </p:txBody>
      </p:sp>
      <p:sp>
        <p:nvSpPr>
          <p:cNvPr id="16" name="카드 3"/>
          <p:cNvSpPr/>
          <p:nvPr/>
        </p:nvSpPr>
        <p:spPr>
          <a:xfrm>
            <a:off x="6210147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7307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6E570C"/>
                </a:solidFill>
              </a:rPr>
              <a:t>돈 · 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7307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넉넉한 삶을 바라는 마음</a:t>
            </a:r>
          </a:p>
        </p:txBody>
      </p:sp>
      <p:sp>
        <p:nvSpPr>
          <p:cNvPr id="20" name="카드 4"/>
          <p:cNvSpPr/>
          <p:nvPr/>
        </p:nvSpPr>
        <p:spPr>
          <a:xfrm>
            <a:off x="8949461" y="1600200"/>
            <a:ext cx="2510713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5875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4"/>
          <p:cNvSpPr/>
          <p:nvPr/>
        </p:nvSpPr>
        <p:spPr>
          <a:xfrm>
            <a:off x="9132341" y="1783080"/>
            <a:ext cx="457200" cy="457200"/>
          </a:xfrm>
          <a:prstGeom prst="ellipse">
            <a:avLst/>
          </a:prstGeom>
          <a:solidFill>
            <a:srgbClr val="CAA01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6621" y="2377440"/>
            <a:ext cx="223639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6E570C"/>
                </a:solidFill>
              </a:rPr>
              <a:t>마이크 · 인기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6621" y="3063240"/>
            <a:ext cx="2236393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B2B2B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우리 아기의 선택은?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31520" y="1600200"/>
            <a:ext cx="4572000" cy="46177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6E570C"/>
                </a:solidFill>
              </a:rPr>
              <a:t>돌잡이 사진</a:t>
            </a:r>
          </a:p>
        </p:txBody>
      </p:sp>
      <p:sp>
        <p:nvSpPr>
          <p:cNvPr id="9" name="선택 칸"/>
          <p:cNvSpPr/>
          <p:nvPr/>
        </p:nvSpPr>
        <p:spPr>
          <a:xfrm>
            <a:off x="5669280" y="1600200"/>
            <a:ext cx="5790895" cy="4617720"/>
          </a:xfrm>
          <a:prstGeom prst="roundRect">
            <a:avLst>
              <a:gd name="adj" fmla="val 8000"/>
            </a:avLst>
          </a:prstGeom>
          <a:solidFill>
            <a:srgbClr val="FDF9ED"/>
          </a:solidFill>
          <a:ln w="12700">
            <a:solidFill>
              <a:srgbClr val="FAEE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874519"/>
            <a:ext cx="5242255" cy="4069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B2B2B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591495" y="548640"/>
            <a:ext cx="822960" cy="822960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55346" y="1474807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87675" y="1553192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52258" y="1546383"/>
            <a:ext cx="91440" cy="91440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6E570C"/>
                </a:solidFill>
              </a:rPr>
              <a:t>사진 모음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31520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1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59403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2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3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915171" y="16002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4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731520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5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3459403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6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187287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7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915171" y="4000500"/>
            <a:ext cx="2545003" cy="2217420"/>
          </a:xfrm>
          <a:prstGeom prst="roundRect">
            <a:avLst>
              <a:gd name="adj" fmla="val 6000"/>
            </a:avLst>
          </a:prstGeom>
          <a:solidFill>
            <a:srgbClr val="FAEEC6"/>
          </a:solidFill>
          <a:ln w="19050">
            <a:solidFill>
              <a:srgbClr val="CAA01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6E570C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57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416905" y="692658"/>
            <a:ext cx="1357884" cy="1357884"/>
          </a:xfrm>
          <a:prstGeom prst="sun">
            <a:avLst/>
          </a:prstGeom>
          <a:solidFill>
            <a:srgbClr val="CAA0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512260" y="2220833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410602" y="2350169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342165" y="2338935"/>
            <a:ext cx="150876" cy="150876"/>
          </a:xfrm>
          <a:prstGeom prst="ellipse">
            <a:avLst/>
          </a:prstGeom>
          <a:solidFill>
            <a:srgbClr val="FAE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6E570C"/>
                </a:solidFill>
              </a:rPr>
              <a:t>함께해 주셔서 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6E570C"/>
                </a:solidFill>
              </a:rPr>
              <a:t>첫 번째 생일을 축하해 주셔서 고맙습니다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6E570C"/>
      </a:dk2>
      <a:lt2>
        <a:srgbClr val="FDF9ED"/>
      </a:lt2>
      <a:accent1>
        <a:srgbClr val="CAA016"/>
      </a:accent1>
      <a:accent2>
        <a:srgbClr val="3B7A91"/>
      </a:accent2>
      <a:accent3>
        <a:srgbClr val="6E570C"/>
      </a:accent3>
      <a:accent4>
        <a:srgbClr val="FAEEC6"/>
      </a:accent4>
      <a:accent5>
        <a:srgbClr val="828D54"/>
      </a:accent5>
      <a:accent6>
        <a:srgbClr val="A89A6D"/>
      </a:accent6>
      <a:hlink>
        <a:srgbClr val="CAA016"/>
      </a:hlink>
      <a:folHlink>
        <a:srgbClr val="6E570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