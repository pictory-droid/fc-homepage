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0782259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0414036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9955499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8808791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9270768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7836792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83A23"/>
                </a:solidFill>
              </a:rPr>
              <a:t>첫 번째 생일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성탄 선물보다 더 큰 선물, 너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 아기를 소개합니다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83A23"/>
                </a:solidFill>
              </a:rPr>
              <a:t>아기 사진을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83A23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돌잡이 이야기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연필 · 공부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15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실 · 장수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9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돈 · 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23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마이크 · 인기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 아기의 선택은?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4572000" cy="480060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83A23"/>
                </a:solidFill>
              </a:rPr>
              <a:t>돌잡이 사진</a:t>
            </a:r>
          </a:p>
        </p:txBody>
      </p:sp>
      <p:sp>
        <p:nvSpPr>
          <p:cNvPr id="12" name="선택 칸"/>
          <p:cNvSpPr/>
          <p:nvPr/>
        </p:nvSpPr>
        <p:spPr>
          <a:xfrm>
            <a:off x="5577840" y="1600200"/>
            <a:ext cx="5973775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2700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874519"/>
            <a:ext cx="5425135" cy="4251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사진 모음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6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7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0782259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0414036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9955499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8808791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9270768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7836792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83A23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첫 번째 생일을 축하해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