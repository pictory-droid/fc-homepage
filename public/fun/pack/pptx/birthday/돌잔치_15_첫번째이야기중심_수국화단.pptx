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4115F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4115F"/>
                </a:solidFill>
              </a:rPr>
              <a:t>집에 처음 데려온 날 온 가족이 모였습니다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4115F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115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1EE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115F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115F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1EE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115F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115F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1EE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115F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태어난 날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임신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소식을 들은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출산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첫 만남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품에 안은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4D26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6C5"/>
                </a:solidFill>
              </a:rPr>
              <a:t>집으로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함께 돌아온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첫 번째 순간들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5875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첫 웃음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5875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3736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첫 뒤집기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5875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첫 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1EEFC"/>
          </a:solidFill>
          <a:ln w="15875">
            <a:solidFill>
              <a:srgbClr val="DBD1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37360"/>
            <a:ext cx="457200" cy="457200"/>
          </a:xfrm>
          <a:prstGeom prst="ellipse">
            <a:avLst/>
          </a:prstGeom>
          <a:solidFill>
            <a:srgbClr val="4D26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4115F"/>
                </a:solidFill>
              </a:rPr>
              <a:t>첫 걸음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4D26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4115F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solidFill>
              <a:srgbClr val="4D26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4115F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411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4115F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24115F"/>
      </a:dk2>
      <a:lt2>
        <a:srgbClr val="F1EEFC"/>
      </a:lt2>
      <a:accent1>
        <a:srgbClr val="4D26C5"/>
      </a:accent1>
      <a:accent2>
        <a:srgbClr val="209DB6"/>
      </a:accent2>
      <a:accent3>
        <a:srgbClr val="24115F"/>
      </a:accent3>
      <a:accent4>
        <a:srgbClr val="DBD1FA"/>
      </a:accent4>
      <a:accent5>
        <a:srgbClr val="3662BE"/>
      </a:accent5>
      <a:accent6>
        <a:srgbClr val="7C709F"/>
      </a:accent6>
      <a:hlink>
        <a:srgbClr val="4D26C5"/>
      </a:hlink>
      <a:folHlink>
        <a:srgbClr val="2411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