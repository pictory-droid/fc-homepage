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7347F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집에 처음 데려온 날 온 가족이 모였습니다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7347F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5544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태어난 날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임신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소식을 들은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출산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첫 만남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품에 안은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집으로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함께 돌아온 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첫 번째 순간들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첫 웃음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첫 뒤집기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첫 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첫 걸음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7347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47347F"/>
      </a:dk2>
      <a:lt2>
        <a:srgbClr val="F3F1F9"/>
      </a:lt2>
      <a:accent1>
        <a:srgbClr val="745CBC"/>
      </a:accent1>
      <a:accent2>
        <a:srgbClr val="917B3B"/>
      </a:accent2>
      <a:accent3>
        <a:srgbClr val="47347F"/>
      </a:accent3>
      <a:accent4>
        <a:srgbClr val="D9D2EF"/>
      </a:accent4>
      <a:accent5>
        <a:srgbClr val="826C7C"/>
      </a:accent5>
      <a:accent6>
        <a:srgbClr val="9185B2"/>
      </a:accent6>
      <a:hlink>
        <a:srgbClr val="745CBC"/>
      </a:hlink>
      <a:folHlink>
        <a:srgbClr val="47347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