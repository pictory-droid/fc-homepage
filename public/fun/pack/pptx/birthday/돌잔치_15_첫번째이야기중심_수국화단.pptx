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8A5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0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집에 처음 데려온 날 온 가족이 모였습니다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027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0274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0274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0274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0274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EFEA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0274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DB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D1FA"/>
                      </a:solidFill>
                      <a:prstDash val="solid"/>
                    </a:lnL>
                    <a:lnR w="9525" cap="flat" cmpd="sng" algn="ctr">
                      <a:solidFill>
                        <a:srgbClr val="DBD1FA"/>
                      </a:solidFill>
                      <a:prstDash val="solid"/>
                    </a:lnR>
                    <a:lnT w="9525" cap="flat" cmpd="sng" algn="ctr">
                      <a:solidFill>
                        <a:srgbClr val="DBD1FA"/>
                      </a:solidFill>
                      <a:prstDash val="solid"/>
                    </a:lnT>
                    <a:lnB w="9525" cap="flat" cmpd="sng" algn="ctr">
                      <a:solidFill>
                        <a:srgbClr val="DB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태어난 날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임신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소식을 들은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출산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태어난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첫 만남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품에 안은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집으로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함께 돌아온 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순간들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EF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첫 웃음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0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EF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첫 뒤집기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4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EF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첫 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8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EF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첫 걸음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04143" y="246888"/>
            <a:ext cx="237744" cy="237744"/>
          </a:xfrm>
          <a:prstGeom prst="teardrop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8A5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0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302749"/>
      </a:dk2>
      <a:lt2>
        <a:srgbClr val="EFEAFD"/>
      </a:lt2>
      <a:accent1>
        <a:srgbClr val="977BEA"/>
      </a:accent1>
      <a:accent2>
        <a:srgbClr val="D89FEF"/>
      </a:accent2>
      <a:accent3>
        <a:srgbClr val="302749"/>
      </a:accent3>
      <a:accent4>
        <a:srgbClr val="DBD1FA"/>
      </a:accent4>
      <a:accent5>
        <a:srgbClr val="B88DEC"/>
      </a:accent5>
      <a:accent6>
        <a:srgbClr val="837D92"/>
      </a:accent6>
      <a:hlink>
        <a:srgbClr val="977BEA"/>
      </a:hlink>
      <a:folHlink>
        <a:srgbClr val="3027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