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1285F"/>
                </a:solidFill>
              </a:rPr>
              <a:t>첫 번째 생일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1285F"/>
                </a:solidFill>
              </a:rPr>
              <a:t>오셔서 같이 밥 한 끼 해 주세요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2027.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2655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209DB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1285F"/>
                </a:solidFill>
              </a:rPr>
              <a:t>우리 아기를 소개합니다</a:t>
            </a:r>
          </a:p>
        </p:txBody>
      </p:sp>
      <p:sp>
        <p:nvSpPr>
          <p:cNvPr id="5" name="사진 자리"/>
          <p:cNvSpPr/>
          <p:nvPr/>
        </p:nvSpPr>
        <p:spPr>
          <a:xfrm>
            <a:off x="914400" y="1600200"/>
            <a:ext cx="3840480" cy="4617720"/>
          </a:xfrm>
          <a:prstGeom prst="roundRect">
            <a:avLst>
              <a:gd name="adj" fmla="val 6000"/>
            </a:avLst>
          </a:prstGeom>
          <a:solidFill>
            <a:srgbClr val="D1DDFA"/>
          </a:solidFill>
          <a:ln w="19050">
            <a:solidFill>
              <a:srgbClr val="2655C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1285F"/>
                </a:solidFill>
              </a:rPr>
              <a:t>아기 사진을 넣어 주세요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5120640" y="1600200"/>
          <a:ext cx="643097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60217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1285F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D1D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EEF2FC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1285F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D1D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1285F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D1D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EEF2FC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1285F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D1D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1285F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D1D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EEF2FC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1285F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D1D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2655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209DB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1285F"/>
                </a:solidFill>
              </a:rPr>
              <a:t>초대합니다</a:t>
            </a:r>
          </a:p>
        </p:txBody>
      </p:sp>
      <p:sp>
        <p:nvSpPr>
          <p:cNvPr id="5" name="초대 글 칸"/>
          <p:cNvSpPr/>
          <p:nvPr/>
        </p:nvSpPr>
        <p:spPr>
          <a:xfrm>
            <a:off x="914400" y="1600200"/>
            <a:ext cx="10637215" cy="4800600"/>
          </a:xfrm>
          <a:prstGeom prst="roundRect">
            <a:avLst>
              <a:gd name="adj" fmla="val 8000"/>
            </a:avLst>
          </a:prstGeom>
          <a:solidFill>
            <a:srgbClr val="EEF2FC"/>
          </a:solidFill>
          <a:ln w="12700">
            <a:solidFill>
              <a:srgbClr val="D1DD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초대 글"/>
          <p:cNvSpPr txBox="1"/>
          <p:nvPr/>
        </p:nvSpPr>
        <p:spPr>
          <a:xfrm>
            <a:off x="1371600" y="1965960"/>
            <a:ext cx="9722815" cy="4069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저희 아이의 첫 생일에 모십니다.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오셔서 같이 밥 한 끼 해 주세요.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일시 · 장소를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2655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209DB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1285F"/>
                </a:solidFill>
              </a:rPr>
              <a:t>부모의 한마디</a:t>
            </a:r>
          </a:p>
        </p:txBody>
      </p:sp>
      <p:sp>
        <p:nvSpPr>
          <p:cNvPr id="5" name="편지 칸"/>
          <p:cNvSpPr/>
          <p:nvPr/>
        </p:nvSpPr>
        <p:spPr>
          <a:xfrm>
            <a:off x="914400" y="1600200"/>
            <a:ext cx="10637215" cy="4800600"/>
          </a:xfrm>
          <a:prstGeom prst="roundRect">
            <a:avLst>
              <a:gd name="adj" fmla="val 8000"/>
            </a:avLst>
          </a:prstGeom>
          <a:solidFill>
            <a:srgbClr val="D1DDFA"/>
          </a:solidFill>
          <a:ln w="12700">
            <a:solidFill>
              <a:srgbClr val="2655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편지 글"/>
          <p:cNvSpPr txBox="1"/>
          <p:nvPr/>
        </p:nvSpPr>
        <p:spPr>
          <a:xfrm>
            <a:off x="1371600" y="1965960"/>
            <a:ext cx="9722815" cy="4069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사랑하는 우리 아기에게</a:t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엄마 아빠의 마음을 적어 주세요.</a:t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― 엄마 아빠가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2655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209DB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1285F"/>
                </a:solidFill>
              </a:rPr>
              <a:t>사진 모음</a:t>
            </a:r>
          </a:p>
        </p:txBody>
      </p:sp>
      <p:sp>
        <p:nvSpPr>
          <p:cNvPr id="5" name="사진 자리"/>
          <p:cNvSpPr/>
          <p:nvPr/>
        </p:nvSpPr>
        <p:spPr>
          <a:xfrm>
            <a:off x="914400" y="1600200"/>
            <a:ext cx="2522143" cy="2308860"/>
          </a:xfrm>
          <a:prstGeom prst="roundRect">
            <a:avLst>
              <a:gd name="adj" fmla="val 6000"/>
            </a:avLst>
          </a:prstGeom>
          <a:solidFill>
            <a:srgbClr val="D1DDFA"/>
          </a:solidFill>
          <a:ln w="19050">
            <a:solidFill>
              <a:srgbClr val="2655C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285F"/>
                </a:solidFill>
              </a:rPr>
              <a:t>사진 1</a:t>
            </a:r>
          </a:p>
        </p:txBody>
      </p:sp>
      <p:sp>
        <p:nvSpPr>
          <p:cNvPr id="6" name="사진 자리"/>
          <p:cNvSpPr/>
          <p:nvPr/>
        </p:nvSpPr>
        <p:spPr>
          <a:xfrm>
            <a:off x="3619423" y="1600200"/>
            <a:ext cx="2522143" cy="2308860"/>
          </a:xfrm>
          <a:prstGeom prst="roundRect">
            <a:avLst>
              <a:gd name="adj" fmla="val 6000"/>
            </a:avLst>
          </a:prstGeom>
          <a:solidFill>
            <a:srgbClr val="D1DDFA"/>
          </a:solidFill>
          <a:ln w="19050">
            <a:solidFill>
              <a:srgbClr val="2655C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285F"/>
                </a:solidFill>
              </a:rPr>
              <a:t>사진 2</a:t>
            </a:r>
          </a:p>
        </p:txBody>
      </p:sp>
      <p:sp>
        <p:nvSpPr>
          <p:cNvPr id="7" name="사진 자리"/>
          <p:cNvSpPr/>
          <p:nvPr/>
        </p:nvSpPr>
        <p:spPr>
          <a:xfrm>
            <a:off x="6324447" y="1600200"/>
            <a:ext cx="2522143" cy="2308860"/>
          </a:xfrm>
          <a:prstGeom prst="roundRect">
            <a:avLst>
              <a:gd name="adj" fmla="val 6000"/>
            </a:avLst>
          </a:prstGeom>
          <a:solidFill>
            <a:srgbClr val="D1DDFA"/>
          </a:solidFill>
          <a:ln w="19050">
            <a:solidFill>
              <a:srgbClr val="2655C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285F"/>
                </a:solidFill>
              </a:rPr>
              <a:t>사진 3</a:t>
            </a:r>
          </a:p>
        </p:txBody>
      </p:sp>
      <p:sp>
        <p:nvSpPr>
          <p:cNvPr id="8" name="사진 자리"/>
          <p:cNvSpPr/>
          <p:nvPr/>
        </p:nvSpPr>
        <p:spPr>
          <a:xfrm>
            <a:off x="9029471" y="1600200"/>
            <a:ext cx="2522143" cy="2308860"/>
          </a:xfrm>
          <a:prstGeom prst="roundRect">
            <a:avLst>
              <a:gd name="adj" fmla="val 6000"/>
            </a:avLst>
          </a:prstGeom>
          <a:solidFill>
            <a:srgbClr val="D1DDFA"/>
          </a:solidFill>
          <a:ln w="19050">
            <a:solidFill>
              <a:srgbClr val="2655C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285F"/>
                </a:solidFill>
              </a:rPr>
              <a:t>사진 4</a:t>
            </a:r>
          </a:p>
        </p:txBody>
      </p:sp>
      <p:sp>
        <p:nvSpPr>
          <p:cNvPr id="9" name="사진 자리"/>
          <p:cNvSpPr/>
          <p:nvPr/>
        </p:nvSpPr>
        <p:spPr>
          <a:xfrm>
            <a:off x="914400" y="4091939"/>
            <a:ext cx="2522143" cy="2308860"/>
          </a:xfrm>
          <a:prstGeom prst="roundRect">
            <a:avLst>
              <a:gd name="adj" fmla="val 6000"/>
            </a:avLst>
          </a:prstGeom>
          <a:solidFill>
            <a:srgbClr val="D1DDFA"/>
          </a:solidFill>
          <a:ln w="19050">
            <a:solidFill>
              <a:srgbClr val="2655C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285F"/>
                </a:solidFill>
              </a:rPr>
              <a:t>사진 5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3619423" y="4091939"/>
            <a:ext cx="2522143" cy="2308860"/>
          </a:xfrm>
          <a:prstGeom prst="roundRect">
            <a:avLst>
              <a:gd name="adj" fmla="val 6000"/>
            </a:avLst>
          </a:prstGeom>
          <a:solidFill>
            <a:srgbClr val="D1DDFA"/>
          </a:solidFill>
          <a:ln w="19050">
            <a:solidFill>
              <a:srgbClr val="2655C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285F"/>
                </a:solidFill>
              </a:rPr>
              <a:t>사진 6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6324447" y="4091939"/>
            <a:ext cx="2522143" cy="2308860"/>
          </a:xfrm>
          <a:prstGeom prst="roundRect">
            <a:avLst>
              <a:gd name="adj" fmla="val 6000"/>
            </a:avLst>
          </a:prstGeom>
          <a:solidFill>
            <a:srgbClr val="D1DDFA"/>
          </a:solidFill>
          <a:ln w="19050">
            <a:solidFill>
              <a:srgbClr val="2655C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285F"/>
                </a:solidFill>
              </a:rPr>
              <a:t>사진 7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9029471" y="4091939"/>
            <a:ext cx="2522143" cy="2308860"/>
          </a:xfrm>
          <a:prstGeom prst="roundRect">
            <a:avLst>
              <a:gd name="adj" fmla="val 6000"/>
            </a:avLst>
          </a:prstGeom>
          <a:solidFill>
            <a:srgbClr val="D1DDFA"/>
          </a:solidFill>
          <a:ln w="19050">
            <a:solidFill>
              <a:srgbClr val="2655C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285F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11285F"/>
                </a:solidFill>
              </a:rPr>
              <a:t>와 주셔서 고맙습니다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1285F"/>
                </a:solidFill>
              </a:rPr>
              <a:t>아이가 한 살이 되었습니다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감사 인사 중심)">
  <a:themeElements>
    <a:clrScheme name="Office">
      <a:dk1>
        <a:sysClr val="windowText" lastClr="000000"/>
      </a:dk1>
      <a:lt1>
        <a:sysClr val="window" lastClr="FFFFFF"/>
      </a:lt1>
      <a:dk2>
        <a:srgbClr val="11285F"/>
      </a:dk2>
      <a:lt2>
        <a:srgbClr val="EEF2FC"/>
      </a:lt2>
      <a:accent1>
        <a:srgbClr val="2655C5"/>
      </a:accent1>
      <a:accent2>
        <a:srgbClr val="209DB6"/>
      </a:accent2>
      <a:accent3>
        <a:srgbClr val="11285F"/>
      </a:accent3>
      <a:accent4>
        <a:srgbClr val="D1DDFA"/>
      </a:accent4>
      <a:accent5>
        <a:srgbClr val="2379BE"/>
      </a:accent5>
      <a:accent6>
        <a:srgbClr val="707E9F"/>
      </a:accent6>
      <a:hlink>
        <a:srgbClr val="2655C5"/>
      </a:hlink>
      <a:folHlink>
        <a:srgbClr val="11285F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슬라이드(감사 인사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