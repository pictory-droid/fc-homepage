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9294D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294D"/>
                </a:solidFill>
              </a:rPr>
              <a:t>오셔서 같이 밥 한 끼 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0DAF1"/>
          </a:solidFill>
          <a:ln w="19050">
            <a:solidFill>
              <a:srgbClr val="33529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9294D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5120640" y="1600200"/>
          <a:ext cx="643097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0217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294D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294D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294D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294D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294D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0F3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294D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D0D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DAF1"/>
                      </a:solidFill>
                      <a:prstDash val="solid"/>
                    </a:lnL>
                    <a:lnR w="9525" cap="flat" cmpd="sng" algn="ctr">
                      <a:solidFill>
                        <a:srgbClr val="D0DAF1"/>
                      </a:solidFill>
                      <a:prstDash val="solid"/>
                    </a:lnR>
                    <a:lnT w="9525" cap="flat" cmpd="sng" algn="ctr">
                      <a:solidFill>
                        <a:srgbClr val="D0DAF1"/>
                      </a:solidFill>
                      <a:prstDash val="solid"/>
                    </a:lnT>
                    <a:lnB w="9525" cap="flat" cmpd="sng" algn="ctr">
                      <a:solidFill>
                        <a:srgbClr val="D0DAF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초대합니다</a:t>
            </a:r>
          </a:p>
        </p:txBody>
      </p:sp>
      <p:sp>
        <p:nvSpPr>
          <p:cNvPr id="5" name="초대 글 칸"/>
          <p:cNvSpPr/>
          <p:nvPr/>
        </p:nvSpPr>
        <p:spPr>
          <a:xfrm>
            <a:off x="914400" y="1600200"/>
            <a:ext cx="10637215" cy="4800600"/>
          </a:xfrm>
          <a:prstGeom prst="roundRect">
            <a:avLst>
              <a:gd name="adj" fmla="val 8000"/>
            </a:avLst>
          </a:prstGeom>
          <a:solidFill>
            <a:srgbClr val="F0F3FA"/>
          </a:solidFill>
          <a:ln w="12700">
            <a:solidFill>
              <a:srgbClr val="D0DAF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초대 글"/>
          <p:cNvSpPr txBox="1"/>
          <p:nvPr/>
        </p:nvSpPr>
        <p:spPr>
          <a:xfrm>
            <a:off x="1371600" y="1965960"/>
            <a:ext cx="972281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부모의 한마디</a:t>
            </a:r>
          </a:p>
        </p:txBody>
      </p:sp>
      <p:sp>
        <p:nvSpPr>
          <p:cNvPr id="5" name="편지 칸"/>
          <p:cNvSpPr/>
          <p:nvPr/>
        </p:nvSpPr>
        <p:spPr>
          <a:xfrm>
            <a:off x="914400" y="1600200"/>
            <a:ext cx="10637215" cy="4800600"/>
          </a:xfrm>
          <a:prstGeom prst="roundRect">
            <a:avLst>
              <a:gd name="adj" fmla="val 8000"/>
            </a:avLst>
          </a:prstGeom>
          <a:solidFill>
            <a:srgbClr val="D0DAF1"/>
          </a:solidFill>
          <a:ln w="12700">
            <a:solidFill>
              <a:srgbClr val="3352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편지 글"/>
          <p:cNvSpPr txBox="1"/>
          <p:nvPr/>
        </p:nvSpPr>
        <p:spPr>
          <a:xfrm>
            <a:off x="1371600" y="1965960"/>
            <a:ext cx="972281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914C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294D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0DAF1"/>
          </a:solidFill>
          <a:ln w="19050">
            <a:solidFill>
              <a:srgbClr val="33529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294D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619423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0DAF1"/>
          </a:solidFill>
          <a:ln w="19050">
            <a:solidFill>
              <a:srgbClr val="33529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294D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324447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0DAF1"/>
          </a:solidFill>
          <a:ln w="19050">
            <a:solidFill>
              <a:srgbClr val="33529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294D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029471" y="1600200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0DAF1"/>
          </a:solidFill>
          <a:ln w="19050">
            <a:solidFill>
              <a:srgbClr val="33529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294D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914400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0DAF1"/>
          </a:solidFill>
          <a:ln w="19050">
            <a:solidFill>
              <a:srgbClr val="33529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294D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619423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0DAF1"/>
          </a:solidFill>
          <a:ln w="19050">
            <a:solidFill>
              <a:srgbClr val="33529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294D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324447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0DAF1"/>
          </a:solidFill>
          <a:ln w="19050">
            <a:solidFill>
              <a:srgbClr val="33529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294D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9029471" y="4091939"/>
            <a:ext cx="2522143" cy="2308860"/>
          </a:xfrm>
          <a:prstGeom prst="roundRect">
            <a:avLst>
              <a:gd name="adj" fmla="val 6000"/>
            </a:avLst>
          </a:prstGeom>
          <a:solidFill>
            <a:srgbClr val="D0DAF1"/>
          </a:solidFill>
          <a:ln w="19050">
            <a:solidFill>
              <a:srgbClr val="33529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294D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9294D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294D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19294D"/>
      </a:dk2>
      <a:lt2>
        <a:srgbClr val="F0F3FA"/>
      </a:lt2>
      <a:accent1>
        <a:srgbClr val="335299"/>
      </a:accent1>
      <a:accent2>
        <a:srgbClr val="914C3B"/>
      </a:accent2>
      <a:accent3>
        <a:srgbClr val="19294D"/>
      </a:accent3>
      <a:accent4>
        <a:srgbClr val="D0DAF1"/>
      </a:accent4>
      <a:accent5>
        <a:srgbClr val="624F6A"/>
      </a:accent5>
      <a:accent6>
        <a:srgbClr val="757F94"/>
      </a:accent6>
      <a:hlink>
        <a:srgbClr val="335299"/>
      </a:hlink>
      <a:folHlink>
        <a:srgbClr val="19294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