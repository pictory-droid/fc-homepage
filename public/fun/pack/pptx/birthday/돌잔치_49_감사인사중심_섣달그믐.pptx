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91938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새해 첫 돌, 복 나눠 드리겠습니다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3840480" cy="448055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91938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983479" y="1554480"/>
          <a:ext cx="643097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60217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1F1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91938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D3D3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D3EE"/>
                      </a:solidFill>
                      <a:prstDash val="solid"/>
                    </a:lnL>
                    <a:lnR w="9525" cap="flat" cmpd="sng" algn="ctr">
                      <a:solidFill>
                        <a:srgbClr val="D3D3EE"/>
                      </a:solidFill>
                      <a:prstDash val="solid"/>
                    </a:lnR>
                    <a:lnT w="9525" cap="flat" cmpd="sng" algn="ctr">
                      <a:solidFill>
                        <a:srgbClr val="D3D3EE"/>
                      </a:solidFill>
                      <a:prstDash val="solid"/>
                    </a:lnT>
                    <a:lnB w="9525" cap="flat" cmpd="sng" algn="ctr">
                      <a:solidFill>
                        <a:srgbClr val="D3D3E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초대합니다</a:t>
            </a:r>
          </a:p>
        </p:txBody>
      </p:sp>
      <p:sp>
        <p:nvSpPr>
          <p:cNvPr id="4" name="초대 글 칸"/>
          <p:cNvSpPr/>
          <p:nvPr/>
        </p:nvSpPr>
        <p:spPr>
          <a:xfrm>
            <a:off x="777240" y="1554480"/>
            <a:ext cx="10637215" cy="4663440"/>
          </a:xfrm>
          <a:prstGeom prst="roundRect">
            <a:avLst>
              <a:gd name="adj" fmla="val 8000"/>
            </a:avLst>
          </a:prstGeom>
          <a:solidFill>
            <a:srgbClr val="F1F1F9"/>
          </a:solidFill>
          <a:ln w="12700">
            <a:solidFill>
              <a:srgbClr val="D3D3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초대 글"/>
          <p:cNvSpPr txBox="1"/>
          <p:nvPr/>
        </p:nvSpPr>
        <p:spPr>
          <a:xfrm>
            <a:off x="1234440" y="1920240"/>
            <a:ext cx="9722815" cy="3931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부모의 한마디</a:t>
            </a:r>
          </a:p>
        </p:txBody>
      </p:sp>
      <p:sp>
        <p:nvSpPr>
          <p:cNvPr id="4" name="편지 칸"/>
          <p:cNvSpPr/>
          <p:nvPr/>
        </p:nvSpPr>
        <p:spPr>
          <a:xfrm>
            <a:off x="777240" y="1554480"/>
            <a:ext cx="10637215" cy="4663440"/>
          </a:xfrm>
          <a:prstGeom prst="roundRect">
            <a:avLst>
              <a:gd name="adj" fmla="val 8000"/>
            </a:avLst>
          </a:prstGeom>
          <a:solidFill>
            <a:srgbClr val="D3D3EE"/>
          </a:solidFill>
          <a:ln w="12700">
            <a:solidFill>
              <a:srgbClr val="29295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편지 글"/>
          <p:cNvSpPr txBox="1"/>
          <p:nvPr/>
        </p:nvSpPr>
        <p:spPr>
          <a:xfrm>
            <a:off x="1234440" y="1920240"/>
            <a:ext cx="9722815" cy="39319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D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29295B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91938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40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82263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892311" y="1554480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77240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82263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892311" y="3977639"/>
            <a:ext cx="2522143" cy="2240279"/>
          </a:xfrm>
          <a:prstGeom prst="roundRect">
            <a:avLst>
              <a:gd name="adj" fmla="val 6000"/>
            </a:avLst>
          </a:prstGeom>
          <a:solidFill>
            <a:srgbClr val="D3D3EE"/>
          </a:solidFill>
          <a:ln w="19050">
            <a:solidFill>
              <a:srgbClr val="29295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91938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91938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91938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191938"/>
      </a:dk2>
      <a:lt2>
        <a:srgbClr val="F1F1F9"/>
      </a:lt2>
      <a:accent1>
        <a:srgbClr val="29295B"/>
      </a:accent1>
      <a:accent2>
        <a:srgbClr val="8D663F"/>
      </a:accent2>
      <a:accent3>
        <a:srgbClr val="191938"/>
      </a:accent3>
      <a:accent4>
        <a:srgbClr val="D3D3EE"/>
      </a:accent4>
      <a:accent5>
        <a:srgbClr val="5B484D"/>
      </a:accent5>
      <a:accent6>
        <a:srgbClr val="757588"/>
      </a:accent6>
      <a:hlink>
        <a:srgbClr val="29295B"/>
      </a:hlink>
      <a:folHlink>
        <a:srgbClr val="19193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