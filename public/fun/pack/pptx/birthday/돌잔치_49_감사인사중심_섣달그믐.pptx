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91938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새해 첫 돌, 복 나눠 드리겠습니다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91938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초대합니다</a:t>
            </a:r>
          </a:p>
        </p:txBody>
      </p:sp>
      <p:sp>
        <p:nvSpPr>
          <p:cNvPr id="4" name="초대 글 칸"/>
          <p:cNvSpPr/>
          <p:nvPr/>
        </p:nvSpPr>
        <p:spPr>
          <a:xfrm>
            <a:off x="777240" y="1554480"/>
            <a:ext cx="10637215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초대 글"/>
          <p:cNvSpPr txBox="1"/>
          <p:nvPr/>
        </p:nvSpPr>
        <p:spPr>
          <a:xfrm>
            <a:off x="1234440" y="1920240"/>
            <a:ext cx="9722815" cy="3931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부모의 한마디</a:t>
            </a:r>
          </a:p>
        </p:txBody>
      </p:sp>
      <p:sp>
        <p:nvSpPr>
          <p:cNvPr id="4" name="편지 칸"/>
          <p:cNvSpPr/>
          <p:nvPr/>
        </p:nvSpPr>
        <p:spPr>
          <a:xfrm>
            <a:off x="777240" y="1554480"/>
            <a:ext cx="10637215" cy="4663440"/>
          </a:xfrm>
          <a:prstGeom prst="roundRect">
            <a:avLst>
              <a:gd name="adj" fmla="val 8000"/>
            </a:avLst>
          </a:prstGeom>
          <a:solidFill>
            <a:srgbClr val="D3D3EE"/>
          </a:solidFill>
          <a:ln w="12700">
            <a:solidFill>
              <a:srgbClr val="2929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편지 글"/>
          <p:cNvSpPr txBox="1"/>
          <p:nvPr/>
        </p:nvSpPr>
        <p:spPr>
          <a:xfrm>
            <a:off x="1234440" y="1920240"/>
            <a:ext cx="9722815" cy="3931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91938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