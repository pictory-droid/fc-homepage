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85326A"/>
                </a:solidFill>
              </a:rPr>
              <a:t>첫 번째 생일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85326A"/>
                </a:solidFill>
              </a:rPr>
              <a:t>잠투정 많던 아기가 이제 걷습니다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5326A"/>
                </a:solidFill>
              </a:rPr>
              <a:t>우리 아기를 소개합니다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3840480" cy="4617720"/>
          </a:xfrm>
          <a:prstGeom prst="roundRect">
            <a:avLst>
              <a:gd name="adj" fmla="val 6000"/>
            </a:avLst>
          </a:prstGeom>
          <a:solidFill>
            <a:srgbClr val="F0D1E5"/>
          </a:solidFill>
          <a:ln w="19050">
            <a:solidFill>
              <a:srgbClr val="C15CA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5326A"/>
                </a:solidFill>
              </a:rPr>
              <a:t>아기 사진을 넣어 주세요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4846320" y="160020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85326A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0D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85326A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0D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85326A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0D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85326A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0D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85326A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0D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85326A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0D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5326A"/>
                </a:solidFill>
              </a:rPr>
              <a:t>한 해 성장 기록</a:t>
            </a:r>
          </a:p>
        </p:txBody>
      </p:sp>
      <p:sp>
        <p:nvSpPr>
          <p:cNvPr id="5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때 1"/>
          <p:cNvSpPr/>
          <p:nvPr/>
        </p:nvSpPr>
        <p:spPr>
          <a:xfrm>
            <a:off x="1530065" y="3154680"/>
            <a:ext cx="402336" cy="402336"/>
          </a:xfrm>
          <a:prstGeom prst="ellipse">
            <a:avLst/>
          </a:prstGeom>
          <a:solidFill>
            <a:srgbClr val="C15CA0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15CA0"/>
                </a:solidFill>
              </a:rPr>
              <a:t>1개월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370332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5326A"/>
                </a:solidFill>
              </a:rPr>
              <a:t>처음 눈을 맞춘 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420624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0" name="때 2"/>
          <p:cNvSpPr/>
          <p:nvPr/>
        </p:nvSpPr>
        <p:spPr>
          <a:xfrm>
            <a:off x="3712372" y="3154680"/>
            <a:ext cx="402336" cy="402336"/>
          </a:xfrm>
          <a:prstGeom prst="ellipse">
            <a:avLst/>
          </a:prstGeom>
          <a:solidFill>
            <a:srgbClr val="C15CA0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68107" y="251460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15CA0"/>
                </a:solidFill>
              </a:rPr>
              <a:t>3개월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13827" y="370332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5326A"/>
                </a:solidFill>
              </a:rPr>
              <a:t>처음 웃은 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3827" y="420624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4" name="때 3"/>
          <p:cNvSpPr/>
          <p:nvPr/>
        </p:nvSpPr>
        <p:spPr>
          <a:xfrm>
            <a:off x="5894679" y="3154680"/>
            <a:ext cx="402336" cy="402336"/>
          </a:xfrm>
          <a:prstGeom prst="ellipse">
            <a:avLst/>
          </a:prstGeom>
          <a:solidFill>
            <a:srgbClr val="C15CA0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50414" y="251460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15CA0"/>
                </a:solidFill>
              </a:rPr>
              <a:t>6개월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6134" y="370332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5326A"/>
                </a:solidFill>
              </a:rPr>
              <a:t>뒤집기 성공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6134" y="420624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8" name="때 4"/>
          <p:cNvSpPr/>
          <p:nvPr/>
        </p:nvSpPr>
        <p:spPr>
          <a:xfrm>
            <a:off x="8076986" y="3154680"/>
            <a:ext cx="402336" cy="402336"/>
          </a:xfrm>
          <a:prstGeom prst="ellipse">
            <a:avLst/>
          </a:prstGeom>
          <a:solidFill>
            <a:srgbClr val="C15CA0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32721" y="251460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15CA0"/>
                </a:solidFill>
              </a:rPr>
              <a:t>9개월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78441" y="370332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5326A"/>
                </a:solidFill>
              </a:rPr>
              <a:t>첫 이유식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78441" y="420624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22" name="때 5"/>
          <p:cNvSpPr/>
          <p:nvPr/>
        </p:nvSpPr>
        <p:spPr>
          <a:xfrm>
            <a:off x="10259293" y="3154680"/>
            <a:ext cx="402336" cy="402336"/>
          </a:xfrm>
          <a:prstGeom prst="ellipse">
            <a:avLst/>
          </a:prstGeom>
          <a:solidFill>
            <a:srgbClr val="C15CA0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5028" y="251460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15CA0"/>
                </a:solidFill>
              </a:rPr>
              <a:t>12개월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0748" y="370332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5326A"/>
                </a:solidFill>
              </a:rPr>
              <a:t>첫 걸음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0748" y="420624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5326A"/>
                </a:solidFill>
              </a:rPr>
              <a:t>키와 몸무게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5" cy="3291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82307"/>
                <a:gridCol w="2182307"/>
                <a:gridCol w="2182307"/>
                <a:gridCol w="2182307"/>
                <a:gridCol w="2182307"/>
              </a:tblGrid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15CA0"/>
                      </a:solidFill>
                      <a:prstDash val="solid"/>
                    </a:lnL>
                    <a:lnR w="9525" cap="flat" cmpd="sng" algn="ctr">
                      <a:solidFill>
                        <a:srgbClr val="C15CA0"/>
                      </a:solidFill>
                      <a:prstDash val="solid"/>
                    </a:lnR>
                    <a:lnT w="9525" cap="flat" cmpd="sng" algn="ctr">
                      <a:solidFill>
                        <a:srgbClr val="C15CA0"/>
                      </a:solidFill>
                      <a:prstDash val="solid"/>
                    </a:lnT>
                    <a:lnB w="9525" cap="flat" cmpd="sng" algn="ctr">
                      <a:solidFill>
                        <a:srgbClr val="C15CA0"/>
                      </a:solidFill>
                      <a:prstDash val="solid"/>
                    </a:lnB>
                    <a:solidFill>
                      <a:srgbClr val="C15C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3개월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15CA0"/>
                      </a:solidFill>
                      <a:prstDash val="solid"/>
                    </a:lnL>
                    <a:lnR w="9525" cap="flat" cmpd="sng" algn="ctr">
                      <a:solidFill>
                        <a:srgbClr val="C15CA0"/>
                      </a:solidFill>
                      <a:prstDash val="solid"/>
                    </a:lnR>
                    <a:lnT w="9525" cap="flat" cmpd="sng" algn="ctr">
                      <a:solidFill>
                        <a:srgbClr val="C15CA0"/>
                      </a:solidFill>
                      <a:prstDash val="solid"/>
                    </a:lnT>
                    <a:lnB w="9525" cap="flat" cmpd="sng" algn="ctr">
                      <a:solidFill>
                        <a:srgbClr val="C15CA0"/>
                      </a:solidFill>
                      <a:prstDash val="solid"/>
                    </a:lnB>
                    <a:solidFill>
                      <a:srgbClr val="C15C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6개월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15CA0"/>
                      </a:solidFill>
                      <a:prstDash val="solid"/>
                    </a:lnL>
                    <a:lnR w="9525" cap="flat" cmpd="sng" algn="ctr">
                      <a:solidFill>
                        <a:srgbClr val="C15CA0"/>
                      </a:solidFill>
                      <a:prstDash val="solid"/>
                    </a:lnR>
                    <a:lnT w="9525" cap="flat" cmpd="sng" algn="ctr">
                      <a:solidFill>
                        <a:srgbClr val="C15CA0"/>
                      </a:solidFill>
                      <a:prstDash val="solid"/>
                    </a:lnT>
                    <a:lnB w="9525" cap="flat" cmpd="sng" algn="ctr">
                      <a:solidFill>
                        <a:srgbClr val="C15CA0"/>
                      </a:solidFill>
                      <a:prstDash val="solid"/>
                    </a:lnB>
                    <a:solidFill>
                      <a:srgbClr val="C15C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9개월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15CA0"/>
                      </a:solidFill>
                      <a:prstDash val="solid"/>
                    </a:lnL>
                    <a:lnR w="9525" cap="flat" cmpd="sng" algn="ctr">
                      <a:solidFill>
                        <a:srgbClr val="C15CA0"/>
                      </a:solidFill>
                      <a:prstDash val="solid"/>
                    </a:lnR>
                    <a:lnT w="9525" cap="flat" cmpd="sng" algn="ctr">
                      <a:solidFill>
                        <a:srgbClr val="C15CA0"/>
                      </a:solidFill>
                      <a:prstDash val="solid"/>
                    </a:lnT>
                    <a:lnB w="9525" cap="flat" cmpd="sng" algn="ctr">
                      <a:solidFill>
                        <a:srgbClr val="C15CA0"/>
                      </a:solidFill>
                      <a:prstDash val="solid"/>
                    </a:lnB>
                    <a:solidFill>
                      <a:srgbClr val="C15C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12개월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15CA0"/>
                      </a:solidFill>
                      <a:prstDash val="solid"/>
                    </a:lnL>
                    <a:lnR w="9525" cap="flat" cmpd="sng" algn="ctr">
                      <a:solidFill>
                        <a:srgbClr val="C15CA0"/>
                      </a:solidFill>
                      <a:prstDash val="solid"/>
                    </a:lnR>
                    <a:lnT w="9525" cap="flat" cmpd="sng" algn="ctr">
                      <a:solidFill>
                        <a:srgbClr val="C15CA0"/>
                      </a:solidFill>
                      <a:prstDash val="solid"/>
                    </a:lnT>
                    <a:lnB w="9525" cap="flat" cmpd="sng" algn="ctr">
                      <a:solidFill>
                        <a:srgbClr val="C15CA0"/>
                      </a:solidFill>
                      <a:prstDash val="solid"/>
                    </a:lnB>
                    <a:solidFill>
                      <a:srgbClr val="C15CA0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85326A"/>
                          </a:solidFill>
                        </a:rPr>
                        <a:t>키(cm)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0D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85326A"/>
                          </a:solidFill>
                        </a:rPr>
                        <a:t>몸무게(kg)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0D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85326A"/>
                          </a:solidFill>
                        </a:rPr>
                        <a:t>새로 한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0D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5326A"/>
                </a:solidFill>
              </a:rPr>
              <a:t>사진 모음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0D1E5"/>
          </a:solidFill>
          <a:ln w="19050">
            <a:solidFill>
              <a:srgbClr val="C15CA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5326A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3413683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0D1E5"/>
          </a:solidFill>
          <a:ln w="19050">
            <a:solidFill>
              <a:srgbClr val="C15CA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5326A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187287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0D1E5"/>
          </a:solidFill>
          <a:ln w="19050">
            <a:solidFill>
              <a:srgbClr val="C15CA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5326A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960891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0D1E5"/>
          </a:solidFill>
          <a:ln w="19050">
            <a:solidFill>
              <a:srgbClr val="C15CA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5326A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0D1E5"/>
          </a:solidFill>
          <a:ln w="19050">
            <a:solidFill>
              <a:srgbClr val="C15CA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5326A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3413683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0D1E5"/>
          </a:solidFill>
          <a:ln w="19050">
            <a:solidFill>
              <a:srgbClr val="C15CA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5326A"/>
                </a:solidFill>
              </a:rPr>
              <a:t>사진 6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187287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0D1E5"/>
          </a:solidFill>
          <a:ln w="19050">
            <a:solidFill>
              <a:srgbClr val="C15CA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5326A"/>
                </a:solidFill>
              </a:rPr>
              <a:t>사진 7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960891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0D1E5"/>
          </a:solidFill>
          <a:ln w="19050">
            <a:solidFill>
              <a:srgbClr val="C15CA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5326A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85326A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85326A"/>
                </a:solidFill>
              </a:rPr>
              <a:t>아이가 한 살이 되었습니다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성장 기록 중심)">
  <a:themeElements>
    <a:clrScheme name="Office">
      <a:dk1>
        <a:sysClr val="windowText" lastClr="000000"/>
      </a:dk1>
      <a:lt1>
        <a:sysClr val="window" lastClr="FFFFFF"/>
      </a:lt1>
      <a:dk2>
        <a:srgbClr val="85326A"/>
      </a:dk2>
      <a:lt2>
        <a:srgbClr val="F9F0F6"/>
      </a:lt2>
      <a:accent1>
        <a:srgbClr val="C15CA0"/>
      </a:accent1>
      <a:accent2>
        <a:srgbClr val="49913B"/>
      </a:accent2>
      <a:accent3>
        <a:srgbClr val="85326A"/>
      </a:accent3>
      <a:accent4>
        <a:srgbClr val="F0D1E5"/>
      </a:accent4>
      <a:accent5>
        <a:srgbClr val="85766E"/>
      </a:accent5>
      <a:accent6>
        <a:srgbClr val="B684A6"/>
      </a:accent6>
      <a:hlink>
        <a:srgbClr val="C15CA0"/>
      </a:hlink>
      <a:folHlink>
        <a:srgbClr val="85326A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슬라이드(성장 기록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