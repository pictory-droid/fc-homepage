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ADD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73E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EBAD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잠투정 많던 아기가 이제 걷습니다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round2SameRect">
            <a:avLst/>
          </a:prstGeom>
          <a:solidFill>
            <a:srgbClr val="EBAD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F6D5EB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7830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E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6D5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E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6D5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E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6D5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E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6D5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E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6D5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E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6D5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round2SameRect">
            <a:avLst/>
          </a:prstGeom>
          <a:solidFill>
            <a:srgbClr val="EBAD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 해 성장 기록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F6D5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530065" y="3337560"/>
            <a:ext cx="402336" cy="402336"/>
          </a:xfrm>
          <a:prstGeom prst="ellipse">
            <a:avLst/>
          </a:prstGeom>
          <a:solidFill>
            <a:srgbClr val="D879B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D879B8"/>
                </a:solidFill>
              </a:rPr>
              <a:t>1개월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3E"/>
                </a:solidFill>
              </a:rPr>
              <a:t>처음 눈을 맞춘 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1" name="때 2"/>
          <p:cNvSpPr/>
          <p:nvPr/>
        </p:nvSpPr>
        <p:spPr>
          <a:xfrm>
            <a:off x="3712372" y="3337560"/>
            <a:ext cx="402336" cy="402336"/>
          </a:xfrm>
          <a:prstGeom prst="ellipse">
            <a:avLst/>
          </a:prstGeom>
          <a:solidFill>
            <a:srgbClr val="D879B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8107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D879B8"/>
                </a:solidFill>
              </a:rPr>
              <a:t>3개월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3827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3E"/>
                </a:solidFill>
              </a:rPr>
              <a:t>처음 웃은 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3827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5" name="때 3"/>
          <p:cNvSpPr/>
          <p:nvPr/>
        </p:nvSpPr>
        <p:spPr>
          <a:xfrm>
            <a:off x="5894679" y="3337560"/>
            <a:ext cx="402336" cy="402336"/>
          </a:xfrm>
          <a:prstGeom prst="ellipse">
            <a:avLst/>
          </a:prstGeom>
          <a:solidFill>
            <a:srgbClr val="D879B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50414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D879B8"/>
                </a:solidFill>
              </a:rPr>
              <a:t>6개월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96134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3E"/>
                </a:solidFill>
              </a:rPr>
              <a:t>뒤집기 성공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96134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9" name="때 4"/>
          <p:cNvSpPr/>
          <p:nvPr/>
        </p:nvSpPr>
        <p:spPr>
          <a:xfrm>
            <a:off x="8076986" y="3337560"/>
            <a:ext cx="402336" cy="402336"/>
          </a:xfrm>
          <a:prstGeom prst="ellipse">
            <a:avLst/>
          </a:prstGeom>
          <a:solidFill>
            <a:srgbClr val="D879B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721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D879B8"/>
                </a:solidFill>
              </a:rPr>
              <a:t>9개월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441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3E"/>
                </a:solidFill>
              </a:rPr>
              <a:t>첫 이유식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78441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23" name="때 5"/>
          <p:cNvSpPr/>
          <p:nvPr/>
        </p:nvSpPr>
        <p:spPr>
          <a:xfrm>
            <a:off x="10259293" y="3337560"/>
            <a:ext cx="402336" cy="402336"/>
          </a:xfrm>
          <a:prstGeom prst="ellipse">
            <a:avLst/>
          </a:prstGeom>
          <a:solidFill>
            <a:srgbClr val="D879B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5028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D879B8"/>
                </a:solidFill>
              </a:rPr>
              <a:t>12개월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0748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3E"/>
                </a:solidFill>
              </a:rPr>
              <a:t>첫 걸음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0748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round2SameRect">
            <a:avLst/>
          </a:prstGeom>
          <a:solidFill>
            <a:srgbClr val="EBAD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키와 몸무게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2307"/>
                <a:gridCol w="2182307"/>
                <a:gridCol w="2182307"/>
                <a:gridCol w="2182307"/>
                <a:gridCol w="2182307"/>
              </a:tblGrid>
              <a:tr h="82296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79B8"/>
                      </a:solidFill>
                      <a:prstDash val="solid"/>
                    </a:lnL>
                    <a:lnR w="9525" cap="flat" cmpd="sng" algn="ctr">
                      <a:solidFill>
                        <a:srgbClr val="D879B8"/>
                      </a:solidFill>
                      <a:prstDash val="solid"/>
                    </a:lnR>
                    <a:lnT w="9525" cap="flat" cmpd="sng" algn="ctr">
                      <a:solidFill>
                        <a:srgbClr val="D879B8"/>
                      </a:solidFill>
                      <a:prstDash val="solid"/>
                    </a:lnT>
                    <a:lnB w="9525" cap="flat" cmpd="sng" algn="ctr">
                      <a:solidFill>
                        <a:srgbClr val="D879B8"/>
                      </a:solidFill>
                      <a:prstDash val="solid"/>
                    </a:lnB>
                    <a:solidFill>
                      <a:srgbClr val="D879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3개월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79B8"/>
                      </a:solidFill>
                      <a:prstDash val="solid"/>
                    </a:lnL>
                    <a:lnR w="9525" cap="flat" cmpd="sng" algn="ctr">
                      <a:solidFill>
                        <a:srgbClr val="D879B8"/>
                      </a:solidFill>
                      <a:prstDash val="solid"/>
                    </a:lnR>
                    <a:lnT w="9525" cap="flat" cmpd="sng" algn="ctr">
                      <a:solidFill>
                        <a:srgbClr val="D879B8"/>
                      </a:solidFill>
                      <a:prstDash val="solid"/>
                    </a:lnT>
                    <a:lnB w="9525" cap="flat" cmpd="sng" algn="ctr">
                      <a:solidFill>
                        <a:srgbClr val="D879B8"/>
                      </a:solidFill>
                      <a:prstDash val="solid"/>
                    </a:lnB>
                    <a:solidFill>
                      <a:srgbClr val="D879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6개월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79B8"/>
                      </a:solidFill>
                      <a:prstDash val="solid"/>
                    </a:lnL>
                    <a:lnR w="9525" cap="flat" cmpd="sng" algn="ctr">
                      <a:solidFill>
                        <a:srgbClr val="D879B8"/>
                      </a:solidFill>
                      <a:prstDash val="solid"/>
                    </a:lnR>
                    <a:lnT w="9525" cap="flat" cmpd="sng" algn="ctr">
                      <a:solidFill>
                        <a:srgbClr val="D879B8"/>
                      </a:solidFill>
                      <a:prstDash val="solid"/>
                    </a:lnT>
                    <a:lnB w="9525" cap="flat" cmpd="sng" algn="ctr">
                      <a:solidFill>
                        <a:srgbClr val="D879B8"/>
                      </a:solidFill>
                      <a:prstDash val="solid"/>
                    </a:lnB>
                    <a:solidFill>
                      <a:srgbClr val="D879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9개월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79B8"/>
                      </a:solidFill>
                      <a:prstDash val="solid"/>
                    </a:lnL>
                    <a:lnR w="9525" cap="flat" cmpd="sng" algn="ctr">
                      <a:solidFill>
                        <a:srgbClr val="D879B8"/>
                      </a:solidFill>
                      <a:prstDash val="solid"/>
                    </a:lnR>
                    <a:lnT w="9525" cap="flat" cmpd="sng" algn="ctr">
                      <a:solidFill>
                        <a:srgbClr val="D879B8"/>
                      </a:solidFill>
                      <a:prstDash val="solid"/>
                    </a:lnT>
                    <a:lnB w="9525" cap="flat" cmpd="sng" algn="ctr">
                      <a:solidFill>
                        <a:srgbClr val="D879B8"/>
                      </a:solidFill>
                      <a:prstDash val="solid"/>
                    </a:lnB>
                    <a:solidFill>
                      <a:srgbClr val="D879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12개월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79B8"/>
                      </a:solidFill>
                      <a:prstDash val="solid"/>
                    </a:lnL>
                    <a:lnR w="9525" cap="flat" cmpd="sng" algn="ctr">
                      <a:solidFill>
                        <a:srgbClr val="D879B8"/>
                      </a:solidFill>
                      <a:prstDash val="solid"/>
                    </a:lnR>
                    <a:lnT w="9525" cap="flat" cmpd="sng" algn="ctr">
                      <a:solidFill>
                        <a:srgbClr val="D879B8"/>
                      </a:solidFill>
                      <a:prstDash val="solid"/>
                    </a:lnT>
                    <a:lnB w="9525" cap="flat" cmpd="sng" algn="ctr">
                      <a:solidFill>
                        <a:srgbClr val="D879B8"/>
                      </a:solidFill>
                      <a:prstDash val="solid"/>
                    </a:lnB>
                    <a:solidFill>
                      <a:srgbClr val="D879B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3E"/>
                          </a:solidFill>
                        </a:rPr>
                        <a:t>키(cm)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6D5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3E"/>
                          </a:solidFill>
                        </a:rPr>
                        <a:t>몸무게(kg)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6D5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3E"/>
                          </a:solidFill>
                        </a:rPr>
                        <a:t>새로 한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6D5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round2SameRect">
            <a:avLst/>
          </a:prstGeom>
          <a:solidFill>
            <a:srgbClr val="EBAD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5EB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5EB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5EB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5EB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5EB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5EB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5EB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5EB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ADD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73E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EBAD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성장 기록 중심)">
  <a:themeElements>
    <a:clrScheme name="Office">
      <a:dk1>
        <a:sysClr val="windowText" lastClr="000000"/>
      </a:dk1>
      <a:lt1>
        <a:sysClr val="window" lastClr="FFFFFF"/>
      </a:lt1>
      <a:dk2>
        <a:srgbClr val="49273E"/>
      </a:dk2>
      <a:lt2>
        <a:srgbClr val="FBECF6"/>
      </a:lt2>
      <a:accent1>
        <a:srgbClr val="D879B8"/>
      </a:accent1>
      <a:accent2>
        <a:srgbClr val="E198A7"/>
      </a:accent2>
      <a:accent3>
        <a:srgbClr val="49273E"/>
      </a:accent3>
      <a:accent4>
        <a:srgbClr val="F6D5EB"/>
      </a:accent4>
      <a:accent5>
        <a:srgbClr val="DC88B0"/>
      </a:accent5>
      <a:accent6>
        <a:srgbClr val="927D8B"/>
      </a:accent6>
      <a:hlink>
        <a:srgbClr val="D879B8"/>
      </a:hlink>
      <a:folHlink>
        <a:srgbClr val="49273E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