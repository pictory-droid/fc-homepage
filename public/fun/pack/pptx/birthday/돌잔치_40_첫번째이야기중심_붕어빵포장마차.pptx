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5B3D15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3D15"/>
                </a:solidFill>
              </a:rPr>
              <a:t>처음 이름을 불렀을 때 돌아본 날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아기를 소개합니다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45920"/>
            <a:ext cx="3840480" cy="4572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B3D15"/>
                </a:solidFill>
              </a:rPr>
              <a:t>아기 사진을 넣어 주세요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4846320" y="164592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3D15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3D15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3D15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3D15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3D15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3D15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태어난 날 이야기</a:t>
            </a:r>
          </a:p>
        </p:txBody>
      </p:sp>
      <p:sp>
        <p:nvSpPr>
          <p:cNvPr id="4" name="타임라인 선"/>
          <p:cNvSpPr/>
          <p:nvPr/>
        </p:nvSpPr>
        <p:spPr>
          <a:xfrm>
            <a:off x="640080" y="3383280"/>
            <a:ext cx="10911535" cy="54864"/>
          </a:xfrm>
          <a:prstGeom prst="rect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때 1"/>
          <p:cNvSpPr/>
          <p:nvPr/>
        </p:nvSpPr>
        <p:spPr>
          <a:xfrm>
            <a:off x="1802853" y="3200400"/>
            <a:ext cx="402336" cy="402336"/>
          </a:xfrm>
          <a:prstGeom prst="ellipse">
            <a:avLst/>
          </a:prstGeom>
          <a:solidFill>
            <a:srgbClr val="AE74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7429"/>
                </a:solidFill>
              </a:rPr>
              <a:t>임신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소식을 들은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9" name="때 2"/>
          <p:cNvSpPr/>
          <p:nvPr/>
        </p:nvSpPr>
        <p:spPr>
          <a:xfrm>
            <a:off x="4530737" y="3200400"/>
            <a:ext cx="402336" cy="402336"/>
          </a:xfrm>
          <a:prstGeom prst="ellipse">
            <a:avLst/>
          </a:prstGeom>
          <a:solidFill>
            <a:srgbClr val="AE74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3683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7429"/>
                </a:solidFill>
              </a:rPr>
              <a:t>출산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9403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태어난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3" name="때 3"/>
          <p:cNvSpPr/>
          <p:nvPr/>
        </p:nvSpPr>
        <p:spPr>
          <a:xfrm>
            <a:off x="7258621" y="3200400"/>
            <a:ext cx="402336" cy="402336"/>
          </a:xfrm>
          <a:prstGeom prst="ellipse">
            <a:avLst/>
          </a:prstGeom>
          <a:solidFill>
            <a:srgbClr val="AE74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7429"/>
                </a:solidFill>
              </a:rPr>
              <a:t>첫 만남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품에 안은 순간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7" name="때 4"/>
          <p:cNvSpPr/>
          <p:nvPr/>
        </p:nvSpPr>
        <p:spPr>
          <a:xfrm>
            <a:off x="9986505" y="3200400"/>
            <a:ext cx="402336" cy="402336"/>
          </a:xfrm>
          <a:prstGeom prst="ellipse">
            <a:avLst/>
          </a:prstGeom>
          <a:solidFill>
            <a:srgbClr val="AE74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451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7429"/>
                </a:solidFill>
              </a:rPr>
              <a:t>집으로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171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함께 돌아온 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첫 번째 순간들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45920"/>
            <a:ext cx="2556433" cy="475488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5875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첫 웃음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2282113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8" name="카드 2"/>
          <p:cNvSpPr/>
          <p:nvPr/>
        </p:nvSpPr>
        <p:spPr>
          <a:xfrm>
            <a:off x="3425113" y="1645920"/>
            <a:ext cx="2556433" cy="475488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5875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3607993" y="182880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2273" y="242316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첫 뒤집기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2273" y="3108960"/>
            <a:ext cx="2282113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2" name="카드 3"/>
          <p:cNvSpPr/>
          <p:nvPr/>
        </p:nvSpPr>
        <p:spPr>
          <a:xfrm>
            <a:off x="6210147" y="1645920"/>
            <a:ext cx="2556433" cy="475488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5875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6393027" y="182880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242316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첫 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3108960"/>
            <a:ext cx="2282113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6" name="카드 4"/>
          <p:cNvSpPr/>
          <p:nvPr/>
        </p:nvSpPr>
        <p:spPr>
          <a:xfrm>
            <a:off x="8995181" y="1645920"/>
            <a:ext cx="2556433" cy="475488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5875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9178061" y="182880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2341" y="242316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첫 걸음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2341" y="3108960"/>
            <a:ext cx="2282113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사진 모음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3413683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187287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960891" y="164592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413683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6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7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960891" y="4114800"/>
            <a:ext cx="2590723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5B3D15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3D15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첫 번째 이야기 중심)">
  <a:themeElements>
    <a:clrScheme name="Office">
      <a:dk1>
        <a:sysClr val="windowText" lastClr="000000"/>
      </a:dk1>
      <a:lt1>
        <a:sysClr val="window" lastClr="FFFFFF"/>
      </a:lt1>
      <a:dk2>
        <a:srgbClr val="5B3D15"/>
      </a:dk2>
      <a:lt2>
        <a:srgbClr val="FBF6EE"/>
      </a:lt2>
      <a:accent1>
        <a:srgbClr val="AE7429"/>
      </a:accent1>
      <a:accent2>
        <a:srgbClr val="3B8B91"/>
      </a:accent2>
      <a:accent3>
        <a:srgbClr val="5B3D15"/>
      </a:accent3>
      <a:accent4>
        <a:srgbClr val="F5E3CC"/>
      </a:accent4>
      <a:accent5>
        <a:srgbClr val="74805D"/>
      </a:accent5>
      <a:accent6>
        <a:srgbClr val="9D8B73"/>
      </a:accent6>
      <a:hlink>
        <a:srgbClr val="AE7429"/>
      </a:hlink>
      <a:folHlink>
        <a:srgbClr val="5B3D1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