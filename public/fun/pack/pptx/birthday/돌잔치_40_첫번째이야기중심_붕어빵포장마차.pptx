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263744" y="704815"/>
            <a:ext cx="452864" cy="4528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595107" y="856829"/>
            <a:ext cx="275764" cy="27576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246098" y="2492187"/>
            <a:ext cx="292227" cy="292227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56002" y="963247"/>
            <a:ext cx="216899" cy="216899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9592789" y="299863"/>
            <a:ext cx="236902" cy="236902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671528" y="2282743"/>
            <a:ext cx="391317" cy="391317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999413" y="442115"/>
            <a:ext cx="455801" cy="455801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0212933" y="489281"/>
            <a:ext cx="358123" cy="35812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865382" y="1333302"/>
            <a:ext cx="269303" cy="2693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1308724" y="1757165"/>
            <a:ext cx="317138" cy="317138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9664609" y="74145"/>
            <a:ext cx="370756" cy="370756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첫 번째 생일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붕어빵처럼 동글동글 귀여운 너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91076" y="489607"/>
            <a:ext cx="195353" cy="195353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1265390" y="555182"/>
            <a:ext cx="118957" cy="118957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546210" y="1260630"/>
            <a:ext cx="126058" cy="126058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377933" y="601087"/>
            <a:ext cx="93564" cy="935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33017" y="314922"/>
            <a:ext cx="102193" cy="10219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729729" y="1170282"/>
            <a:ext cx="168803" cy="1688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39796" y="376285"/>
            <a:ext cx="196620" cy="1966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100531" y="396632"/>
            <a:ext cx="154484" cy="15448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813352" y="760719"/>
            <a:ext cx="116170" cy="11617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573225" y="943562"/>
            <a:ext cx="136804" cy="13680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63999" y="217553"/>
            <a:ext cx="159934" cy="15993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3D15"/>
                </a:solidFill>
              </a:rPr>
              <a:t>아기 사진을 넣어 주세요</a:t>
            </a:r>
          </a:p>
        </p:txBody>
      </p:sp>
      <p:graphicFrame>
        <p:nvGraphicFramePr>
          <p:cNvPr id="16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91076" y="489607"/>
            <a:ext cx="195353" cy="195353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1265390" y="555182"/>
            <a:ext cx="118957" cy="118957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546210" y="1260630"/>
            <a:ext cx="126058" cy="126058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377933" y="601087"/>
            <a:ext cx="93564" cy="935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33017" y="314922"/>
            <a:ext cx="102193" cy="10219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729729" y="1170282"/>
            <a:ext cx="168803" cy="1688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39796" y="376285"/>
            <a:ext cx="196620" cy="1966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100531" y="396632"/>
            <a:ext cx="154484" cy="15448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813352" y="760719"/>
            <a:ext cx="116170" cy="11617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573225" y="943562"/>
            <a:ext cx="136804" cy="13680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63999" y="217553"/>
            <a:ext cx="159934" cy="15993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태어난 날 이야기</a:t>
            </a:r>
          </a:p>
        </p:txBody>
      </p:sp>
      <p:sp>
        <p:nvSpPr>
          <p:cNvPr id="15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임신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소식을 들은 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0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출산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태어난 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4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첫 만남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품에 안은 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8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집으로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함께 돌아온 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91076" y="489607"/>
            <a:ext cx="195353" cy="195353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1265390" y="555182"/>
            <a:ext cx="118957" cy="118957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546210" y="1260630"/>
            <a:ext cx="126058" cy="126058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377933" y="601087"/>
            <a:ext cx="93564" cy="935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33017" y="314922"/>
            <a:ext cx="102193" cy="10219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729729" y="1170282"/>
            <a:ext cx="168803" cy="1688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39796" y="376285"/>
            <a:ext cx="196620" cy="1966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100531" y="396632"/>
            <a:ext cx="154484" cy="15448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813352" y="760719"/>
            <a:ext cx="116170" cy="11617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573225" y="943562"/>
            <a:ext cx="136804" cy="13680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63999" y="217553"/>
            <a:ext cx="159934" cy="15993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첫 번째 순간들</a:t>
            </a:r>
          </a:p>
        </p:txBody>
      </p:sp>
      <p:sp>
        <p:nvSpPr>
          <p:cNvPr id="15" name="카드 1"/>
          <p:cNvSpPr/>
          <p:nvPr/>
        </p:nvSpPr>
        <p:spPr>
          <a:xfrm>
            <a:off x="640080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웃음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9" name="카드 2"/>
          <p:cNvSpPr/>
          <p:nvPr/>
        </p:nvSpPr>
        <p:spPr>
          <a:xfrm>
            <a:off x="3425113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2"/>
          <p:cNvSpPr/>
          <p:nvPr/>
        </p:nvSpPr>
        <p:spPr>
          <a:xfrm>
            <a:off x="3607993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2273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뒤집기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2273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23" name="카드 3"/>
          <p:cNvSpPr/>
          <p:nvPr/>
        </p:nvSpPr>
        <p:spPr>
          <a:xfrm>
            <a:off x="6210147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번호 3"/>
          <p:cNvSpPr/>
          <p:nvPr/>
        </p:nvSpPr>
        <p:spPr>
          <a:xfrm>
            <a:off x="6393027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27" name="카드 4"/>
          <p:cNvSpPr/>
          <p:nvPr/>
        </p:nvSpPr>
        <p:spPr>
          <a:xfrm>
            <a:off x="8995181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번호 4"/>
          <p:cNvSpPr/>
          <p:nvPr/>
        </p:nvSpPr>
        <p:spPr>
          <a:xfrm>
            <a:off x="9178061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341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걸음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2341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91076" y="489607"/>
            <a:ext cx="195353" cy="195353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1265390" y="555182"/>
            <a:ext cx="118957" cy="118957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546210" y="1260630"/>
            <a:ext cx="126058" cy="126058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377933" y="601087"/>
            <a:ext cx="93564" cy="935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33017" y="314922"/>
            <a:ext cx="102193" cy="10219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729729" y="1170282"/>
            <a:ext cx="168803" cy="1688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39796" y="376285"/>
            <a:ext cx="196620" cy="19662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100531" y="396632"/>
            <a:ext cx="154484" cy="15448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813352" y="760719"/>
            <a:ext cx="116170" cy="11617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573225" y="943562"/>
            <a:ext cx="136804" cy="13680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63999" y="217553"/>
            <a:ext cx="159934" cy="15993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1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2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3</a:t>
            </a:r>
          </a:p>
        </p:txBody>
      </p:sp>
      <p:sp>
        <p:nvSpPr>
          <p:cNvPr id="18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4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5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6</a:t>
            </a:r>
          </a:p>
        </p:txBody>
      </p:sp>
      <p:sp>
        <p:nvSpPr>
          <p:cNvPr id="21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7</a:t>
            </a:r>
          </a:p>
        </p:txBody>
      </p:sp>
      <p:sp>
        <p:nvSpPr>
          <p:cNvPr id="22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263744" y="704815"/>
            <a:ext cx="452864" cy="452864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595107" y="856829"/>
            <a:ext cx="275764" cy="275764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246098" y="2492187"/>
            <a:ext cx="292227" cy="292227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856002" y="963247"/>
            <a:ext cx="216899" cy="216899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9592789" y="299863"/>
            <a:ext cx="236902" cy="236902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671528" y="2282743"/>
            <a:ext cx="391317" cy="391317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999413" y="442115"/>
            <a:ext cx="455801" cy="455801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0212933" y="489281"/>
            <a:ext cx="358123" cy="358123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865382" y="1333302"/>
            <a:ext cx="269303" cy="269303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1308724" y="1757165"/>
            <a:ext cx="317138" cy="317138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9664609" y="74145"/>
            <a:ext cx="370756" cy="370756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</a:rPr>
              <a:t>함께해 주셔서 감사합니다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첫 번째 생일을 축하해 주셔서 고맙습니다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