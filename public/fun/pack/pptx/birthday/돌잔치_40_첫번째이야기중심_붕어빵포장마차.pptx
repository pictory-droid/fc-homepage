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B3D15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처음 이름을 불렀을 때 돌아본 날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우리 아기를 소개합니다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840480" cy="4572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5B3D15"/>
                </a:solidFill>
              </a:rPr>
              <a:t>아기 사진을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4846320" y="164592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BF6E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B3D15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5E3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5E3CC"/>
                      </a:solidFill>
                      <a:prstDash val="solid"/>
                    </a:lnL>
                    <a:lnR w="9525" cap="flat" cmpd="sng" algn="ctr">
                      <a:solidFill>
                        <a:srgbClr val="F5E3CC"/>
                      </a:solidFill>
                      <a:prstDash val="solid"/>
                    </a:lnR>
                    <a:lnT w="9525" cap="flat" cmpd="sng" algn="ctr">
                      <a:solidFill>
                        <a:srgbClr val="F5E3CC"/>
                      </a:solidFill>
                      <a:prstDash val="solid"/>
                    </a:lnT>
                    <a:lnB w="9525" cap="flat" cmpd="sng" algn="ctr">
                      <a:solidFill>
                        <a:srgbClr val="F5E3C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태어난 날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83280"/>
            <a:ext cx="10911535" cy="54864"/>
          </a:xfrm>
          <a:prstGeom prst="rect">
            <a:avLst/>
          </a:prstGeom>
          <a:solidFill>
            <a:srgbClr val="F5E3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임신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소식을 들은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출산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태어난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첫 만남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품에 안은 순간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200400"/>
            <a:ext cx="402336" cy="402336"/>
          </a:xfrm>
          <a:prstGeom prst="ellipse">
            <a:avLst/>
          </a:prstGeom>
          <a:solidFill>
            <a:srgbClr val="AE7429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6032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AE7429"/>
                </a:solidFill>
              </a:rPr>
              <a:t>집으로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49039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함께 돌아온 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5196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첫 번째 순간들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첫 웃음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8" name="카드 2"/>
          <p:cNvSpPr/>
          <p:nvPr/>
        </p:nvSpPr>
        <p:spPr>
          <a:xfrm>
            <a:off x="3425113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3607993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2273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첫 뒤집기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2273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2" name="카드 3"/>
          <p:cNvSpPr/>
          <p:nvPr/>
        </p:nvSpPr>
        <p:spPr>
          <a:xfrm>
            <a:off x="6210147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6393027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7307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첫 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7307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  <p:sp>
        <p:nvSpPr>
          <p:cNvPr id="16" name="카드 4"/>
          <p:cNvSpPr/>
          <p:nvPr/>
        </p:nvSpPr>
        <p:spPr>
          <a:xfrm>
            <a:off x="8995181" y="1645920"/>
            <a:ext cx="2556433" cy="47548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F5E3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78061" y="1828800"/>
            <a:ext cx="457200" cy="457200"/>
          </a:xfrm>
          <a:prstGeom prst="ellipse">
            <a:avLst/>
          </a:prstGeom>
          <a:solidFill>
            <a:srgbClr val="AE742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32341" y="2423160"/>
            <a:ext cx="2282113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B3D15"/>
                </a:solidFill>
              </a:rPr>
              <a:t>첫 걸음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32341" y="3108960"/>
            <a:ext cx="2282113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언제였나요?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AE74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사진 모음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3413683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187287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960891" y="164592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3413683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6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6187287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7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960891" y="4114800"/>
            <a:ext cx="2590723" cy="2286000"/>
          </a:xfrm>
          <a:prstGeom prst="roundRect">
            <a:avLst>
              <a:gd name="adj" fmla="val 6000"/>
            </a:avLst>
          </a:prstGeom>
          <a:solidFill>
            <a:srgbClr val="F5E3CC"/>
          </a:solidFill>
          <a:ln w="19050">
            <a:solidFill>
              <a:srgbClr val="AE7429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5B3D15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5B3D15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B3D15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첫 번째 이야기 중심)">
  <a:themeElements>
    <a:clrScheme name="Office">
      <a:dk1>
        <a:sysClr val="windowText" lastClr="000000"/>
      </a:dk1>
      <a:lt1>
        <a:sysClr val="window" lastClr="FFFFFF"/>
      </a:lt1>
      <a:dk2>
        <a:srgbClr val="5B3D15"/>
      </a:dk2>
      <a:lt2>
        <a:srgbClr val="FBF6EE"/>
      </a:lt2>
      <a:accent1>
        <a:srgbClr val="AE7429"/>
      </a:accent1>
      <a:accent2>
        <a:srgbClr val="3B8B91"/>
      </a:accent2>
      <a:accent3>
        <a:srgbClr val="5B3D15"/>
      </a:accent3>
      <a:accent4>
        <a:srgbClr val="F5E3CC"/>
      </a:accent4>
      <a:accent5>
        <a:srgbClr val="74805D"/>
      </a:accent5>
      <a:accent6>
        <a:srgbClr val="9D8B73"/>
      </a:accent6>
      <a:hlink>
        <a:srgbClr val="AE7429"/>
      </a:hlink>
      <a:folHlink>
        <a:srgbClr val="5B3D15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슬라이드(첫 번째 이야기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