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377" y="2130425"/>
            <a:ext cx="1036294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754" y="3886200"/>
            <a:ext cx="8534186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59" y="4406900"/>
            <a:ext cx="1036294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59" y="2906713"/>
            <a:ext cx="1036294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584" y="1600200"/>
            <a:ext cx="5384665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444" y="1600200"/>
            <a:ext cx="5384665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84" y="1535113"/>
            <a:ext cx="5386782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584" y="2174875"/>
            <a:ext cx="5386782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211" y="1535113"/>
            <a:ext cx="538889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211" y="2174875"/>
            <a:ext cx="538889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84" y="273050"/>
            <a:ext cx="401098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614" y="273050"/>
            <a:ext cx="6815496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584" y="1435100"/>
            <a:ext cx="401098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657" y="4800600"/>
            <a:ext cx="7315016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657" y="612775"/>
            <a:ext cx="7315016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657" y="5367338"/>
            <a:ext cx="7315016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12758" y="0"/>
            <a:ext cx="14629667" cy="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8978" y="274638"/>
            <a:ext cx="2743131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584" y="274638"/>
            <a:ext cx="8026199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584" y="274638"/>
            <a:ext cx="10972525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84" y="1600200"/>
            <a:ext cx="10972525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584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495" y="6356350"/>
            <a:ext cx="386070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381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5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사진 자리"/>
          <p:cNvSpPr/>
          <p:nvPr/>
        </p:nvSpPr>
        <p:spPr>
          <a:xfrm>
            <a:off x="1463003" y="685800"/>
            <a:ext cx="3169840" cy="548640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EBD0AD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400" b="0" i="0">
                <a:solidFill>
                  <a:srgbClr val="493A27"/>
                </a:solidFill>
              </a:rPr>
              <a:t>사진을 넣어 주세요</a:t>
            </a:r>
          </a:p>
        </p:txBody>
      </p:sp>
      <p:sp>
        <p:nvSpPr>
          <p:cNvPr id="4" name="장식"/>
          <p:cNvSpPr/>
          <p:nvPr/>
        </p:nvSpPr>
        <p:spPr>
          <a:xfrm>
            <a:off x="4358505" y="4251960"/>
            <a:ext cx="1005840" cy="1005840"/>
          </a:xfrm>
          <a:prstGeom prst="ellipse">
            <a:avLst/>
          </a:prstGeom>
          <a:solidFill>
            <a:srgbClr val="EBD0A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라벨"/>
          <p:cNvSpPr txBox="1"/>
          <p:nvPr/>
        </p:nvSpPr>
        <p:spPr>
          <a:xfrm>
            <a:off x="6827349" y="2148840"/>
            <a:ext cx="4632844" cy="27432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000" b="1" i="0" spc="250">
                <a:solidFill>
                  <a:srgbClr val="26231F"/>
                </a:solidFill>
              </a:rPr>
              <a:t>FIRST BIRTHDAY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7349" y="2606040"/>
            <a:ext cx="4632844" cy="118872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4000" b="1" i="0">
                <a:solidFill>
                  <a:srgbClr val="26231F"/>
                </a:solidFill>
              </a:rPr>
              <a:t>첫 번째 생일</a:t>
            </a:r>
          </a:p>
        </p:txBody>
      </p:sp>
      <p:sp>
        <p:nvSpPr>
          <p:cNvPr id="6" name="한 줄 문구"/>
          <p:cNvSpPr txBox="1"/>
          <p:nvPr/>
        </p:nvSpPr>
        <p:spPr>
          <a:xfrm>
            <a:off x="6827349" y="3886200"/>
            <a:ext cx="4632844" cy="8229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700" b="0" i="0">
                <a:solidFill>
                  <a:srgbClr val="26231F"/>
                </a:solidFill>
              </a:rPr>
              <a:t>처음 이름을 불렀을 때 돌아본 날</a:t>
            </a:r>
          </a:p>
        </p:txBody>
      </p:sp>
      <p:sp>
        <p:nvSpPr>
          <p:cNvPr id="7" name="안내 문구"/>
          <p:cNvSpPr txBox="1"/>
          <p:nvPr/>
        </p:nvSpPr>
        <p:spPr>
          <a:xfrm>
            <a:off x="6827349" y="4754880"/>
            <a:ext cx="4632844" cy="9144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26231F"/>
                </a:solidFill>
              </a:rPr>
              <a:t>아기 이름 · 날짜 입력</a:t>
            </a:r>
          </a:p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26231F"/>
                </a:solidFill>
              </a:rPr>
              <a:t>장소를 입력하세요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E8D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640080" y="566928"/>
            <a:ext cx="10911535" cy="10972"/>
          </a:xfrm>
          <a:prstGeom prst="rect">
            <a:avLst/>
          </a:prstGeom>
          <a:solidFill>
            <a:srgbClr val="26231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상단 라벨"/>
          <p:cNvSpPr txBox="1"/>
          <p:nvPr/>
        </p:nvSpPr>
        <p:spPr>
          <a:xfrm>
            <a:off x="640080" y="237744"/>
            <a:ext cx="5486400" cy="27432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900" b="1" i="0" spc="250">
                <a:solidFill>
                  <a:srgbClr val="26231F"/>
                </a:solidFill>
              </a:rPr>
              <a:t>FIRST BIRTHDAY</a:t>
            </a:r>
          </a:p>
        </p:txBody>
      </p:sp>
      <p:sp>
        <p:nvSpPr>
          <p:cNvPr id="5" name="포인트"/>
          <p:cNvSpPr/>
          <p:nvPr/>
        </p:nvSpPr>
        <p:spPr>
          <a:xfrm>
            <a:off x="11204143" y="246888"/>
            <a:ext cx="237744" cy="237744"/>
          </a:xfrm>
          <a:prstGeom prst="heart">
            <a:avLst/>
          </a:prstGeom>
          <a:solidFill>
            <a:srgbClr val="E1C29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731520"/>
            <a:ext cx="10911535" cy="82296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26231F"/>
                </a:solidFill>
              </a:rPr>
              <a:t>우리 아기를 소개합니다</a:t>
            </a:r>
          </a:p>
        </p:txBody>
      </p:sp>
      <p:sp>
        <p:nvSpPr>
          <p:cNvPr id="6" name="사진 자리"/>
          <p:cNvSpPr/>
          <p:nvPr/>
        </p:nvSpPr>
        <p:spPr>
          <a:xfrm>
            <a:off x="640080" y="1783080"/>
            <a:ext cx="3840480" cy="4389120"/>
          </a:xfrm>
          <a:prstGeom prst="roundRect">
            <a:avLst>
              <a:gd name="adj" fmla="val 6000"/>
            </a:avLst>
          </a:prstGeom>
          <a:solidFill>
            <a:srgbClr val="F6E8D5"/>
          </a:solidFill>
          <a:ln w="19050">
            <a:noFill/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400" b="0" i="0">
                <a:solidFill>
                  <a:srgbClr val="8E8780"/>
                </a:solidFill>
              </a:rPr>
              <a:t>아기 사진을 넣어 주세요</a:t>
            </a:r>
          </a:p>
        </p:txBody>
      </p:sp>
      <p:graphicFrame>
        <p:nvGraphicFramePr>
          <p:cNvPr id="7" name="표"/>
          <p:cNvGraphicFramePr>
            <a:graphicFrameLocks noGrp="1"/>
          </p:cNvGraphicFramePr>
          <p:nvPr/>
        </p:nvGraphicFramePr>
        <p:xfrm>
          <a:off x="4846320" y="1783080"/>
          <a:ext cx="6705295" cy="3950208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828800"/>
                <a:gridCol w="4876495"/>
              </a:tblGrid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493A27"/>
                          </a:solidFill>
                        </a:rPr>
                        <a:t>이름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6E8D5"/>
                      </a:solidFill>
                      <a:prstDash val="solid"/>
                    </a:lnL>
                    <a:lnR w="9525" cap="flat" cmpd="sng" algn="ctr">
                      <a:solidFill>
                        <a:srgbClr val="F6E8D5"/>
                      </a:solidFill>
                      <a:prstDash val="solid"/>
                    </a:lnR>
                    <a:lnT w="9525" cap="flat" cmpd="sng" algn="ctr">
                      <a:solidFill>
                        <a:srgbClr val="F6E8D5"/>
                      </a:solidFill>
                      <a:prstDash val="solid"/>
                    </a:lnT>
                    <a:lnB w="9525" cap="flat" cmpd="sng" algn="ctr">
                      <a:solidFill>
                        <a:srgbClr val="F6E8D5"/>
                      </a:solidFill>
                      <a:prstDash val="solid"/>
                    </a:lnB>
                    <a:solidFill>
                      <a:srgbClr val="F6E8D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6231F"/>
                          </a:solidFill>
                        </a:rPr>
                        <a:t>입력하세요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6E8D5"/>
                      </a:solidFill>
                      <a:prstDash val="solid"/>
                    </a:lnL>
                    <a:lnR w="9525" cap="flat" cmpd="sng" algn="ctr">
                      <a:solidFill>
                        <a:srgbClr val="F6E8D5"/>
                      </a:solidFill>
                      <a:prstDash val="solid"/>
                    </a:lnR>
                    <a:lnT w="9525" cap="flat" cmpd="sng" algn="ctr">
                      <a:solidFill>
                        <a:srgbClr val="F6E8D5"/>
                      </a:solidFill>
                      <a:prstDash val="solid"/>
                    </a:lnT>
                    <a:lnB w="9525" cap="flat" cmpd="sng" algn="ctr">
                      <a:solidFill>
                        <a:srgbClr val="F6E8D5"/>
                      </a:solidFill>
                      <a:prstDash val="solid"/>
                    </a:lnB>
                    <a:solidFill>
                      <a:srgbClr val="FBF5EC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493A27"/>
                          </a:solidFill>
                        </a:rPr>
                        <a:t>생일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6E8D5"/>
                      </a:solidFill>
                      <a:prstDash val="solid"/>
                    </a:lnL>
                    <a:lnR w="9525" cap="flat" cmpd="sng" algn="ctr">
                      <a:solidFill>
                        <a:srgbClr val="F6E8D5"/>
                      </a:solidFill>
                      <a:prstDash val="solid"/>
                    </a:lnR>
                    <a:lnT w="9525" cap="flat" cmpd="sng" algn="ctr">
                      <a:solidFill>
                        <a:srgbClr val="F6E8D5"/>
                      </a:solidFill>
                      <a:prstDash val="solid"/>
                    </a:lnT>
                    <a:lnB w="9525" cap="flat" cmpd="sng" algn="ctr">
                      <a:solidFill>
                        <a:srgbClr val="F6E8D5"/>
                      </a:solidFill>
                      <a:prstDash val="solid"/>
                    </a:lnB>
                    <a:solidFill>
                      <a:srgbClr val="F6E8D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6231F"/>
                          </a:solidFill>
                        </a:rPr>
                        <a:t>입력하세요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6E8D5"/>
                      </a:solidFill>
                      <a:prstDash val="solid"/>
                    </a:lnL>
                    <a:lnR w="9525" cap="flat" cmpd="sng" algn="ctr">
                      <a:solidFill>
                        <a:srgbClr val="F6E8D5"/>
                      </a:solidFill>
                      <a:prstDash val="solid"/>
                    </a:lnR>
                    <a:lnT w="9525" cap="flat" cmpd="sng" algn="ctr">
                      <a:solidFill>
                        <a:srgbClr val="F6E8D5"/>
                      </a:solidFill>
                      <a:prstDash val="solid"/>
                    </a:lnT>
                    <a:lnB w="9525" cap="flat" cmpd="sng" algn="ctr">
                      <a:solidFill>
                        <a:srgbClr val="F6E8D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493A27"/>
                          </a:solidFill>
                        </a:rPr>
                        <a:t>키 · 몸무게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6E8D5"/>
                      </a:solidFill>
                      <a:prstDash val="solid"/>
                    </a:lnL>
                    <a:lnR w="9525" cap="flat" cmpd="sng" algn="ctr">
                      <a:solidFill>
                        <a:srgbClr val="F6E8D5"/>
                      </a:solidFill>
                      <a:prstDash val="solid"/>
                    </a:lnR>
                    <a:lnT w="9525" cap="flat" cmpd="sng" algn="ctr">
                      <a:solidFill>
                        <a:srgbClr val="F6E8D5"/>
                      </a:solidFill>
                      <a:prstDash val="solid"/>
                    </a:lnT>
                    <a:lnB w="9525" cap="flat" cmpd="sng" algn="ctr">
                      <a:solidFill>
                        <a:srgbClr val="F6E8D5"/>
                      </a:solidFill>
                      <a:prstDash val="solid"/>
                    </a:lnB>
                    <a:solidFill>
                      <a:srgbClr val="F6E8D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6231F"/>
                          </a:solidFill>
                        </a:rPr>
                        <a:t>입력하세요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6E8D5"/>
                      </a:solidFill>
                      <a:prstDash val="solid"/>
                    </a:lnL>
                    <a:lnR w="9525" cap="flat" cmpd="sng" algn="ctr">
                      <a:solidFill>
                        <a:srgbClr val="F6E8D5"/>
                      </a:solidFill>
                      <a:prstDash val="solid"/>
                    </a:lnR>
                    <a:lnT w="9525" cap="flat" cmpd="sng" algn="ctr">
                      <a:solidFill>
                        <a:srgbClr val="F6E8D5"/>
                      </a:solidFill>
                      <a:prstDash val="solid"/>
                    </a:lnT>
                    <a:lnB w="9525" cap="flat" cmpd="sng" algn="ctr">
                      <a:solidFill>
                        <a:srgbClr val="F6E8D5"/>
                      </a:solidFill>
                      <a:prstDash val="solid"/>
                    </a:lnB>
                    <a:solidFill>
                      <a:srgbClr val="FBF5EC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493A27"/>
                          </a:solidFill>
                        </a:rPr>
                        <a:t>좋아하는 것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6E8D5"/>
                      </a:solidFill>
                      <a:prstDash val="solid"/>
                    </a:lnL>
                    <a:lnR w="9525" cap="flat" cmpd="sng" algn="ctr">
                      <a:solidFill>
                        <a:srgbClr val="F6E8D5"/>
                      </a:solidFill>
                      <a:prstDash val="solid"/>
                    </a:lnR>
                    <a:lnT w="9525" cap="flat" cmpd="sng" algn="ctr">
                      <a:solidFill>
                        <a:srgbClr val="F6E8D5"/>
                      </a:solidFill>
                      <a:prstDash val="solid"/>
                    </a:lnT>
                    <a:lnB w="9525" cap="flat" cmpd="sng" algn="ctr">
                      <a:solidFill>
                        <a:srgbClr val="F6E8D5"/>
                      </a:solidFill>
                      <a:prstDash val="solid"/>
                    </a:lnB>
                    <a:solidFill>
                      <a:srgbClr val="F6E8D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6231F"/>
                          </a:solidFill>
                        </a:rPr>
                        <a:t>입력하세요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6E8D5"/>
                      </a:solidFill>
                      <a:prstDash val="solid"/>
                    </a:lnL>
                    <a:lnR w="9525" cap="flat" cmpd="sng" algn="ctr">
                      <a:solidFill>
                        <a:srgbClr val="F6E8D5"/>
                      </a:solidFill>
                      <a:prstDash val="solid"/>
                    </a:lnR>
                    <a:lnT w="9525" cap="flat" cmpd="sng" algn="ctr">
                      <a:solidFill>
                        <a:srgbClr val="F6E8D5"/>
                      </a:solidFill>
                      <a:prstDash val="solid"/>
                    </a:lnT>
                    <a:lnB w="9525" cap="flat" cmpd="sng" algn="ctr">
                      <a:solidFill>
                        <a:srgbClr val="F6E8D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493A27"/>
                          </a:solidFill>
                        </a:rPr>
                        <a:t>별명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6E8D5"/>
                      </a:solidFill>
                      <a:prstDash val="solid"/>
                    </a:lnL>
                    <a:lnR w="9525" cap="flat" cmpd="sng" algn="ctr">
                      <a:solidFill>
                        <a:srgbClr val="F6E8D5"/>
                      </a:solidFill>
                      <a:prstDash val="solid"/>
                    </a:lnR>
                    <a:lnT w="9525" cap="flat" cmpd="sng" algn="ctr">
                      <a:solidFill>
                        <a:srgbClr val="F6E8D5"/>
                      </a:solidFill>
                      <a:prstDash val="solid"/>
                    </a:lnT>
                    <a:lnB w="9525" cap="flat" cmpd="sng" algn="ctr">
                      <a:solidFill>
                        <a:srgbClr val="F6E8D5"/>
                      </a:solidFill>
                      <a:prstDash val="solid"/>
                    </a:lnB>
                    <a:solidFill>
                      <a:srgbClr val="F6E8D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6231F"/>
                          </a:solidFill>
                        </a:rPr>
                        <a:t>입력하세요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6E8D5"/>
                      </a:solidFill>
                      <a:prstDash val="solid"/>
                    </a:lnL>
                    <a:lnR w="9525" cap="flat" cmpd="sng" algn="ctr">
                      <a:solidFill>
                        <a:srgbClr val="F6E8D5"/>
                      </a:solidFill>
                      <a:prstDash val="solid"/>
                    </a:lnR>
                    <a:lnT w="9525" cap="flat" cmpd="sng" algn="ctr">
                      <a:solidFill>
                        <a:srgbClr val="F6E8D5"/>
                      </a:solidFill>
                      <a:prstDash val="solid"/>
                    </a:lnT>
                    <a:lnB w="9525" cap="flat" cmpd="sng" algn="ctr">
                      <a:solidFill>
                        <a:srgbClr val="F6E8D5"/>
                      </a:solidFill>
                      <a:prstDash val="solid"/>
                    </a:lnB>
                    <a:solidFill>
                      <a:srgbClr val="FBF5EC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493A27"/>
                          </a:solidFill>
                        </a:rPr>
                        <a:t>부모의 마음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6E8D5"/>
                      </a:solidFill>
                      <a:prstDash val="solid"/>
                    </a:lnL>
                    <a:lnR w="9525" cap="flat" cmpd="sng" algn="ctr">
                      <a:solidFill>
                        <a:srgbClr val="F6E8D5"/>
                      </a:solidFill>
                      <a:prstDash val="solid"/>
                    </a:lnR>
                    <a:lnT w="9525" cap="flat" cmpd="sng" algn="ctr">
                      <a:solidFill>
                        <a:srgbClr val="F6E8D5"/>
                      </a:solidFill>
                      <a:prstDash val="solid"/>
                    </a:lnT>
                    <a:lnB w="9525" cap="flat" cmpd="sng" algn="ctr">
                      <a:solidFill>
                        <a:srgbClr val="F6E8D5"/>
                      </a:solidFill>
                      <a:prstDash val="solid"/>
                    </a:lnB>
                    <a:solidFill>
                      <a:srgbClr val="F6E8D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6231F"/>
                          </a:solidFill>
                        </a:rPr>
                        <a:t>입력하세요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6E8D5"/>
                      </a:solidFill>
                      <a:prstDash val="solid"/>
                    </a:lnL>
                    <a:lnR w="9525" cap="flat" cmpd="sng" algn="ctr">
                      <a:solidFill>
                        <a:srgbClr val="F6E8D5"/>
                      </a:solidFill>
                      <a:prstDash val="solid"/>
                    </a:lnR>
                    <a:lnT w="9525" cap="flat" cmpd="sng" algn="ctr">
                      <a:solidFill>
                        <a:srgbClr val="F6E8D5"/>
                      </a:solidFill>
                      <a:prstDash val="solid"/>
                    </a:lnT>
                    <a:lnB w="9525" cap="flat" cmpd="sng" algn="ctr">
                      <a:solidFill>
                        <a:srgbClr val="F6E8D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E8D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640080" y="566928"/>
            <a:ext cx="10911535" cy="10972"/>
          </a:xfrm>
          <a:prstGeom prst="rect">
            <a:avLst/>
          </a:prstGeom>
          <a:solidFill>
            <a:srgbClr val="26231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상단 라벨"/>
          <p:cNvSpPr txBox="1"/>
          <p:nvPr/>
        </p:nvSpPr>
        <p:spPr>
          <a:xfrm>
            <a:off x="640080" y="237744"/>
            <a:ext cx="5486400" cy="27432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900" b="1" i="0" spc="250">
                <a:solidFill>
                  <a:srgbClr val="26231F"/>
                </a:solidFill>
              </a:rPr>
              <a:t>FIRST BIRTHDAY</a:t>
            </a:r>
          </a:p>
        </p:txBody>
      </p:sp>
      <p:sp>
        <p:nvSpPr>
          <p:cNvPr id="5" name="포인트"/>
          <p:cNvSpPr/>
          <p:nvPr/>
        </p:nvSpPr>
        <p:spPr>
          <a:xfrm>
            <a:off x="11204143" y="246888"/>
            <a:ext cx="237744" cy="237744"/>
          </a:xfrm>
          <a:prstGeom prst="heart">
            <a:avLst/>
          </a:prstGeom>
          <a:solidFill>
            <a:srgbClr val="E1C29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731520"/>
            <a:ext cx="10911535" cy="82296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26231F"/>
                </a:solidFill>
              </a:rPr>
              <a:t>태어난 날 이야기</a:t>
            </a:r>
          </a:p>
        </p:txBody>
      </p:sp>
      <p:sp>
        <p:nvSpPr>
          <p:cNvPr id="6" name="타임라인 선"/>
          <p:cNvSpPr/>
          <p:nvPr/>
        </p:nvSpPr>
        <p:spPr>
          <a:xfrm>
            <a:off x="640080" y="3520440"/>
            <a:ext cx="10911535" cy="54864"/>
          </a:xfrm>
          <a:prstGeom prst="rect">
            <a:avLst/>
          </a:prstGeom>
          <a:solidFill>
            <a:srgbClr val="F6E8D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때 1"/>
          <p:cNvSpPr/>
          <p:nvPr/>
        </p:nvSpPr>
        <p:spPr>
          <a:xfrm>
            <a:off x="1802853" y="3337560"/>
            <a:ext cx="402336" cy="402336"/>
          </a:xfrm>
          <a:prstGeom prst="ellipse">
            <a:avLst/>
          </a:prstGeom>
          <a:solidFill>
            <a:srgbClr val="E1C298"/>
          </a:solidFill>
          <a:ln w="381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2697480"/>
            <a:ext cx="2636443" cy="457200"/>
          </a:xfrm>
          <a:prstGeom prst="rect">
            <a:avLst/>
          </a:prstGeom>
          <a:noFill/>
        </p:spPr>
        <p:txBody>
          <a:bodyPr wrap="square" lIns="54864" rIns="54864" tIns="27432" bIns="27432" anchor="b">
            <a:noAutofit/>
          </a:bodyPr>
          <a:lstStyle/>
          <a:p>
            <a:pPr algn="ctr">
              <a:lnSpc>
                <a:spcPct val="115000"/>
              </a:lnSpc>
            </a:pPr>
            <a:r>
              <a:rPr sz="1600" b="1" i="0">
                <a:solidFill>
                  <a:srgbClr val="E1C298"/>
                </a:solidFill>
              </a:rPr>
              <a:t>임신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19" y="3886200"/>
            <a:ext cx="2545003" cy="4572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800" b="1" i="0">
                <a:solidFill>
                  <a:srgbClr val="493A27"/>
                </a:solidFill>
              </a:rPr>
              <a:t>소식을 들은 날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19" y="4389120"/>
            <a:ext cx="2545003" cy="164592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25000"/>
              </a:lnSpc>
            </a:pPr>
            <a:r>
              <a:rPr sz="1500" b="0" i="0">
                <a:solidFill>
                  <a:srgbClr val="26231F"/>
                </a:solidFill>
              </a:rPr>
              <a:t>기억을 적어 주세요</a:t>
            </a:r>
          </a:p>
        </p:txBody>
      </p:sp>
      <p:sp>
        <p:nvSpPr>
          <p:cNvPr id="11" name="때 2"/>
          <p:cNvSpPr/>
          <p:nvPr/>
        </p:nvSpPr>
        <p:spPr>
          <a:xfrm>
            <a:off x="4530737" y="3337560"/>
            <a:ext cx="402336" cy="402336"/>
          </a:xfrm>
          <a:prstGeom prst="ellipse">
            <a:avLst/>
          </a:prstGeom>
          <a:solidFill>
            <a:srgbClr val="E1C298"/>
          </a:solidFill>
          <a:ln w="381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413683" y="2697480"/>
            <a:ext cx="2636443" cy="457200"/>
          </a:xfrm>
          <a:prstGeom prst="rect">
            <a:avLst/>
          </a:prstGeom>
          <a:noFill/>
        </p:spPr>
        <p:txBody>
          <a:bodyPr wrap="square" lIns="54864" rIns="54864" tIns="27432" bIns="27432" anchor="b">
            <a:noAutofit/>
          </a:bodyPr>
          <a:lstStyle/>
          <a:p>
            <a:pPr algn="ctr">
              <a:lnSpc>
                <a:spcPct val="115000"/>
              </a:lnSpc>
            </a:pPr>
            <a:r>
              <a:rPr sz="1600" b="1" i="0">
                <a:solidFill>
                  <a:srgbClr val="E1C298"/>
                </a:solidFill>
              </a:rPr>
              <a:t>출산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459403" y="3886200"/>
            <a:ext cx="2545003" cy="4572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800" b="1" i="0">
                <a:solidFill>
                  <a:srgbClr val="493A27"/>
                </a:solidFill>
              </a:rPr>
              <a:t>태어난 날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459403" y="4389120"/>
            <a:ext cx="2545003" cy="164592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25000"/>
              </a:lnSpc>
            </a:pPr>
            <a:r>
              <a:rPr sz="1500" b="0" i="0">
                <a:solidFill>
                  <a:srgbClr val="26231F"/>
                </a:solidFill>
              </a:rPr>
              <a:t>기억을 적어 주세요</a:t>
            </a:r>
          </a:p>
        </p:txBody>
      </p:sp>
      <p:sp>
        <p:nvSpPr>
          <p:cNvPr id="15" name="때 3"/>
          <p:cNvSpPr/>
          <p:nvPr/>
        </p:nvSpPr>
        <p:spPr>
          <a:xfrm>
            <a:off x="7258621" y="3337560"/>
            <a:ext cx="402336" cy="402336"/>
          </a:xfrm>
          <a:prstGeom prst="ellipse">
            <a:avLst/>
          </a:prstGeom>
          <a:solidFill>
            <a:srgbClr val="E1C298"/>
          </a:solidFill>
          <a:ln w="381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141567" y="2697480"/>
            <a:ext cx="2636443" cy="457200"/>
          </a:xfrm>
          <a:prstGeom prst="rect">
            <a:avLst/>
          </a:prstGeom>
          <a:noFill/>
        </p:spPr>
        <p:txBody>
          <a:bodyPr wrap="square" lIns="54864" rIns="54864" tIns="27432" bIns="27432" anchor="b">
            <a:noAutofit/>
          </a:bodyPr>
          <a:lstStyle/>
          <a:p>
            <a:pPr algn="ctr">
              <a:lnSpc>
                <a:spcPct val="115000"/>
              </a:lnSpc>
            </a:pPr>
            <a:r>
              <a:rPr sz="1600" b="1" i="0">
                <a:solidFill>
                  <a:srgbClr val="E1C298"/>
                </a:solidFill>
              </a:rPr>
              <a:t>첫 만남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187287" y="3886200"/>
            <a:ext cx="2545003" cy="4572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800" b="1" i="0">
                <a:solidFill>
                  <a:srgbClr val="493A27"/>
                </a:solidFill>
              </a:rPr>
              <a:t>품에 안은 순간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187287" y="4389120"/>
            <a:ext cx="2545003" cy="164592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25000"/>
              </a:lnSpc>
            </a:pPr>
            <a:r>
              <a:rPr sz="1500" b="0" i="0">
                <a:solidFill>
                  <a:srgbClr val="26231F"/>
                </a:solidFill>
              </a:rPr>
              <a:t>기억을 적어 주세요</a:t>
            </a:r>
          </a:p>
        </p:txBody>
      </p:sp>
      <p:sp>
        <p:nvSpPr>
          <p:cNvPr id="19" name="때 4"/>
          <p:cNvSpPr/>
          <p:nvPr/>
        </p:nvSpPr>
        <p:spPr>
          <a:xfrm>
            <a:off x="9986505" y="3337560"/>
            <a:ext cx="402336" cy="402336"/>
          </a:xfrm>
          <a:prstGeom prst="ellipse">
            <a:avLst/>
          </a:prstGeom>
          <a:solidFill>
            <a:srgbClr val="E1C298"/>
          </a:solidFill>
          <a:ln w="381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869451" y="2697480"/>
            <a:ext cx="2636443" cy="457200"/>
          </a:xfrm>
          <a:prstGeom prst="rect">
            <a:avLst/>
          </a:prstGeom>
          <a:noFill/>
        </p:spPr>
        <p:txBody>
          <a:bodyPr wrap="square" lIns="54864" rIns="54864" tIns="27432" bIns="27432" anchor="b">
            <a:noAutofit/>
          </a:bodyPr>
          <a:lstStyle/>
          <a:p>
            <a:pPr algn="ctr">
              <a:lnSpc>
                <a:spcPct val="115000"/>
              </a:lnSpc>
            </a:pPr>
            <a:r>
              <a:rPr sz="1600" b="1" i="0">
                <a:solidFill>
                  <a:srgbClr val="E1C298"/>
                </a:solidFill>
              </a:rPr>
              <a:t>집으로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915171" y="3886200"/>
            <a:ext cx="2545003" cy="4572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800" b="1" i="0">
                <a:solidFill>
                  <a:srgbClr val="493A27"/>
                </a:solidFill>
              </a:rPr>
              <a:t>함께 돌아온 날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915171" y="4389120"/>
            <a:ext cx="2545003" cy="164592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25000"/>
              </a:lnSpc>
            </a:pPr>
            <a:r>
              <a:rPr sz="1500" b="0" i="0">
                <a:solidFill>
                  <a:srgbClr val="26231F"/>
                </a:solidFill>
              </a:rPr>
              <a:t>기억을 적어 주세요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E8D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640080" y="566928"/>
            <a:ext cx="10911535" cy="10972"/>
          </a:xfrm>
          <a:prstGeom prst="rect">
            <a:avLst/>
          </a:prstGeom>
          <a:solidFill>
            <a:srgbClr val="26231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상단 라벨"/>
          <p:cNvSpPr txBox="1"/>
          <p:nvPr/>
        </p:nvSpPr>
        <p:spPr>
          <a:xfrm>
            <a:off x="640080" y="237744"/>
            <a:ext cx="5486400" cy="27432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900" b="1" i="0" spc="250">
                <a:solidFill>
                  <a:srgbClr val="26231F"/>
                </a:solidFill>
              </a:rPr>
              <a:t>FIRST BIRTHDAY</a:t>
            </a:r>
          </a:p>
        </p:txBody>
      </p:sp>
      <p:sp>
        <p:nvSpPr>
          <p:cNvPr id="5" name="포인트"/>
          <p:cNvSpPr/>
          <p:nvPr/>
        </p:nvSpPr>
        <p:spPr>
          <a:xfrm>
            <a:off x="11204143" y="246888"/>
            <a:ext cx="237744" cy="237744"/>
          </a:xfrm>
          <a:prstGeom prst="heart">
            <a:avLst/>
          </a:prstGeom>
          <a:solidFill>
            <a:srgbClr val="E1C29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731520"/>
            <a:ext cx="10911535" cy="82296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26231F"/>
                </a:solidFill>
              </a:rPr>
              <a:t>첫 번째 순간들</a:t>
            </a:r>
          </a:p>
        </p:txBody>
      </p:sp>
      <p:sp>
        <p:nvSpPr>
          <p:cNvPr id="6" name="카드 1"/>
          <p:cNvSpPr/>
          <p:nvPr/>
        </p:nvSpPr>
        <p:spPr>
          <a:xfrm>
            <a:off x="640080" y="1783080"/>
            <a:ext cx="2556433" cy="4572000"/>
          </a:xfrm>
          <a:prstGeom prst="roundRect">
            <a:avLst>
              <a:gd name="adj" fmla="val 4000"/>
            </a:avLst>
          </a:prstGeom>
          <a:solidFill>
            <a:srgbClr val="FBF5E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포인트 막대"/>
          <p:cNvSpPr/>
          <p:nvPr/>
        </p:nvSpPr>
        <p:spPr>
          <a:xfrm>
            <a:off x="640080" y="1892807"/>
            <a:ext cx="54864" cy="4352544"/>
          </a:xfrm>
          <a:prstGeom prst="rect">
            <a:avLst/>
          </a:prstGeom>
          <a:solidFill>
            <a:srgbClr val="E1C29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번호 1"/>
          <p:cNvSpPr/>
          <p:nvPr/>
        </p:nvSpPr>
        <p:spPr>
          <a:xfrm>
            <a:off x="822959" y="1965960"/>
            <a:ext cx="457200" cy="457200"/>
          </a:xfrm>
          <a:prstGeom prst="ellipse">
            <a:avLst/>
          </a:prstGeom>
          <a:solidFill>
            <a:srgbClr val="E1C298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26231F"/>
                </a:solidFill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560320"/>
            <a:ext cx="2282113" cy="64008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493A27"/>
                </a:solidFill>
              </a:rPr>
              <a:t>첫 웃음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3246120"/>
            <a:ext cx="2282113" cy="29718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500" b="0" i="0">
                <a:solidFill>
                  <a:srgbClr val="26231F"/>
                </a:solidFill>
              </a:rPr>
              <a:t>언제였나요?</a:t>
            </a:r>
          </a:p>
        </p:txBody>
      </p:sp>
      <p:sp>
        <p:nvSpPr>
          <p:cNvPr id="11" name="카드 2"/>
          <p:cNvSpPr/>
          <p:nvPr/>
        </p:nvSpPr>
        <p:spPr>
          <a:xfrm>
            <a:off x="3425113" y="1783080"/>
            <a:ext cx="2556433" cy="4572000"/>
          </a:xfrm>
          <a:prstGeom prst="roundRect">
            <a:avLst>
              <a:gd name="adj" fmla="val 4000"/>
            </a:avLst>
          </a:prstGeom>
          <a:solidFill>
            <a:srgbClr val="FBF5E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포인트 막대"/>
          <p:cNvSpPr/>
          <p:nvPr/>
        </p:nvSpPr>
        <p:spPr>
          <a:xfrm>
            <a:off x="3425113" y="1892807"/>
            <a:ext cx="54864" cy="4352544"/>
          </a:xfrm>
          <a:prstGeom prst="rect">
            <a:avLst/>
          </a:prstGeom>
          <a:solidFill>
            <a:srgbClr val="E1C29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번호 2"/>
          <p:cNvSpPr/>
          <p:nvPr/>
        </p:nvSpPr>
        <p:spPr>
          <a:xfrm>
            <a:off x="3607993" y="1965960"/>
            <a:ext cx="457200" cy="457200"/>
          </a:xfrm>
          <a:prstGeom prst="ellipse">
            <a:avLst/>
          </a:prstGeom>
          <a:solidFill>
            <a:srgbClr val="E1C298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26231F"/>
                </a:solidFill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62273" y="2560320"/>
            <a:ext cx="2282113" cy="64008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493A27"/>
                </a:solidFill>
              </a:rPr>
              <a:t>첫 뒤집기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62273" y="3246120"/>
            <a:ext cx="2282113" cy="29718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500" b="0" i="0">
                <a:solidFill>
                  <a:srgbClr val="26231F"/>
                </a:solidFill>
              </a:rPr>
              <a:t>언제였나요?</a:t>
            </a:r>
          </a:p>
        </p:txBody>
      </p:sp>
      <p:sp>
        <p:nvSpPr>
          <p:cNvPr id="16" name="카드 3"/>
          <p:cNvSpPr/>
          <p:nvPr/>
        </p:nvSpPr>
        <p:spPr>
          <a:xfrm>
            <a:off x="6210147" y="1783080"/>
            <a:ext cx="2556433" cy="4572000"/>
          </a:xfrm>
          <a:prstGeom prst="roundRect">
            <a:avLst>
              <a:gd name="adj" fmla="val 4000"/>
            </a:avLst>
          </a:prstGeom>
          <a:solidFill>
            <a:srgbClr val="FBF5E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포인트 막대"/>
          <p:cNvSpPr/>
          <p:nvPr/>
        </p:nvSpPr>
        <p:spPr>
          <a:xfrm>
            <a:off x="6210147" y="1892807"/>
            <a:ext cx="54864" cy="4352544"/>
          </a:xfrm>
          <a:prstGeom prst="rect">
            <a:avLst/>
          </a:prstGeom>
          <a:solidFill>
            <a:srgbClr val="E1C29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번호 3"/>
          <p:cNvSpPr/>
          <p:nvPr/>
        </p:nvSpPr>
        <p:spPr>
          <a:xfrm>
            <a:off x="6393027" y="1965960"/>
            <a:ext cx="457200" cy="457200"/>
          </a:xfrm>
          <a:prstGeom prst="ellipse">
            <a:avLst/>
          </a:prstGeom>
          <a:solidFill>
            <a:srgbClr val="E1C298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26231F"/>
                </a:solidFill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47307" y="2560320"/>
            <a:ext cx="2282113" cy="64008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493A27"/>
                </a:solidFill>
              </a:rPr>
              <a:t>첫 이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47307" y="3246120"/>
            <a:ext cx="2282113" cy="29718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500" b="0" i="0">
                <a:solidFill>
                  <a:srgbClr val="26231F"/>
                </a:solidFill>
              </a:rPr>
              <a:t>언제였나요?</a:t>
            </a:r>
          </a:p>
        </p:txBody>
      </p:sp>
      <p:sp>
        <p:nvSpPr>
          <p:cNvPr id="21" name="카드 4"/>
          <p:cNvSpPr/>
          <p:nvPr/>
        </p:nvSpPr>
        <p:spPr>
          <a:xfrm>
            <a:off x="8995181" y="1783080"/>
            <a:ext cx="2556433" cy="4572000"/>
          </a:xfrm>
          <a:prstGeom prst="roundRect">
            <a:avLst>
              <a:gd name="adj" fmla="val 4000"/>
            </a:avLst>
          </a:prstGeom>
          <a:solidFill>
            <a:srgbClr val="FBF5E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포인트 막대"/>
          <p:cNvSpPr/>
          <p:nvPr/>
        </p:nvSpPr>
        <p:spPr>
          <a:xfrm>
            <a:off x="8995181" y="1892807"/>
            <a:ext cx="54864" cy="4352544"/>
          </a:xfrm>
          <a:prstGeom prst="rect">
            <a:avLst/>
          </a:prstGeom>
          <a:solidFill>
            <a:srgbClr val="E1C29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번호 4"/>
          <p:cNvSpPr/>
          <p:nvPr/>
        </p:nvSpPr>
        <p:spPr>
          <a:xfrm>
            <a:off x="9178061" y="1965960"/>
            <a:ext cx="457200" cy="457200"/>
          </a:xfrm>
          <a:prstGeom prst="ellipse">
            <a:avLst/>
          </a:prstGeom>
          <a:solidFill>
            <a:srgbClr val="E1C298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26231F"/>
                </a:solidFill>
              </a:rP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32341" y="2560320"/>
            <a:ext cx="2282113" cy="64008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493A27"/>
                </a:solidFill>
              </a:rPr>
              <a:t>첫 걸음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32341" y="3246120"/>
            <a:ext cx="2282113" cy="29718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500" b="0" i="0">
                <a:solidFill>
                  <a:srgbClr val="26231F"/>
                </a:solidFill>
              </a:rPr>
              <a:t>언제였나요?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E8D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640080" y="566928"/>
            <a:ext cx="10911535" cy="10972"/>
          </a:xfrm>
          <a:prstGeom prst="rect">
            <a:avLst/>
          </a:prstGeom>
          <a:solidFill>
            <a:srgbClr val="26231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상단 라벨"/>
          <p:cNvSpPr txBox="1"/>
          <p:nvPr/>
        </p:nvSpPr>
        <p:spPr>
          <a:xfrm>
            <a:off x="640080" y="237744"/>
            <a:ext cx="5486400" cy="27432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900" b="1" i="0" spc="250">
                <a:solidFill>
                  <a:srgbClr val="26231F"/>
                </a:solidFill>
              </a:rPr>
              <a:t>FIRST BIRTHDAY</a:t>
            </a:r>
          </a:p>
        </p:txBody>
      </p:sp>
      <p:sp>
        <p:nvSpPr>
          <p:cNvPr id="5" name="포인트"/>
          <p:cNvSpPr/>
          <p:nvPr/>
        </p:nvSpPr>
        <p:spPr>
          <a:xfrm>
            <a:off x="11204143" y="246888"/>
            <a:ext cx="237744" cy="237744"/>
          </a:xfrm>
          <a:prstGeom prst="heart">
            <a:avLst/>
          </a:prstGeom>
          <a:solidFill>
            <a:srgbClr val="E1C29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731520"/>
            <a:ext cx="10911535" cy="82296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26231F"/>
                </a:solidFill>
              </a:rPr>
              <a:t>사진 모음</a:t>
            </a:r>
          </a:p>
        </p:txBody>
      </p:sp>
      <p:sp>
        <p:nvSpPr>
          <p:cNvPr id="6" name="사진 자리"/>
          <p:cNvSpPr/>
          <p:nvPr/>
        </p:nvSpPr>
        <p:spPr>
          <a:xfrm>
            <a:off x="640080" y="1783080"/>
            <a:ext cx="2590723" cy="2194560"/>
          </a:xfrm>
          <a:prstGeom prst="roundRect">
            <a:avLst>
              <a:gd name="adj" fmla="val 6000"/>
            </a:avLst>
          </a:prstGeom>
          <a:solidFill>
            <a:srgbClr val="F6E8D5"/>
          </a:solidFill>
          <a:ln w="19050">
            <a:noFill/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8E8780"/>
                </a:solidFill>
              </a:rPr>
              <a:t>사진 1</a:t>
            </a:r>
          </a:p>
        </p:txBody>
      </p:sp>
      <p:sp>
        <p:nvSpPr>
          <p:cNvPr id="7" name="사진 자리"/>
          <p:cNvSpPr/>
          <p:nvPr/>
        </p:nvSpPr>
        <p:spPr>
          <a:xfrm>
            <a:off x="3413683" y="1783080"/>
            <a:ext cx="2590723" cy="2194560"/>
          </a:xfrm>
          <a:prstGeom prst="roundRect">
            <a:avLst>
              <a:gd name="adj" fmla="val 6000"/>
            </a:avLst>
          </a:prstGeom>
          <a:solidFill>
            <a:srgbClr val="F6E8D5"/>
          </a:solidFill>
          <a:ln w="19050">
            <a:noFill/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8E8780"/>
                </a:solidFill>
              </a:rPr>
              <a:t>사진 2</a:t>
            </a:r>
          </a:p>
        </p:txBody>
      </p:sp>
      <p:sp>
        <p:nvSpPr>
          <p:cNvPr id="8" name="사진 자리"/>
          <p:cNvSpPr/>
          <p:nvPr/>
        </p:nvSpPr>
        <p:spPr>
          <a:xfrm>
            <a:off x="6187287" y="1783080"/>
            <a:ext cx="2590723" cy="2194560"/>
          </a:xfrm>
          <a:prstGeom prst="roundRect">
            <a:avLst>
              <a:gd name="adj" fmla="val 6000"/>
            </a:avLst>
          </a:prstGeom>
          <a:solidFill>
            <a:srgbClr val="F6E8D5"/>
          </a:solidFill>
          <a:ln w="19050">
            <a:noFill/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8E8780"/>
                </a:solidFill>
              </a:rPr>
              <a:t>사진 3</a:t>
            </a:r>
          </a:p>
        </p:txBody>
      </p:sp>
      <p:sp>
        <p:nvSpPr>
          <p:cNvPr id="9" name="사진 자리"/>
          <p:cNvSpPr/>
          <p:nvPr/>
        </p:nvSpPr>
        <p:spPr>
          <a:xfrm>
            <a:off x="8960891" y="1783080"/>
            <a:ext cx="2590723" cy="2194560"/>
          </a:xfrm>
          <a:prstGeom prst="roundRect">
            <a:avLst>
              <a:gd name="adj" fmla="val 6000"/>
            </a:avLst>
          </a:prstGeom>
          <a:solidFill>
            <a:srgbClr val="F6E8D5"/>
          </a:solidFill>
          <a:ln w="19050">
            <a:noFill/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8E8780"/>
                </a:solidFill>
              </a:rPr>
              <a:t>사진 4</a:t>
            </a:r>
          </a:p>
        </p:txBody>
      </p:sp>
      <p:sp>
        <p:nvSpPr>
          <p:cNvPr id="10" name="사진 자리"/>
          <p:cNvSpPr/>
          <p:nvPr/>
        </p:nvSpPr>
        <p:spPr>
          <a:xfrm>
            <a:off x="640080" y="4160520"/>
            <a:ext cx="2590723" cy="2194560"/>
          </a:xfrm>
          <a:prstGeom prst="roundRect">
            <a:avLst>
              <a:gd name="adj" fmla="val 6000"/>
            </a:avLst>
          </a:prstGeom>
          <a:solidFill>
            <a:srgbClr val="F6E8D5"/>
          </a:solidFill>
          <a:ln w="19050">
            <a:noFill/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8E8780"/>
                </a:solidFill>
              </a:rPr>
              <a:t>사진 5</a:t>
            </a:r>
          </a:p>
        </p:txBody>
      </p:sp>
      <p:sp>
        <p:nvSpPr>
          <p:cNvPr id="11" name="사진 자리"/>
          <p:cNvSpPr/>
          <p:nvPr/>
        </p:nvSpPr>
        <p:spPr>
          <a:xfrm>
            <a:off x="3413683" y="4160520"/>
            <a:ext cx="2590723" cy="2194560"/>
          </a:xfrm>
          <a:prstGeom prst="roundRect">
            <a:avLst>
              <a:gd name="adj" fmla="val 6000"/>
            </a:avLst>
          </a:prstGeom>
          <a:solidFill>
            <a:srgbClr val="F6E8D5"/>
          </a:solidFill>
          <a:ln w="19050">
            <a:noFill/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8E8780"/>
                </a:solidFill>
              </a:rPr>
              <a:t>사진 6</a:t>
            </a:r>
          </a:p>
        </p:txBody>
      </p:sp>
      <p:sp>
        <p:nvSpPr>
          <p:cNvPr id="12" name="사진 자리"/>
          <p:cNvSpPr/>
          <p:nvPr/>
        </p:nvSpPr>
        <p:spPr>
          <a:xfrm>
            <a:off x="6187287" y="4160520"/>
            <a:ext cx="2590723" cy="2194560"/>
          </a:xfrm>
          <a:prstGeom prst="roundRect">
            <a:avLst>
              <a:gd name="adj" fmla="val 6000"/>
            </a:avLst>
          </a:prstGeom>
          <a:solidFill>
            <a:srgbClr val="F6E8D5"/>
          </a:solidFill>
          <a:ln w="19050">
            <a:noFill/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8E8780"/>
                </a:solidFill>
              </a:rPr>
              <a:t>사진 7</a:t>
            </a:r>
          </a:p>
        </p:txBody>
      </p:sp>
      <p:sp>
        <p:nvSpPr>
          <p:cNvPr id="13" name="사진 자리"/>
          <p:cNvSpPr/>
          <p:nvPr/>
        </p:nvSpPr>
        <p:spPr>
          <a:xfrm>
            <a:off x="8960891" y="4160520"/>
            <a:ext cx="2590723" cy="2194560"/>
          </a:xfrm>
          <a:prstGeom prst="roundRect">
            <a:avLst>
              <a:gd name="adj" fmla="val 6000"/>
            </a:avLst>
          </a:prstGeom>
          <a:solidFill>
            <a:srgbClr val="F6E8D5"/>
          </a:solidFill>
          <a:ln w="19050">
            <a:noFill/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8E8780"/>
                </a:solidFill>
              </a:rPr>
              <a:t>사진 8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5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사진 자리"/>
          <p:cNvSpPr/>
          <p:nvPr/>
        </p:nvSpPr>
        <p:spPr>
          <a:xfrm>
            <a:off x="1463003" y="685800"/>
            <a:ext cx="3169840" cy="548640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EBD0AD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400" b="0" i="0">
                <a:solidFill>
                  <a:srgbClr val="493A27"/>
                </a:solidFill>
              </a:rPr>
              <a:t>사진을 넣어 주세요</a:t>
            </a:r>
          </a:p>
        </p:txBody>
      </p:sp>
      <p:sp>
        <p:nvSpPr>
          <p:cNvPr id="4" name="장식"/>
          <p:cNvSpPr/>
          <p:nvPr/>
        </p:nvSpPr>
        <p:spPr>
          <a:xfrm>
            <a:off x="4358505" y="4251960"/>
            <a:ext cx="1005840" cy="1005840"/>
          </a:xfrm>
          <a:prstGeom prst="ellipse">
            <a:avLst/>
          </a:prstGeom>
          <a:solidFill>
            <a:srgbClr val="EBD0A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라벨"/>
          <p:cNvSpPr txBox="1"/>
          <p:nvPr/>
        </p:nvSpPr>
        <p:spPr>
          <a:xfrm>
            <a:off x="6827349" y="2148840"/>
            <a:ext cx="4632844" cy="27432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000" b="1" i="0" spc="250">
                <a:solidFill>
                  <a:srgbClr val="26231F"/>
                </a:solidFill>
              </a:rPr>
              <a:t>FIRST BIRTHDAY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7349" y="2606040"/>
            <a:ext cx="4632844" cy="118872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400" b="1" i="0">
                <a:solidFill>
                  <a:srgbClr val="26231F"/>
                </a:solidFill>
              </a:rPr>
              <a:t>와 주셔서 고맙습니다</a:t>
            </a:r>
          </a:p>
        </p:txBody>
      </p:sp>
      <p:sp>
        <p:nvSpPr>
          <p:cNvPr id="6" name="한 줄 문구"/>
          <p:cNvSpPr txBox="1"/>
          <p:nvPr/>
        </p:nvSpPr>
        <p:spPr>
          <a:xfrm>
            <a:off x="6827349" y="3886200"/>
            <a:ext cx="4632844" cy="8229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700" b="0" i="0">
                <a:solidFill>
                  <a:srgbClr val="26231F"/>
                </a:solidFill>
              </a:rPr>
              <a:t>아이가 한 살이 되었습니다</a:t>
            </a:r>
          </a:p>
        </p:txBody>
      </p:sp>
      <p:sp>
        <p:nvSpPr>
          <p:cNvPr id="7" name="안내 문구"/>
          <p:cNvSpPr txBox="1"/>
          <p:nvPr/>
        </p:nvSpPr>
        <p:spPr>
          <a:xfrm>
            <a:off x="6827349" y="4754880"/>
            <a:ext cx="4632844" cy="9144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26231F"/>
                </a:solidFill>
              </a:rPr>
              <a:t>아기 이름 · 부모 이름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돌잔치 슬라이드(첫 번째 이야기 중심)">
  <a:themeElements>
    <a:clrScheme name="Office">
      <a:dk1>
        <a:sysClr val="windowText" lastClr="000000"/>
      </a:dk1>
      <a:lt1>
        <a:sysClr val="window" lastClr="FFFFFF"/>
      </a:lt1>
      <a:dk2>
        <a:srgbClr val="493A27"/>
      </a:dk2>
      <a:lt2>
        <a:srgbClr val="FBF5EC"/>
      </a:lt2>
      <a:accent1>
        <a:srgbClr val="E1C298"/>
      </a:accent1>
      <a:accent2>
        <a:srgbClr val="E9EAB8"/>
      </a:accent2>
      <a:accent3>
        <a:srgbClr val="493A27"/>
      </a:accent3>
      <a:accent4>
        <a:srgbClr val="F6E8D5"/>
      </a:accent4>
      <a:accent5>
        <a:srgbClr val="E5D6A8"/>
      </a:accent5>
      <a:accent6>
        <a:srgbClr val="92897D"/>
      </a:accent6>
      <a:hlink>
        <a:srgbClr val="E1C298"/>
      </a:hlink>
      <a:folHlink>
        <a:srgbClr val="493A27"/>
      </a:folHlink>
    </a:clrScheme>
    <a:fontScheme name="Office">
      <a:majorFont>
        <a:latin typeface="맑은 고딕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돌잔치 슬라이드(첫 번째 이야기 중심)</dc:title>
  <dc:subject/>
  <dc:creator>반딧불이의 곳간</dc:creator>
  <cp:keywords/>
  <dc:description>자유롭게 편집해서 사용하세요.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