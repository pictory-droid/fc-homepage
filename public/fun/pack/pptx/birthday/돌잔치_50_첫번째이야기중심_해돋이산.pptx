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그날 처음 만났습니다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태어난 날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2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임신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소식을 들은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출산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태어난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첫 만남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품에 안은 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B5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B598"/>
                </a:solidFill>
              </a:rPr>
              <a:t>집으로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함께 돌아온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순간들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B5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B59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첫 웃음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B5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3516553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B59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첫 뒤집기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5" name="카드 3"/>
          <p:cNvSpPr/>
          <p:nvPr/>
        </p:nvSpPr>
        <p:spPr>
          <a:xfrm>
            <a:off x="6210147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B5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6301587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B59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첫 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9" name="카드 4"/>
          <p:cNvSpPr/>
          <p:nvPr/>
        </p:nvSpPr>
        <p:spPr>
          <a:xfrm>
            <a:off x="8995181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B5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 txBox="1"/>
          <p:nvPr/>
        </p:nvSpPr>
        <p:spPr>
          <a:xfrm>
            <a:off x="9086621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B598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첫 걸음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2341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E1B598"/>
      </a:accent1>
      <a:accent2>
        <a:srgbClr val="EAE4B8"/>
      </a:accent2>
      <a:accent3>
        <a:srgbClr val="493527"/>
      </a:accent3>
      <a:accent4>
        <a:srgbClr val="F6E2D5"/>
      </a:accent4>
      <a:accent5>
        <a:srgbClr val="E6CCA8"/>
      </a:accent5>
      <a:accent6>
        <a:srgbClr val="92867D"/>
      </a:accent6>
      <a:hlink>
        <a:srgbClr val="E1B598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