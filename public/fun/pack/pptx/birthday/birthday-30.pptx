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B2315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단풍보다 고운 우리 아기의 첫 생일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우리 아기를 소개합니다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2315"/>
                </a:solidFill>
              </a:rPr>
              <a:t>아기 사진을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태어난 날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임신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소식을 들은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5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출산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태어난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9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첫 만남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품에 안은 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3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집으로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함께 돌아온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첫 번째 순간들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웃음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4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뒤집기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8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2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사진 모음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6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7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2315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