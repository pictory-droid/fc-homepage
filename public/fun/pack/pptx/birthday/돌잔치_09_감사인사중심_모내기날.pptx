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16E21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16E21"/>
                </a:solidFill>
              </a:rPr>
              <a:t>저희 아이의 첫 생일에 모십니다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16E21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16E2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D4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F3FC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16E21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D4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16E21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D4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F3FC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16E21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D4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16E21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D4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F3FC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16E21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D4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초대합니다</a:t>
            </a:r>
          </a:p>
        </p:txBody>
      </p:sp>
      <p:sp>
        <p:nvSpPr>
          <p:cNvPr id="5" name="초대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3FCF3"/>
          </a:solidFill>
          <a:ln w="12700">
            <a:solidFill>
              <a:srgbClr val="D4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초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부모의 한마디</a:t>
            </a:r>
          </a:p>
        </p:txBody>
      </p:sp>
      <p:sp>
        <p:nvSpPr>
          <p:cNvPr id="5" name="편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D4F7D4"/>
          </a:solidFill>
          <a:ln w="12700">
            <a:solidFill>
              <a:srgbClr val="4ECA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편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16E21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16E21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216E21"/>
      </a:dk2>
      <a:lt2>
        <a:srgbClr val="F3FCF3"/>
      </a:lt2>
      <a:accent1>
        <a:srgbClr val="4ECA4E"/>
      </a:accent1>
      <a:accent2>
        <a:srgbClr val="339941"/>
      </a:accent2>
      <a:accent3>
        <a:srgbClr val="216E21"/>
      </a:accent3>
      <a:accent4>
        <a:srgbClr val="D4F7D4"/>
      </a:accent4>
      <a:accent5>
        <a:srgbClr val="40B248"/>
      </a:accent5>
      <a:accent6>
        <a:srgbClr val="7AA87A"/>
      </a:accent6>
      <a:hlink>
        <a:srgbClr val="4ECA4E"/>
      </a:hlink>
      <a:folHlink>
        <a:srgbClr val="216E2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