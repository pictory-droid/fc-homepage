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C401C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C401C"/>
                </a:solidFill>
              </a:rPr>
              <a:t>저희 아이의 첫 생일에 모십니다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401C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D3EED3"/>
          </a:solidFill>
          <a:ln w="19050">
            <a:solidFill>
              <a:srgbClr val="3A88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1C401C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401C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D3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401C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D3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401C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D3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401C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D3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401C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D3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1F9F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C401C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D3EED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3EED3"/>
                      </a:solidFill>
                      <a:prstDash val="solid"/>
                    </a:lnL>
                    <a:lnR w="9525" cap="flat" cmpd="sng" algn="ctr">
                      <a:solidFill>
                        <a:srgbClr val="D3EED3"/>
                      </a:solidFill>
                      <a:prstDash val="solid"/>
                    </a:lnR>
                    <a:lnT w="9525" cap="flat" cmpd="sng" algn="ctr">
                      <a:solidFill>
                        <a:srgbClr val="D3EED3"/>
                      </a:solidFill>
                      <a:prstDash val="solid"/>
                    </a:lnT>
                    <a:lnB w="9525" cap="flat" cmpd="sng" algn="ctr">
                      <a:solidFill>
                        <a:srgbClr val="D3EED3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401C"/>
                </a:solidFill>
              </a:rPr>
              <a:t>초대합니다</a:t>
            </a:r>
          </a:p>
        </p:txBody>
      </p:sp>
      <p:sp>
        <p:nvSpPr>
          <p:cNvPr id="5" name="초대 글 칸"/>
          <p:cNvSpPr/>
          <p:nvPr/>
        </p:nvSpPr>
        <p:spPr>
          <a:xfrm>
            <a:off x="640080" y="1600200"/>
            <a:ext cx="10911535" cy="4800600"/>
          </a:xfrm>
          <a:prstGeom prst="roundRect">
            <a:avLst>
              <a:gd name="adj" fmla="val 8000"/>
            </a:avLst>
          </a:prstGeom>
          <a:solidFill>
            <a:srgbClr val="F1F9F1"/>
          </a:solidFill>
          <a:ln w="12700">
            <a:solidFill>
              <a:srgbClr val="D3EE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초대 글"/>
          <p:cNvSpPr txBox="1"/>
          <p:nvPr/>
        </p:nvSpPr>
        <p:spPr>
          <a:xfrm>
            <a:off x="1097280" y="1965960"/>
            <a:ext cx="9997135" cy="4069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저희 아이의 첫 생일에 모십니다.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오셔서 같이 밥 한 끼 해 주세요.</a:t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ctr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일시 · 장소를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401C"/>
                </a:solidFill>
              </a:rPr>
              <a:t>부모의 한마디</a:t>
            </a:r>
          </a:p>
        </p:txBody>
      </p:sp>
      <p:sp>
        <p:nvSpPr>
          <p:cNvPr id="5" name="편지 칸"/>
          <p:cNvSpPr/>
          <p:nvPr/>
        </p:nvSpPr>
        <p:spPr>
          <a:xfrm>
            <a:off x="640080" y="1600200"/>
            <a:ext cx="10911535" cy="4800600"/>
          </a:xfrm>
          <a:prstGeom prst="roundRect">
            <a:avLst>
              <a:gd name="adj" fmla="val 8000"/>
            </a:avLst>
          </a:prstGeom>
          <a:solidFill>
            <a:srgbClr val="D3EED3"/>
          </a:solidFill>
          <a:ln w="12700">
            <a:solidFill>
              <a:srgbClr val="3A88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편지 글"/>
          <p:cNvSpPr txBox="1"/>
          <p:nvPr/>
        </p:nvSpPr>
        <p:spPr>
          <a:xfrm>
            <a:off x="1097280" y="1965960"/>
            <a:ext cx="9997135" cy="4069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사랑하는 우리 아기에게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엄마 아빠의 마음을 적어 주세요.</a:t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2B2B2B"/>
                </a:solidFill>
              </a:rPr>
              <a:t>― 엄마 아빠가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9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3A88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12191695" cy="54864"/>
          </a:xfrm>
          <a:prstGeom prst="rect">
            <a:avLst/>
          </a:prstGeom>
          <a:solidFill>
            <a:srgbClr val="663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C401C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3EED3"/>
          </a:solidFill>
          <a:ln w="19050">
            <a:solidFill>
              <a:srgbClr val="3A88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C401C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413683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3EED3"/>
          </a:solidFill>
          <a:ln w="19050">
            <a:solidFill>
              <a:srgbClr val="3A88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C401C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187287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3EED3"/>
          </a:solidFill>
          <a:ln w="19050">
            <a:solidFill>
              <a:srgbClr val="3A88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C401C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960891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3EED3"/>
          </a:solidFill>
          <a:ln w="19050">
            <a:solidFill>
              <a:srgbClr val="3A88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C401C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3EED3"/>
          </a:solidFill>
          <a:ln w="19050">
            <a:solidFill>
              <a:srgbClr val="3A88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C401C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413683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3EED3"/>
          </a:solidFill>
          <a:ln w="19050">
            <a:solidFill>
              <a:srgbClr val="3A88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C401C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187287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3EED3"/>
          </a:solidFill>
          <a:ln w="19050">
            <a:solidFill>
              <a:srgbClr val="3A88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C401C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960891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D3EED3"/>
          </a:solidFill>
          <a:ln w="19050">
            <a:solidFill>
              <a:srgbClr val="3A88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1C401C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C401C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C401C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감사 인사 중심)">
  <a:themeElements>
    <a:clrScheme name="Office">
      <a:dk1>
        <a:sysClr val="windowText" lastClr="000000"/>
      </a:dk1>
      <a:lt1>
        <a:sysClr val="window" lastClr="FFFFFF"/>
      </a:lt1>
      <a:dk2>
        <a:srgbClr val="1C401C"/>
      </a:dk2>
      <a:lt2>
        <a:srgbClr val="F1F9F1"/>
      </a:lt2>
      <a:accent1>
        <a:srgbClr val="3A883A"/>
      </a:accent1>
      <a:accent2>
        <a:srgbClr val="663D8F"/>
      </a:accent2>
      <a:accent3>
        <a:srgbClr val="1C401C"/>
      </a:accent3>
      <a:accent4>
        <a:srgbClr val="D3EED3"/>
      </a:accent4>
      <a:accent5>
        <a:srgbClr val="506264"/>
      </a:accent5>
      <a:accent6>
        <a:srgbClr val="778C77"/>
      </a:accent6>
      <a:hlink>
        <a:srgbClr val="3A883A"/>
      </a:hlink>
      <a:folHlink>
        <a:srgbClr val="1C401C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슬라이드(감사 인사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