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314149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옹알이가 말이 되는 날을 기다립니다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14149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한 해 성장 기록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530065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A7887"/>
                </a:solidFill>
              </a:rPr>
              <a:t>1개월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처음 눈을 맞춘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9" name="때 2"/>
          <p:cNvSpPr/>
          <p:nvPr/>
        </p:nvSpPr>
        <p:spPr>
          <a:xfrm>
            <a:off x="3712372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8107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A7887"/>
                </a:solidFill>
              </a:rPr>
              <a:t>3개월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3827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처음 웃은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3827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3" name="때 3"/>
          <p:cNvSpPr/>
          <p:nvPr/>
        </p:nvSpPr>
        <p:spPr>
          <a:xfrm>
            <a:off x="5894679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0414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A7887"/>
                </a:solidFill>
              </a:rPr>
              <a:t>6개월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6134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뒤집기 성공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6134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7" name="때 4"/>
          <p:cNvSpPr/>
          <p:nvPr/>
        </p:nvSpPr>
        <p:spPr>
          <a:xfrm>
            <a:off x="8076986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721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A7887"/>
                </a:solidFill>
              </a:rPr>
              <a:t>9개월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441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첫 이유식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441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1" name="때 5"/>
          <p:cNvSpPr/>
          <p:nvPr/>
        </p:nvSpPr>
        <p:spPr>
          <a:xfrm>
            <a:off x="10259293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5028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5A7887"/>
                </a:solidFill>
              </a:rPr>
              <a:t>12개월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0748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첫 걸음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0748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키와 몸무게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149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14149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314149"/>
      </a:dk2>
      <a:lt2>
        <a:srgbClr val="F3F5F7"/>
      </a:lt2>
      <a:accent1>
        <a:srgbClr val="5A7887"/>
      </a:accent1>
      <a:accent2>
        <a:srgbClr val="7A5258"/>
      </a:accent2>
      <a:accent3>
        <a:srgbClr val="314149"/>
      </a:accent3>
      <a:accent4>
        <a:srgbClr val="D9E3E8"/>
      </a:accent4>
      <a:accent5>
        <a:srgbClr val="6A6570"/>
      </a:accent5>
      <a:accent6>
        <a:srgbClr val="838D92"/>
      </a:accent6>
      <a:hlink>
        <a:srgbClr val="5A7887"/>
      </a:hlink>
      <a:folHlink>
        <a:srgbClr val="31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