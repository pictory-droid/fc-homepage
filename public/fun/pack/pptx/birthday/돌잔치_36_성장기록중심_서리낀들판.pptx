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14149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옹알이가 말이 되는 날을 기다립니다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14149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한 해 성장 기록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530065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A7887"/>
                </a:solidFill>
              </a:rPr>
              <a:t>1개월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처음 눈을 맞춘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3712372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8107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A7887"/>
                </a:solidFill>
              </a:rPr>
              <a:t>3개월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3827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처음 웃은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0414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A7887"/>
                </a:solidFill>
              </a:rPr>
              <a:t>6개월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4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뒤집기 성공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8076986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2721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A7887"/>
                </a:solidFill>
              </a:rPr>
              <a:t>9개월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441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첫 이유식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1" name="때 5"/>
          <p:cNvSpPr/>
          <p:nvPr/>
        </p:nvSpPr>
        <p:spPr>
          <a:xfrm>
            <a:off x="10259293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5028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A7887"/>
                </a:solidFill>
              </a:rPr>
              <a:t>12개월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0748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첫 걸음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키와 몸무게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1414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