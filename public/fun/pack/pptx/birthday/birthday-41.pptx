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D9D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43219" y="987552"/>
            <a:ext cx="905256" cy="905256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5174132" y="1670608"/>
            <a:ext cx="526694" cy="526694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6540246" y="1654149"/>
            <a:ext cx="493775" cy="493775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3B2017"/>
                </a:solidFill>
              </a:rPr>
              <a:t>첫 번째 생일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아랫목처럼 따뜻한 첫 생일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우리 아기를 소개합니다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B2017"/>
                </a:solidFill>
              </a:rPr>
              <a:t>아기 사진을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한 해 성장 기록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639793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1개월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처음 눈을 맞춘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2" name="때 2"/>
          <p:cNvSpPr/>
          <p:nvPr/>
        </p:nvSpPr>
        <p:spPr>
          <a:xfrm>
            <a:off x="3767236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0403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3개월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6123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처음 웃은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6123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6" name="때 3"/>
          <p:cNvSpPr/>
          <p:nvPr/>
        </p:nvSpPr>
        <p:spPr>
          <a:xfrm>
            <a:off x="5894679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7846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6개월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3566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뒤집기 성공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3566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0" name="때 4"/>
          <p:cNvSpPr/>
          <p:nvPr/>
        </p:nvSpPr>
        <p:spPr>
          <a:xfrm>
            <a:off x="8022122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289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9개월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009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첫 이유식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009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4" name="때 5"/>
          <p:cNvSpPr/>
          <p:nvPr/>
        </p:nvSpPr>
        <p:spPr>
          <a:xfrm>
            <a:off x="10149565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2732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12개월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8452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첫 걸음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8452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키와 몸무게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77240" y="1554480"/>
          <a:ext cx="1063721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7443"/>
                <a:gridCol w="2127443"/>
                <a:gridCol w="2127443"/>
                <a:gridCol w="2127443"/>
                <a:gridCol w="2127443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사진 모음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6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7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D9D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43219" y="987552"/>
            <a:ext cx="905256" cy="905256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5174132" y="1670608"/>
            <a:ext cx="526694" cy="526694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6540246" y="1654149"/>
            <a:ext cx="493775" cy="493775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3B2017"/>
                </a:solidFill>
              </a:rPr>
              <a:t>함께해 주셔서 감사합니다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첫 번째 생일을 축하해 주셔서 고맙습니다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