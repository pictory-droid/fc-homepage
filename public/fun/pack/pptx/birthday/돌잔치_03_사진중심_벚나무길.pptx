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F2A6B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30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첫 번째 생일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한 해 동안 찍은 사진 중에 골랐습니다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109728"/>
          </a:xfrm>
          <a:prstGeom prst="wave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아기를 소개합니다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840480" cy="438912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아기 사진을 넣어 주세요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4846320" y="17830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0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0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0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0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0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0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109728"/>
          </a:xfrm>
          <a:prstGeom prst="wave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첫 번째 생일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5318607" cy="457200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대표 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233007" y="1783080"/>
            <a:ext cx="5318607" cy="457200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대표 사진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109728"/>
          </a:xfrm>
          <a:prstGeom prst="wave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 해의 순간들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109728"/>
          </a:xfrm>
          <a:prstGeom prst="wave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사진 모음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3413683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187287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960891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3413683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187287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7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960891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F2A6B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30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아이가 한 살이 되었습니다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사진 중심)">
  <a:themeElements>
    <a:clrScheme name="Office">
      <a:dk1>
        <a:sysClr val="windowText" lastClr="000000"/>
      </a:dk1>
      <a:lt1>
        <a:sysClr val="window" lastClr="FFFFFF"/>
      </a:lt1>
      <a:dk2>
        <a:srgbClr val="492730"/>
      </a:dk2>
      <a:lt2>
        <a:srgbClr val="FDEAEF"/>
      </a:lt2>
      <a:accent1>
        <a:srgbClr val="ED97AC"/>
      </a:accent1>
      <a:accent2>
        <a:srgbClr val="F3C6BA"/>
      </a:accent2>
      <a:accent3>
        <a:srgbClr val="492730"/>
      </a:accent3>
      <a:accent4>
        <a:srgbClr val="FAD1DB"/>
      </a:accent4>
      <a:accent5>
        <a:srgbClr val="F0AEB3"/>
      </a:accent5>
      <a:accent6>
        <a:srgbClr val="927D83"/>
      </a:accent6>
      <a:hlink>
        <a:srgbClr val="ED97AC"/>
      </a:hlink>
      <a:folHlink>
        <a:srgbClr val="49273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