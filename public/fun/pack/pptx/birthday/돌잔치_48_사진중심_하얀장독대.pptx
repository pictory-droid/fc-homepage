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2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2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그동안 찍은 사진 중 열두 장입니다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ECF1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2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D5E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0F6"/>
                      </a:solidFill>
                      <a:prstDash val="solid"/>
                    </a:lnL>
                    <a:lnR w="9525" cap="flat" cmpd="sng" algn="ctr">
                      <a:solidFill>
                        <a:srgbClr val="D5E0F6"/>
                      </a:solidFill>
                      <a:prstDash val="solid"/>
                    </a:lnR>
                    <a:lnT w="9525" cap="flat" cmpd="sng" algn="ctr">
                      <a:solidFill>
                        <a:srgbClr val="D5E0F6"/>
                      </a:solidFill>
                      <a:prstDash val="solid"/>
                    </a:lnT>
                    <a:lnB w="9525" cap="flat" cmpd="sng" algn="ctr">
                      <a:solidFill>
                        <a:srgbClr val="D5E0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생일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5318607" cy="4389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233007" y="1783080"/>
            <a:ext cx="5318607" cy="4389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해의 순간들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2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2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273249"/>
      </a:dk2>
      <a:lt2>
        <a:srgbClr val="ECF1FB"/>
      </a:lt2>
      <a:accent1>
        <a:srgbClr val="98B1E1"/>
      </a:accent1>
      <a:accent2>
        <a:srgbClr val="BFB8EA"/>
      </a:accent2>
      <a:accent3>
        <a:srgbClr val="273249"/>
      </a:accent3>
      <a:accent4>
        <a:srgbClr val="D5E0F6"/>
      </a:accent4>
      <a:accent5>
        <a:srgbClr val="ACB4E6"/>
      </a:accent5>
      <a:accent6>
        <a:srgbClr val="7D8492"/>
      </a:accent6>
      <a:hlink>
        <a:srgbClr val="98B1E1"/>
      </a:hlink>
      <a:folHlink>
        <a:srgbClr val="2732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