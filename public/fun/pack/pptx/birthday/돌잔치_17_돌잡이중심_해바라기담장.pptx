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6E570C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E570C"/>
                </a:solidFill>
              </a:rPr>
              <a:t>무엇을 집어도 박수 쳐 주기로 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840480" cy="443484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E570C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937759" y="1600200"/>
          <a:ext cx="652241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E570C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E570C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E570C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E570C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E570C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E570C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AEE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EEC6"/>
                      </a:solidFill>
                      <a:prstDash val="solid"/>
                    </a:lnL>
                    <a:lnR w="9525" cap="flat" cmpd="sng" algn="ctr">
                      <a:solidFill>
                        <a:srgbClr val="FAEEC6"/>
                      </a:solidFill>
                      <a:prstDash val="solid"/>
                    </a:lnR>
                    <a:lnT w="9525" cap="flat" cmpd="sng" algn="ctr">
                      <a:solidFill>
                        <a:srgbClr val="FAEEC6"/>
                      </a:solidFill>
                      <a:prstDash val="solid"/>
                    </a:lnT>
                    <a:lnB w="9525" cap="flat" cmpd="sng" algn="ctr">
                      <a:solidFill>
                        <a:srgbClr val="FAEE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돌잡이 이야기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2510713" cy="46177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223639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6E570C"/>
                </a:solidFill>
              </a:rPr>
              <a:t>연필 · 공부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223639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학문과 총명을 바라는 마음</a:t>
            </a:r>
          </a:p>
        </p:txBody>
      </p:sp>
      <p:sp>
        <p:nvSpPr>
          <p:cNvPr id="8" name="카드 2"/>
          <p:cNvSpPr/>
          <p:nvPr/>
        </p:nvSpPr>
        <p:spPr>
          <a:xfrm>
            <a:off x="3470833" y="1600200"/>
            <a:ext cx="2510713" cy="46177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3653713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7993" y="2377440"/>
            <a:ext cx="223639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6E570C"/>
                </a:solidFill>
              </a:rPr>
              <a:t>실 · 장수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7993" y="3063240"/>
            <a:ext cx="223639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건강하고 오래 살기를</a:t>
            </a:r>
          </a:p>
        </p:txBody>
      </p:sp>
      <p:sp>
        <p:nvSpPr>
          <p:cNvPr id="12" name="카드 3"/>
          <p:cNvSpPr/>
          <p:nvPr/>
        </p:nvSpPr>
        <p:spPr>
          <a:xfrm>
            <a:off x="6210147" y="1600200"/>
            <a:ext cx="2510713" cy="46177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377440"/>
            <a:ext cx="223639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6E570C"/>
                </a:solidFill>
              </a:rPr>
              <a:t>돈 · 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3063240"/>
            <a:ext cx="223639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넉넉한 삶을 바라는 마음</a:t>
            </a:r>
          </a:p>
        </p:txBody>
      </p:sp>
      <p:sp>
        <p:nvSpPr>
          <p:cNvPr id="16" name="카드 4"/>
          <p:cNvSpPr/>
          <p:nvPr/>
        </p:nvSpPr>
        <p:spPr>
          <a:xfrm>
            <a:off x="8949461" y="1600200"/>
            <a:ext cx="2510713" cy="46177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32341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6621" y="2377440"/>
            <a:ext cx="223639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6E570C"/>
                </a:solidFill>
              </a:rPr>
              <a:t>마이크 · 인기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6621" y="3063240"/>
            <a:ext cx="223639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우리 아기의 선택은?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4572000" cy="46177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E570C"/>
                </a:solidFill>
              </a:rPr>
              <a:t>돌잡이 사진</a:t>
            </a:r>
          </a:p>
        </p:txBody>
      </p:sp>
      <p:sp>
        <p:nvSpPr>
          <p:cNvPr id="5" name="선택 칸"/>
          <p:cNvSpPr/>
          <p:nvPr/>
        </p:nvSpPr>
        <p:spPr>
          <a:xfrm>
            <a:off x="5669280" y="1600200"/>
            <a:ext cx="5790895" cy="46177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74519"/>
            <a:ext cx="5242255" cy="40690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59403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15171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31520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59403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15171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6E570C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E570C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6E570C"/>
      </a:dk2>
      <a:lt2>
        <a:srgbClr val="FDF9ED"/>
      </a:lt2>
      <a:accent1>
        <a:srgbClr val="CAA016"/>
      </a:accent1>
      <a:accent2>
        <a:srgbClr val="3B7A91"/>
      </a:accent2>
      <a:accent3>
        <a:srgbClr val="6E570C"/>
      </a:accent3>
      <a:accent4>
        <a:srgbClr val="FAEEC6"/>
      </a:accent4>
      <a:accent5>
        <a:srgbClr val="828D54"/>
      </a:accent5>
      <a:accent6>
        <a:srgbClr val="A89A6D"/>
      </a:accent6>
      <a:hlink>
        <a:srgbClr val="CAA016"/>
      </a:hlink>
      <a:folHlink>
        <a:srgbClr val="6E570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