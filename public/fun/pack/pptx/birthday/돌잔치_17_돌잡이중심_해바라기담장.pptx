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15F25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25"/>
                </a:solidFill>
              </a:rPr>
              <a:t>무엇을 집어도 박수 쳐 주기로 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15F25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937759" y="1600200"/>
          <a:ext cx="652241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25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C"/>
                      </a:solidFill>
                      <a:prstDash val="solid"/>
                    </a:lnL>
                    <a:lnR w="9525" cap="flat" cmpd="sng" algn="ctr">
                      <a:solidFill>
                        <a:srgbClr val="D1FADC"/>
                      </a:solidFill>
                      <a:prstDash val="solid"/>
                    </a:lnR>
                    <a:lnT w="9525" cap="flat" cmpd="sng" algn="ctr">
                      <a:solidFill>
                        <a:srgbClr val="D1FADC"/>
                      </a:solidFill>
                      <a:prstDash val="solid"/>
                    </a:lnT>
                    <a:lnB w="9525" cap="flat" cmpd="sng" algn="ctr">
                      <a:solidFill>
                        <a:srgbClr val="D1FADC"/>
                      </a:solidFill>
                      <a:prstDash val="solid"/>
                    </a:lnB>
                    <a:solidFill>
                      <a:srgbClr val="D1F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C"/>
                      </a:solidFill>
                      <a:prstDash val="solid"/>
                    </a:lnL>
                    <a:lnR w="9525" cap="flat" cmpd="sng" algn="ctr">
                      <a:solidFill>
                        <a:srgbClr val="D1FADC"/>
                      </a:solidFill>
                      <a:prstDash val="solid"/>
                    </a:lnR>
                    <a:lnT w="9525" cap="flat" cmpd="sng" algn="ctr">
                      <a:solidFill>
                        <a:srgbClr val="D1FADC"/>
                      </a:solidFill>
                      <a:prstDash val="solid"/>
                    </a:lnT>
                    <a:lnB w="9525" cap="flat" cmpd="sng" algn="ctr">
                      <a:solidFill>
                        <a:srgbClr val="D1FADC"/>
                      </a:solidFill>
                      <a:prstDash val="solid"/>
                    </a:lnB>
                    <a:solidFill>
                      <a:srgbClr val="EEFC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25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C"/>
                      </a:solidFill>
                      <a:prstDash val="solid"/>
                    </a:lnL>
                    <a:lnR w="9525" cap="flat" cmpd="sng" algn="ctr">
                      <a:solidFill>
                        <a:srgbClr val="D1FADC"/>
                      </a:solidFill>
                      <a:prstDash val="solid"/>
                    </a:lnR>
                    <a:lnT w="9525" cap="flat" cmpd="sng" algn="ctr">
                      <a:solidFill>
                        <a:srgbClr val="D1FADC"/>
                      </a:solidFill>
                      <a:prstDash val="solid"/>
                    </a:lnT>
                    <a:lnB w="9525" cap="flat" cmpd="sng" algn="ctr">
                      <a:solidFill>
                        <a:srgbClr val="D1FADC"/>
                      </a:solidFill>
                      <a:prstDash val="solid"/>
                    </a:lnB>
                    <a:solidFill>
                      <a:srgbClr val="D1F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C"/>
                      </a:solidFill>
                      <a:prstDash val="solid"/>
                    </a:lnL>
                    <a:lnR w="9525" cap="flat" cmpd="sng" algn="ctr">
                      <a:solidFill>
                        <a:srgbClr val="D1FADC"/>
                      </a:solidFill>
                      <a:prstDash val="solid"/>
                    </a:lnR>
                    <a:lnT w="9525" cap="flat" cmpd="sng" algn="ctr">
                      <a:solidFill>
                        <a:srgbClr val="D1FADC"/>
                      </a:solidFill>
                      <a:prstDash val="solid"/>
                    </a:lnT>
                    <a:lnB w="9525" cap="flat" cmpd="sng" algn="ctr">
                      <a:solidFill>
                        <a:srgbClr val="D1FA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25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C"/>
                      </a:solidFill>
                      <a:prstDash val="solid"/>
                    </a:lnL>
                    <a:lnR w="9525" cap="flat" cmpd="sng" algn="ctr">
                      <a:solidFill>
                        <a:srgbClr val="D1FADC"/>
                      </a:solidFill>
                      <a:prstDash val="solid"/>
                    </a:lnR>
                    <a:lnT w="9525" cap="flat" cmpd="sng" algn="ctr">
                      <a:solidFill>
                        <a:srgbClr val="D1FADC"/>
                      </a:solidFill>
                      <a:prstDash val="solid"/>
                    </a:lnT>
                    <a:lnB w="9525" cap="flat" cmpd="sng" algn="ctr">
                      <a:solidFill>
                        <a:srgbClr val="D1FADC"/>
                      </a:solidFill>
                      <a:prstDash val="solid"/>
                    </a:lnB>
                    <a:solidFill>
                      <a:srgbClr val="D1F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C"/>
                      </a:solidFill>
                      <a:prstDash val="solid"/>
                    </a:lnL>
                    <a:lnR w="9525" cap="flat" cmpd="sng" algn="ctr">
                      <a:solidFill>
                        <a:srgbClr val="D1FADC"/>
                      </a:solidFill>
                      <a:prstDash val="solid"/>
                    </a:lnR>
                    <a:lnT w="9525" cap="flat" cmpd="sng" algn="ctr">
                      <a:solidFill>
                        <a:srgbClr val="D1FADC"/>
                      </a:solidFill>
                      <a:prstDash val="solid"/>
                    </a:lnT>
                    <a:lnB w="9525" cap="flat" cmpd="sng" algn="ctr">
                      <a:solidFill>
                        <a:srgbClr val="D1FADC"/>
                      </a:solidFill>
                      <a:prstDash val="solid"/>
                    </a:lnB>
                    <a:solidFill>
                      <a:srgbClr val="EEFC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25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C"/>
                      </a:solidFill>
                      <a:prstDash val="solid"/>
                    </a:lnL>
                    <a:lnR w="9525" cap="flat" cmpd="sng" algn="ctr">
                      <a:solidFill>
                        <a:srgbClr val="D1FADC"/>
                      </a:solidFill>
                      <a:prstDash val="solid"/>
                    </a:lnR>
                    <a:lnT w="9525" cap="flat" cmpd="sng" algn="ctr">
                      <a:solidFill>
                        <a:srgbClr val="D1FADC"/>
                      </a:solidFill>
                      <a:prstDash val="solid"/>
                    </a:lnT>
                    <a:lnB w="9525" cap="flat" cmpd="sng" algn="ctr">
                      <a:solidFill>
                        <a:srgbClr val="D1FADC"/>
                      </a:solidFill>
                      <a:prstDash val="solid"/>
                    </a:lnB>
                    <a:solidFill>
                      <a:srgbClr val="D1F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C"/>
                      </a:solidFill>
                      <a:prstDash val="solid"/>
                    </a:lnL>
                    <a:lnR w="9525" cap="flat" cmpd="sng" algn="ctr">
                      <a:solidFill>
                        <a:srgbClr val="D1FADC"/>
                      </a:solidFill>
                      <a:prstDash val="solid"/>
                    </a:lnR>
                    <a:lnT w="9525" cap="flat" cmpd="sng" algn="ctr">
                      <a:solidFill>
                        <a:srgbClr val="D1FADC"/>
                      </a:solidFill>
                      <a:prstDash val="solid"/>
                    </a:lnT>
                    <a:lnB w="9525" cap="flat" cmpd="sng" algn="ctr">
                      <a:solidFill>
                        <a:srgbClr val="D1FA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25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C"/>
                      </a:solidFill>
                      <a:prstDash val="solid"/>
                    </a:lnL>
                    <a:lnR w="9525" cap="flat" cmpd="sng" algn="ctr">
                      <a:solidFill>
                        <a:srgbClr val="D1FADC"/>
                      </a:solidFill>
                      <a:prstDash val="solid"/>
                    </a:lnR>
                    <a:lnT w="9525" cap="flat" cmpd="sng" algn="ctr">
                      <a:solidFill>
                        <a:srgbClr val="D1FADC"/>
                      </a:solidFill>
                      <a:prstDash val="solid"/>
                    </a:lnT>
                    <a:lnB w="9525" cap="flat" cmpd="sng" algn="ctr">
                      <a:solidFill>
                        <a:srgbClr val="D1FADC"/>
                      </a:solidFill>
                      <a:prstDash val="solid"/>
                    </a:lnB>
                    <a:solidFill>
                      <a:srgbClr val="D1F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C"/>
                      </a:solidFill>
                      <a:prstDash val="solid"/>
                    </a:lnL>
                    <a:lnR w="9525" cap="flat" cmpd="sng" algn="ctr">
                      <a:solidFill>
                        <a:srgbClr val="D1FADC"/>
                      </a:solidFill>
                      <a:prstDash val="solid"/>
                    </a:lnR>
                    <a:lnT w="9525" cap="flat" cmpd="sng" algn="ctr">
                      <a:solidFill>
                        <a:srgbClr val="D1FADC"/>
                      </a:solidFill>
                      <a:prstDash val="solid"/>
                    </a:lnT>
                    <a:lnB w="9525" cap="flat" cmpd="sng" algn="ctr">
                      <a:solidFill>
                        <a:srgbClr val="D1FADC"/>
                      </a:solidFill>
                      <a:prstDash val="solid"/>
                    </a:lnB>
                    <a:solidFill>
                      <a:srgbClr val="EEFC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25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C"/>
                      </a:solidFill>
                      <a:prstDash val="solid"/>
                    </a:lnL>
                    <a:lnR w="9525" cap="flat" cmpd="sng" algn="ctr">
                      <a:solidFill>
                        <a:srgbClr val="D1FADC"/>
                      </a:solidFill>
                      <a:prstDash val="solid"/>
                    </a:lnR>
                    <a:lnT w="9525" cap="flat" cmpd="sng" algn="ctr">
                      <a:solidFill>
                        <a:srgbClr val="D1FADC"/>
                      </a:solidFill>
                      <a:prstDash val="solid"/>
                    </a:lnT>
                    <a:lnB w="9525" cap="flat" cmpd="sng" algn="ctr">
                      <a:solidFill>
                        <a:srgbClr val="D1FADC"/>
                      </a:solidFill>
                      <a:prstDash val="solid"/>
                    </a:lnB>
                    <a:solidFill>
                      <a:srgbClr val="D1F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C"/>
                      </a:solidFill>
                      <a:prstDash val="solid"/>
                    </a:lnL>
                    <a:lnR w="9525" cap="flat" cmpd="sng" algn="ctr">
                      <a:solidFill>
                        <a:srgbClr val="D1FADC"/>
                      </a:solidFill>
                      <a:prstDash val="solid"/>
                    </a:lnR>
                    <a:lnT w="9525" cap="flat" cmpd="sng" algn="ctr">
                      <a:solidFill>
                        <a:srgbClr val="D1FADC"/>
                      </a:solidFill>
                      <a:prstDash val="solid"/>
                    </a:lnT>
                    <a:lnB w="9525" cap="flat" cmpd="sng" algn="ctr">
                      <a:solidFill>
                        <a:srgbClr val="D1FA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돌잡이 이야기</a:t>
            </a:r>
          </a:p>
        </p:txBody>
      </p:sp>
      <p:sp>
        <p:nvSpPr>
          <p:cNvPr id="4" name="카드 1"/>
          <p:cNvSpPr/>
          <p:nvPr/>
        </p:nvSpPr>
        <p:spPr>
          <a:xfrm>
            <a:off x="731520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EEFCF1"/>
          </a:solidFill>
          <a:ln w="15875">
            <a:solidFill>
              <a:srgbClr val="D1F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26C5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5F25"/>
                </a:solidFill>
              </a:rPr>
              <a:t>연필 · 공부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8" name="카드 2"/>
          <p:cNvSpPr/>
          <p:nvPr/>
        </p:nvSpPr>
        <p:spPr>
          <a:xfrm>
            <a:off x="3470833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EEFCF1"/>
          </a:solidFill>
          <a:ln w="15875">
            <a:solidFill>
              <a:srgbClr val="D1F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3653713" y="1783080"/>
            <a:ext cx="457200" cy="457200"/>
          </a:xfrm>
          <a:prstGeom prst="ellipse">
            <a:avLst/>
          </a:prstGeom>
          <a:solidFill>
            <a:srgbClr val="26C5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7993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5F25"/>
                </a:solidFill>
              </a:rPr>
              <a:t>실 · 장수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993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2" name="카드 3"/>
          <p:cNvSpPr/>
          <p:nvPr/>
        </p:nvSpPr>
        <p:spPr>
          <a:xfrm>
            <a:off x="6210147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EEFCF1"/>
          </a:solidFill>
          <a:ln w="15875">
            <a:solidFill>
              <a:srgbClr val="D1F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26C5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5F25"/>
                </a:solidFill>
              </a:rPr>
              <a:t>돈 · 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16" name="카드 4"/>
          <p:cNvSpPr/>
          <p:nvPr/>
        </p:nvSpPr>
        <p:spPr>
          <a:xfrm>
            <a:off x="8949461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EEFCF1"/>
          </a:solidFill>
          <a:ln w="15875">
            <a:solidFill>
              <a:srgbClr val="D1F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32341" y="1783080"/>
            <a:ext cx="457200" cy="457200"/>
          </a:xfrm>
          <a:prstGeom prst="ellipse">
            <a:avLst/>
          </a:prstGeom>
          <a:solidFill>
            <a:srgbClr val="26C5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6621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5F25"/>
                </a:solidFill>
              </a:rPr>
              <a:t>마이크 · 인기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6621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우리 아기의 선택은?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4572000" cy="46177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15F25"/>
                </a:solidFill>
              </a:rPr>
              <a:t>돌잡이 사진</a:t>
            </a:r>
          </a:p>
        </p:txBody>
      </p:sp>
      <p:sp>
        <p:nvSpPr>
          <p:cNvPr id="5" name="선택 칸"/>
          <p:cNvSpPr/>
          <p:nvPr/>
        </p:nvSpPr>
        <p:spPr>
          <a:xfrm>
            <a:off x="5669280" y="1600200"/>
            <a:ext cx="5790895" cy="4617720"/>
          </a:xfrm>
          <a:prstGeom prst="roundRect">
            <a:avLst>
              <a:gd name="adj" fmla="val 8000"/>
            </a:avLst>
          </a:prstGeom>
          <a:solidFill>
            <a:srgbClr val="EEFCF1"/>
          </a:solidFill>
          <a:ln w="12700">
            <a:solidFill>
              <a:srgbClr val="D1F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874519"/>
            <a:ext cx="5242255" cy="4069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59403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15171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31520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59403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15171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15F25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25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115F25"/>
      </a:dk2>
      <a:lt2>
        <a:srgbClr val="EEFCF1"/>
      </a:lt2>
      <a:accent1>
        <a:srgbClr val="26C54E"/>
      </a:accent1>
      <a:accent2>
        <a:srgbClr val="209DB6"/>
      </a:accent2>
      <a:accent3>
        <a:srgbClr val="115F25"/>
      </a:accent3>
      <a:accent4>
        <a:srgbClr val="D1FADC"/>
      </a:accent4>
      <a:accent5>
        <a:srgbClr val="23B182"/>
      </a:accent5>
      <a:accent6>
        <a:srgbClr val="709F7C"/>
      </a:accent6>
      <a:hlink>
        <a:srgbClr val="26C54E"/>
      </a:hlink>
      <a:folHlink>
        <a:srgbClr val="115F2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