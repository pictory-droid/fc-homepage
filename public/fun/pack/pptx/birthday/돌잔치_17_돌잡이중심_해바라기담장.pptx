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F3E1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무엇을 집어도 박수 쳐 주기로 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1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AF1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DF8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1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AF1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1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AF1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DF8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1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AF1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1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AF1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DF8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1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AF1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F1D1"/>
                      </a:solidFill>
                      <a:prstDash val="solid"/>
                    </a:lnL>
                    <a:lnR w="9525" cap="flat" cmpd="sng" algn="ctr">
                      <a:solidFill>
                        <a:srgbClr val="FAF1D1"/>
                      </a:solidFill>
                      <a:prstDash val="solid"/>
                    </a:lnR>
                    <a:lnT w="9525" cap="flat" cmpd="sng" algn="ctr">
                      <a:solidFill>
                        <a:srgbClr val="FAF1D1"/>
                      </a:solidFill>
                      <a:prstDash val="solid"/>
                    </a:lnT>
                    <a:lnB w="9525" cap="flat" cmpd="sng" algn="ctr">
                      <a:solidFill>
                        <a:srgbClr val="FAF1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돌잡이 이야기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E1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D07B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연필 · 공부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학문과 총명을 바라는 마음</a:t>
            </a:r>
          </a:p>
        </p:txBody>
      </p:sp>
      <p:sp>
        <p:nvSpPr>
          <p:cNvPr id="10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E1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3516553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D07B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실 · 장수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건강하고 오래 살기를</a:t>
            </a:r>
          </a:p>
        </p:txBody>
      </p:sp>
      <p:sp>
        <p:nvSpPr>
          <p:cNvPr id="14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E1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6301587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D07B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돈 · 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넉넉한 삶을 바라는 마음</a:t>
            </a:r>
          </a:p>
        </p:txBody>
      </p:sp>
      <p:sp>
        <p:nvSpPr>
          <p:cNvPr id="18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E1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 txBox="1"/>
          <p:nvPr/>
        </p:nvSpPr>
        <p:spPr>
          <a:xfrm>
            <a:off x="9086621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AD07B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마이크 · 인기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아기의 선택은?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4572000" cy="457200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돌잡이 사진</a:t>
            </a:r>
          </a:p>
        </p:txBody>
      </p:sp>
      <p:sp>
        <p:nvSpPr>
          <p:cNvPr id="7" name="선택 칸"/>
          <p:cNvSpPr/>
          <p:nvPr/>
        </p:nvSpPr>
        <p:spPr>
          <a:xfrm>
            <a:off x="5577840" y="1783080"/>
            <a:ext cx="5973775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F3E1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2057400"/>
            <a:ext cx="5425135" cy="4023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round2Same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F3E1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494127"/>
      </a:dk2>
      <a:lt2>
        <a:srgbClr val="FDF8EA"/>
      </a:lt2>
      <a:accent1>
        <a:srgbClr val="EAD07B"/>
      </a:accent1>
      <a:accent2>
        <a:srgbClr val="DCEF9F"/>
      </a:accent2>
      <a:accent3>
        <a:srgbClr val="494127"/>
      </a:accent3>
      <a:accent4>
        <a:srgbClr val="FAF1D1"/>
      </a:accent4>
      <a:accent5>
        <a:srgbClr val="E3E08D"/>
      </a:accent5>
      <a:accent6>
        <a:srgbClr val="928D7D"/>
      </a:accent6>
      <a:hlink>
        <a:srgbClr val="EAD07B"/>
      </a:hlink>
      <a:folHlink>
        <a:srgbClr val="494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