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D2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B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EBD2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멀리서 오신 분들께 먼저 인사드립니다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round2SameRect">
            <a:avLst/>
          </a:prstGeom>
          <a:solidFill>
            <a:srgbClr val="D8B2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7830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B27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9D5"/>
                      </a:solidFill>
                      <a:prstDash val="solid"/>
                    </a:lnL>
                    <a:lnR w="9525" cap="flat" cmpd="sng" algn="ctr">
                      <a:solidFill>
                        <a:srgbClr val="F6E9D5"/>
                      </a:solidFill>
                      <a:prstDash val="solid"/>
                    </a:lnR>
                    <a:lnT w="9525" cap="flat" cmpd="sng" algn="ctr">
                      <a:solidFill>
                        <a:srgbClr val="F6E9D5"/>
                      </a:solidFill>
                      <a:prstDash val="solid"/>
                    </a:lnT>
                    <a:lnB w="9525" cap="flat" cmpd="sng" algn="ctr">
                      <a:solidFill>
                        <a:srgbClr val="F6E9D5"/>
                      </a:solidFill>
                      <a:prstDash val="solid"/>
                    </a:lnB>
                    <a:solidFill>
                      <a:srgbClr val="F6E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9D5"/>
                      </a:solidFill>
                      <a:prstDash val="solid"/>
                    </a:lnL>
                    <a:lnR w="9525" cap="flat" cmpd="sng" algn="ctr">
                      <a:solidFill>
                        <a:srgbClr val="F6E9D5"/>
                      </a:solidFill>
                      <a:prstDash val="solid"/>
                    </a:lnR>
                    <a:lnT w="9525" cap="flat" cmpd="sng" algn="ctr">
                      <a:solidFill>
                        <a:srgbClr val="F6E9D5"/>
                      </a:solidFill>
                      <a:prstDash val="solid"/>
                    </a:lnT>
                    <a:lnB w="9525" cap="flat" cmpd="sng" algn="ctr">
                      <a:solidFill>
                        <a:srgbClr val="F6E9D5"/>
                      </a:solidFill>
                      <a:prstDash val="solid"/>
                    </a:lnB>
                    <a:solidFill>
                      <a:srgbClr val="FBF5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B27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9D5"/>
                      </a:solidFill>
                      <a:prstDash val="solid"/>
                    </a:lnL>
                    <a:lnR w="9525" cap="flat" cmpd="sng" algn="ctr">
                      <a:solidFill>
                        <a:srgbClr val="F6E9D5"/>
                      </a:solidFill>
                      <a:prstDash val="solid"/>
                    </a:lnR>
                    <a:lnT w="9525" cap="flat" cmpd="sng" algn="ctr">
                      <a:solidFill>
                        <a:srgbClr val="F6E9D5"/>
                      </a:solidFill>
                      <a:prstDash val="solid"/>
                    </a:lnT>
                    <a:lnB w="9525" cap="flat" cmpd="sng" algn="ctr">
                      <a:solidFill>
                        <a:srgbClr val="F6E9D5"/>
                      </a:solidFill>
                      <a:prstDash val="solid"/>
                    </a:lnB>
                    <a:solidFill>
                      <a:srgbClr val="F6E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9D5"/>
                      </a:solidFill>
                      <a:prstDash val="solid"/>
                    </a:lnL>
                    <a:lnR w="9525" cap="flat" cmpd="sng" algn="ctr">
                      <a:solidFill>
                        <a:srgbClr val="F6E9D5"/>
                      </a:solidFill>
                      <a:prstDash val="solid"/>
                    </a:lnR>
                    <a:lnT w="9525" cap="flat" cmpd="sng" algn="ctr">
                      <a:solidFill>
                        <a:srgbClr val="F6E9D5"/>
                      </a:solidFill>
                      <a:prstDash val="solid"/>
                    </a:lnT>
                    <a:lnB w="9525" cap="flat" cmpd="sng" algn="ctr">
                      <a:solidFill>
                        <a:srgbClr val="F6E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B27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9D5"/>
                      </a:solidFill>
                      <a:prstDash val="solid"/>
                    </a:lnL>
                    <a:lnR w="9525" cap="flat" cmpd="sng" algn="ctr">
                      <a:solidFill>
                        <a:srgbClr val="F6E9D5"/>
                      </a:solidFill>
                      <a:prstDash val="solid"/>
                    </a:lnR>
                    <a:lnT w="9525" cap="flat" cmpd="sng" algn="ctr">
                      <a:solidFill>
                        <a:srgbClr val="F6E9D5"/>
                      </a:solidFill>
                      <a:prstDash val="solid"/>
                    </a:lnT>
                    <a:lnB w="9525" cap="flat" cmpd="sng" algn="ctr">
                      <a:solidFill>
                        <a:srgbClr val="F6E9D5"/>
                      </a:solidFill>
                      <a:prstDash val="solid"/>
                    </a:lnB>
                    <a:solidFill>
                      <a:srgbClr val="F6E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9D5"/>
                      </a:solidFill>
                      <a:prstDash val="solid"/>
                    </a:lnL>
                    <a:lnR w="9525" cap="flat" cmpd="sng" algn="ctr">
                      <a:solidFill>
                        <a:srgbClr val="F6E9D5"/>
                      </a:solidFill>
                      <a:prstDash val="solid"/>
                    </a:lnR>
                    <a:lnT w="9525" cap="flat" cmpd="sng" algn="ctr">
                      <a:solidFill>
                        <a:srgbClr val="F6E9D5"/>
                      </a:solidFill>
                      <a:prstDash val="solid"/>
                    </a:lnT>
                    <a:lnB w="9525" cap="flat" cmpd="sng" algn="ctr">
                      <a:solidFill>
                        <a:srgbClr val="F6E9D5"/>
                      </a:solidFill>
                      <a:prstDash val="solid"/>
                    </a:lnB>
                    <a:solidFill>
                      <a:srgbClr val="FBF5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B27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9D5"/>
                      </a:solidFill>
                      <a:prstDash val="solid"/>
                    </a:lnL>
                    <a:lnR w="9525" cap="flat" cmpd="sng" algn="ctr">
                      <a:solidFill>
                        <a:srgbClr val="F6E9D5"/>
                      </a:solidFill>
                      <a:prstDash val="solid"/>
                    </a:lnR>
                    <a:lnT w="9525" cap="flat" cmpd="sng" algn="ctr">
                      <a:solidFill>
                        <a:srgbClr val="F6E9D5"/>
                      </a:solidFill>
                      <a:prstDash val="solid"/>
                    </a:lnT>
                    <a:lnB w="9525" cap="flat" cmpd="sng" algn="ctr">
                      <a:solidFill>
                        <a:srgbClr val="F6E9D5"/>
                      </a:solidFill>
                      <a:prstDash val="solid"/>
                    </a:lnB>
                    <a:solidFill>
                      <a:srgbClr val="F6E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9D5"/>
                      </a:solidFill>
                      <a:prstDash val="solid"/>
                    </a:lnL>
                    <a:lnR w="9525" cap="flat" cmpd="sng" algn="ctr">
                      <a:solidFill>
                        <a:srgbClr val="F6E9D5"/>
                      </a:solidFill>
                      <a:prstDash val="solid"/>
                    </a:lnR>
                    <a:lnT w="9525" cap="flat" cmpd="sng" algn="ctr">
                      <a:solidFill>
                        <a:srgbClr val="F6E9D5"/>
                      </a:solidFill>
                      <a:prstDash val="solid"/>
                    </a:lnT>
                    <a:lnB w="9525" cap="flat" cmpd="sng" algn="ctr">
                      <a:solidFill>
                        <a:srgbClr val="F6E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B27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9D5"/>
                      </a:solidFill>
                      <a:prstDash val="solid"/>
                    </a:lnL>
                    <a:lnR w="9525" cap="flat" cmpd="sng" algn="ctr">
                      <a:solidFill>
                        <a:srgbClr val="F6E9D5"/>
                      </a:solidFill>
                      <a:prstDash val="solid"/>
                    </a:lnR>
                    <a:lnT w="9525" cap="flat" cmpd="sng" algn="ctr">
                      <a:solidFill>
                        <a:srgbClr val="F6E9D5"/>
                      </a:solidFill>
                      <a:prstDash val="solid"/>
                    </a:lnT>
                    <a:lnB w="9525" cap="flat" cmpd="sng" algn="ctr">
                      <a:solidFill>
                        <a:srgbClr val="F6E9D5"/>
                      </a:solidFill>
                      <a:prstDash val="solid"/>
                    </a:lnB>
                    <a:solidFill>
                      <a:srgbClr val="F6E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9D5"/>
                      </a:solidFill>
                      <a:prstDash val="solid"/>
                    </a:lnL>
                    <a:lnR w="9525" cap="flat" cmpd="sng" algn="ctr">
                      <a:solidFill>
                        <a:srgbClr val="F6E9D5"/>
                      </a:solidFill>
                      <a:prstDash val="solid"/>
                    </a:lnR>
                    <a:lnT w="9525" cap="flat" cmpd="sng" algn="ctr">
                      <a:solidFill>
                        <a:srgbClr val="F6E9D5"/>
                      </a:solidFill>
                      <a:prstDash val="solid"/>
                    </a:lnT>
                    <a:lnB w="9525" cap="flat" cmpd="sng" algn="ctr">
                      <a:solidFill>
                        <a:srgbClr val="F6E9D5"/>
                      </a:solidFill>
                      <a:prstDash val="solid"/>
                    </a:lnB>
                    <a:solidFill>
                      <a:srgbClr val="FBF5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B27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9D5"/>
                      </a:solidFill>
                      <a:prstDash val="solid"/>
                    </a:lnL>
                    <a:lnR w="9525" cap="flat" cmpd="sng" algn="ctr">
                      <a:solidFill>
                        <a:srgbClr val="F6E9D5"/>
                      </a:solidFill>
                      <a:prstDash val="solid"/>
                    </a:lnR>
                    <a:lnT w="9525" cap="flat" cmpd="sng" algn="ctr">
                      <a:solidFill>
                        <a:srgbClr val="F6E9D5"/>
                      </a:solidFill>
                      <a:prstDash val="solid"/>
                    </a:lnT>
                    <a:lnB w="9525" cap="flat" cmpd="sng" algn="ctr">
                      <a:solidFill>
                        <a:srgbClr val="F6E9D5"/>
                      </a:solidFill>
                      <a:prstDash val="solid"/>
                    </a:lnB>
                    <a:solidFill>
                      <a:srgbClr val="F6E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9D5"/>
                      </a:solidFill>
                      <a:prstDash val="solid"/>
                    </a:lnL>
                    <a:lnR w="9525" cap="flat" cmpd="sng" algn="ctr">
                      <a:solidFill>
                        <a:srgbClr val="F6E9D5"/>
                      </a:solidFill>
                      <a:prstDash val="solid"/>
                    </a:lnR>
                    <a:lnT w="9525" cap="flat" cmpd="sng" algn="ctr">
                      <a:solidFill>
                        <a:srgbClr val="F6E9D5"/>
                      </a:solidFill>
                      <a:prstDash val="solid"/>
                    </a:lnT>
                    <a:lnB w="9525" cap="flat" cmpd="sng" algn="ctr">
                      <a:solidFill>
                        <a:srgbClr val="F6E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round2SameRect">
            <a:avLst/>
          </a:prstGeom>
          <a:solidFill>
            <a:srgbClr val="D8B2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초대합니다</a:t>
            </a:r>
          </a:p>
        </p:txBody>
      </p:sp>
      <p:sp>
        <p:nvSpPr>
          <p:cNvPr id="6" name="초대 글 칸"/>
          <p:cNvSpPr/>
          <p:nvPr/>
        </p:nvSpPr>
        <p:spPr>
          <a:xfrm>
            <a:off x="640080" y="1783080"/>
            <a:ext cx="10911535" cy="4572000"/>
          </a:xfrm>
          <a:prstGeom prst="roundRect">
            <a:avLst>
              <a:gd name="adj" fmla="val 7000"/>
            </a:avLst>
          </a:prstGeom>
          <a:solidFill>
            <a:srgbClr val="FBF5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초대 글"/>
          <p:cNvSpPr txBox="1"/>
          <p:nvPr/>
        </p:nvSpPr>
        <p:spPr>
          <a:xfrm>
            <a:off x="1097280" y="2148840"/>
            <a:ext cx="9997135" cy="3840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저희 아이의 첫 생일에 모십니다.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오셔서 같이 밥 한 끼 해 주세요.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일시 · 장소를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round2SameRect">
            <a:avLst/>
          </a:prstGeom>
          <a:solidFill>
            <a:srgbClr val="D8B2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부모의 한마디</a:t>
            </a:r>
          </a:p>
        </p:txBody>
      </p:sp>
      <p:sp>
        <p:nvSpPr>
          <p:cNvPr id="6" name="편지 칸"/>
          <p:cNvSpPr/>
          <p:nvPr/>
        </p:nvSpPr>
        <p:spPr>
          <a:xfrm>
            <a:off x="640080" y="1783080"/>
            <a:ext cx="10911535" cy="4572000"/>
          </a:xfrm>
          <a:prstGeom prst="roundRect">
            <a:avLst>
              <a:gd name="adj" fmla="val 7000"/>
            </a:avLst>
          </a:prstGeom>
          <a:solidFill>
            <a:srgbClr val="F6E9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편지 글"/>
          <p:cNvSpPr txBox="1"/>
          <p:nvPr/>
        </p:nvSpPr>
        <p:spPr>
          <a:xfrm>
            <a:off x="1097280" y="2148840"/>
            <a:ext cx="9997135" cy="3840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사랑하는 우리 아기에게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엄마 아빠의 마음을 적어 주세요.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― 엄마 아빠가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round2SameRect">
            <a:avLst/>
          </a:prstGeom>
          <a:solidFill>
            <a:srgbClr val="D8B2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D2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B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EBD2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감사 인사 중심)">
  <a:themeElements>
    <a:clrScheme name="Office">
      <a:dk1>
        <a:sysClr val="windowText" lastClr="000000"/>
      </a:dk1>
      <a:lt1>
        <a:sysClr val="window" lastClr="FFFFFF"/>
      </a:lt1>
      <a:dk2>
        <a:srgbClr val="493B27"/>
      </a:dk2>
      <a:lt2>
        <a:srgbClr val="FBF5EC"/>
      </a:lt2>
      <a:accent1>
        <a:srgbClr val="D8B279"/>
      </a:accent1>
      <a:accent2>
        <a:srgbClr val="DCE198"/>
      </a:accent2>
      <a:accent3>
        <a:srgbClr val="493B27"/>
      </a:accent3>
      <a:accent4>
        <a:srgbClr val="F6E9D5"/>
      </a:accent4>
      <a:accent5>
        <a:srgbClr val="DACA88"/>
      </a:accent5>
      <a:accent6>
        <a:srgbClr val="92897D"/>
      </a:accent6>
      <a:hlink>
        <a:srgbClr val="D8B279"/>
      </a:hlink>
      <a:folHlink>
        <a:srgbClr val="493B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