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7236"/>
                </a:solidFill>
              </a:rPr>
              <a:t>첫 번째 생일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7236"/>
                </a:solidFill>
              </a:rPr>
              <a:t>사진첩 한 권이 벌써 가득 찼습니다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2027.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우리 아기를 소개합니다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840480" cy="448055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7236"/>
                </a:solidFill>
              </a:rPr>
              <a:t>아기 사진을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4983479" y="1554480"/>
          <a:ext cx="643097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60217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3FCF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D7236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D4F7D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E"/>
                      </a:solidFill>
                      <a:prstDash val="solid"/>
                    </a:lnL>
                    <a:lnR w="9525" cap="flat" cmpd="sng" algn="ctr">
                      <a:solidFill>
                        <a:srgbClr val="D4F7DE"/>
                      </a:solidFill>
                      <a:prstDash val="solid"/>
                    </a:lnR>
                    <a:lnT w="9525" cap="flat" cmpd="sng" algn="ctr">
                      <a:solidFill>
                        <a:srgbClr val="D4F7DE"/>
                      </a:solidFill>
                      <a:prstDash val="solid"/>
                    </a:lnT>
                    <a:lnB w="9525" cap="flat" cmpd="sng" algn="ctr">
                      <a:solidFill>
                        <a:srgbClr val="D4F7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첫 번째 생일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5181447" cy="4663440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7236"/>
                </a:solidFill>
              </a:rPr>
              <a:t>대표 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233007" y="1554480"/>
            <a:ext cx="5181447" cy="4663440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D7236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한 해의 순간들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4F7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43D66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D7236"/>
                </a:solidFill>
              </a:rPr>
              <a:t>사진 모음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3482263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187287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892311" y="1554480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77240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482263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6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187287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7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892311" y="3977639"/>
            <a:ext cx="2522143" cy="2240279"/>
          </a:xfrm>
          <a:prstGeom prst="roundRect">
            <a:avLst>
              <a:gd name="adj" fmla="val 6000"/>
            </a:avLst>
          </a:prstGeom>
          <a:solidFill>
            <a:srgbClr val="D4F7DE"/>
          </a:solidFill>
          <a:ln w="19050">
            <a:solidFill>
              <a:srgbClr val="43D66F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D7236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birthday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D7236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D7236"/>
                </a:solidFill>
              </a:rPr>
              <a:t>아이가 한 살이 되었습니다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1D7236"/>
      </a:dk2>
      <a:lt2>
        <a:srgbClr val="F3FCF6"/>
      </a:lt2>
      <a:accent1>
        <a:srgbClr val="43D66F"/>
      </a:accent1>
      <a:accent2>
        <a:srgbClr val="339941"/>
      </a:accent2>
      <a:accent3>
        <a:srgbClr val="1D7236"/>
      </a:accent3>
      <a:accent4>
        <a:srgbClr val="D4F7DE"/>
      </a:accent4>
      <a:accent5>
        <a:srgbClr val="3BB858"/>
      </a:accent5>
      <a:accent6>
        <a:srgbClr val="77AA86"/>
      </a:accent6>
      <a:hlink>
        <a:srgbClr val="43D66F"/>
      </a:hlink>
      <a:folHlink>
        <a:srgbClr val="1D7236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