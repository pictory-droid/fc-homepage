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43D21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21"/>
                </a:solidFill>
              </a:rPr>
              <a:t>사진첩 한 권이 벌써 가득 찼습니다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840480" cy="448055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43D21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83479" y="155448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2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21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21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21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21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0FAF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21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D0F1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DA"/>
                      </a:solidFill>
                      <a:prstDash val="solid"/>
                    </a:lnL>
                    <a:lnR w="9525" cap="flat" cmpd="sng" algn="ctr">
                      <a:solidFill>
                        <a:srgbClr val="D0F1DA"/>
                      </a:solidFill>
                      <a:prstDash val="solid"/>
                    </a:lnR>
                    <a:lnT w="9525" cap="flat" cmpd="sng" algn="ctr">
                      <a:solidFill>
                        <a:srgbClr val="D0F1DA"/>
                      </a:solidFill>
                      <a:prstDash val="solid"/>
                    </a:lnT>
                    <a:lnB w="9525" cap="flat" cmpd="sng" algn="ctr">
                      <a:solidFill>
                        <a:srgbClr val="D0F1D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첫 번째 생일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5181447" cy="4663440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43D21"/>
                </a:solidFill>
              </a:rPr>
              <a:t>대표 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233007" y="1554480"/>
            <a:ext cx="5181447" cy="4663440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43D21"/>
                </a:solidFill>
              </a:rPr>
              <a:t>대표 사진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한 해의 순간들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83938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7990636" y="1554480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77240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83938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90636" y="3977639"/>
            <a:ext cx="3423818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0F1D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B824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21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82263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892311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7240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82263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892311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0F1DA"/>
          </a:solidFill>
          <a:ln w="19050">
            <a:solidFill>
              <a:srgbClr val="2B8245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43D21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43D21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21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사진 중심)">
  <a:themeElements>
    <a:clrScheme name="Office">
      <a:dk1>
        <a:sysClr val="windowText" lastClr="000000"/>
      </a:dk1>
      <a:lt1>
        <a:sysClr val="window" lastClr="FFFFFF"/>
      </a:lt1>
      <a:dk2>
        <a:srgbClr val="143D21"/>
      </a:dk2>
      <a:lt2>
        <a:srgbClr val="F0FAF3"/>
      </a:lt2>
      <a:accent1>
        <a:srgbClr val="2B8245"/>
      </a:accent1>
      <a:accent2>
        <a:srgbClr val="803B91"/>
      </a:accent2>
      <a:accent3>
        <a:srgbClr val="143D21"/>
      </a:accent3>
      <a:accent4>
        <a:srgbClr val="D0F1DA"/>
      </a:accent4>
      <a:accent5>
        <a:srgbClr val="565E6B"/>
      </a:accent5>
      <a:accent6>
        <a:srgbClr val="728B7A"/>
      </a:accent6>
      <a:hlink>
        <a:srgbClr val="2B8245"/>
      </a:hlink>
      <a:folHlink>
        <a:srgbClr val="143D2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