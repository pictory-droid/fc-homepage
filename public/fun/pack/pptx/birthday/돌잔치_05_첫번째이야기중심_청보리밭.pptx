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D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사진 자리"/>
          <p:cNvSpPr/>
          <p:nvPr/>
        </p:nvSpPr>
        <p:spPr>
          <a:xfrm>
            <a:off x="7071183" y="960120"/>
            <a:ext cx="3657508" cy="4526280"/>
          </a:xfrm>
          <a:prstGeom prst="roundRect">
            <a:avLst>
              <a:gd name="adj" fmla="val 4000"/>
            </a:avLst>
          </a:prstGeom>
          <a:solidFill>
            <a:srgbClr val="C6F2A6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354927"/>
                </a:solidFill>
              </a:rPr>
              <a:t>사진을 넣어 주세요</a:t>
            </a:r>
          </a:p>
        </p:txBody>
      </p:sp>
      <p:sp>
        <p:nvSpPr>
          <p:cNvPr id="4" name="장식"/>
          <p:cNvSpPr/>
          <p:nvPr/>
        </p:nvSpPr>
        <p:spPr>
          <a:xfrm>
            <a:off x="7558851" y="1234439"/>
            <a:ext cx="3657508" cy="4526280"/>
          </a:xfrm>
          <a:prstGeom prst="roundRect">
            <a:avLst>
              <a:gd name="adj" fmla="val 4000"/>
            </a:avLst>
          </a:prstGeom>
          <a:noFill/>
          <a:ln w="9525">
            <a:solidFill>
              <a:srgbClr val="26231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822960" y="2148840"/>
            <a:ext cx="5608179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FIRST BIRTHDAY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606040"/>
            <a:ext cx="5608179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26231F"/>
                </a:solidFill>
              </a:rPr>
              <a:t>첫 번째 생일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822960" y="3886200"/>
            <a:ext cx="5608179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태어난 날 병원에서 처음 안았습니다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822960" y="4754880"/>
            <a:ext cx="5608179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아기 이름 · 날짜 입력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장소를 입력하세요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D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6400800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하단 라벨"/>
          <p:cNvSpPr txBox="1"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FIRST BIRTHDAY</a:t>
            </a:r>
          </a:p>
        </p:txBody>
      </p:sp>
      <p:sp>
        <p:nvSpPr>
          <p:cNvPr id="5" name="포인트"/>
          <p:cNvSpPr/>
          <p:nvPr/>
        </p:nvSpPr>
        <p:spPr>
          <a:xfrm>
            <a:off x="11213287" y="6473952"/>
            <a:ext cx="219456" cy="219456"/>
          </a:xfrm>
          <a:prstGeom prst="heart">
            <a:avLst/>
          </a:prstGeom>
          <a:solidFill>
            <a:srgbClr val="BBED9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11535" cy="91440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우리 아기를 소개합니다</a:t>
            </a:r>
          </a:p>
        </p:txBody>
      </p:sp>
      <p:sp>
        <p:nvSpPr>
          <p:cNvPr id="6" name="사진 자리"/>
          <p:cNvSpPr/>
          <p:nvPr/>
        </p:nvSpPr>
        <p:spPr>
          <a:xfrm>
            <a:off x="640080" y="1600200"/>
            <a:ext cx="3840480" cy="4389120"/>
          </a:xfrm>
          <a:prstGeom prst="roundRect">
            <a:avLst>
              <a:gd name="adj" fmla="val 6000"/>
            </a:avLst>
          </a:prstGeom>
          <a:solidFill>
            <a:srgbClr val="E2FAD1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8E8780"/>
                </a:solidFill>
              </a:rPr>
              <a:t>아기 사진을 넣어 주세요</a:t>
            </a:r>
          </a:p>
        </p:txBody>
      </p:sp>
      <p:graphicFrame>
        <p:nvGraphicFramePr>
          <p:cNvPr id="7" name="표"/>
          <p:cNvGraphicFramePr>
            <a:graphicFrameLocks noGrp="1"/>
          </p:cNvGraphicFramePr>
          <p:nvPr/>
        </p:nvGraphicFramePr>
        <p:xfrm>
          <a:off x="4846320" y="1600200"/>
          <a:ext cx="6705295" cy="39502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4876495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354927"/>
                          </a:solidFill>
                        </a:rPr>
                        <a:t>이름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2FAD1"/>
                      </a:solidFill>
                      <a:prstDash val="solid"/>
                    </a:lnL>
                    <a:lnR w="9525" cap="flat" cmpd="sng" algn="ctr">
                      <a:solidFill>
                        <a:srgbClr val="E2FAD1"/>
                      </a:solidFill>
                      <a:prstDash val="solid"/>
                    </a:lnR>
                    <a:lnT w="9525" cap="flat" cmpd="sng" algn="ctr">
                      <a:solidFill>
                        <a:srgbClr val="E2FAD1"/>
                      </a:solidFill>
                      <a:prstDash val="solid"/>
                    </a:lnT>
                    <a:lnB w="9525" cap="flat" cmpd="sng" algn="ctr">
                      <a:solidFill>
                        <a:srgbClr val="E2FAD1"/>
                      </a:solidFill>
                      <a:prstDash val="solid"/>
                    </a:lnB>
                    <a:solidFill>
                      <a:srgbClr val="E2FA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2FAD1"/>
                      </a:solidFill>
                      <a:prstDash val="solid"/>
                    </a:lnL>
                    <a:lnR w="9525" cap="flat" cmpd="sng" algn="ctr">
                      <a:solidFill>
                        <a:srgbClr val="E2FAD1"/>
                      </a:solidFill>
                      <a:prstDash val="solid"/>
                    </a:lnR>
                    <a:lnT w="9525" cap="flat" cmpd="sng" algn="ctr">
                      <a:solidFill>
                        <a:srgbClr val="E2FAD1"/>
                      </a:solidFill>
                      <a:prstDash val="solid"/>
                    </a:lnT>
                    <a:lnB w="9525" cap="flat" cmpd="sng" algn="ctr">
                      <a:solidFill>
                        <a:srgbClr val="E2FAD1"/>
                      </a:solidFill>
                      <a:prstDash val="solid"/>
                    </a:lnB>
                    <a:solidFill>
                      <a:srgbClr val="F2FDEA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354927"/>
                          </a:solidFill>
                        </a:rPr>
                        <a:t>생일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2FAD1"/>
                      </a:solidFill>
                      <a:prstDash val="solid"/>
                    </a:lnL>
                    <a:lnR w="9525" cap="flat" cmpd="sng" algn="ctr">
                      <a:solidFill>
                        <a:srgbClr val="E2FAD1"/>
                      </a:solidFill>
                      <a:prstDash val="solid"/>
                    </a:lnR>
                    <a:lnT w="9525" cap="flat" cmpd="sng" algn="ctr">
                      <a:solidFill>
                        <a:srgbClr val="E2FAD1"/>
                      </a:solidFill>
                      <a:prstDash val="solid"/>
                    </a:lnT>
                    <a:lnB w="9525" cap="flat" cmpd="sng" algn="ctr">
                      <a:solidFill>
                        <a:srgbClr val="E2FAD1"/>
                      </a:solidFill>
                      <a:prstDash val="solid"/>
                    </a:lnB>
                    <a:solidFill>
                      <a:srgbClr val="E2FA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2FAD1"/>
                      </a:solidFill>
                      <a:prstDash val="solid"/>
                    </a:lnL>
                    <a:lnR w="9525" cap="flat" cmpd="sng" algn="ctr">
                      <a:solidFill>
                        <a:srgbClr val="E2FAD1"/>
                      </a:solidFill>
                      <a:prstDash val="solid"/>
                    </a:lnR>
                    <a:lnT w="9525" cap="flat" cmpd="sng" algn="ctr">
                      <a:solidFill>
                        <a:srgbClr val="E2FAD1"/>
                      </a:solidFill>
                      <a:prstDash val="solid"/>
                    </a:lnT>
                    <a:lnB w="9525" cap="flat" cmpd="sng" algn="ctr">
                      <a:solidFill>
                        <a:srgbClr val="E2FA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354927"/>
                          </a:solidFill>
                        </a:rPr>
                        <a:t>키 · 몸무게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2FAD1"/>
                      </a:solidFill>
                      <a:prstDash val="solid"/>
                    </a:lnL>
                    <a:lnR w="9525" cap="flat" cmpd="sng" algn="ctr">
                      <a:solidFill>
                        <a:srgbClr val="E2FAD1"/>
                      </a:solidFill>
                      <a:prstDash val="solid"/>
                    </a:lnR>
                    <a:lnT w="9525" cap="flat" cmpd="sng" algn="ctr">
                      <a:solidFill>
                        <a:srgbClr val="E2FAD1"/>
                      </a:solidFill>
                      <a:prstDash val="solid"/>
                    </a:lnT>
                    <a:lnB w="9525" cap="flat" cmpd="sng" algn="ctr">
                      <a:solidFill>
                        <a:srgbClr val="E2FAD1"/>
                      </a:solidFill>
                      <a:prstDash val="solid"/>
                    </a:lnB>
                    <a:solidFill>
                      <a:srgbClr val="E2FA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2FAD1"/>
                      </a:solidFill>
                      <a:prstDash val="solid"/>
                    </a:lnL>
                    <a:lnR w="9525" cap="flat" cmpd="sng" algn="ctr">
                      <a:solidFill>
                        <a:srgbClr val="E2FAD1"/>
                      </a:solidFill>
                      <a:prstDash val="solid"/>
                    </a:lnR>
                    <a:lnT w="9525" cap="flat" cmpd="sng" algn="ctr">
                      <a:solidFill>
                        <a:srgbClr val="E2FAD1"/>
                      </a:solidFill>
                      <a:prstDash val="solid"/>
                    </a:lnT>
                    <a:lnB w="9525" cap="flat" cmpd="sng" algn="ctr">
                      <a:solidFill>
                        <a:srgbClr val="E2FAD1"/>
                      </a:solidFill>
                      <a:prstDash val="solid"/>
                    </a:lnB>
                    <a:solidFill>
                      <a:srgbClr val="F2FDEA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354927"/>
                          </a:solidFill>
                        </a:rPr>
                        <a:t>좋아하는 것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2FAD1"/>
                      </a:solidFill>
                      <a:prstDash val="solid"/>
                    </a:lnL>
                    <a:lnR w="9525" cap="flat" cmpd="sng" algn="ctr">
                      <a:solidFill>
                        <a:srgbClr val="E2FAD1"/>
                      </a:solidFill>
                      <a:prstDash val="solid"/>
                    </a:lnR>
                    <a:lnT w="9525" cap="flat" cmpd="sng" algn="ctr">
                      <a:solidFill>
                        <a:srgbClr val="E2FAD1"/>
                      </a:solidFill>
                      <a:prstDash val="solid"/>
                    </a:lnT>
                    <a:lnB w="9525" cap="flat" cmpd="sng" algn="ctr">
                      <a:solidFill>
                        <a:srgbClr val="E2FAD1"/>
                      </a:solidFill>
                      <a:prstDash val="solid"/>
                    </a:lnB>
                    <a:solidFill>
                      <a:srgbClr val="E2FA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2FAD1"/>
                      </a:solidFill>
                      <a:prstDash val="solid"/>
                    </a:lnL>
                    <a:lnR w="9525" cap="flat" cmpd="sng" algn="ctr">
                      <a:solidFill>
                        <a:srgbClr val="E2FAD1"/>
                      </a:solidFill>
                      <a:prstDash val="solid"/>
                    </a:lnR>
                    <a:lnT w="9525" cap="flat" cmpd="sng" algn="ctr">
                      <a:solidFill>
                        <a:srgbClr val="E2FAD1"/>
                      </a:solidFill>
                      <a:prstDash val="solid"/>
                    </a:lnT>
                    <a:lnB w="9525" cap="flat" cmpd="sng" algn="ctr">
                      <a:solidFill>
                        <a:srgbClr val="E2FA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354927"/>
                          </a:solidFill>
                        </a:rPr>
                        <a:t>별명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2FAD1"/>
                      </a:solidFill>
                      <a:prstDash val="solid"/>
                    </a:lnL>
                    <a:lnR w="9525" cap="flat" cmpd="sng" algn="ctr">
                      <a:solidFill>
                        <a:srgbClr val="E2FAD1"/>
                      </a:solidFill>
                      <a:prstDash val="solid"/>
                    </a:lnR>
                    <a:lnT w="9525" cap="flat" cmpd="sng" algn="ctr">
                      <a:solidFill>
                        <a:srgbClr val="E2FAD1"/>
                      </a:solidFill>
                      <a:prstDash val="solid"/>
                    </a:lnT>
                    <a:lnB w="9525" cap="flat" cmpd="sng" algn="ctr">
                      <a:solidFill>
                        <a:srgbClr val="E2FAD1"/>
                      </a:solidFill>
                      <a:prstDash val="solid"/>
                    </a:lnB>
                    <a:solidFill>
                      <a:srgbClr val="E2FA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2FAD1"/>
                      </a:solidFill>
                      <a:prstDash val="solid"/>
                    </a:lnL>
                    <a:lnR w="9525" cap="flat" cmpd="sng" algn="ctr">
                      <a:solidFill>
                        <a:srgbClr val="E2FAD1"/>
                      </a:solidFill>
                      <a:prstDash val="solid"/>
                    </a:lnR>
                    <a:lnT w="9525" cap="flat" cmpd="sng" algn="ctr">
                      <a:solidFill>
                        <a:srgbClr val="E2FAD1"/>
                      </a:solidFill>
                      <a:prstDash val="solid"/>
                    </a:lnT>
                    <a:lnB w="9525" cap="flat" cmpd="sng" algn="ctr">
                      <a:solidFill>
                        <a:srgbClr val="E2FAD1"/>
                      </a:solidFill>
                      <a:prstDash val="solid"/>
                    </a:lnB>
                    <a:solidFill>
                      <a:srgbClr val="F2FDEA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354927"/>
                          </a:solidFill>
                        </a:rPr>
                        <a:t>부모의 마음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2FAD1"/>
                      </a:solidFill>
                      <a:prstDash val="solid"/>
                    </a:lnL>
                    <a:lnR w="9525" cap="flat" cmpd="sng" algn="ctr">
                      <a:solidFill>
                        <a:srgbClr val="E2FAD1"/>
                      </a:solidFill>
                      <a:prstDash val="solid"/>
                    </a:lnR>
                    <a:lnT w="9525" cap="flat" cmpd="sng" algn="ctr">
                      <a:solidFill>
                        <a:srgbClr val="E2FAD1"/>
                      </a:solidFill>
                      <a:prstDash val="solid"/>
                    </a:lnT>
                    <a:lnB w="9525" cap="flat" cmpd="sng" algn="ctr">
                      <a:solidFill>
                        <a:srgbClr val="E2FAD1"/>
                      </a:solidFill>
                      <a:prstDash val="solid"/>
                    </a:lnB>
                    <a:solidFill>
                      <a:srgbClr val="E2FA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2FAD1"/>
                      </a:solidFill>
                      <a:prstDash val="solid"/>
                    </a:lnL>
                    <a:lnR w="9525" cap="flat" cmpd="sng" algn="ctr">
                      <a:solidFill>
                        <a:srgbClr val="E2FAD1"/>
                      </a:solidFill>
                      <a:prstDash val="solid"/>
                    </a:lnR>
                    <a:lnT w="9525" cap="flat" cmpd="sng" algn="ctr">
                      <a:solidFill>
                        <a:srgbClr val="E2FAD1"/>
                      </a:solidFill>
                      <a:prstDash val="solid"/>
                    </a:lnT>
                    <a:lnB w="9525" cap="flat" cmpd="sng" algn="ctr">
                      <a:solidFill>
                        <a:srgbClr val="E2FA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D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6400800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하단 라벨"/>
          <p:cNvSpPr txBox="1"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FIRST BIRTHDAY</a:t>
            </a:r>
          </a:p>
        </p:txBody>
      </p:sp>
      <p:sp>
        <p:nvSpPr>
          <p:cNvPr id="5" name="포인트"/>
          <p:cNvSpPr/>
          <p:nvPr/>
        </p:nvSpPr>
        <p:spPr>
          <a:xfrm>
            <a:off x="11213287" y="6473952"/>
            <a:ext cx="219456" cy="219456"/>
          </a:xfrm>
          <a:prstGeom prst="heart">
            <a:avLst/>
          </a:prstGeom>
          <a:solidFill>
            <a:srgbClr val="BBED9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11535" cy="91440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태어난 날 이야기</a:t>
            </a:r>
          </a:p>
        </p:txBody>
      </p:sp>
      <p:sp>
        <p:nvSpPr>
          <p:cNvPr id="6" name="타임라인 선"/>
          <p:cNvSpPr/>
          <p:nvPr/>
        </p:nvSpPr>
        <p:spPr>
          <a:xfrm>
            <a:off x="640080" y="3337560"/>
            <a:ext cx="10911535" cy="54864"/>
          </a:xfrm>
          <a:prstGeom prst="rect">
            <a:avLst/>
          </a:prstGeom>
          <a:solidFill>
            <a:srgbClr val="E2FAD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때 1"/>
          <p:cNvSpPr/>
          <p:nvPr/>
        </p:nvSpPr>
        <p:spPr>
          <a:xfrm>
            <a:off x="1802853" y="3154680"/>
            <a:ext cx="402336" cy="402336"/>
          </a:xfrm>
          <a:prstGeom prst="ellipse">
            <a:avLst/>
          </a:prstGeom>
          <a:solidFill>
            <a:srgbClr val="BBED97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BBED97"/>
                </a:solidFill>
              </a:rPr>
              <a:t>임신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354927"/>
                </a:solidFill>
              </a:rPr>
              <a:t>소식을 들은 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기억을 적어 주세요</a:t>
            </a:r>
          </a:p>
        </p:txBody>
      </p:sp>
      <p:sp>
        <p:nvSpPr>
          <p:cNvPr id="11" name="때 2"/>
          <p:cNvSpPr/>
          <p:nvPr/>
        </p:nvSpPr>
        <p:spPr>
          <a:xfrm>
            <a:off x="4530737" y="3154680"/>
            <a:ext cx="402336" cy="402336"/>
          </a:xfrm>
          <a:prstGeom prst="ellipse">
            <a:avLst/>
          </a:prstGeom>
          <a:solidFill>
            <a:srgbClr val="BBED97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13683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BBED97"/>
                </a:solidFill>
              </a:rPr>
              <a:t>출산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59403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354927"/>
                </a:solidFill>
              </a:rPr>
              <a:t>태어난 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59403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기억을 적어 주세요</a:t>
            </a:r>
          </a:p>
        </p:txBody>
      </p:sp>
      <p:sp>
        <p:nvSpPr>
          <p:cNvPr id="15" name="때 3"/>
          <p:cNvSpPr/>
          <p:nvPr/>
        </p:nvSpPr>
        <p:spPr>
          <a:xfrm>
            <a:off x="7258621" y="3154680"/>
            <a:ext cx="402336" cy="402336"/>
          </a:xfrm>
          <a:prstGeom prst="ellipse">
            <a:avLst/>
          </a:prstGeom>
          <a:solidFill>
            <a:srgbClr val="BBED97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41567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BBED97"/>
                </a:solidFill>
              </a:rPr>
              <a:t>첫 만남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87287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354927"/>
                </a:solidFill>
              </a:rPr>
              <a:t>품에 안은 순간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87287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기억을 적어 주세요</a:t>
            </a:r>
          </a:p>
        </p:txBody>
      </p:sp>
      <p:sp>
        <p:nvSpPr>
          <p:cNvPr id="19" name="때 4"/>
          <p:cNvSpPr/>
          <p:nvPr/>
        </p:nvSpPr>
        <p:spPr>
          <a:xfrm>
            <a:off x="9986505" y="3154680"/>
            <a:ext cx="402336" cy="402336"/>
          </a:xfrm>
          <a:prstGeom prst="ellipse">
            <a:avLst/>
          </a:prstGeom>
          <a:solidFill>
            <a:srgbClr val="BBED97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69451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BBED97"/>
                </a:solidFill>
              </a:rPr>
              <a:t>집으로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15171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354927"/>
                </a:solidFill>
              </a:rPr>
              <a:t>함께 돌아온 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171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기억을 적어 주세요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D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6400800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하단 라벨"/>
          <p:cNvSpPr txBox="1"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FIRST BIRTHDAY</a:t>
            </a:r>
          </a:p>
        </p:txBody>
      </p:sp>
      <p:sp>
        <p:nvSpPr>
          <p:cNvPr id="5" name="포인트"/>
          <p:cNvSpPr/>
          <p:nvPr/>
        </p:nvSpPr>
        <p:spPr>
          <a:xfrm>
            <a:off x="11213287" y="6473952"/>
            <a:ext cx="219456" cy="219456"/>
          </a:xfrm>
          <a:prstGeom prst="heart">
            <a:avLst/>
          </a:prstGeom>
          <a:solidFill>
            <a:srgbClr val="BBED9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11535" cy="91440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첫 번째 순간들</a:t>
            </a:r>
          </a:p>
        </p:txBody>
      </p:sp>
      <p:sp>
        <p:nvSpPr>
          <p:cNvPr id="6" name="카드 1"/>
          <p:cNvSpPr/>
          <p:nvPr/>
        </p:nvSpPr>
        <p:spPr>
          <a:xfrm>
            <a:off x="640080" y="1600200"/>
            <a:ext cx="2556433" cy="4572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2FAD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위쪽 띠"/>
          <p:cNvSpPr/>
          <p:nvPr/>
        </p:nvSpPr>
        <p:spPr>
          <a:xfrm>
            <a:off x="649224" y="1609344"/>
            <a:ext cx="2538145" cy="82296"/>
          </a:xfrm>
          <a:prstGeom prst="rect">
            <a:avLst/>
          </a:prstGeom>
          <a:solidFill>
            <a:srgbClr val="BBED9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번호 1"/>
          <p:cNvSpPr/>
          <p:nvPr/>
        </p:nvSpPr>
        <p:spPr>
          <a:xfrm>
            <a:off x="822959" y="178308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BBED97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77440"/>
            <a:ext cx="228211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54927"/>
                </a:solidFill>
              </a:rPr>
              <a:t>첫 웃음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063240"/>
            <a:ext cx="2282113" cy="29718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언제였나요?</a:t>
            </a:r>
          </a:p>
        </p:txBody>
      </p:sp>
      <p:sp>
        <p:nvSpPr>
          <p:cNvPr id="11" name="카드 2"/>
          <p:cNvSpPr/>
          <p:nvPr/>
        </p:nvSpPr>
        <p:spPr>
          <a:xfrm>
            <a:off x="3425113" y="1600200"/>
            <a:ext cx="2556433" cy="4572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2FAD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위쪽 띠"/>
          <p:cNvSpPr/>
          <p:nvPr/>
        </p:nvSpPr>
        <p:spPr>
          <a:xfrm>
            <a:off x="3434257" y="1609344"/>
            <a:ext cx="2538145" cy="82296"/>
          </a:xfrm>
          <a:prstGeom prst="rect">
            <a:avLst/>
          </a:prstGeom>
          <a:solidFill>
            <a:srgbClr val="BBED9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번호 2"/>
          <p:cNvSpPr/>
          <p:nvPr/>
        </p:nvSpPr>
        <p:spPr>
          <a:xfrm>
            <a:off x="3607993" y="178308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BBED97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2273" y="2377440"/>
            <a:ext cx="228211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54927"/>
                </a:solidFill>
              </a:rPr>
              <a:t>첫 뒤집기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2273" y="3063240"/>
            <a:ext cx="2282113" cy="29718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언제였나요?</a:t>
            </a:r>
          </a:p>
        </p:txBody>
      </p:sp>
      <p:sp>
        <p:nvSpPr>
          <p:cNvPr id="16" name="카드 3"/>
          <p:cNvSpPr/>
          <p:nvPr/>
        </p:nvSpPr>
        <p:spPr>
          <a:xfrm>
            <a:off x="6210147" y="1600200"/>
            <a:ext cx="2556433" cy="4572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2FAD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위쪽 띠"/>
          <p:cNvSpPr/>
          <p:nvPr/>
        </p:nvSpPr>
        <p:spPr>
          <a:xfrm>
            <a:off x="6219291" y="1609344"/>
            <a:ext cx="2538145" cy="82296"/>
          </a:xfrm>
          <a:prstGeom prst="rect">
            <a:avLst/>
          </a:prstGeom>
          <a:solidFill>
            <a:srgbClr val="BBED9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번호 3"/>
          <p:cNvSpPr/>
          <p:nvPr/>
        </p:nvSpPr>
        <p:spPr>
          <a:xfrm>
            <a:off x="6393027" y="178308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BBED97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47307" y="2377440"/>
            <a:ext cx="228211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54927"/>
                </a:solidFill>
              </a:rPr>
              <a:t>첫 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47307" y="3063240"/>
            <a:ext cx="2282113" cy="29718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언제였나요?</a:t>
            </a:r>
          </a:p>
        </p:txBody>
      </p:sp>
      <p:sp>
        <p:nvSpPr>
          <p:cNvPr id="21" name="카드 4"/>
          <p:cNvSpPr/>
          <p:nvPr/>
        </p:nvSpPr>
        <p:spPr>
          <a:xfrm>
            <a:off x="8995181" y="1600200"/>
            <a:ext cx="2556433" cy="4572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2FAD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위쪽 띠"/>
          <p:cNvSpPr/>
          <p:nvPr/>
        </p:nvSpPr>
        <p:spPr>
          <a:xfrm>
            <a:off x="9004325" y="1609344"/>
            <a:ext cx="2538145" cy="82296"/>
          </a:xfrm>
          <a:prstGeom prst="rect">
            <a:avLst/>
          </a:prstGeom>
          <a:solidFill>
            <a:srgbClr val="BBED9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번호 4"/>
          <p:cNvSpPr/>
          <p:nvPr/>
        </p:nvSpPr>
        <p:spPr>
          <a:xfrm>
            <a:off x="9178061" y="178308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BBED97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32341" y="2377440"/>
            <a:ext cx="228211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54927"/>
                </a:solidFill>
              </a:rPr>
              <a:t>첫 걸음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2341" y="3063240"/>
            <a:ext cx="2282113" cy="29718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언제였나요?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D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6400800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하단 라벨"/>
          <p:cNvSpPr txBox="1"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FIRST BIRTHDAY</a:t>
            </a:r>
          </a:p>
        </p:txBody>
      </p:sp>
      <p:sp>
        <p:nvSpPr>
          <p:cNvPr id="5" name="포인트"/>
          <p:cNvSpPr/>
          <p:nvPr/>
        </p:nvSpPr>
        <p:spPr>
          <a:xfrm>
            <a:off x="11213287" y="6473952"/>
            <a:ext cx="219456" cy="219456"/>
          </a:xfrm>
          <a:prstGeom prst="heart">
            <a:avLst/>
          </a:prstGeom>
          <a:solidFill>
            <a:srgbClr val="BBED9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11535" cy="91440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사진 모음</a:t>
            </a:r>
          </a:p>
        </p:txBody>
      </p:sp>
      <p:sp>
        <p:nvSpPr>
          <p:cNvPr id="6" name="사진 자리"/>
          <p:cNvSpPr/>
          <p:nvPr/>
        </p:nvSpPr>
        <p:spPr>
          <a:xfrm>
            <a:off x="640080" y="160020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E2FAD1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1</a:t>
            </a:r>
          </a:p>
        </p:txBody>
      </p:sp>
      <p:sp>
        <p:nvSpPr>
          <p:cNvPr id="7" name="사진 자리"/>
          <p:cNvSpPr/>
          <p:nvPr/>
        </p:nvSpPr>
        <p:spPr>
          <a:xfrm>
            <a:off x="3413683" y="160020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E2FAD1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2</a:t>
            </a:r>
          </a:p>
        </p:txBody>
      </p:sp>
      <p:sp>
        <p:nvSpPr>
          <p:cNvPr id="8" name="사진 자리"/>
          <p:cNvSpPr/>
          <p:nvPr/>
        </p:nvSpPr>
        <p:spPr>
          <a:xfrm>
            <a:off x="6187287" y="160020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E2FAD1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3</a:t>
            </a:r>
          </a:p>
        </p:txBody>
      </p:sp>
      <p:sp>
        <p:nvSpPr>
          <p:cNvPr id="9" name="사진 자리"/>
          <p:cNvSpPr/>
          <p:nvPr/>
        </p:nvSpPr>
        <p:spPr>
          <a:xfrm>
            <a:off x="8960891" y="160020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E2FAD1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4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640080" y="3977639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E2FAD1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5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3413683" y="3977639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E2FAD1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6</a:t>
            </a:r>
          </a:p>
        </p:txBody>
      </p:sp>
      <p:sp>
        <p:nvSpPr>
          <p:cNvPr id="12" name="사진 자리"/>
          <p:cNvSpPr/>
          <p:nvPr/>
        </p:nvSpPr>
        <p:spPr>
          <a:xfrm>
            <a:off x="6187287" y="3977639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E2FAD1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7</a:t>
            </a:r>
          </a:p>
        </p:txBody>
      </p:sp>
      <p:sp>
        <p:nvSpPr>
          <p:cNvPr id="13" name="사진 자리"/>
          <p:cNvSpPr/>
          <p:nvPr/>
        </p:nvSpPr>
        <p:spPr>
          <a:xfrm>
            <a:off x="8960891" y="3977639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E2FAD1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D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사진 자리"/>
          <p:cNvSpPr/>
          <p:nvPr/>
        </p:nvSpPr>
        <p:spPr>
          <a:xfrm>
            <a:off x="7071183" y="960120"/>
            <a:ext cx="3657508" cy="4526280"/>
          </a:xfrm>
          <a:prstGeom prst="roundRect">
            <a:avLst>
              <a:gd name="adj" fmla="val 4000"/>
            </a:avLst>
          </a:prstGeom>
          <a:solidFill>
            <a:srgbClr val="C6F2A6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354927"/>
                </a:solidFill>
              </a:rPr>
              <a:t>사진을 넣어 주세요</a:t>
            </a:r>
          </a:p>
        </p:txBody>
      </p:sp>
      <p:sp>
        <p:nvSpPr>
          <p:cNvPr id="4" name="장식"/>
          <p:cNvSpPr/>
          <p:nvPr/>
        </p:nvSpPr>
        <p:spPr>
          <a:xfrm>
            <a:off x="7558851" y="1234439"/>
            <a:ext cx="3657508" cy="4526280"/>
          </a:xfrm>
          <a:prstGeom prst="roundRect">
            <a:avLst>
              <a:gd name="adj" fmla="val 4000"/>
            </a:avLst>
          </a:prstGeom>
          <a:noFill/>
          <a:ln w="9525">
            <a:solidFill>
              <a:srgbClr val="26231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822960" y="2148840"/>
            <a:ext cx="5608179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FIRST BIRTHDAY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606040"/>
            <a:ext cx="5608179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26231F"/>
                </a:solidFill>
              </a:rPr>
              <a:t>와 주셔서 고맙습니다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822960" y="3886200"/>
            <a:ext cx="5608179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아이가 한 살이 되었습니다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822960" y="4754880"/>
            <a:ext cx="5608179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아기 이름 · 부모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돌잔치 슬라이드(첫 번째 이야기 중심)">
  <a:themeElements>
    <a:clrScheme name="Office">
      <a:dk1>
        <a:sysClr val="windowText" lastClr="000000"/>
      </a:dk1>
      <a:lt1>
        <a:sysClr val="window" lastClr="FFFFFF"/>
      </a:lt1>
      <a:dk2>
        <a:srgbClr val="354927"/>
      </a:dk2>
      <a:lt2>
        <a:srgbClr val="F2FDEA"/>
      </a:lt2>
      <a:accent1>
        <a:srgbClr val="BBED97"/>
      </a:accent1>
      <a:accent2>
        <a:srgbClr val="BAF3BC"/>
      </a:accent2>
      <a:accent3>
        <a:srgbClr val="354927"/>
      </a:accent3>
      <a:accent4>
        <a:srgbClr val="E2FAD1"/>
      </a:accent4>
      <a:accent5>
        <a:srgbClr val="BAF0AA"/>
      </a:accent5>
      <a:accent6>
        <a:srgbClr val="86927D"/>
      </a:accent6>
      <a:hlink>
        <a:srgbClr val="BBED97"/>
      </a:hlink>
      <a:folHlink>
        <a:srgbClr val="354927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돌잔치 슬라이드(첫 번째 이야기 중심)</dc:title>
  <dc:subject/>
  <dc:creator>반딧불이의 곳간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