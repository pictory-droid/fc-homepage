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F481E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F481E"/>
                </a:solidFill>
              </a:rPr>
              <a:t>태어난 날 병원에서 처음 안았습니다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F481E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481E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481E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481E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481E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481E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4F9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F481E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DEEF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EEFD2"/>
                      </a:solidFill>
                      <a:prstDash val="solid"/>
                    </a:lnL>
                    <a:lnR w="9525" cap="flat" cmpd="sng" algn="ctr">
                      <a:solidFill>
                        <a:srgbClr val="DEEFD2"/>
                      </a:solidFill>
                      <a:prstDash val="solid"/>
                    </a:lnR>
                    <a:lnT w="9525" cap="flat" cmpd="sng" algn="ctr">
                      <a:solidFill>
                        <a:srgbClr val="DEEFD2"/>
                      </a:solidFill>
                      <a:prstDash val="solid"/>
                    </a:lnT>
                    <a:lnB w="9525" cap="flat" cmpd="sng" algn="ctr">
                      <a:solidFill>
                        <a:srgbClr val="DEEFD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태어난 날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5F913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F913B"/>
                </a:solidFill>
              </a:rPr>
              <a:t>임신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소식을 들은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0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5F913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F913B"/>
                </a:solidFill>
              </a:rPr>
              <a:t>출산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태어난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4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5F913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F913B"/>
                </a:solidFill>
              </a:rPr>
              <a:t>첫 만남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품에 안은 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8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5F913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F913B"/>
                </a:solidFill>
              </a:rPr>
              <a:t>집으로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함께 돌아온 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첫 번째 순간들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5875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첫 웃음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9" name="카드 2"/>
          <p:cNvSpPr/>
          <p:nvPr/>
        </p:nvSpPr>
        <p:spPr>
          <a:xfrm>
            <a:off x="3425113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5875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3607993" y="178308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2273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첫 뒤집기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273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3" name="카드 3"/>
          <p:cNvSpPr/>
          <p:nvPr/>
        </p:nvSpPr>
        <p:spPr>
          <a:xfrm>
            <a:off x="6210147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5875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첫 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7" name="카드 4"/>
          <p:cNvSpPr/>
          <p:nvPr/>
        </p:nvSpPr>
        <p:spPr>
          <a:xfrm>
            <a:off x="8995181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5875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9178061" y="178308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2341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첫 걸음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2341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F481E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F481E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첫 번째 이야기 중심)">
  <a:themeElements>
    <a:clrScheme name="Office">
      <a:dk1>
        <a:sysClr val="windowText" lastClr="000000"/>
      </a:dk1>
      <a:lt1>
        <a:sysClr val="window" lastClr="FFFFFF"/>
      </a:lt1>
      <a:dk2>
        <a:srgbClr val="2F481E"/>
      </a:dk2>
      <a:lt2>
        <a:srgbClr val="F4F9F1"/>
      </a:lt2>
      <a:accent1>
        <a:srgbClr val="5F913B"/>
      </a:accent1>
      <a:accent2>
        <a:srgbClr val="423B91"/>
      </a:accent2>
      <a:accent3>
        <a:srgbClr val="2F481E"/>
      </a:accent3>
      <a:accent4>
        <a:srgbClr val="DEEFD2"/>
      </a:accent4>
      <a:accent5>
        <a:srgbClr val="506666"/>
      </a:accent5>
      <a:accent6>
        <a:srgbClr val="829178"/>
      </a:accent6>
      <a:hlink>
        <a:srgbClr val="5F913B"/>
      </a:hlink>
      <a:folHlink>
        <a:srgbClr val="2F481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