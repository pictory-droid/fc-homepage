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416F1F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16F1F"/>
                </a:solidFill>
              </a:rPr>
              <a:t>태어난 날 병원에서 처음 안았습니다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16F1F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16F1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16F1F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16F1F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16F1F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16F1F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16F1F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태어난 날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82CD4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2CD4C"/>
                </a:solidFill>
              </a:rPr>
              <a:t>임신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소식을 들은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82CD4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2CD4C"/>
                </a:solidFill>
              </a:rPr>
              <a:t>출산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82CD4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2CD4C"/>
                </a:solidFill>
              </a:rPr>
              <a:t>첫 만남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품에 안은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82CD4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2CD4C"/>
                </a:solidFill>
              </a:rPr>
              <a:t>집으로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함께 돌아온 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첫 번째 순간들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첫 웃음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첫 뒤집기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첫 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첫 걸음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16F1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16F1F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416F1F"/>
      </a:dk2>
      <a:lt2>
        <a:srgbClr val="F7FCF3"/>
      </a:lt2>
      <a:accent1>
        <a:srgbClr val="82CD4C"/>
      </a:accent1>
      <a:accent2>
        <a:srgbClr val="339941"/>
      </a:accent2>
      <a:accent3>
        <a:srgbClr val="416F1F"/>
      </a:accent3>
      <a:accent4>
        <a:srgbClr val="E3F7D4"/>
      </a:accent4>
      <a:accent5>
        <a:srgbClr val="5AB346"/>
      </a:accent5>
      <a:accent6>
        <a:srgbClr val="8DA979"/>
      </a:accent6>
      <a:hlink>
        <a:srgbClr val="82CD4C"/>
      </a:hlink>
      <a:folHlink>
        <a:srgbClr val="416F1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