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C0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가장 많이 찍은 얼굴만 모았습니다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BF1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1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6DF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FD5"/>
                      </a:solidFill>
                      <a:prstDash val="solid"/>
                    </a:lnL>
                    <a:lnR w="9525" cap="flat" cmpd="sng" algn="ctr">
                      <a:solidFill>
                        <a:srgbClr val="F6DFD5"/>
                      </a:solidFill>
                      <a:prstDash val="solid"/>
                    </a:lnR>
                    <a:lnT w="9525" cap="flat" cmpd="sng" algn="ctr">
                      <a:solidFill>
                        <a:srgbClr val="F6DFD5"/>
                      </a:solidFill>
                      <a:prstDash val="solid"/>
                    </a:lnT>
                    <a:lnB w="9525" cap="flat" cmpd="sng" algn="ctr">
                      <a:solidFill>
                        <a:srgbClr val="F6DF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생일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233007" y="1600200"/>
            <a:ext cx="5318607" cy="457200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 해의 순간들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F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D89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F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EBC0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3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493127"/>
      </a:dk2>
      <a:lt2>
        <a:srgbClr val="FBF1EC"/>
      </a:lt2>
      <a:accent1>
        <a:srgbClr val="D89579"/>
      </a:accent1>
      <a:accent2>
        <a:srgbClr val="E1D098"/>
      </a:accent2>
      <a:accent3>
        <a:srgbClr val="493127"/>
      </a:accent3>
      <a:accent4>
        <a:srgbClr val="F6DFD5"/>
      </a:accent4>
      <a:accent5>
        <a:srgbClr val="DCB288"/>
      </a:accent5>
      <a:accent6>
        <a:srgbClr val="92837D"/>
      </a:accent6>
      <a:hlink>
        <a:srgbClr val="D89579"/>
      </a:hlink>
      <a:folHlink>
        <a:srgbClr val="493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