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22D24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가장 많이 찍은 얼굴만 모았습니다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22D24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첫 번째 생일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대표 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22D24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한 해의 순간들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EBDCD6"/>
          </a:solidFill>
          <a:ln w="19050">
            <a:solidFill>
              <a:srgbClr val="855A4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22D24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22D24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