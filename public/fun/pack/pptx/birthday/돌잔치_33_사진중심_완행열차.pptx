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422D24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22D24"/>
                </a:solidFill>
              </a:rPr>
              <a:t>가장 많이 찍은 얼굴만 모았습니다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22D24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22D24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첫 번째 생일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5318607" cy="480060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22D24"/>
                </a:solidFill>
              </a:rPr>
              <a:t>대표 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233007" y="1600200"/>
            <a:ext cx="5318607" cy="480060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22D24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한 해의 순간들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EBDCD6"/>
          </a:solidFill>
          <a:ln w="19050">
            <a:solidFill>
              <a:srgbClr val="855A4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22D24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22D24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22D24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422D24"/>
      </a:dk2>
      <a:lt2>
        <a:srgbClr val="F8F4F2"/>
      </a:lt2>
      <a:accent1>
        <a:srgbClr val="855A47"/>
      </a:accent1>
      <a:accent2>
        <a:srgbClr val="478578"/>
      </a:accent2>
      <a:accent3>
        <a:srgbClr val="422D24"/>
      </a:accent3>
      <a:accent4>
        <a:srgbClr val="EBDCD6"/>
      </a:accent4>
      <a:accent5>
        <a:srgbClr val="667060"/>
      </a:accent5>
      <a:accent6>
        <a:srgbClr val="8E817C"/>
      </a:accent6>
      <a:hlink>
        <a:srgbClr val="855A47"/>
      </a:hlink>
      <a:folHlink>
        <a:srgbClr val="422D2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