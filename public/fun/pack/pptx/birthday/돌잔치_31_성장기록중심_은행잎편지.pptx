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756110"/>
                </a:solidFill>
              </a:rPr>
              <a:t>첫 번째 생일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은행잎처럼 노랗게 반짝이는 돌잔치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56110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한 해 성장 기록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603217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1개월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처음 눈을 맞춘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5" name="때 2"/>
          <p:cNvSpPr/>
          <p:nvPr/>
        </p:nvSpPr>
        <p:spPr>
          <a:xfrm>
            <a:off x="3748948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2971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3개월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8691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처음 웃은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8691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9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8702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4422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뒤집기 성공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4422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3" name="때 4"/>
          <p:cNvSpPr/>
          <p:nvPr/>
        </p:nvSpPr>
        <p:spPr>
          <a:xfrm>
            <a:off x="8040410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433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9개월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153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첫 이유식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153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7" name="때 5"/>
          <p:cNvSpPr/>
          <p:nvPr/>
        </p:nvSpPr>
        <p:spPr>
          <a:xfrm>
            <a:off x="10186141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0164" y="2514600"/>
            <a:ext cx="2054291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AB1C"/>
                </a:solidFill>
              </a:rPr>
              <a:t>12개월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5884" y="3703320"/>
            <a:ext cx="1962851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첫 걸음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5884" y="4206240"/>
            <a:ext cx="1962851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키와 몸무게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56110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첫 번째 생일을 축하해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