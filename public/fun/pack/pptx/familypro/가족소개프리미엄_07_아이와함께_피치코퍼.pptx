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FE45164E-592E-474D-B033-505E7C1A46B9}">
          <p14:sldIdLst>
            <p14:sldId id="256"/>
          </p14:sldIdLst>
        </p14:section>
        <p14:section name="본문" id="{998E3B96-F2CB-4D38-B7A6-7F67A47AD274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AC8DAE81-A566-447F-8C59-1968AA97B989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pct5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11094415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755885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755885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755885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755885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10820095" y="0"/>
            <a:ext cx="1371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10042855" y="0"/>
            <a:ext cx="77724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9585655" y="0"/>
            <a:ext cx="4572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9311335" y="0"/>
            <a:ext cx="27432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9174175" y="0"/>
            <a:ext cx="13716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pct5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756E9D5A-7B70-4943-9CD4-7AA0DEDE44CA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640080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1572768"/>
            <a:ext cx="1280159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92023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11094415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755885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755885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755885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4DEDC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755885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BC0BC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10820095" y="0"/>
            <a:ext cx="1371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10042855" y="0"/>
            <a:ext cx="77724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9585655" y="0"/>
            <a:ext cx="4572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9311335" y="0"/>
            <a:ext cx="27432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9174175" y="0"/>
            <a:ext cx="13716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pct5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3E51D23D-F105-4CEC-B795-B7754DEAEE8A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640080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5" name="사진 1"/>
          <p:cNvSpPr>
            <a:spLocks noGrp="1"/>
          </p:cNvSpPr>
          <p:nvPr>
            <p:ph type="pic" sz="quarter" idx="13"/>
          </p:nvPr>
        </p:nvSpPr>
        <p:spPr>
          <a:xfrm>
            <a:off x="6400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2"/>
          <p:cNvSpPr>
            <a:spLocks noGrp="1"/>
          </p:cNvSpPr>
          <p:nvPr>
            <p:ph type="pic" sz="quarter" idx="14"/>
          </p:nvPr>
        </p:nvSpPr>
        <p:spPr>
          <a:xfrm>
            <a:off x="20116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3"/>
          <p:cNvSpPr>
            <a:spLocks noGrp="1"/>
          </p:cNvSpPr>
          <p:nvPr>
            <p:ph type="pic" sz="quarter" idx="15"/>
          </p:nvPr>
        </p:nvSpPr>
        <p:spPr>
          <a:xfrm>
            <a:off x="33832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4"/>
          <p:cNvSpPr>
            <a:spLocks noGrp="1"/>
          </p:cNvSpPr>
          <p:nvPr>
            <p:ph type="pic" sz="quarter" idx="16"/>
          </p:nvPr>
        </p:nvSpPr>
        <p:spPr>
          <a:xfrm>
            <a:off x="47548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5"/>
          <p:cNvSpPr>
            <a:spLocks noGrp="1"/>
          </p:cNvSpPr>
          <p:nvPr>
            <p:ph type="pic" sz="quarter" idx="17"/>
          </p:nvPr>
        </p:nvSpPr>
        <p:spPr>
          <a:xfrm>
            <a:off x="6400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6"/>
          <p:cNvSpPr>
            <a:spLocks noGrp="1"/>
          </p:cNvSpPr>
          <p:nvPr>
            <p:ph type="pic" sz="quarter" idx="18"/>
          </p:nvPr>
        </p:nvSpPr>
        <p:spPr>
          <a:xfrm>
            <a:off x="20116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7"/>
          <p:cNvSpPr>
            <a:spLocks noGrp="1"/>
          </p:cNvSpPr>
          <p:nvPr>
            <p:ph type="pic" sz="quarter" idx="19"/>
          </p:nvPr>
        </p:nvSpPr>
        <p:spPr>
          <a:xfrm>
            <a:off x="33832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2" name="사진 8"/>
          <p:cNvSpPr>
            <a:spLocks noGrp="1"/>
          </p:cNvSpPr>
          <p:nvPr>
            <p:ph type="pic" sz="quarter" idx="20"/>
          </p:nvPr>
        </p:nvSpPr>
        <p:spPr>
          <a:xfrm>
            <a:off x="47548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1572768"/>
            <a:ext cx="1280159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92023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pct5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87CB9B62-80A4-40B2-8F84-49C4CA6ADDE9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4" name="Diamond 3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7" name="Connector 6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8" name="Diamond 7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PEACH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PEACH  ·  FAMILY ALBUM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뒷산 진달래 따러 간 아이들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아이와 함께 · 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PEACH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15" name="사진 바탕 1"/>
          <p:cNvSpPr/>
          <p:nvPr/>
        </p:nvSpPr>
        <p:spPr>
          <a:xfrm>
            <a:off x="868680" y="2057400"/>
            <a:ext cx="1870633" cy="187063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868680" y="2057400"/>
            <a:ext cx="1870633" cy="1870633"/>
          </a:xfrm>
          <a:prstGeom prst="ellipse">
            <a:avLst/>
          </a:prstGeom>
        </p:spPr>
      </p:sp>
      <p:sp>
        <p:nvSpPr>
          <p:cNvPr id="19" name="사진 바탕 2"/>
          <p:cNvSpPr/>
          <p:nvPr/>
        </p:nvSpPr>
        <p:spPr>
          <a:xfrm>
            <a:off x="3470833" y="2057400"/>
            <a:ext cx="1870633" cy="187063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470833" y="2057400"/>
            <a:ext cx="1870633" cy="1870633"/>
          </a:xfrm>
          <a:prstGeom prst="ellipse">
            <a:avLst/>
          </a:prstGeom>
        </p:spPr>
      </p:sp>
      <p:sp>
        <p:nvSpPr>
          <p:cNvPr id="23" name="사진 바탕 3"/>
          <p:cNvSpPr/>
          <p:nvPr/>
        </p:nvSpPr>
        <p:spPr>
          <a:xfrm>
            <a:off x="6072987" y="2057400"/>
            <a:ext cx="1870633" cy="187063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072987" y="2057400"/>
            <a:ext cx="1870633" cy="1870633"/>
          </a:xfrm>
          <a:prstGeom prst="ellipse">
            <a:avLst/>
          </a:prstGeom>
        </p:spPr>
      </p:sp>
      <p:sp>
        <p:nvSpPr>
          <p:cNvPr id="27" name="사진 바탕 4"/>
          <p:cNvSpPr/>
          <p:nvPr/>
        </p:nvSpPr>
        <p:spPr>
          <a:xfrm>
            <a:off x="8675141" y="2057400"/>
            <a:ext cx="1870633" cy="187063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8675141" y="2057400"/>
            <a:ext cx="1870633" cy="1870633"/>
          </a:xfrm>
          <a:prstGeom prst="ellipse">
            <a:avLst/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20887-7685-469E-A911-37191D5511E8}" type="slidenum">
              <a:rPr lang="en-US"/>
              <a:t>‹#›</a:t>
            </a:fld>
            <a:endParaRPr lang="en-US"/>
          </a:p>
        </p:txBody>
      </p:sp>
      <p:sp>
        <p:nvSpPr>
          <p:cNvPr id="14" name="아빠 카드"/>
          <p:cNvSpPr/>
          <p:nvPr/>
        </p:nvSpPr>
        <p:spPr>
          <a:xfrm>
            <a:off x="640080" y="1828800"/>
            <a:ext cx="2327833" cy="3973753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6" name="아빠 이름"/>
          <p:cNvSpPr txBox="1"/>
          <p:nvPr/>
        </p:nvSpPr>
        <p:spPr>
          <a:xfrm>
            <a:off x="640080" y="4019473"/>
            <a:ext cx="2327833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아빠</a:t>
            </a:r>
          </a:p>
        </p:txBody>
      </p:sp>
      <p:sp>
        <p:nvSpPr>
          <p:cNvPr id="17" name="아빠 소개"/>
          <p:cNvSpPr txBox="1"/>
          <p:nvPr/>
        </p:nvSpPr>
        <p:spPr>
          <a:xfrm>
            <a:off x="731519" y="4476673"/>
            <a:ext cx="2144953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나의 한마디</a:t>
            </a:r>
          </a:p>
        </p:txBody>
      </p:sp>
      <p:sp>
        <p:nvSpPr>
          <p:cNvPr id="18" name="엄마 카드"/>
          <p:cNvSpPr/>
          <p:nvPr/>
        </p:nvSpPr>
        <p:spPr>
          <a:xfrm>
            <a:off x="3242233" y="1828800"/>
            <a:ext cx="2327833" cy="3973753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0" name="엄마 이름"/>
          <p:cNvSpPr txBox="1"/>
          <p:nvPr/>
        </p:nvSpPr>
        <p:spPr>
          <a:xfrm>
            <a:off x="3242233" y="4019473"/>
            <a:ext cx="2327833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엄마</a:t>
            </a:r>
          </a:p>
        </p:txBody>
      </p:sp>
      <p:sp>
        <p:nvSpPr>
          <p:cNvPr id="21" name="엄마 소개"/>
          <p:cNvSpPr txBox="1"/>
          <p:nvPr/>
        </p:nvSpPr>
        <p:spPr>
          <a:xfrm>
            <a:off x="3333673" y="4476673"/>
            <a:ext cx="2144953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나의 한마디</a:t>
            </a:r>
          </a:p>
        </p:txBody>
      </p:sp>
      <p:sp>
        <p:nvSpPr>
          <p:cNvPr id="22" name="첫째 카드"/>
          <p:cNvSpPr/>
          <p:nvPr/>
        </p:nvSpPr>
        <p:spPr>
          <a:xfrm>
            <a:off x="5844387" y="1828800"/>
            <a:ext cx="2327833" cy="3973753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4" name="첫째 이름"/>
          <p:cNvSpPr txBox="1"/>
          <p:nvPr/>
        </p:nvSpPr>
        <p:spPr>
          <a:xfrm>
            <a:off x="5844387" y="4019473"/>
            <a:ext cx="2327833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첫째</a:t>
            </a:r>
          </a:p>
        </p:txBody>
      </p:sp>
      <p:sp>
        <p:nvSpPr>
          <p:cNvPr id="25" name="첫째 소개"/>
          <p:cNvSpPr txBox="1"/>
          <p:nvPr/>
        </p:nvSpPr>
        <p:spPr>
          <a:xfrm>
            <a:off x="5935827" y="4476673"/>
            <a:ext cx="2144953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자라서 되고 싶은 것</a:t>
            </a:r>
          </a:p>
        </p:txBody>
      </p:sp>
      <p:sp>
        <p:nvSpPr>
          <p:cNvPr id="26" name="둘째 카드"/>
          <p:cNvSpPr/>
          <p:nvPr/>
        </p:nvSpPr>
        <p:spPr>
          <a:xfrm>
            <a:off x="8446541" y="1828800"/>
            <a:ext cx="2327833" cy="3973753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8" name="둘째 이름"/>
          <p:cNvSpPr txBox="1"/>
          <p:nvPr/>
        </p:nvSpPr>
        <p:spPr>
          <a:xfrm>
            <a:off x="8446541" y="4019473"/>
            <a:ext cx="2327833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둘째</a:t>
            </a:r>
          </a:p>
        </p:txBody>
      </p:sp>
      <p:sp>
        <p:nvSpPr>
          <p:cNvPr id="29" name="둘째 소개"/>
          <p:cNvSpPr txBox="1"/>
          <p:nvPr/>
        </p:nvSpPr>
        <p:spPr>
          <a:xfrm>
            <a:off x="8537981" y="4476673"/>
            <a:ext cx="2144953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자라서 되고 싶은 것</a:t>
            </a:r>
          </a:p>
        </p:txBody>
      </p:sp>
    </p:spTree>
  </p:cSld>
  <p:clrMapOvr>
    <a:masterClrMapping/>
  </p:clrMapOvr>
  <p:transition spd="med">
    <p:wedg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PEACH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69FEFC-02EF-4ED2-8A9F-6C4143EE118D}" type="slidenum">
              <a:rPr lang="en-US"/>
              <a:t>‹#›</a:t>
            </a:fld>
            <a:endParaRPr lang="en-US"/>
          </a:p>
        </p:txBody>
      </p:sp>
      <p:grpSp>
        <p:nvGrpSpPr>
          <p:cNvPr id="6" name="때 1"/>
          <p:cNvGrpSpPr/>
          <p:nvPr/>
        </p:nvGrpSpPr>
        <p:grpSpPr>
          <a:xfrm>
            <a:off x="685799" y="3246120"/>
            <a:ext cx="2442133" cy="2788920"/>
            <a:chOff x="685799" y="3246120"/>
            <a:chExt cx="2442133" cy="2788920"/>
          </a:xfrm>
        </p:grpSpPr>
        <p:sp>
          <p:nvSpPr>
            <p:cNvPr id="7" name="단계 화살표"/>
            <p:cNvSpPr/>
            <p:nvPr/>
          </p:nvSpPr>
          <p:spPr>
            <a:xfrm>
              <a:off x="685799" y="3246120"/>
              <a:ext cx="244213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가족이 된 날</a:t>
              </a:r>
            </a:p>
          </p:txBody>
        </p:sp>
        <p:sp>
          <p:nvSpPr>
            <p:cNvPr id="8" name="제목"/>
            <p:cNvSpPr txBox="1"/>
            <p:nvPr/>
          </p:nvSpPr>
          <p:spPr>
            <a:xfrm>
              <a:off x="731519" y="3886200"/>
              <a:ext cx="235069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우리의 시작</a:t>
              </a:r>
            </a:p>
          </p:txBody>
        </p:sp>
        <p:sp>
          <p:nvSpPr>
            <p:cNvPr id="9" name="내용"/>
            <p:cNvSpPr txBox="1"/>
            <p:nvPr/>
          </p:nvSpPr>
          <p:spPr>
            <a:xfrm>
              <a:off x="731519" y="4389120"/>
              <a:ext cx="235069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처음 만난 날의 이야기</a:t>
              </a:r>
            </a:p>
          </p:txBody>
        </p:sp>
      </p:grpSp>
      <p:grpSp>
        <p:nvGrpSpPr>
          <p:cNvPr id="10" name="때 2"/>
          <p:cNvGrpSpPr/>
          <p:nvPr/>
        </p:nvGrpSpPr>
        <p:grpSpPr>
          <a:xfrm>
            <a:off x="3219373" y="3246120"/>
            <a:ext cx="2442133" cy="2788920"/>
            <a:chOff x="3219373" y="3246120"/>
            <a:chExt cx="2442133" cy="2788920"/>
          </a:xfrm>
        </p:grpSpPr>
        <p:sp>
          <p:nvSpPr>
            <p:cNvPr id="11" name="단계 화살표"/>
            <p:cNvSpPr/>
            <p:nvPr/>
          </p:nvSpPr>
          <p:spPr>
            <a:xfrm>
              <a:off x="3219373" y="3246120"/>
              <a:ext cx="244213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아이가 태어난 날</a:t>
              </a:r>
            </a:p>
          </p:txBody>
        </p:sp>
        <p:sp>
          <p:nvSpPr>
            <p:cNvPr id="12" name="제목"/>
            <p:cNvSpPr txBox="1"/>
            <p:nvPr/>
          </p:nvSpPr>
          <p:spPr>
            <a:xfrm>
              <a:off x="3265093" y="3886200"/>
              <a:ext cx="235069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새 식구</a:t>
              </a:r>
            </a:p>
          </p:txBody>
        </p:sp>
        <p:sp>
          <p:nvSpPr>
            <p:cNvPr id="13" name="내용"/>
            <p:cNvSpPr txBox="1"/>
            <p:nvPr/>
          </p:nvSpPr>
          <p:spPr>
            <a:xfrm>
              <a:off x="3265093" y="4389120"/>
              <a:ext cx="235069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기억을 적어요</a:t>
              </a:r>
            </a:p>
          </p:txBody>
        </p:sp>
      </p:grpSp>
      <p:grpSp>
        <p:nvGrpSpPr>
          <p:cNvPr id="14" name="때 3"/>
          <p:cNvGrpSpPr/>
          <p:nvPr/>
        </p:nvGrpSpPr>
        <p:grpSpPr>
          <a:xfrm>
            <a:off x="5752947" y="3246120"/>
            <a:ext cx="2442133" cy="2788920"/>
            <a:chOff x="5752947" y="3246120"/>
            <a:chExt cx="2442133" cy="2788920"/>
          </a:xfrm>
        </p:grpSpPr>
        <p:sp>
          <p:nvSpPr>
            <p:cNvPr id="15" name="단계 화살표"/>
            <p:cNvSpPr/>
            <p:nvPr/>
          </p:nvSpPr>
          <p:spPr>
            <a:xfrm>
              <a:off x="5752947" y="3246120"/>
              <a:ext cx="244213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첫 가족 여행</a:t>
              </a:r>
            </a:p>
          </p:txBody>
        </p:sp>
        <p:sp>
          <p:nvSpPr>
            <p:cNvPr id="16" name="제목"/>
            <p:cNvSpPr txBox="1"/>
            <p:nvPr/>
          </p:nvSpPr>
          <p:spPr>
            <a:xfrm>
              <a:off x="5798667" y="3886200"/>
              <a:ext cx="235069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함께 떠난 길</a:t>
              </a:r>
            </a:p>
          </p:txBody>
        </p:sp>
        <p:sp>
          <p:nvSpPr>
            <p:cNvPr id="17" name="내용"/>
            <p:cNvSpPr txBox="1"/>
            <p:nvPr/>
          </p:nvSpPr>
          <p:spPr>
            <a:xfrm>
              <a:off x="5798667" y="4389120"/>
              <a:ext cx="235069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가장 웃었던 순간</a:t>
              </a:r>
            </a:p>
          </p:txBody>
        </p:sp>
      </p:grpSp>
      <p:grpSp>
        <p:nvGrpSpPr>
          <p:cNvPr id="18" name="때 4"/>
          <p:cNvGrpSpPr/>
          <p:nvPr/>
        </p:nvGrpSpPr>
        <p:grpSpPr>
          <a:xfrm>
            <a:off x="8286521" y="3246120"/>
            <a:ext cx="2442133" cy="2788920"/>
            <a:chOff x="8286521" y="3246120"/>
            <a:chExt cx="2442133" cy="2788920"/>
          </a:xfrm>
        </p:grpSpPr>
        <p:sp>
          <p:nvSpPr>
            <p:cNvPr id="19" name="단계 화살표"/>
            <p:cNvSpPr/>
            <p:nvPr/>
          </p:nvSpPr>
          <p:spPr>
            <a:xfrm>
              <a:off x="8286521" y="3246120"/>
              <a:ext cx="244213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지금</a:t>
              </a:r>
            </a:p>
          </p:txBody>
        </p:sp>
        <p:sp>
          <p:nvSpPr>
            <p:cNvPr id="20" name="제목"/>
            <p:cNvSpPr txBox="1"/>
            <p:nvPr/>
          </p:nvSpPr>
          <p:spPr>
            <a:xfrm>
              <a:off x="8332241" y="3886200"/>
              <a:ext cx="235069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1" name="내용"/>
            <p:cNvSpPr txBox="1"/>
            <p:nvPr/>
          </p:nvSpPr>
          <p:spPr>
            <a:xfrm>
              <a:off x="8332241" y="4389120"/>
              <a:ext cx="235069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우리 이야기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PEACH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63E2F-0227-4687-BB8B-A3D955AEF807}" type="slidenum">
              <a:rPr lang="en-US"/>
              <a:t>‹#›</a:t>
            </a:fld>
            <a:endParaRPr lang="en-US"/>
          </a:p>
        </p:txBody>
      </p:sp>
      <p:grpSp>
        <p:nvGrpSpPr>
          <p:cNvPr id="6" name="줄 1"/>
          <p:cNvGrpSpPr/>
          <p:nvPr/>
        </p:nvGrpSpPr>
        <p:grpSpPr>
          <a:xfrm>
            <a:off x="640080" y="1828800"/>
            <a:ext cx="10134295" cy="1005840"/>
            <a:chOff x="640080" y="1828800"/>
            <a:chExt cx="10134295" cy="1005840"/>
          </a:xfrm>
        </p:grpSpPr>
        <p:sp>
          <p:nvSpPr>
            <p:cNvPr id="7" name="줄 바탕"/>
            <p:cNvSpPr/>
            <p:nvPr/>
          </p:nvSpPr>
          <p:spPr>
            <a:xfrm>
              <a:off x="640080" y="1828800"/>
              <a:ext cx="10134295" cy="10058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868680" y="205740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9" name="줄 제목"/>
            <p:cNvSpPr txBox="1"/>
            <p:nvPr/>
          </p:nvSpPr>
          <p:spPr>
            <a:xfrm>
              <a:off x="164592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4480560" y="1993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줄 내용"/>
            <p:cNvSpPr txBox="1"/>
            <p:nvPr/>
          </p:nvSpPr>
          <p:spPr>
            <a:xfrm>
              <a:off x="4663440" y="1874519"/>
              <a:ext cx="583661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밥은 꼭 함께 먹기</a:t>
              </a:r>
            </a:p>
          </p:txBody>
        </p:sp>
      </p:grpSp>
      <p:grpSp>
        <p:nvGrpSpPr>
          <p:cNvPr id="12" name="줄 2"/>
          <p:cNvGrpSpPr/>
          <p:nvPr/>
        </p:nvGrpSpPr>
        <p:grpSpPr>
          <a:xfrm>
            <a:off x="640080" y="2971800"/>
            <a:ext cx="10134295" cy="1005840"/>
            <a:chOff x="640080" y="2971800"/>
            <a:chExt cx="10134295" cy="1005840"/>
          </a:xfrm>
        </p:grpSpPr>
        <p:sp>
          <p:nvSpPr>
            <p:cNvPr id="13" name="줄 바탕"/>
            <p:cNvSpPr/>
            <p:nvPr/>
          </p:nvSpPr>
          <p:spPr>
            <a:xfrm>
              <a:off x="640080" y="2971800"/>
              <a:ext cx="10134295" cy="10058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번호 2"/>
            <p:cNvSpPr/>
            <p:nvPr/>
          </p:nvSpPr>
          <p:spPr>
            <a:xfrm>
              <a:off x="868680" y="320040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5" name="줄 제목"/>
            <p:cNvSpPr txBox="1"/>
            <p:nvPr/>
          </p:nvSpPr>
          <p:spPr>
            <a:xfrm>
              <a:off x="164592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6" name="구분선"/>
            <p:cNvCxnSpPr/>
            <p:nvPr/>
          </p:nvCxnSpPr>
          <p:spPr>
            <a:xfrm>
              <a:off x="4480560" y="3136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7" name="줄 내용"/>
            <p:cNvSpPr txBox="1"/>
            <p:nvPr/>
          </p:nvSpPr>
          <p:spPr>
            <a:xfrm>
              <a:off x="4663440" y="3017520"/>
              <a:ext cx="583661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잠들기 전에 사랑한다고 말하기</a:t>
              </a:r>
            </a:p>
          </p:txBody>
        </p:sp>
      </p:grpSp>
      <p:grpSp>
        <p:nvGrpSpPr>
          <p:cNvPr id="18" name="줄 3"/>
          <p:cNvGrpSpPr/>
          <p:nvPr/>
        </p:nvGrpSpPr>
        <p:grpSpPr>
          <a:xfrm>
            <a:off x="640080" y="4114800"/>
            <a:ext cx="10134295" cy="1005840"/>
            <a:chOff x="640080" y="4114800"/>
            <a:chExt cx="10134295" cy="1005840"/>
          </a:xfrm>
        </p:grpSpPr>
        <p:sp>
          <p:nvSpPr>
            <p:cNvPr id="19" name="줄 바탕"/>
            <p:cNvSpPr/>
            <p:nvPr/>
          </p:nvSpPr>
          <p:spPr>
            <a:xfrm>
              <a:off x="640080" y="4114800"/>
              <a:ext cx="10134295" cy="10058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번호 3"/>
            <p:cNvSpPr/>
            <p:nvPr/>
          </p:nvSpPr>
          <p:spPr>
            <a:xfrm>
              <a:off x="868680" y="434340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1" name="줄 제목"/>
            <p:cNvSpPr txBox="1"/>
            <p:nvPr/>
          </p:nvSpPr>
          <p:spPr>
            <a:xfrm>
              <a:off x="164592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2" name="구분선"/>
            <p:cNvCxnSpPr/>
            <p:nvPr/>
          </p:nvCxnSpPr>
          <p:spPr>
            <a:xfrm>
              <a:off x="4480560" y="4279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3" name="줄 내용"/>
            <p:cNvSpPr txBox="1"/>
            <p:nvPr/>
          </p:nvSpPr>
          <p:spPr>
            <a:xfrm>
              <a:off x="4663440" y="4160520"/>
              <a:ext cx="583661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주말에는 함께 산책하기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PEACH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640080" y="1828800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640080" y="1828800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5" name="사진 바탕 2"/>
          <p:cNvSpPr/>
          <p:nvPr/>
        </p:nvSpPr>
        <p:spPr>
          <a:xfrm>
            <a:off x="4085234" y="1828800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085234" y="1828800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6" name="사진 바탕 3"/>
          <p:cNvSpPr/>
          <p:nvPr/>
        </p:nvSpPr>
        <p:spPr>
          <a:xfrm>
            <a:off x="7530388" y="1828800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7530388" y="1828800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7" name="사진 바탕 4"/>
          <p:cNvSpPr/>
          <p:nvPr/>
        </p:nvSpPr>
        <p:spPr>
          <a:xfrm>
            <a:off x="640080" y="4101084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640080" y="4101084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8" name="사진 바탕 5"/>
          <p:cNvSpPr/>
          <p:nvPr/>
        </p:nvSpPr>
        <p:spPr>
          <a:xfrm>
            <a:off x="4085234" y="4101084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085234" y="4101084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9" name="사진 바탕 6"/>
          <p:cNvSpPr/>
          <p:nvPr/>
        </p:nvSpPr>
        <p:spPr>
          <a:xfrm>
            <a:off x="7530388" y="4101084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7530388" y="4101084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A2824-D4D8-4D50-880C-0935C024F311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edg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PEACH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1A4C9-2665-45FC-B1D6-3AB4C7C8C39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edg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PEACH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PEACH  ·  FAMILY ALBUM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아이와 함께 가족 소개">
  <a:themeElements>
    <a:clrScheme name="아이와 함께 가족 소개">
      <a:dk1>
        <a:srgbClr val="483B37"/>
      </a:dk1>
      <a:lt1>
        <a:srgbClr val="FEFCFA"/>
      </a:lt1>
      <a:dk2>
        <a:srgbClr val="5B3023"/>
      </a:dk2>
      <a:lt2>
        <a:srgbClr val="FDF3EC"/>
      </a:lt2>
      <a:accent1>
        <a:srgbClr val="D78C6B"/>
      </a:accent1>
      <a:accent2>
        <a:srgbClr val="A65D43"/>
      </a:accent2>
      <a:accent3>
        <a:srgbClr val="836860"/>
      </a:accent3>
      <a:accent4>
        <a:srgbClr val="F5DED2"/>
      </a:accent4>
      <a:accent5>
        <a:srgbClr val="C98D5C"/>
      </a:accent5>
      <a:accent6>
        <a:srgbClr val="CDA08F"/>
      </a:accent6>
      <a:hlink>
        <a:srgbClr val="5B3023"/>
      </a:hlink>
      <a:folHlink>
        <a:srgbClr val="836860"/>
      </a:folHlink>
    </a:clrScheme>
    <a:fontScheme name="아이와 함께 가족 소개">
      <a:majorFont>
        <a:latin typeface="Candara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아이와 함께 가족 소개</dc:title>
  <dc:subject>아이와 함께 가족 소개 슬라이드</dc:subject>
  <dc:creator>반딧불이의 곳간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