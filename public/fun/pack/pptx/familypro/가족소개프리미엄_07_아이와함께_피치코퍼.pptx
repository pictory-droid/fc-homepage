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4F2DCCD-3448-47E5-8F4A-2572BFD888FF}">
          <p14:sldIdLst>
            <p14:sldId id="256"/>
          </p14:sldIdLst>
        </p14:section>
        <p14:section name="본문" id="{C07CF058-5166-4DD2-9902-D508A86577A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AA55C3A-EE4D-4EB6-A9BC-50FF2F0BA3A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7D4C2A90-C0B9-4F4D-A8C1-EC4A82503B3B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4DEDC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BC0BC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E4F72DE2-6D5B-44AC-A704-687A1BB75D6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EE2489A4-E515-4086-95DF-801431FB137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PEACH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PEACH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뒷산 진달래 따러 간 아이들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868680" y="2057400"/>
            <a:ext cx="1870633" cy="1870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868680" y="2057400"/>
            <a:ext cx="1870633" cy="1870633"/>
          </a:xfrm>
          <a:prstGeom prst="ellipse">
            <a:avLst/>
          </a:prstGeom>
        </p:spPr>
      </p:sp>
      <p:sp>
        <p:nvSpPr>
          <p:cNvPr id="19" name="사진 바탕 2"/>
          <p:cNvSpPr/>
          <p:nvPr/>
        </p:nvSpPr>
        <p:spPr>
          <a:xfrm>
            <a:off x="3470833" y="2057400"/>
            <a:ext cx="1870633" cy="1870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70833" y="2057400"/>
            <a:ext cx="1870633" cy="1870633"/>
          </a:xfrm>
          <a:prstGeom prst="ellipse">
            <a:avLst/>
          </a:prstGeom>
        </p:spPr>
      </p:sp>
      <p:sp>
        <p:nvSpPr>
          <p:cNvPr id="23" name="사진 바탕 3"/>
          <p:cNvSpPr/>
          <p:nvPr/>
        </p:nvSpPr>
        <p:spPr>
          <a:xfrm>
            <a:off x="6072987" y="2057400"/>
            <a:ext cx="1870633" cy="1870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072987" y="2057400"/>
            <a:ext cx="1870633" cy="1870633"/>
          </a:xfrm>
          <a:prstGeom prst="ellipse">
            <a:avLst/>
          </a:prstGeom>
        </p:spPr>
      </p:sp>
      <p:sp>
        <p:nvSpPr>
          <p:cNvPr id="27" name="사진 바탕 4"/>
          <p:cNvSpPr/>
          <p:nvPr/>
        </p:nvSpPr>
        <p:spPr>
          <a:xfrm>
            <a:off x="8675141" y="2057400"/>
            <a:ext cx="1870633" cy="18706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675141" y="2057400"/>
            <a:ext cx="1870633" cy="1870633"/>
          </a:xfrm>
          <a:prstGeom prst="ellipse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C53AD-BDE5-4813-B658-C5C26E7C9198}" type="slidenum">
              <a:rPr lang="en-US"/>
              <a:t>‹#›</a:t>
            </a:fld>
            <a:endParaRPr lang="en-US"/>
          </a:p>
        </p:txBody>
      </p:sp>
      <p:sp>
        <p:nvSpPr>
          <p:cNvPr id="14" name="아빠 카드"/>
          <p:cNvSpPr/>
          <p:nvPr/>
        </p:nvSpPr>
        <p:spPr>
          <a:xfrm>
            <a:off x="640080" y="1828800"/>
            <a:ext cx="2327833" cy="397375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아빠 이름"/>
          <p:cNvSpPr txBox="1"/>
          <p:nvPr/>
        </p:nvSpPr>
        <p:spPr>
          <a:xfrm>
            <a:off x="640080" y="4019473"/>
            <a:ext cx="232783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7" name="아빠 소개"/>
          <p:cNvSpPr txBox="1"/>
          <p:nvPr/>
        </p:nvSpPr>
        <p:spPr>
          <a:xfrm>
            <a:off x="731519" y="4476673"/>
            <a:ext cx="2144953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8" name="엄마 카드"/>
          <p:cNvSpPr/>
          <p:nvPr/>
        </p:nvSpPr>
        <p:spPr>
          <a:xfrm>
            <a:off x="3242233" y="1828800"/>
            <a:ext cx="2327833" cy="397375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엄마 이름"/>
          <p:cNvSpPr txBox="1"/>
          <p:nvPr/>
        </p:nvSpPr>
        <p:spPr>
          <a:xfrm>
            <a:off x="3242233" y="4019473"/>
            <a:ext cx="232783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1" name="엄마 소개"/>
          <p:cNvSpPr txBox="1"/>
          <p:nvPr/>
        </p:nvSpPr>
        <p:spPr>
          <a:xfrm>
            <a:off x="3333673" y="4476673"/>
            <a:ext cx="2144953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2" name="첫째 카드"/>
          <p:cNvSpPr/>
          <p:nvPr/>
        </p:nvSpPr>
        <p:spPr>
          <a:xfrm>
            <a:off x="5844387" y="1828800"/>
            <a:ext cx="2327833" cy="397375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첫째 이름"/>
          <p:cNvSpPr txBox="1"/>
          <p:nvPr/>
        </p:nvSpPr>
        <p:spPr>
          <a:xfrm>
            <a:off x="5844387" y="4019473"/>
            <a:ext cx="232783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5" name="첫째 소개"/>
          <p:cNvSpPr txBox="1"/>
          <p:nvPr/>
        </p:nvSpPr>
        <p:spPr>
          <a:xfrm>
            <a:off x="5935827" y="4476673"/>
            <a:ext cx="2144953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  <p:sp>
        <p:nvSpPr>
          <p:cNvPr id="26" name="둘째 카드"/>
          <p:cNvSpPr/>
          <p:nvPr/>
        </p:nvSpPr>
        <p:spPr>
          <a:xfrm>
            <a:off x="8446541" y="1828800"/>
            <a:ext cx="2327833" cy="397375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8" name="둘째 이름"/>
          <p:cNvSpPr txBox="1"/>
          <p:nvPr/>
        </p:nvSpPr>
        <p:spPr>
          <a:xfrm>
            <a:off x="8446541" y="4019473"/>
            <a:ext cx="232783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29" name="둘째 소개"/>
          <p:cNvSpPr txBox="1"/>
          <p:nvPr/>
        </p:nvSpPr>
        <p:spPr>
          <a:xfrm>
            <a:off x="8537981" y="4476673"/>
            <a:ext cx="2144953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F084-C7E7-40B3-A28B-DAC3F1079188}" type="slidenum">
              <a:rPr lang="en-US"/>
              <a:t>‹#›</a:t>
            </a:fld>
            <a:endParaRPr lang="en-US"/>
          </a:p>
        </p:txBody>
      </p:sp>
      <p:grpSp>
        <p:nvGrpSpPr>
          <p:cNvPr id="6" name="때 1"/>
          <p:cNvGrpSpPr/>
          <p:nvPr/>
        </p:nvGrpSpPr>
        <p:grpSpPr>
          <a:xfrm>
            <a:off x="685799" y="3246120"/>
            <a:ext cx="2442133" cy="2788920"/>
            <a:chOff x="685799" y="3246120"/>
            <a:chExt cx="2442133" cy="2788920"/>
          </a:xfrm>
        </p:grpSpPr>
        <p:sp>
          <p:nvSpPr>
            <p:cNvPr id="7" name="단계 화살표"/>
            <p:cNvSpPr/>
            <p:nvPr/>
          </p:nvSpPr>
          <p:spPr>
            <a:xfrm>
              <a:off x="685799" y="3246120"/>
              <a:ext cx="244213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가족이 된 날</a:t>
              </a:r>
            </a:p>
          </p:txBody>
        </p:sp>
        <p:sp>
          <p:nvSpPr>
            <p:cNvPr id="8" name="제목"/>
            <p:cNvSpPr txBox="1"/>
            <p:nvPr/>
          </p:nvSpPr>
          <p:spPr>
            <a:xfrm>
              <a:off x="731519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9" name="내용"/>
            <p:cNvSpPr txBox="1"/>
            <p:nvPr/>
          </p:nvSpPr>
          <p:spPr>
            <a:xfrm>
              <a:off x="731519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10" name="때 2"/>
          <p:cNvGrpSpPr/>
          <p:nvPr/>
        </p:nvGrpSpPr>
        <p:grpSpPr>
          <a:xfrm>
            <a:off x="3219373" y="3246120"/>
            <a:ext cx="2442133" cy="2788920"/>
            <a:chOff x="3219373" y="3246120"/>
            <a:chExt cx="2442133" cy="2788920"/>
          </a:xfrm>
        </p:grpSpPr>
        <p:sp>
          <p:nvSpPr>
            <p:cNvPr id="11" name="단계 화살표"/>
            <p:cNvSpPr/>
            <p:nvPr/>
          </p:nvSpPr>
          <p:spPr>
            <a:xfrm>
              <a:off x="3219373" y="3246120"/>
              <a:ext cx="244213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아이가 태어난 날</a:t>
              </a:r>
            </a:p>
          </p:txBody>
        </p:sp>
        <p:sp>
          <p:nvSpPr>
            <p:cNvPr id="12" name="제목"/>
            <p:cNvSpPr txBox="1"/>
            <p:nvPr/>
          </p:nvSpPr>
          <p:spPr>
            <a:xfrm>
              <a:off x="3265093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3" name="내용"/>
            <p:cNvSpPr txBox="1"/>
            <p:nvPr/>
          </p:nvSpPr>
          <p:spPr>
            <a:xfrm>
              <a:off x="3265093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4" name="때 3"/>
          <p:cNvGrpSpPr/>
          <p:nvPr/>
        </p:nvGrpSpPr>
        <p:grpSpPr>
          <a:xfrm>
            <a:off x="5752947" y="3246120"/>
            <a:ext cx="2442133" cy="2788920"/>
            <a:chOff x="5752947" y="3246120"/>
            <a:chExt cx="2442133" cy="2788920"/>
          </a:xfrm>
        </p:grpSpPr>
        <p:sp>
          <p:nvSpPr>
            <p:cNvPr id="15" name="단계 화살표"/>
            <p:cNvSpPr/>
            <p:nvPr/>
          </p:nvSpPr>
          <p:spPr>
            <a:xfrm>
              <a:off x="5752947" y="3246120"/>
              <a:ext cx="244213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가족 여행</a:t>
              </a:r>
            </a:p>
          </p:txBody>
        </p:sp>
        <p:sp>
          <p:nvSpPr>
            <p:cNvPr id="16" name="제목"/>
            <p:cNvSpPr txBox="1"/>
            <p:nvPr/>
          </p:nvSpPr>
          <p:spPr>
            <a:xfrm>
              <a:off x="5798667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17" name="내용"/>
            <p:cNvSpPr txBox="1"/>
            <p:nvPr/>
          </p:nvSpPr>
          <p:spPr>
            <a:xfrm>
              <a:off x="5798667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18" name="때 4"/>
          <p:cNvGrpSpPr/>
          <p:nvPr/>
        </p:nvGrpSpPr>
        <p:grpSpPr>
          <a:xfrm>
            <a:off x="8286521" y="3246120"/>
            <a:ext cx="2442133" cy="2788920"/>
            <a:chOff x="8286521" y="3246120"/>
            <a:chExt cx="2442133" cy="2788920"/>
          </a:xfrm>
        </p:grpSpPr>
        <p:sp>
          <p:nvSpPr>
            <p:cNvPr id="19" name="단계 화살표"/>
            <p:cNvSpPr/>
            <p:nvPr/>
          </p:nvSpPr>
          <p:spPr>
            <a:xfrm>
              <a:off x="8286521" y="3246120"/>
              <a:ext cx="244213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지금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8332241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8332241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AD9AB-ABBA-4C49-8AE2-4F6903B9A68A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640080" y="1828800"/>
            <a:ext cx="10134295" cy="1005840"/>
            <a:chOff x="640080" y="1828800"/>
            <a:chExt cx="10134295" cy="1005840"/>
          </a:xfrm>
        </p:grpSpPr>
        <p:sp>
          <p:nvSpPr>
            <p:cNvPr id="7" name="줄 바탕"/>
            <p:cNvSpPr/>
            <p:nvPr/>
          </p:nvSpPr>
          <p:spPr>
            <a:xfrm>
              <a:off x="640080" y="1828800"/>
              <a:ext cx="1013429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868680" y="2057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64592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48056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663440" y="1874519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640080" y="2971800"/>
            <a:ext cx="10134295" cy="1005840"/>
            <a:chOff x="640080" y="2971800"/>
            <a:chExt cx="10134295" cy="1005840"/>
          </a:xfrm>
        </p:grpSpPr>
        <p:sp>
          <p:nvSpPr>
            <p:cNvPr id="13" name="줄 바탕"/>
            <p:cNvSpPr/>
            <p:nvPr/>
          </p:nvSpPr>
          <p:spPr>
            <a:xfrm>
              <a:off x="640080" y="2971800"/>
              <a:ext cx="1013429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868680" y="3200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64592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448056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줄 내용"/>
            <p:cNvSpPr txBox="1"/>
            <p:nvPr/>
          </p:nvSpPr>
          <p:spPr>
            <a:xfrm>
              <a:off x="4663440" y="3017520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8" name="줄 3"/>
          <p:cNvGrpSpPr/>
          <p:nvPr/>
        </p:nvGrpSpPr>
        <p:grpSpPr>
          <a:xfrm>
            <a:off x="640080" y="4114800"/>
            <a:ext cx="10134295" cy="1005840"/>
            <a:chOff x="640080" y="4114800"/>
            <a:chExt cx="10134295" cy="1005840"/>
          </a:xfrm>
        </p:grpSpPr>
        <p:sp>
          <p:nvSpPr>
            <p:cNvPr id="19" name="줄 바탕"/>
            <p:cNvSpPr/>
            <p:nvPr/>
          </p:nvSpPr>
          <p:spPr>
            <a:xfrm>
              <a:off x="640080" y="4114800"/>
              <a:ext cx="1013429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68680" y="4343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64592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448056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줄 내용"/>
            <p:cNvSpPr txBox="1"/>
            <p:nvPr/>
          </p:nvSpPr>
          <p:spPr>
            <a:xfrm>
              <a:off x="4663440" y="4160520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085234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85234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7530388" y="1828800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7530388" y="1828800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640080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0080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085234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085234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7530388" y="4101084"/>
            <a:ext cx="324398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7530388" y="4101084"/>
            <a:ext cx="324398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A36FC-4D23-469B-86F0-47AECDAAF5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A86A3-4377-45BB-B1C1-D6DB807202E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PEACH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PEACH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483B37"/>
      </a:dk1>
      <a:lt1>
        <a:srgbClr val="FEFCFA"/>
      </a:lt1>
      <a:dk2>
        <a:srgbClr val="5B3023"/>
      </a:dk2>
      <a:lt2>
        <a:srgbClr val="FDF3EC"/>
      </a:lt2>
      <a:accent1>
        <a:srgbClr val="D78C6B"/>
      </a:accent1>
      <a:accent2>
        <a:srgbClr val="A65D43"/>
      </a:accent2>
      <a:accent3>
        <a:srgbClr val="836860"/>
      </a:accent3>
      <a:accent4>
        <a:srgbClr val="F5DED2"/>
      </a:accent4>
      <a:accent5>
        <a:srgbClr val="C98D5C"/>
      </a:accent5>
      <a:accent6>
        <a:srgbClr val="CDA08F"/>
      </a:accent6>
      <a:hlink>
        <a:srgbClr val="5B3023"/>
      </a:hlink>
      <a:folHlink>
        <a:srgbClr val="836860"/>
      </a:folHlink>
    </a:clrScheme>
    <a:fontScheme name="아이와 함께 가족 소개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