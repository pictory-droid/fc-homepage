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EA5CEAE-B278-4542-B6D5-FC514B8F5626}">
          <p14:sldIdLst>
            <p14:sldId id="256"/>
          </p14:sldIdLst>
        </p14:section>
        <p14:section name="본문" id="{B76A873F-03D2-458A-8D57-2FCA9BD9AC6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828DF3EA-FAE5-46A4-A64E-DECD90F8CEB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8D5D4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5AEA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018FA55-A2AC-444A-A1D9-460DCCFCA656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26F90A9-7B2D-4DFB-87BE-05A13751505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F05397C-830E-4F04-8022-053226A084C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신혼 때 매화 보러 간 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925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76074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BDE11-26B7-4F7F-8C3E-FD4837A78870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6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7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0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2194A-BDBC-4BDB-A320-1440E88F8C65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결혼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집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D21080-4A68-4DA5-B776-706C3B7E073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944A6-2920-4371-83D5-0B3AC62808D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D83FC-E09A-465F-BD45-3C4E3A10100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483A37"/>
      </a:dk1>
      <a:lt1>
        <a:srgbClr val="FEFCFB"/>
      </a:lt1>
      <a:dk2>
        <a:srgbClr val="4B2F2B"/>
      </a:dk2>
      <a:lt2>
        <a:srgbClr val="FAF5EF"/>
      </a:lt2>
      <a:accent1>
        <a:srgbClr val="B97A6E"/>
      </a:accent1>
      <a:accent2>
        <a:srgbClr val="8E5F57"/>
      </a:accent2>
      <a:accent3>
        <a:srgbClr val="4F3E3B"/>
      </a:accent3>
      <a:accent4>
        <a:srgbClr val="EDDCD5"/>
      </a:accent4>
      <a:accent5>
        <a:srgbClr val="C9A27A"/>
      </a:accent5>
      <a:accent6>
        <a:srgbClr val="BFA29B"/>
      </a:accent6>
      <a:hlink>
        <a:srgbClr val="4B2F2B"/>
      </a:hlink>
      <a:folHlink>
        <a:srgbClr val="4F3E3B"/>
      </a:folHlink>
    </a:clrScheme>
    <a:fontScheme name="우리 부부 가족 소개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