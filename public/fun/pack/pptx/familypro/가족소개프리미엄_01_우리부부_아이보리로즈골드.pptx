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230EB90-EB9D-4129-A9BA-9D93DF52281C}">
          <p14:sldIdLst>
            <p14:sldId id="256"/>
          </p14:sldIdLst>
        </p14:section>
        <p14:section name="본문" id="{9EC96596-5982-4AA1-A7C9-A2665D3AC35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B631AC2-9171-4C39-B4C0-9ABB253BAC7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8D5D4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5AEA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F22E8F1-02BF-4456-938D-3A30ADB1473C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BE79E98-4238-4774-AE27-C4677D4A259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428056D-7267-4AD8-A916-B08594FC99B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IVORY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신혼 때 매화 보러 간 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925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76074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E4E4-3220-4ED6-9378-86C45A830F9A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6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아내 카드"/>
          <p:cNvSpPr/>
          <p:nvPr/>
        </p:nvSpPr>
        <p:spPr>
          <a:xfrm>
            <a:off x="6233007" y="1828800"/>
            <a:ext cx="522716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0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7ED7D-D9B4-4CCE-9074-109C6437A049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결혼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집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BE479-47C3-4CF0-A76F-6D83ED892C68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57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960120" y="3200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960120" y="4343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0A92F-E918-4FAE-A6FE-C1559131AD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29F6-A30E-44A2-A5A9-11E945C641E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IVORY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483A37"/>
      </a:dk1>
      <a:lt1>
        <a:srgbClr val="FEFCFB"/>
      </a:lt1>
      <a:dk2>
        <a:srgbClr val="4B2F2B"/>
      </a:dk2>
      <a:lt2>
        <a:srgbClr val="FAF5EF"/>
      </a:lt2>
      <a:accent1>
        <a:srgbClr val="B97A6E"/>
      </a:accent1>
      <a:accent2>
        <a:srgbClr val="8E5F57"/>
      </a:accent2>
      <a:accent3>
        <a:srgbClr val="4F3E3B"/>
      </a:accent3>
      <a:accent4>
        <a:srgbClr val="EDDCD5"/>
      </a:accent4>
      <a:accent5>
        <a:srgbClr val="C9A27A"/>
      </a:accent5>
      <a:accent6>
        <a:srgbClr val="BFA29B"/>
      </a:accent6>
      <a:hlink>
        <a:srgbClr val="4B2F2B"/>
      </a:hlink>
      <a:folHlink>
        <a:srgbClr val="4F3E3B"/>
      </a:folHlink>
    </a:clrScheme>
    <a:fontScheme name="우리 부부 가족 소개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