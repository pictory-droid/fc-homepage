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DE97967-9793-4155-846B-5B4714CC9258}">
          <p14:sldIdLst>
            <p14:sldId id="256"/>
          </p14:sldIdLst>
        </p14:section>
        <p14:section name="본문" id="{5C93FA50-C86E-4B7A-A953-1C987A628E1F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825E257F-7B20-4CE6-9AF2-532452A17545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600149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6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242428" y="1645920"/>
            <a:ext cx="597393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5242428" y="2029968"/>
            <a:ext cx="5973930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242428" y="3703320"/>
            <a:ext cx="597393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1DCDB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242428" y="4480559"/>
            <a:ext cx="597393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5BDBA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02325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389019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4" name="Oval 3"/>
          <p:cNvSpPr/>
          <p:nvPr/>
        </p:nvSpPr>
        <p:spPr>
          <a:xfrm>
            <a:off x="3456331" y="2862072"/>
            <a:ext cx="1133856" cy="1133856"/>
          </a:xfrm>
          <a:prstGeom prst="ellipse">
            <a:avLst/>
          </a:prstGeom>
          <a:solidFill>
            <a:schemeClr val="accent3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3794659" y="3200400"/>
            <a:ext cx="457200" cy="457200"/>
            <a:chOff x="3794659" y="3200400"/>
            <a:chExt cx="457200" cy="457200"/>
          </a:xfrm>
        </p:grpSpPr>
        <p:sp>
          <p:nvSpPr>
            <p:cNvPr id="6" name="Oval 5"/>
            <p:cNvSpPr/>
            <p:nvPr/>
          </p:nvSpPr>
          <p:spPr>
            <a:xfrm>
              <a:off x="3794659" y="3200400"/>
              <a:ext cx="457200" cy="45720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3959251" y="3364992"/>
              <a:ext cx="128016" cy="12801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AEEB6EB8-F149-4AA6-B0D5-8893B36A0B33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600149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6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242428" y="1645920"/>
            <a:ext cx="597393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5242428" y="2029968"/>
            <a:ext cx="5973930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242428" y="3703320"/>
            <a:ext cx="597393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242428" y="4480559"/>
            <a:ext cx="597393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023259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389019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4" name="Oval 3"/>
          <p:cNvSpPr/>
          <p:nvPr/>
        </p:nvSpPr>
        <p:spPr>
          <a:xfrm>
            <a:off x="3456331" y="2862072"/>
            <a:ext cx="1133856" cy="1133856"/>
          </a:xfrm>
          <a:prstGeom prst="ellipse">
            <a:avLst/>
          </a:prstGeom>
          <a:solidFill>
            <a:schemeClr val="bg2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3794659" y="3200400"/>
            <a:ext cx="457200" cy="457200"/>
            <a:chOff x="3794659" y="3200400"/>
            <a:chExt cx="457200" cy="457200"/>
          </a:xfrm>
        </p:grpSpPr>
        <p:sp>
          <p:nvSpPr>
            <p:cNvPr id="6" name="Oval 5"/>
            <p:cNvSpPr/>
            <p:nvPr/>
          </p:nvSpPr>
          <p:spPr>
            <a:xfrm>
              <a:off x="3794659" y="3200400"/>
              <a:ext cx="457200" cy="45720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3959251" y="3364992"/>
              <a:ext cx="128016" cy="12801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56C1516E-1E6C-4381-8E61-6FF54D93D46B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2860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03DEB6D2-7DCB-4E66-9B8A-0C473530FC68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5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6" name="Diamond 5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9" name="Connector 8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0" name="Diamond 9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CINNAMON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CINNAMON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학교 종 칠 때까지 기다려 준 아빠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아이와 함께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101465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101465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3852209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852209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2" name="사진 바탕 3"/>
          <p:cNvSpPr/>
          <p:nvPr/>
        </p:nvSpPr>
        <p:spPr>
          <a:xfrm>
            <a:off x="6602953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602953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6" name="사진 바탕 4"/>
          <p:cNvSpPr/>
          <p:nvPr/>
        </p:nvSpPr>
        <p:spPr>
          <a:xfrm>
            <a:off x="9353697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9353697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CD2EC-E510-4CE1-AA22-BEDD3B432260}" type="slidenum">
              <a:rPr lang="en-US"/>
              <a:t>‹#›</a:t>
            </a:fld>
            <a:endParaRPr lang="en-US"/>
          </a:p>
        </p:txBody>
      </p:sp>
      <p:sp>
        <p:nvSpPr>
          <p:cNvPr id="13" name="아빠 카드"/>
          <p:cNvSpPr/>
          <p:nvPr/>
        </p:nvSpPr>
        <p:spPr>
          <a:xfrm>
            <a:off x="731520" y="1828800"/>
            <a:ext cx="2476423" cy="4122343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아빠 이름"/>
          <p:cNvSpPr txBox="1"/>
          <p:nvPr/>
        </p:nvSpPr>
        <p:spPr>
          <a:xfrm>
            <a:off x="731520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16" name="아빠 소개"/>
          <p:cNvSpPr txBox="1"/>
          <p:nvPr/>
        </p:nvSpPr>
        <p:spPr>
          <a:xfrm>
            <a:off x="822960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17" name="엄마 카드"/>
          <p:cNvSpPr/>
          <p:nvPr/>
        </p:nvSpPr>
        <p:spPr>
          <a:xfrm>
            <a:off x="3482263" y="1828800"/>
            <a:ext cx="2476423" cy="4122343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엄마 이름"/>
          <p:cNvSpPr txBox="1"/>
          <p:nvPr/>
        </p:nvSpPr>
        <p:spPr>
          <a:xfrm>
            <a:off x="3482263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20" name="엄마 소개"/>
          <p:cNvSpPr txBox="1"/>
          <p:nvPr/>
        </p:nvSpPr>
        <p:spPr>
          <a:xfrm>
            <a:off x="3573703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1" name="첫째 카드"/>
          <p:cNvSpPr/>
          <p:nvPr/>
        </p:nvSpPr>
        <p:spPr>
          <a:xfrm>
            <a:off x="6233007" y="1828800"/>
            <a:ext cx="2476423" cy="4122343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첫째 이름"/>
          <p:cNvSpPr txBox="1"/>
          <p:nvPr/>
        </p:nvSpPr>
        <p:spPr>
          <a:xfrm>
            <a:off x="6233007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첫째</a:t>
            </a:r>
          </a:p>
        </p:txBody>
      </p:sp>
      <p:sp>
        <p:nvSpPr>
          <p:cNvPr id="24" name="첫째 소개"/>
          <p:cNvSpPr txBox="1"/>
          <p:nvPr/>
        </p:nvSpPr>
        <p:spPr>
          <a:xfrm>
            <a:off x="6324447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자라서 되고 싶은 것</a:t>
            </a:r>
          </a:p>
        </p:txBody>
      </p:sp>
      <p:sp>
        <p:nvSpPr>
          <p:cNvPr id="25" name="둘째 카드"/>
          <p:cNvSpPr/>
          <p:nvPr/>
        </p:nvSpPr>
        <p:spPr>
          <a:xfrm>
            <a:off x="8983751" y="1828800"/>
            <a:ext cx="2476423" cy="4122343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둘째 이름"/>
          <p:cNvSpPr txBox="1"/>
          <p:nvPr/>
        </p:nvSpPr>
        <p:spPr>
          <a:xfrm>
            <a:off x="8983751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둘째</a:t>
            </a:r>
          </a:p>
        </p:txBody>
      </p:sp>
      <p:sp>
        <p:nvSpPr>
          <p:cNvPr id="28" name="둘째 소개"/>
          <p:cNvSpPr txBox="1"/>
          <p:nvPr/>
        </p:nvSpPr>
        <p:spPr>
          <a:xfrm>
            <a:off x="9075191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자라서 되고 싶은 것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DB1FB-78B7-4C2A-953F-0F92A37A55B4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가족이 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시작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만난 날의 이야기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아이가 태어난 날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 식구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첫 가족 여행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떠난 길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웃었던 순간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728FF-2074-42FC-B971-21F252E3638E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1031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밥은 꼭 함께 먹기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1005840" y="32461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잠들기 전에 사랑한다고 말하기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1005840" y="43891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주말에는 함께 산책하기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9462E-AB94-41F5-B808-A4083C6D5EB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79F7A-0DF8-4EDC-983B-E020346A386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CINNAMON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CINNAMON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아이와 함께 가족 소개">
  <a:themeElements>
    <a:clrScheme name="아이와 함께 가족 소개">
      <a:dk1>
        <a:srgbClr val="483B37"/>
      </a:dk1>
      <a:lt1>
        <a:srgbClr val="FEFBFA"/>
      </a:lt1>
      <a:dk2>
        <a:srgbClr val="4A281F"/>
      </a:dk2>
      <a:lt2>
        <a:srgbClr val="FAF2EE"/>
      </a:lt2>
      <a:accent1>
        <a:srgbClr val="A9604E"/>
      </a:accent1>
      <a:accent2>
        <a:srgbClr val="CFA08C"/>
      </a:accent2>
      <a:accent3>
        <a:srgbClr val="76615B"/>
      </a:accent3>
      <a:accent4>
        <a:srgbClr val="EAD5CE"/>
      </a:accent4>
      <a:accent5>
        <a:srgbClr val="BF9072"/>
      </a:accent5>
      <a:accent6>
        <a:srgbClr val="E2C5B8"/>
      </a:accent6>
      <a:hlink>
        <a:srgbClr val="4A281F"/>
      </a:hlink>
      <a:folHlink>
        <a:srgbClr val="76615B"/>
      </a:folHlink>
    </a:clrScheme>
    <a:fontScheme name="아이와 함께 가족 소개">
      <a:majorFont>
        <a:latin typeface="Gill Sans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>아이와 함께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