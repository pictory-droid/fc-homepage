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2353046-50C6-485E-A7DE-B293FB8490C0}">
          <p14:sldIdLst>
            <p14:sldId id="256"/>
          </p14:sldIdLst>
        </p14:section>
        <p14:section name="본문" id="{5D9444F9-D39A-4395-9DA4-DC927A186905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B2C071F5-A3BC-4D9F-9300-74C322BAD2AC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1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5BD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3794659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959251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428A615D-5299-44FB-A358-698044DE7E56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3794659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959251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4D34BD36-CCD9-4976-ADB6-A35B0C57BFD6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898EF153-709E-4453-97F3-391891D0B2FF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CINNAMON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CINNAMON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종이 울릴 때까지 기다려 준 아빠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아이와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101465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101465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3852209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852209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2" name="사진 바탕 3"/>
          <p:cNvSpPr/>
          <p:nvPr/>
        </p:nvSpPr>
        <p:spPr>
          <a:xfrm>
            <a:off x="6602953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602953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6" name="사진 바탕 4"/>
          <p:cNvSpPr/>
          <p:nvPr/>
        </p:nvSpPr>
        <p:spPr>
          <a:xfrm>
            <a:off x="9353697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353697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256DE2-152F-4607-BD8C-BB2D285F3692}" type="slidenum">
              <a:rPr lang="en-US"/>
              <a:t>‹#›</a:t>
            </a:fld>
            <a:endParaRPr lang="en-US"/>
          </a:p>
        </p:txBody>
      </p:sp>
      <p:sp>
        <p:nvSpPr>
          <p:cNvPr id="13" name="아빠 카드"/>
          <p:cNvSpPr/>
          <p:nvPr/>
        </p:nvSpPr>
        <p:spPr>
          <a:xfrm>
            <a:off x="731520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아빠 이름"/>
          <p:cNvSpPr txBox="1"/>
          <p:nvPr/>
        </p:nvSpPr>
        <p:spPr>
          <a:xfrm>
            <a:off x="731520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16" name="아빠 소개"/>
          <p:cNvSpPr txBox="1"/>
          <p:nvPr/>
        </p:nvSpPr>
        <p:spPr>
          <a:xfrm>
            <a:off x="822960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7" name="엄마 카드"/>
          <p:cNvSpPr/>
          <p:nvPr/>
        </p:nvSpPr>
        <p:spPr>
          <a:xfrm>
            <a:off x="3482263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엄마 이름"/>
          <p:cNvSpPr txBox="1"/>
          <p:nvPr/>
        </p:nvSpPr>
        <p:spPr>
          <a:xfrm>
            <a:off x="3482263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0" name="엄마 소개"/>
          <p:cNvSpPr txBox="1"/>
          <p:nvPr/>
        </p:nvSpPr>
        <p:spPr>
          <a:xfrm>
            <a:off x="3573703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1" name="첫째 카드"/>
          <p:cNvSpPr/>
          <p:nvPr/>
        </p:nvSpPr>
        <p:spPr>
          <a:xfrm>
            <a:off x="6233007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첫째 이름"/>
          <p:cNvSpPr txBox="1"/>
          <p:nvPr/>
        </p:nvSpPr>
        <p:spPr>
          <a:xfrm>
            <a:off x="6233007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첫째</a:t>
            </a:r>
          </a:p>
        </p:txBody>
      </p:sp>
      <p:sp>
        <p:nvSpPr>
          <p:cNvPr id="24" name="첫째 소개"/>
          <p:cNvSpPr txBox="1"/>
          <p:nvPr/>
        </p:nvSpPr>
        <p:spPr>
          <a:xfrm>
            <a:off x="6324447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  <p:sp>
        <p:nvSpPr>
          <p:cNvPr id="25" name="둘째 카드"/>
          <p:cNvSpPr/>
          <p:nvPr/>
        </p:nvSpPr>
        <p:spPr>
          <a:xfrm>
            <a:off x="8983751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둘째 이름"/>
          <p:cNvSpPr txBox="1"/>
          <p:nvPr/>
        </p:nvSpPr>
        <p:spPr>
          <a:xfrm>
            <a:off x="8983751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둘째</a:t>
            </a:r>
          </a:p>
        </p:txBody>
      </p:sp>
      <p:sp>
        <p:nvSpPr>
          <p:cNvPr id="28" name="둘째 소개"/>
          <p:cNvSpPr txBox="1"/>
          <p:nvPr/>
        </p:nvSpPr>
        <p:spPr>
          <a:xfrm>
            <a:off x="9075191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386B-23E5-4488-811F-EFFEA855D507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가족이 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시작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만난 날의 이야기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아이가 태어난 날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 식구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첫 가족 여행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떠난 길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웃었던 순간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A5FB9-4107-4990-9F38-5C1B5DC8BAC8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103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밥은 꼭 함께 먹기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246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잠들기 전에 사랑한다고 말하기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389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주말에는 함께 산책하기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E0E22-EBAC-4794-9602-ECB46E3DC68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112F-59BE-473D-A6F7-2B3536DF9ED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CINNAMON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CINNAMON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아이와 함께 가족 소개">
  <a:themeElements>
    <a:clrScheme name="아이와 함께 가족 소개">
      <a:dk1>
        <a:srgbClr val="483B37"/>
      </a:dk1>
      <a:lt1>
        <a:srgbClr val="FEFBFA"/>
      </a:lt1>
      <a:dk2>
        <a:srgbClr val="4A281F"/>
      </a:dk2>
      <a:lt2>
        <a:srgbClr val="FAF2EE"/>
      </a:lt2>
      <a:accent1>
        <a:srgbClr val="A9604E"/>
      </a:accent1>
      <a:accent2>
        <a:srgbClr val="CFA08C"/>
      </a:accent2>
      <a:accent3>
        <a:srgbClr val="76615B"/>
      </a:accent3>
      <a:accent4>
        <a:srgbClr val="EAD5CE"/>
      </a:accent4>
      <a:accent5>
        <a:srgbClr val="BF9072"/>
      </a:accent5>
      <a:accent6>
        <a:srgbClr val="E2C5B8"/>
      </a:accent6>
      <a:hlink>
        <a:srgbClr val="4A281F"/>
      </a:hlink>
      <a:folHlink>
        <a:srgbClr val="76615B"/>
      </a:folHlink>
    </a:clrScheme>
    <a:fontScheme name="아이와 함께 가족 소개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>아이와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