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F53EBFD-E4C1-40BE-877C-5192FFABA015}">
          <p14:sldIdLst>
            <p14:sldId id="256"/>
          </p14:sldIdLst>
        </p14:section>
        <p14:section name="본문" id="{14805E69-19FF-4556-8C0B-3CC2334C07C5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B9343E43-555B-41A9-BC5B-879CF142FFE7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 flipH="1"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 flipH="1"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97243" y="731519"/>
            <a:ext cx="731520" cy="731520"/>
            <a:chOff x="1097243" y="731519"/>
            <a:chExt cx="731520" cy="731520"/>
          </a:xfrm>
        </p:grpSpPr>
        <p:sp>
          <p:nvSpPr>
            <p:cNvPr id="6" name="Sun 5"/>
            <p:cNvSpPr/>
            <p:nvPr/>
          </p:nvSpPr>
          <p:spPr>
            <a:xfrm>
              <a:off x="1097243" y="731519"/>
              <a:ext cx="731520" cy="731520"/>
            </a:xfrm>
            <a:prstGeom prst="su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B064CEF8-DCF0-43F8-890B-0B38466A0F39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10500055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 flipH="1"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 flipH="1"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97243" y="731519"/>
            <a:ext cx="731520" cy="731520"/>
            <a:chOff x="1097243" y="731519"/>
            <a:chExt cx="731520" cy="731520"/>
          </a:xfrm>
        </p:grpSpPr>
        <p:sp>
          <p:nvSpPr>
            <p:cNvPr id="6" name="Sun 5"/>
            <p:cNvSpPr/>
            <p:nvPr/>
          </p:nvSpPr>
          <p:spPr>
            <a:xfrm>
              <a:off x="1097243" y="731519"/>
              <a:ext cx="731520" cy="731520"/>
            </a:xfrm>
            <a:prstGeom prst="su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60C0709C-1EEC-4776-AD95-BBEC0F16259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10500055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F86AF56-E909-46B3-97C5-83C90239FBB4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Sun 5"/>
            <p:cNvSpPr/>
            <p:nvPr/>
          </p:nvSpPr>
          <p:spPr>
            <a:xfrm>
              <a:off x="5821527" y="5212080"/>
              <a:ext cx="548640" cy="548640"/>
            </a:xfrm>
            <a:prstGeom prst="sun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송편 빚다 말고 달 보러 나온 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아이와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101465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101465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3852209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852209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2" name="사진 바탕 3"/>
          <p:cNvSpPr/>
          <p:nvPr/>
        </p:nvSpPr>
        <p:spPr>
          <a:xfrm>
            <a:off x="6602953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602953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6" name="사진 바탕 4"/>
          <p:cNvSpPr/>
          <p:nvPr/>
        </p:nvSpPr>
        <p:spPr>
          <a:xfrm>
            <a:off x="9353697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9353697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D1C98-F5B4-4F2F-AA1F-D3CE2FEF790D}" type="slidenum">
              <a:rPr lang="en-US"/>
              <a:t>‹#›</a:t>
            </a:fld>
            <a:endParaRPr lang="en-US"/>
          </a:p>
        </p:txBody>
      </p:sp>
      <p:sp>
        <p:nvSpPr>
          <p:cNvPr id="13" name="아빠 카드"/>
          <p:cNvSpPr/>
          <p:nvPr/>
        </p:nvSpPr>
        <p:spPr>
          <a:xfrm>
            <a:off x="731520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아빠 이름"/>
          <p:cNvSpPr txBox="1"/>
          <p:nvPr/>
        </p:nvSpPr>
        <p:spPr>
          <a:xfrm>
            <a:off x="731520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16" name="아빠 소개"/>
          <p:cNvSpPr txBox="1"/>
          <p:nvPr/>
        </p:nvSpPr>
        <p:spPr>
          <a:xfrm>
            <a:off x="822960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7" name="엄마 카드"/>
          <p:cNvSpPr/>
          <p:nvPr/>
        </p:nvSpPr>
        <p:spPr>
          <a:xfrm>
            <a:off x="3482263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엄마 이름"/>
          <p:cNvSpPr txBox="1"/>
          <p:nvPr/>
        </p:nvSpPr>
        <p:spPr>
          <a:xfrm>
            <a:off x="3482263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20" name="엄마 소개"/>
          <p:cNvSpPr txBox="1"/>
          <p:nvPr/>
        </p:nvSpPr>
        <p:spPr>
          <a:xfrm>
            <a:off x="3573703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1" name="첫째 카드"/>
          <p:cNvSpPr/>
          <p:nvPr/>
        </p:nvSpPr>
        <p:spPr>
          <a:xfrm>
            <a:off x="6233007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첫째 이름"/>
          <p:cNvSpPr txBox="1"/>
          <p:nvPr/>
        </p:nvSpPr>
        <p:spPr>
          <a:xfrm>
            <a:off x="6233007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첫째</a:t>
            </a:r>
          </a:p>
        </p:txBody>
      </p:sp>
      <p:sp>
        <p:nvSpPr>
          <p:cNvPr id="24" name="첫째 소개"/>
          <p:cNvSpPr txBox="1"/>
          <p:nvPr/>
        </p:nvSpPr>
        <p:spPr>
          <a:xfrm>
            <a:off x="6324447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자라서 되고 싶은 것</a:t>
            </a:r>
          </a:p>
        </p:txBody>
      </p:sp>
      <p:sp>
        <p:nvSpPr>
          <p:cNvPr id="25" name="둘째 카드"/>
          <p:cNvSpPr/>
          <p:nvPr/>
        </p:nvSpPr>
        <p:spPr>
          <a:xfrm>
            <a:off x="8983751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둘째 이름"/>
          <p:cNvSpPr txBox="1"/>
          <p:nvPr/>
        </p:nvSpPr>
        <p:spPr>
          <a:xfrm>
            <a:off x="8983751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둘째</a:t>
            </a:r>
          </a:p>
        </p:txBody>
      </p:sp>
      <p:sp>
        <p:nvSpPr>
          <p:cNvPr id="28" name="둘째 소개"/>
          <p:cNvSpPr txBox="1"/>
          <p:nvPr/>
        </p:nvSpPr>
        <p:spPr>
          <a:xfrm>
            <a:off x="9075191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자라서 되고 싶은 것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AF9CC-958F-4F41-BD61-F9CAC5EBE300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가족이 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시작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만난 날의 이야기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아이가 태어난 날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 식구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첫 가족 여행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떠난 길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웃었던 순간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2A76F-775F-49BD-AE55-2D398FF2FEE2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밥은 꼭 함께 먹기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1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잠들기 전에 사랑한다고 말하기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6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주말에는 함께 산책하기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6AD3A-A616-4871-93FC-A0F21CC95A6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1C07B-8818-4D10-BDE7-A03377AEC1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아이와 함께 가족 소개">
  <a:themeElements>
    <a:clrScheme name="아이와 함께 가족 소개">
      <a:dk1>
        <a:srgbClr val="2B2724"/>
      </a:dk1>
      <a:lt1>
        <a:srgbClr val="FFFFFF"/>
      </a:lt1>
      <a:dk2>
        <a:srgbClr val="56643A"/>
      </a:dk2>
      <a:lt2>
        <a:srgbClr val="F5EFE2"/>
      </a:lt2>
      <a:accent1>
        <a:srgbClr val="CFB47C"/>
      </a:accent1>
      <a:accent2>
        <a:srgbClr val="83BEAA"/>
      </a:accent2>
      <a:accent3>
        <a:srgbClr val="4E432C"/>
      </a:accent3>
      <a:accent4>
        <a:srgbClr val="F0E4CB"/>
      </a:accent4>
      <a:accent5>
        <a:srgbClr val="B6E0A3"/>
      </a:accent5>
      <a:accent6>
        <a:srgbClr val="E6BCC5"/>
      </a:accent6>
      <a:hlink>
        <a:srgbClr val="56643A"/>
      </a:hlink>
      <a:folHlink>
        <a:srgbClr val="4E432C"/>
      </a:folHlink>
    </a:clrScheme>
    <a:fontScheme name="아이와 함께 가족 소개">
      <a:majorFont>
        <a:latin typeface="Constant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>아이와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