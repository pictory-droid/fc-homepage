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777468D-A0A7-424D-A9F7-CAED80AB5722}">
          <p14:sldIdLst>
            <p14:sldId id="256"/>
          </p14:sldIdLst>
        </p14:section>
        <p14:section name="본문" id="{687C4A45-2C82-4F9B-BC26-1453CF0AA44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06D7673-D6C8-4B47-856A-6496215103C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538496" y="731519"/>
            <a:ext cx="380390" cy="731521"/>
            <a:chOff x="10538496" y="731519"/>
            <a:chExt cx="380390" cy="731521"/>
          </a:xfrm>
        </p:grpSpPr>
        <p:sp>
          <p:nvSpPr>
            <p:cNvPr id="6" name="Rounded Rectangle 5"/>
            <p:cNvSpPr/>
            <p:nvPr/>
          </p:nvSpPr>
          <p:spPr>
            <a:xfrm>
              <a:off x="10538496" y="819302"/>
              <a:ext cx="380390" cy="555955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626278" y="731519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26278" y="1389888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C7BFFED-6D38-4FAC-9EFC-EA41A77D638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48309" y="6240780"/>
            <a:ext cx="166420" cy="320039"/>
            <a:chOff x="648309" y="6240780"/>
            <a:chExt cx="166420" cy="320039"/>
          </a:xfrm>
        </p:grpSpPr>
        <p:sp>
          <p:nvSpPr>
            <p:cNvPr id="4" name="Rounded Rectangle 3"/>
            <p:cNvSpPr/>
            <p:nvPr/>
          </p:nvSpPr>
          <p:spPr>
            <a:xfrm>
              <a:off x="648309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86714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6714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376964" y="6240780"/>
            <a:ext cx="166420" cy="320039"/>
            <a:chOff x="11376964" y="6240780"/>
            <a:chExt cx="166420" cy="320039"/>
          </a:xfrm>
        </p:grpSpPr>
        <p:sp>
          <p:nvSpPr>
            <p:cNvPr id="8" name="Rounded Rectangle 7"/>
            <p:cNvSpPr/>
            <p:nvPr/>
          </p:nvSpPr>
          <p:spPr>
            <a:xfrm>
              <a:off x="11376964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15369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15369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538496" y="731519"/>
            <a:ext cx="380390" cy="731521"/>
            <a:chOff x="10538496" y="731519"/>
            <a:chExt cx="380390" cy="731521"/>
          </a:xfrm>
        </p:grpSpPr>
        <p:sp>
          <p:nvSpPr>
            <p:cNvPr id="6" name="Rounded Rectangle 5"/>
            <p:cNvSpPr/>
            <p:nvPr/>
          </p:nvSpPr>
          <p:spPr>
            <a:xfrm>
              <a:off x="10538496" y="819302"/>
              <a:ext cx="380390" cy="555955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626278" y="731519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26278" y="1389888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D2F2FAB-3A78-41E5-A1C5-0700736BED9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48309" y="6240780"/>
            <a:ext cx="166420" cy="320039"/>
            <a:chOff x="648309" y="6240780"/>
            <a:chExt cx="166420" cy="320039"/>
          </a:xfrm>
        </p:grpSpPr>
        <p:sp>
          <p:nvSpPr>
            <p:cNvPr id="4" name="Rounded Rectangle 3"/>
            <p:cNvSpPr/>
            <p:nvPr/>
          </p:nvSpPr>
          <p:spPr>
            <a:xfrm>
              <a:off x="648309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86714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6714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376964" y="6240780"/>
            <a:ext cx="166420" cy="320039"/>
            <a:chOff x="11376964" y="6240780"/>
            <a:chExt cx="166420" cy="320039"/>
          </a:xfrm>
        </p:grpSpPr>
        <p:sp>
          <p:nvSpPr>
            <p:cNvPr id="8" name="Rounded Rectangle 7"/>
            <p:cNvSpPr/>
            <p:nvPr/>
          </p:nvSpPr>
          <p:spPr>
            <a:xfrm>
              <a:off x="11376964" y="62791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15369" y="62407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15369" y="6528816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96F2FBC-944E-4A27-815E-3C6C19B572D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53201" y="5212080"/>
            <a:ext cx="285292" cy="548640"/>
            <a:chOff x="5953201" y="5212080"/>
            <a:chExt cx="285292" cy="548640"/>
          </a:xfrm>
        </p:grpSpPr>
        <p:sp>
          <p:nvSpPr>
            <p:cNvPr id="6" name="Rounded Rectangle 5"/>
            <p:cNvSpPr/>
            <p:nvPr/>
          </p:nvSpPr>
          <p:spPr>
            <a:xfrm>
              <a:off x="5953201" y="5277916"/>
              <a:ext cx="285292" cy="416966"/>
            </a:xfrm>
            <a:prstGeom prst="roundRect">
              <a:avLst>
                <a:gd name="adj" fmla="val 30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019038" y="5212080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19038" y="5705856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첫눈 온다고 창가에 혼자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08E1-F0AD-4F0C-ADBD-CE5120D5812F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0735B-D583-433C-A2DE-4E99F0A5BD01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644F3-108F-42CE-BC0B-24FE75987F3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2D0F-E5B9-49A6-9240-28E531F6D0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4D2E-CB0E-417E-B138-79A7E5BFE0E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573A64"/>
      </a:dk2>
      <a:lt2>
        <a:srgbClr val="EBF1F7"/>
      </a:lt2>
      <a:accent1>
        <a:srgbClr val="89A9CC"/>
      </a:accent1>
      <a:accent2>
        <a:srgbClr val="BBBD8F"/>
      </a:accent2>
      <a:accent3>
        <a:srgbClr val="2C3C4E"/>
      </a:accent3>
      <a:accent4>
        <a:srgbClr val="CEDDEE"/>
      </a:accent4>
      <a:accent5>
        <a:srgbClr val="C6A3E0"/>
      </a:accent5>
      <a:accent6>
        <a:srgbClr val="BCE6D8"/>
      </a:accent6>
      <a:hlink>
        <a:srgbClr val="573A64"/>
      </a:hlink>
      <a:folHlink>
        <a:srgbClr val="2C3C4E"/>
      </a:folHlink>
    </a:clrScheme>
    <a:fontScheme name="나 혼자 · 1인 가구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