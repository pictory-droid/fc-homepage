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EE0D896-3C80-4402-B600-81D4BB50254E}">
          <p14:sldIdLst>
            <p14:sldId id="256"/>
          </p14:sldIdLst>
        </p14:section>
        <p14:section name="본문" id="{AE432C39-7E7D-43B1-B87F-A767AD12F89B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271573C-E99C-402C-8AAE-C0B01D13F48F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E808679-B12B-4EAC-8711-421EEDE153D9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4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EA9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E2EF73F-44D5-4CAA-84F6-4F46822B406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D2994D0-B89E-4E11-8F55-9AB331C4C30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GOLD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혼자 떠난 제주, 유채밭에서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나 혼자 · 1인 가구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342339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42339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5009997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009997" y="2057400"/>
            <a:ext cx="2171700" cy="2171700"/>
          </a:xfrm>
          <a:prstGeom prst="rect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8677656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677656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305EA-9F4B-4FF0-9324-EFBABE52E176}" type="slidenum">
              <a:rPr lang="en-US"/>
              <a:t>‹#›</a:t>
            </a:fld>
            <a:endParaRPr lang="en-US"/>
          </a:p>
        </p:txBody>
      </p:sp>
      <p:sp>
        <p:nvSpPr>
          <p:cNvPr id="13" name="나 카드"/>
          <p:cNvSpPr/>
          <p:nvPr/>
        </p:nvSpPr>
        <p:spPr>
          <a:xfrm>
            <a:off x="731520" y="1828800"/>
            <a:ext cx="3393338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나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나</a:t>
            </a:r>
          </a:p>
        </p:txBody>
      </p:sp>
      <p:sp>
        <p:nvSpPr>
          <p:cNvPr id="16" name="나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요즘 관심사</a:t>
            </a:r>
          </a:p>
        </p:txBody>
      </p:sp>
      <p:sp>
        <p:nvSpPr>
          <p:cNvPr id="17" name="내 공간 카드"/>
          <p:cNvSpPr/>
          <p:nvPr/>
        </p:nvSpPr>
        <p:spPr>
          <a:xfrm>
            <a:off x="4399178" y="1828800"/>
            <a:ext cx="3393338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내 공간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공간</a:t>
            </a:r>
          </a:p>
        </p:txBody>
      </p:sp>
      <p:sp>
        <p:nvSpPr>
          <p:cNvPr id="20" name="내 공간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자리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아끼는 물건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나만의 규칙</a:t>
            </a:r>
          </a:p>
        </p:txBody>
      </p:sp>
      <p:sp>
        <p:nvSpPr>
          <p:cNvPr id="21" name="내 하루 카드"/>
          <p:cNvSpPr/>
          <p:nvPr/>
        </p:nvSpPr>
        <p:spPr>
          <a:xfrm>
            <a:off x="8066836" y="1828800"/>
            <a:ext cx="3393338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내 하루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하루</a:t>
            </a:r>
          </a:p>
        </p:txBody>
      </p:sp>
      <p:sp>
        <p:nvSpPr>
          <p:cNvPr id="24" name="내 하루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아침 습관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음식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잠들기 전 루틴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C6109-51FE-44BF-9719-71A183C39138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태어난 곳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뿌리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고향의 기억을 적어요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학창 시절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자라던 시간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좋았던 기억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혼자 시작한 날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첫 집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독립하던 날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나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내 이야기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E5307-B216-4CE8-91B2-8F4F5E030537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148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1005840" y="2487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나를 위한 밥상 차리기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960120" y="3291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1005840" y="3630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 십 분 나에게 쓰는 시간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960120" y="44348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1005840" y="4773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안부를 전할 사람 한 명 챙기기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B6E5-BEC4-4F16-A424-CD5AEB7F5D3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50215-CC70-4C61-944F-9222B98B5AA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GOLD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나 혼자 · 1인 가구 가족 소개">
  <a:themeElements>
    <a:clrScheme name="나 혼자 · 1인 가구 가족 소개">
      <a:dk1>
        <a:srgbClr val="413D32"/>
      </a:dk1>
      <a:lt1>
        <a:srgbClr val="FEFEFC"/>
      </a:lt1>
      <a:dk2>
        <a:srgbClr val="3C3726"/>
      </a:dk2>
      <a:lt2>
        <a:srgbClr val="FCFAF4"/>
      </a:lt2>
      <a:accent1>
        <a:srgbClr val="C7A557"/>
      </a:accent1>
      <a:accent2>
        <a:srgbClr val="8B8572"/>
      </a:accent2>
      <a:accent3>
        <a:srgbClr val="403D32"/>
      </a:accent3>
      <a:accent4>
        <a:srgbClr val="F1E9D5"/>
      </a:accent4>
      <a:accent5>
        <a:srgbClr val="D4B56A"/>
      </a:accent5>
      <a:accent6>
        <a:srgbClr val="BEBAAC"/>
      </a:accent6>
      <a:hlink>
        <a:srgbClr val="3C3726"/>
      </a:hlink>
      <a:folHlink>
        <a:srgbClr val="403D32"/>
      </a:folHlink>
    </a:clrScheme>
    <a:fontScheme name="나 혼자 · 1인 가구 가족 소개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>나 혼자 · 1인 가구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