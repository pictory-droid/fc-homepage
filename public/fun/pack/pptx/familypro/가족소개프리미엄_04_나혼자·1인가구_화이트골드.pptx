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81F44A-78F5-4D8E-A74C-746F043F4F10}">
          <p14:sldIdLst>
            <p14:sldId id="256"/>
          </p14:sldIdLst>
        </p14:section>
        <p14:section name="본문" id="{D2A4CE84-25FB-4C47-BEC8-61659613A56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E8A5A1F-FF02-4044-8CE9-5042A006A24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DDC0B15-8CC4-4E68-9B4C-8BB8B219B963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EA9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FEB58AA-AE92-4127-8A7B-26E104DA393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4A97E67-5EB2-479D-8C4A-E269B1F1DC7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떠난 길, 유채밭에서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ect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CD68-D044-425E-AF9C-789E138E45B4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6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7" name="내 공간 카드"/>
          <p:cNvSpPr/>
          <p:nvPr/>
        </p:nvSpPr>
        <p:spPr>
          <a:xfrm>
            <a:off x="4399178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0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1" name="내 하루 카드"/>
          <p:cNvSpPr/>
          <p:nvPr/>
        </p:nvSpPr>
        <p:spPr>
          <a:xfrm>
            <a:off x="8066836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4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F45BF-B8E0-4A8F-BF9D-5DBD79B9DA20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67CD-2508-4199-B90E-E9723D723B0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148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1005840" y="2487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60120" y="3291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1005840" y="3630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60120" y="44348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1005840" y="4773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13269-1383-4BF5-B288-078F406141E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10F8A-7CD3-46A9-BBC5-4072322F2A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413D32"/>
      </a:dk1>
      <a:lt1>
        <a:srgbClr val="FEFEFC"/>
      </a:lt1>
      <a:dk2>
        <a:srgbClr val="3C3726"/>
      </a:dk2>
      <a:lt2>
        <a:srgbClr val="FCFAF4"/>
      </a:lt2>
      <a:accent1>
        <a:srgbClr val="C7A557"/>
      </a:accent1>
      <a:accent2>
        <a:srgbClr val="8B8572"/>
      </a:accent2>
      <a:accent3>
        <a:srgbClr val="403D32"/>
      </a:accent3>
      <a:accent4>
        <a:srgbClr val="F1E9D5"/>
      </a:accent4>
      <a:accent5>
        <a:srgbClr val="D4B56A"/>
      </a:accent5>
      <a:accent6>
        <a:srgbClr val="BEBAAC"/>
      </a:accent6>
      <a:hlink>
        <a:srgbClr val="3C3726"/>
      </a:hlink>
      <a:folHlink>
        <a:srgbClr val="403D32"/>
      </a:folHlink>
    </a:clrScheme>
    <a:fontScheme name="나 혼자 · 1인 가구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