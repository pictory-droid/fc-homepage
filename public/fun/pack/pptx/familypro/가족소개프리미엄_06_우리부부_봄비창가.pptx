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059147F-BA22-462E-8ED7-F1F8259DA5AE}">
          <p14:sldIdLst>
            <p14:sldId id="256"/>
          </p14:sldIdLst>
        </p14:section>
        <p14:section name="본문" id="{AF5E90F5-3B2A-46A1-8667-6132FEE3556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5C35900-639A-424A-B73E-8787074E98F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43803" y="230885"/>
            <a:ext cx="704088" cy="452628"/>
            <a:chOff x="5743803" y="230885"/>
            <a:chExt cx="704088" cy="452628"/>
          </a:xfrm>
        </p:grpSpPr>
        <p:sp>
          <p:nvSpPr>
            <p:cNvPr id="9" name="Cloud 8"/>
            <p:cNvSpPr/>
            <p:nvPr/>
          </p:nvSpPr>
          <p:spPr>
            <a:xfrm>
              <a:off x="5743803" y="230885"/>
              <a:ext cx="704088" cy="452628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3CCC02C-65BC-423F-9391-AD9FC3C26DAD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07492" y="6256782"/>
            <a:ext cx="448055" cy="288036"/>
            <a:chOff x="507492" y="6256782"/>
            <a:chExt cx="448055" cy="288036"/>
          </a:xfrm>
        </p:grpSpPr>
        <p:sp>
          <p:nvSpPr>
            <p:cNvPr id="4" name="Cloud 3"/>
            <p:cNvSpPr/>
            <p:nvPr/>
          </p:nvSpPr>
          <p:spPr>
            <a:xfrm>
              <a:off x="507492" y="6256782"/>
              <a:ext cx="448055" cy="288036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36147" y="6256782"/>
            <a:ext cx="448055" cy="288036"/>
            <a:chOff x="11236147" y="6256782"/>
            <a:chExt cx="448055" cy="288036"/>
          </a:xfrm>
        </p:grpSpPr>
        <p:sp>
          <p:nvSpPr>
            <p:cNvPr id="6" name="Cloud 5"/>
            <p:cNvSpPr/>
            <p:nvPr/>
          </p:nvSpPr>
          <p:spPr>
            <a:xfrm>
              <a:off x="11236147" y="6256782"/>
              <a:ext cx="448055" cy="288036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43803" y="230885"/>
            <a:ext cx="704088" cy="452628"/>
            <a:chOff x="5743803" y="230885"/>
            <a:chExt cx="704088" cy="452628"/>
          </a:xfrm>
        </p:grpSpPr>
        <p:sp>
          <p:nvSpPr>
            <p:cNvPr id="9" name="Cloud 8"/>
            <p:cNvSpPr/>
            <p:nvPr/>
          </p:nvSpPr>
          <p:spPr>
            <a:xfrm>
              <a:off x="5743803" y="230885"/>
              <a:ext cx="704088" cy="452628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DE2F249-42A0-46E5-A4BB-6C1F48E0E6A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07492" y="6256782"/>
            <a:ext cx="448055" cy="288036"/>
            <a:chOff x="507492" y="6256782"/>
            <a:chExt cx="448055" cy="288036"/>
          </a:xfrm>
        </p:grpSpPr>
        <p:sp>
          <p:nvSpPr>
            <p:cNvPr id="4" name="Cloud 3"/>
            <p:cNvSpPr/>
            <p:nvPr/>
          </p:nvSpPr>
          <p:spPr>
            <a:xfrm>
              <a:off x="507492" y="6256782"/>
              <a:ext cx="448055" cy="288036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36147" y="6256782"/>
            <a:ext cx="448055" cy="288036"/>
            <a:chOff x="11236147" y="6256782"/>
            <a:chExt cx="448055" cy="288036"/>
          </a:xfrm>
        </p:grpSpPr>
        <p:sp>
          <p:nvSpPr>
            <p:cNvPr id="6" name="Cloud 5"/>
            <p:cNvSpPr/>
            <p:nvPr/>
          </p:nvSpPr>
          <p:spPr>
            <a:xfrm>
              <a:off x="11236147" y="6256782"/>
              <a:ext cx="448055" cy="288036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E0B7F8A-B954-4C81-969A-42C2123749A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11799" y="5239512"/>
            <a:ext cx="768096" cy="493776"/>
            <a:chOff x="5711799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5711799" y="5239512"/>
              <a:ext cx="768096" cy="493776"/>
            </a:xfrm>
            <a:prstGeom prst="clou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봄비 오는 창가에서 차 한 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41127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41127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1276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1276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89D4-D802-4CB2-8621-282BC885D7AB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34B-7295-47C7-ADFB-179B24B8974A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8A134-CA08-4176-A94C-F4DDFD53B581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5EBE2-FC2E-4ADA-BC45-72869B531F3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8A569-D61C-4C9C-9E31-97B6B6266A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453A64"/>
      </a:dk2>
      <a:lt2>
        <a:srgbClr val="E4F0F9"/>
      </a:lt2>
      <a:accent1>
        <a:srgbClr val="73AED8"/>
      </a:accent1>
      <a:accent2>
        <a:srgbClr val="C57C82"/>
      </a:accent2>
      <a:accent3>
        <a:srgbClr val="2C404E"/>
      </a:accent3>
      <a:accent4>
        <a:srgbClr val="C7E2F4"/>
      </a:accent4>
      <a:accent5>
        <a:srgbClr val="BFA3E0"/>
      </a:accent5>
      <a:accent6>
        <a:srgbClr val="BCE6D3"/>
      </a:accent6>
      <a:hlink>
        <a:srgbClr val="453A64"/>
      </a:hlink>
      <a:folHlink>
        <a:srgbClr val="2C404E"/>
      </a:folHlink>
    </a:clrScheme>
    <a:fontScheme name="우리 부부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