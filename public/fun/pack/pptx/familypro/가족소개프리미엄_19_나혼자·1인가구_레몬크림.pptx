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5943A3A-DFF5-4EAC-A854-C325D4BE38B5}">
          <p14:sldIdLst>
            <p14:sldId id="256"/>
          </p14:sldIdLst>
        </p14:section>
        <p14:section name="본문" id="{DE909D0F-EB1A-45B6-B484-93DA1A118F6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AC0A5C5-1287-42FA-9F1B-D5868C4D1FDB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0CCE53C-24BD-4267-8AC9-133A9EA8F014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5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DC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CFF5F41-815F-4675-B3CF-79376EB1F5F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6D7DF0E0-701E-46C2-A218-A4CA9452ECE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혼자 찾아간 반딧불 마을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94358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162016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5" name="사진 바탕 3"/>
          <p:cNvSpPr/>
          <p:nvPr/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829675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DC396-5C72-475D-BB23-2B7899045718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7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요즘 관심사</a:t>
            </a:r>
          </a:p>
        </p:txBody>
      </p:sp>
      <p:sp>
        <p:nvSpPr>
          <p:cNvPr id="18" name="내 공간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4399178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2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나만의 규칙</a:t>
            </a:r>
          </a:p>
        </p:txBody>
      </p:sp>
      <p:sp>
        <p:nvSpPr>
          <p:cNvPr id="23" name="내 하루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옆 선"/>
          <p:cNvSpPr/>
          <p:nvPr/>
        </p:nvSpPr>
        <p:spPr>
          <a:xfrm>
            <a:off x="8066836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7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625A87-5245-4164-9E5A-F978EE8628DD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태어난 곳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학창 시절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혼자 시작한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1B6A8-9556-42C3-BB6B-E790C5FC2A24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971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4114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B4649-B1E0-4C4B-AE0E-D10FD39B62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79C99-52EE-469D-BE15-D790C56223A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484437"/>
      </a:dk1>
      <a:lt1>
        <a:srgbClr val="FFFEF9"/>
      </a:lt1>
      <a:dk2>
        <a:srgbClr val="4A3C0F"/>
      </a:dk2>
      <a:lt2>
        <a:srgbClr val="FFFBEA"/>
      </a:lt2>
      <a:accent1>
        <a:srgbClr val="E3B21E"/>
      </a:accent1>
      <a:accent2>
        <a:srgbClr val="7C9A6B"/>
      </a:accent2>
      <a:accent3>
        <a:srgbClr val="8D8772"/>
      </a:accent3>
      <a:accent4>
        <a:srgbClr val="F9ECC1"/>
      </a:accent4>
      <a:accent5>
        <a:srgbClr val="D2AE4E"/>
      </a:accent5>
      <a:accent6>
        <a:srgbClr val="B7C6A4"/>
      </a:accent6>
      <a:hlink>
        <a:srgbClr val="4A3C0F"/>
      </a:hlink>
      <a:folHlink>
        <a:srgbClr val="8D8772"/>
      </a:folHlink>
    </a:clrScheme>
    <a:fontScheme name="나 혼자 · 1인 가구 가족 소개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