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</p:sldIdLst>
  <p:sldSz cx="1219169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시작" id="{3589924A-5C77-449D-9BC3-1E3183CCA74F}">
          <p14:sldIdLst>
            <p14:sldId id="256"/>
          </p14:sldIdLst>
        </p14:section>
        <p14:section name="본문" id="{2DF16522-DBD6-4DA2-9C32-F49389A088C0}">
          <p14:sldIdLst>
            <p14:sldId id="257"/>
            <p14:sldId id="258"/>
            <p14:sldId id="259"/>
            <p14:sldId id="260"/>
            <p14:sldId id="261"/>
          </p14:sldIdLst>
        </p14:section>
        <p14:section name="마무리" id="{A2F1C548-FCE0-462C-AD0D-03CFA2B8F2E7}">
          <p14:sldIdLst>
            <p14:sldId id="262"/>
          </p14:sldIdLst>
        </p14:section>
      </p14:section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표지입니다. 제목·글은 눌러서 바로 고치세요. 사진 자리는 가운데 아이콘을 누르면 사진을 넣을 수 있고, 모양에 맞춰 자동으로 잘려요.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자리의 아이콘을 눌러 가족 사진을 넣으세요. 이름·소개 글은 눌러서 고칩니다.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때·제목·내용을 고치세요. 단계는 복사해서 늘릴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가족끼리 정한 약속을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사진 자리를 눌러 사진을 넣으세요.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가족에게 전하고 싶은 한마디를 적어 보세요.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글은 눌러서 바로 고치세요. 사진 자리는 가운데 아이콘을 누르면 사진을 넣을 수 있어요. 색·글꼴은 [디자인 &gt; 변형]에서 한 번에 바꿀 수 있어요.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ctr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chemeClr val="tx1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5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5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97F9E815-798A-4C6B-8086-9D85427D6308}" type="slidenum">
              <a:rPr lang="en-US"/>
              <a:t>‹#›</a:t>
            </a:fld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마무리">
    <p:bg>
      <p:bgPr>
        <a:pattFill prst="dotGrid">
          <a:fgClr>
            <a:schemeClr val="tx2"/>
          </a:fgClr>
          <a:bgClr>
            <a:schemeClr val="accent3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1828754" y="1188720"/>
            <a:ext cx="8534186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accent5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1828754" y="1572768"/>
            <a:ext cx="8534186" cy="14173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02000"/>
              </a:lnSpc>
              <a:spcBef>
                <a:spcPts val="0"/>
              </a:spcBef>
              <a:buNone/>
              <a:defRPr sz="4400" b="1" spc="0">
                <a:solidFill>
                  <a:srgbClr val="FFFFFF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제목을 입력하세요</a:t>
            </a:r>
          </a:p>
        </p:txBody>
      </p:sp>
      <p:sp>
        <p:nvSpPr>
          <p:cNvPr id="103" name="한 줄 문구"/>
          <p:cNvSpPr>
            <a:spLocks noGrp="1"/>
          </p:cNvSpPr>
          <p:nvPr>
            <p:ph type="subTitle" idx="1"/>
          </p:nvPr>
        </p:nvSpPr>
        <p:spPr>
          <a:xfrm>
            <a:off x="1828754" y="3063240"/>
            <a:ext cx="8534186" cy="64008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600" b="0" spc="0">
                <a:solidFill>
                  <a:srgbClr val="E6E5E0"/>
                </a:solidFill>
              </a:defRPr>
            </a:lvl1pPr>
          </a:lstStyle>
          <a:p>
            <a:r>
              <a:rPr lang="ko-KR"/>
              <a:t>한 줄 문구</a:t>
            </a:r>
          </a:p>
        </p:txBody>
      </p:sp>
      <p:sp>
        <p:nvSpPr>
          <p:cNvPr id="104" name="안내 문구"/>
          <p:cNvSpPr>
            <a:spLocks noGrp="1"/>
          </p:cNvSpPr>
          <p:nvPr>
            <p:ph type="body" sz="quarter" idx="11"/>
          </p:nvPr>
        </p:nvSpPr>
        <p:spPr>
          <a:xfrm>
            <a:off x="2438339" y="3749040"/>
            <a:ext cx="7315017" cy="548640"/>
          </a:xfrm>
          <a:noFill/>
        </p:spPr>
        <p:txBody>
          <a:bodyPr lIns="45720" rIns="45720" tIns="27432" bIns="27432" anchor="t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200" b="0" spc="0">
                <a:solidFill>
                  <a:srgbClr val="CFCDC4"/>
                </a:solidFill>
              </a:defRPr>
            </a:lvl1pPr>
          </a:lstStyle>
          <a:p>
            <a:r>
              <a:rPr lang="ko-KR"/>
              <a:t>안내 문구</a:t>
            </a:r>
          </a:p>
        </p:txBody>
      </p:sp>
      <p:grpSp>
        <p:nvGrpSpPr>
          <p:cNvPr id="2" name="마름모 띠"/>
          <p:cNvGrpSpPr/>
          <p:nvPr/>
        </p:nvGrpSpPr>
        <p:grpSpPr>
          <a:xfrm>
            <a:off x="-283464" y="6007608"/>
            <a:ext cx="13322808" cy="850392"/>
            <a:chOff x="-283464" y="6007608"/>
            <a:chExt cx="13322808" cy="850392"/>
          </a:xfrm>
        </p:grpSpPr>
        <p:sp>
          <p:nvSpPr>
            <p:cNvPr id="3" name="Diamond 2"/>
            <p:cNvSpPr/>
            <p:nvPr/>
          </p:nvSpPr>
          <p:spPr>
            <a:xfrm>
              <a:off x="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" name="Diamond 3"/>
            <p:cNvSpPr/>
            <p:nvPr/>
          </p:nvSpPr>
          <p:spPr>
            <a:xfrm>
              <a:off x="566928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5" name="Diamond 4"/>
            <p:cNvSpPr/>
            <p:nvPr/>
          </p:nvSpPr>
          <p:spPr>
            <a:xfrm>
              <a:off x="113385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6" name="Diamond 5"/>
            <p:cNvSpPr/>
            <p:nvPr/>
          </p:nvSpPr>
          <p:spPr>
            <a:xfrm>
              <a:off x="170078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Diamond 6"/>
            <p:cNvSpPr/>
            <p:nvPr/>
          </p:nvSpPr>
          <p:spPr>
            <a:xfrm>
              <a:off x="2267712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Diamond 7"/>
            <p:cNvSpPr/>
            <p:nvPr/>
          </p:nvSpPr>
          <p:spPr>
            <a:xfrm>
              <a:off x="2834640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9" name="Diamond 8"/>
            <p:cNvSpPr/>
            <p:nvPr/>
          </p:nvSpPr>
          <p:spPr>
            <a:xfrm>
              <a:off x="340156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0" name="Diamond 9"/>
            <p:cNvSpPr/>
            <p:nvPr/>
          </p:nvSpPr>
          <p:spPr>
            <a:xfrm>
              <a:off x="3968496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1" name="Diamond 10"/>
            <p:cNvSpPr/>
            <p:nvPr/>
          </p:nvSpPr>
          <p:spPr>
            <a:xfrm>
              <a:off x="4535424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2" name="Diamond 11"/>
            <p:cNvSpPr/>
            <p:nvPr/>
          </p:nvSpPr>
          <p:spPr>
            <a:xfrm>
              <a:off x="5102352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3" name="Diamond 12"/>
            <p:cNvSpPr/>
            <p:nvPr/>
          </p:nvSpPr>
          <p:spPr>
            <a:xfrm>
              <a:off x="5669280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Diamond 13"/>
            <p:cNvSpPr/>
            <p:nvPr/>
          </p:nvSpPr>
          <p:spPr>
            <a:xfrm>
              <a:off x="6236208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Diamond 14"/>
            <p:cNvSpPr/>
            <p:nvPr/>
          </p:nvSpPr>
          <p:spPr>
            <a:xfrm>
              <a:off x="6803136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6" name="Diamond 15"/>
            <p:cNvSpPr/>
            <p:nvPr/>
          </p:nvSpPr>
          <p:spPr>
            <a:xfrm>
              <a:off x="7370064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7" name="Diamond 16"/>
            <p:cNvSpPr/>
            <p:nvPr/>
          </p:nvSpPr>
          <p:spPr>
            <a:xfrm>
              <a:off x="7936992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8" name="Diamond 17"/>
            <p:cNvSpPr/>
            <p:nvPr/>
          </p:nvSpPr>
          <p:spPr>
            <a:xfrm>
              <a:off x="8503920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9" name="Diamond 18"/>
            <p:cNvSpPr/>
            <p:nvPr/>
          </p:nvSpPr>
          <p:spPr>
            <a:xfrm>
              <a:off x="9070848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0" name="Diamond 19"/>
            <p:cNvSpPr/>
            <p:nvPr/>
          </p:nvSpPr>
          <p:spPr>
            <a:xfrm>
              <a:off x="9637776" y="6007608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Diamond 20"/>
            <p:cNvSpPr/>
            <p:nvPr/>
          </p:nvSpPr>
          <p:spPr>
            <a:xfrm>
              <a:off x="10204704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Diamond 21"/>
            <p:cNvSpPr/>
            <p:nvPr/>
          </p:nvSpPr>
          <p:spPr>
            <a:xfrm>
              <a:off x="10771632" y="6007608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3" name="Diamond 22"/>
            <p:cNvSpPr/>
            <p:nvPr/>
          </p:nvSpPr>
          <p:spPr>
            <a:xfrm>
              <a:off x="11338560" y="6007608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4" name="Diamond 23"/>
            <p:cNvSpPr/>
            <p:nvPr/>
          </p:nvSpPr>
          <p:spPr>
            <a:xfrm>
              <a:off x="11905488" y="6007608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5" name="Diamond 24"/>
            <p:cNvSpPr/>
            <p:nvPr/>
          </p:nvSpPr>
          <p:spPr>
            <a:xfrm>
              <a:off x="12472416" y="6007608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6" name="Diamond 25"/>
            <p:cNvSpPr/>
            <p:nvPr/>
          </p:nvSpPr>
          <p:spPr>
            <a:xfrm>
              <a:off x="-28346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7" name="Diamond 26"/>
            <p:cNvSpPr/>
            <p:nvPr/>
          </p:nvSpPr>
          <p:spPr>
            <a:xfrm>
              <a:off x="28346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8" name="Diamond 27"/>
            <p:cNvSpPr/>
            <p:nvPr/>
          </p:nvSpPr>
          <p:spPr>
            <a:xfrm>
              <a:off x="850392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9" name="Diamond 28"/>
            <p:cNvSpPr/>
            <p:nvPr/>
          </p:nvSpPr>
          <p:spPr>
            <a:xfrm>
              <a:off x="1417319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0" name="Diamond 29"/>
            <p:cNvSpPr/>
            <p:nvPr/>
          </p:nvSpPr>
          <p:spPr>
            <a:xfrm>
              <a:off x="1984248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1" name="Diamond 30"/>
            <p:cNvSpPr/>
            <p:nvPr/>
          </p:nvSpPr>
          <p:spPr>
            <a:xfrm>
              <a:off x="255117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2" name="Diamond 31"/>
            <p:cNvSpPr/>
            <p:nvPr/>
          </p:nvSpPr>
          <p:spPr>
            <a:xfrm>
              <a:off x="3118103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3" name="Diamond 32"/>
            <p:cNvSpPr/>
            <p:nvPr/>
          </p:nvSpPr>
          <p:spPr>
            <a:xfrm>
              <a:off x="3685032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4" name="Diamond 33"/>
            <p:cNvSpPr/>
            <p:nvPr/>
          </p:nvSpPr>
          <p:spPr>
            <a:xfrm>
              <a:off x="4251960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5" name="Diamond 34"/>
            <p:cNvSpPr/>
            <p:nvPr/>
          </p:nvSpPr>
          <p:spPr>
            <a:xfrm>
              <a:off x="4818888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6" name="Diamond 35"/>
            <p:cNvSpPr/>
            <p:nvPr/>
          </p:nvSpPr>
          <p:spPr>
            <a:xfrm>
              <a:off x="5385816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7" name="Diamond 36"/>
            <p:cNvSpPr/>
            <p:nvPr/>
          </p:nvSpPr>
          <p:spPr>
            <a:xfrm>
              <a:off x="5952744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8" name="Diamond 37"/>
            <p:cNvSpPr/>
            <p:nvPr/>
          </p:nvSpPr>
          <p:spPr>
            <a:xfrm>
              <a:off x="6519672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39" name="Diamond 38"/>
            <p:cNvSpPr/>
            <p:nvPr/>
          </p:nvSpPr>
          <p:spPr>
            <a:xfrm>
              <a:off x="7086600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0" name="Diamond 39"/>
            <p:cNvSpPr/>
            <p:nvPr/>
          </p:nvSpPr>
          <p:spPr>
            <a:xfrm>
              <a:off x="7653527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1" name="Diamond 40"/>
            <p:cNvSpPr/>
            <p:nvPr/>
          </p:nvSpPr>
          <p:spPr>
            <a:xfrm>
              <a:off x="8220456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2" name="Diamond 41"/>
            <p:cNvSpPr/>
            <p:nvPr/>
          </p:nvSpPr>
          <p:spPr>
            <a:xfrm>
              <a:off x="8787384" y="6291072"/>
              <a:ext cx="566928" cy="566928"/>
            </a:xfrm>
            <a:prstGeom prst="diamond">
              <a:avLst/>
            </a:prstGeom>
            <a:solidFill>
              <a:schemeClr val="accent1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3" name="Diamond 42"/>
            <p:cNvSpPr/>
            <p:nvPr/>
          </p:nvSpPr>
          <p:spPr>
            <a:xfrm>
              <a:off x="9354311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4" name="Diamond 43"/>
            <p:cNvSpPr/>
            <p:nvPr/>
          </p:nvSpPr>
          <p:spPr>
            <a:xfrm>
              <a:off x="9921240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5" name="Diamond 44"/>
            <p:cNvSpPr/>
            <p:nvPr/>
          </p:nvSpPr>
          <p:spPr>
            <a:xfrm>
              <a:off x="10488167" y="6291072"/>
              <a:ext cx="566928" cy="566928"/>
            </a:xfrm>
            <a:prstGeom prst="diamond">
              <a:avLst/>
            </a:prstGeom>
            <a:solidFill>
              <a:schemeClr val="accent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6" name="Diamond 45"/>
            <p:cNvSpPr/>
            <p:nvPr/>
          </p:nvSpPr>
          <p:spPr>
            <a:xfrm>
              <a:off x="11055096" y="6291072"/>
              <a:ext cx="566928" cy="566928"/>
            </a:xfrm>
            <a:prstGeom prst="diamond">
              <a:avLst/>
            </a:prstGeom>
            <a:noFill/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7" name="Diamond 46"/>
            <p:cNvSpPr/>
            <p:nvPr/>
          </p:nvSpPr>
          <p:spPr>
            <a:xfrm>
              <a:off x="11622024" y="6291072"/>
              <a:ext cx="566928" cy="566928"/>
            </a:xfrm>
            <a:prstGeom prst="diamond">
              <a:avLst/>
            </a:prstGeom>
            <a:solidFill>
              <a:schemeClr val="accent6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48" name="Diamond 47"/>
            <p:cNvSpPr/>
            <p:nvPr/>
          </p:nvSpPr>
          <p:spPr>
            <a:xfrm>
              <a:off x="12188952" y="6291072"/>
              <a:ext cx="566928" cy="566928"/>
            </a:xfrm>
            <a:prstGeom prst="diamond">
              <a:avLst/>
            </a:prstGeom>
            <a:solidFill>
              <a:schemeClr val="tx2">
                <a:alpha val="70000"/>
              </a:schemeClr>
            </a:solidFill>
            <a:ln w="6350">
              <a:solidFill>
                <a:schemeClr val="accent1"/>
              </a:solidFill>
            </a:ln>
          </p:spPr>
          <p:txBody>
            <a:bodyPr rtlCol="0" anchor="ctr"/>
            <a:lstStyle/>
            <a:p>
              <a:pPr algn="ctr"/>
            </a:p>
          </p:txBody>
        </p:sp>
      </p:grpSp>
      <p:cxnSp>
        <p:nvCxnSpPr>
          <p:cNvPr id="49" name="Connector 48"/>
          <p:cNvCxnSpPr/>
          <p:nvPr/>
        </p:nvCxnSpPr>
        <p:spPr>
          <a:xfrm>
            <a:off x="731520" y="566928"/>
            <a:ext cx="10728655" cy="0"/>
          </a:xfrm>
          <a:prstGeom prst="line">
            <a:avLst/>
          </a:prstGeom>
          <a:ln w="9525" cap="rnd">
            <a:solidFill>
              <a:schemeClr val="accent1"/>
            </a:solidFill>
          </a:ln>
        </p:spPr>
      </p:cxnSp>
      <p:sp>
        <p:nvSpPr>
          <p:cNvPr id="50" name="Diamond 49"/>
          <p:cNvSpPr/>
          <p:nvPr/>
        </p:nvSpPr>
        <p:spPr>
          <a:xfrm>
            <a:off x="6004407" y="475488"/>
            <a:ext cx="182880" cy="182880"/>
          </a:xfrm>
          <a:prstGeom prst="diamond">
            <a:avLst/>
          </a:prstGeom>
          <a:solidFill>
            <a:schemeClr val="tx2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본문 + 사진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제목"/>
          <p:cNvSpPr>
            <a:spLocks noGrp="1"/>
          </p:cNvSpPr>
          <p:nvPr>
            <p:ph type="title"/>
          </p:nvPr>
        </p:nvSpPr>
        <p:spPr>
          <a:xfrm>
            <a:off x="731520" y="658368"/>
            <a:ext cx="9631375" cy="77724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28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제목</a:t>
            </a:r>
          </a:p>
        </p:txBody>
      </p:sp>
      <p:sp>
        <p:nvSpPr>
          <p:cNvPr id="103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88EED92E-1AD1-4377-948D-4609C02F9A52}" type="slidenum">
              <a:rPr lang="en-US"/>
              <a:t>‹#›</a:t>
            </a:fld>
          </a:p>
        </p:txBody>
      </p:sp>
      <p:sp>
        <p:nvSpPr>
          <p:cNvPr id="104" name="사진 1"/>
          <p:cNvSpPr>
            <a:spLocks noGrp="1"/>
          </p:cNvSpPr>
          <p:nvPr>
            <p:ph type="pic" sz="quarter" idx="13"/>
          </p:nvPr>
        </p:nvSpPr>
        <p:spPr>
          <a:xfrm>
            <a:off x="7315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5" name="사진 2"/>
          <p:cNvSpPr>
            <a:spLocks noGrp="1"/>
          </p:cNvSpPr>
          <p:nvPr>
            <p:ph type="pic" sz="quarter" idx="14"/>
          </p:nvPr>
        </p:nvSpPr>
        <p:spPr>
          <a:xfrm>
            <a:off x="21031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6" name="사진 3"/>
          <p:cNvSpPr>
            <a:spLocks noGrp="1"/>
          </p:cNvSpPr>
          <p:nvPr>
            <p:ph type="pic" sz="quarter" idx="15"/>
          </p:nvPr>
        </p:nvSpPr>
        <p:spPr>
          <a:xfrm>
            <a:off x="34747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7" name="사진 4"/>
          <p:cNvSpPr>
            <a:spLocks noGrp="1"/>
          </p:cNvSpPr>
          <p:nvPr>
            <p:ph type="pic" sz="quarter" idx="16"/>
          </p:nvPr>
        </p:nvSpPr>
        <p:spPr>
          <a:xfrm>
            <a:off x="4846320" y="34290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8" name="사진 5"/>
          <p:cNvSpPr>
            <a:spLocks noGrp="1"/>
          </p:cNvSpPr>
          <p:nvPr>
            <p:ph type="pic" sz="quarter" idx="17"/>
          </p:nvPr>
        </p:nvSpPr>
        <p:spPr>
          <a:xfrm>
            <a:off x="7315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09" name="사진 6"/>
          <p:cNvSpPr>
            <a:spLocks noGrp="1"/>
          </p:cNvSpPr>
          <p:nvPr>
            <p:ph type="pic" sz="quarter" idx="18"/>
          </p:nvPr>
        </p:nvSpPr>
        <p:spPr>
          <a:xfrm>
            <a:off x="21031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0" name="사진 7"/>
          <p:cNvSpPr>
            <a:spLocks noGrp="1"/>
          </p:cNvSpPr>
          <p:nvPr>
            <p:ph type="pic" sz="quarter" idx="19"/>
          </p:nvPr>
        </p:nvSpPr>
        <p:spPr>
          <a:xfrm>
            <a:off x="34747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111" name="사진 8"/>
          <p:cNvSpPr>
            <a:spLocks noGrp="1"/>
          </p:cNvSpPr>
          <p:nvPr>
            <p:ph type="pic" sz="quarter" idx="20"/>
          </p:nvPr>
        </p:nvSpPr>
        <p:spPr>
          <a:xfrm>
            <a:off x="4846320" y="4800600"/>
            <a:ext cx="1188720" cy="1188720"/>
          </a:xfrm>
          <a:prstGeom prst="roundRect">
            <a:avLst>
              <a:gd name="adj" fmla="val 6000"/>
            </a:avLst>
          </a:prstGeom>
          <a:solidFill>
            <a:schemeClr val="accent4"/>
          </a:solidFill>
        </p:spPr>
        <p:txBody>
          <a:bodyPr lIns="45720" rIns="45720" tIns="27432" bIns="27432" anchor="ctr">
            <a:normAutofit/>
          </a:bodyPr>
          <a:lstStyle>
            <a:lvl1pPr marL="0" indent="0" algn="l">
              <a:lnSpc>
                <a:spcPct val="110000"/>
              </a:lnSpc>
              <a:spcBef>
                <a:spcPts val="0"/>
              </a:spcBef>
              <a:buNone/>
              <a:defRPr sz="1000" b="0" spc="0">
                <a:solidFill>
                  <a:schemeClr val="tx1">
                    <a:lumMod val="55000"/>
                    <a:lumOff val="45000"/>
                  </a:schemeClr>
                </a:solidFill>
              </a:defRPr>
            </a:lvl1pPr>
          </a:lstStyle>
          <a:p>
            <a:r>
              <a:rPr lang="ko-KR"/>
              <a:t>사진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10362895" y="1536192"/>
            <a:ext cx="1097280" cy="0"/>
          </a:xfrm>
          <a:prstGeom prst="line">
            <a:avLst/>
          </a:prstGeom>
          <a:ln w="31750" cap="rnd">
            <a:solidFill>
              <a:schemeClr val="accent1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731520" y="1536192"/>
            <a:ext cx="9631375" cy="0"/>
          </a:xfrm>
          <a:prstGeom prst="line">
            <a:avLst/>
          </a:prstGeom>
          <a:ln w="6350" cap="rnd">
            <a:solidFill>
              <a:schemeClr val="accent5"/>
            </a:solidFill>
          </a:ln>
        </p:spPr>
      </p:cxnSp>
      <p:sp>
        <p:nvSpPr>
          <p:cNvPr id="5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한 문장">
    <p:bg>
      <p:bgPr>
        <a:gradFill rotWithShape="1">
          <a:gsLst>
            <a:gs pos="0">
              <a:schemeClr val="accent4"/>
            </a:gs>
            <a:gs pos="100000">
              <a:schemeClr val="accent1">
                <a:lumMod val="20000"/>
                <a:lumOff val="80000"/>
              </a:schemeClr>
            </a:gs>
          </a:gsLst>
          <a:lin ang="36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영문 라벨"/>
          <p:cNvSpPr>
            <a:spLocks noGrp="1"/>
          </p:cNvSpPr>
          <p:nvPr>
            <p:ph type="body" sz="quarter" idx="10"/>
          </p:nvPr>
        </p:nvSpPr>
        <p:spPr>
          <a:xfrm>
            <a:off x="731520" y="347472"/>
            <a:ext cx="9265615" cy="310896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r">
              <a:lnSpc>
                <a:spcPct val="110000"/>
              </a:lnSpc>
              <a:spcBef>
                <a:spcPts val="0"/>
              </a:spcBef>
              <a:buNone/>
              <a:defRPr sz="1100" b="0" spc="300" cap="all">
                <a:solidFill>
                  <a:schemeClr val="tx2"/>
                </a:solidFill>
              </a:defRPr>
            </a:lvl1pPr>
          </a:lstStyle>
          <a:p>
            <a:r>
              <a:rPr lang="ko-KR"/>
              <a:t>LABEL</a:t>
            </a:r>
          </a:p>
        </p:txBody>
      </p:sp>
      <p:sp>
        <p:nvSpPr>
          <p:cNvPr id="102" name="쪽 번호"/>
          <p:cNvSpPr>
            <a:spLocks noGrp="1"/>
          </p:cNvSpPr>
          <p:nvPr>
            <p:ph type="sldNum" sz="quarter" idx="12"/>
          </p:nvPr>
        </p:nvSpPr>
        <p:spPr>
          <a:xfrm>
            <a:off x="731520" y="384048"/>
            <a:ext cx="822960" cy="384048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10000"/>
              </a:lnSpc>
              <a:spcBef>
                <a:spcPts val="0"/>
              </a:spcBef>
              <a:buNone/>
              <a:defRPr sz="1100" b="1" spc="100">
                <a:solidFill>
                  <a:schemeClr val="tx2"/>
                </a:solidFill>
              </a:defRPr>
            </a:lvl1pPr>
          </a:lstStyle>
          <a:p>
            <a:fld id="{36D67365-DFB5-4C81-96F0-5002DA976217}" type="slidenum">
              <a:rPr lang="en-US"/>
              <a:t>‹#›</a:t>
            </a:fld>
          </a:p>
        </p:txBody>
      </p:sp>
      <p:sp>
        <p:nvSpPr>
          <p:cNvPr id="103" name="한 문장"/>
          <p:cNvSpPr>
            <a:spLocks noGrp="1"/>
          </p:cNvSpPr>
          <p:nvPr>
            <p:ph type="title"/>
          </p:nvPr>
        </p:nvSpPr>
        <p:spPr>
          <a:xfrm>
            <a:off x="1463003" y="2331720"/>
            <a:ext cx="9265688" cy="2331720"/>
          </a:xfrm>
          <a:noFill/>
        </p:spPr>
        <p:txBody>
          <a:bodyPr lIns="45720" rIns="45720" tIns="27432" bIns="27432" anchor="ctr">
            <a:normAutofit/>
          </a:bodyPr>
          <a:lstStyle>
            <a:lvl1pPr marL="0" indent="0" algn="ctr">
              <a:lnSpc>
                <a:spcPct val="130000"/>
              </a:lnSpc>
              <a:spcBef>
                <a:spcPts val="0"/>
              </a:spcBef>
              <a:buNone/>
              <a:defRPr sz="3400" b="1" spc="0">
                <a:solidFill>
                  <a:schemeClr val="tx2"/>
                </a:solidFill>
                <a:latin typeface="+mj-lt"/>
                <a:ea typeface="+mj-ea"/>
              </a:defRPr>
            </a:lvl1pPr>
          </a:lstStyle>
          <a:p>
            <a:r>
              <a:rPr lang="ko-KR"/>
              <a:t>한 문장으로 말하면</a:t>
            </a:r>
          </a:p>
        </p:txBody>
      </p:sp>
      <p:sp>
        <p:nvSpPr>
          <p:cNvPr id="2" name="색 탭"/>
          <p:cNvSpPr/>
          <p:nvPr/>
        </p:nvSpPr>
        <p:spPr>
          <a:xfrm>
            <a:off x="11953951" y="658368"/>
            <a:ext cx="237744" cy="77724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쪽 번호 알약"/>
          <p:cNvSpPr/>
          <p:nvPr/>
        </p:nvSpPr>
        <p:spPr>
          <a:xfrm>
            <a:off x="731520" y="384048"/>
            <a:ext cx="822960" cy="384048"/>
          </a:xfrm>
          <a:prstGeom prst="roundRect">
            <a:avLst>
              <a:gd name="adj" fmla="val 50000"/>
            </a:avLst>
          </a:prstGeom>
          <a:noFill/>
          <a:ln w="9525">
            <a:solidFill>
              <a:schemeClr val="accent5"/>
            </a:solidFill>
          </a:ln>
        </p:spPr>
        <p:txBody>
          <a:bodyPr rtlCol="0" anchor="ctr"/>
          <a:lstStyle/>
          <a:p>
            <a:pPr algn="ctr"/>
          </a:p>
        </p:txBody>
      </p:sp>
      <p:grpSp>
        <p:nvGrpSpPr>
          <p:cNvPr id="4" name="따옴표 장식"/>
          <p:cNvGrpSpPr/>
          <p:nvPr/>
        </p:nvGrpSpPr>
        <p:grpSpPr>
          <a:xfrm>
            <a:off x="5592927" y="1520189"/>
            <a:ext cx="1005840" cy="251460"/>
            <a:chOff x="5592927" y="1520189"/>
            <a:chExt cx="1005840" cy="251460"/>
          </a:xfrm>
        </p:grpSpPr>
        <p:sp>
          <p:nvSpPr>
            <p:cNvPr id="5" name="Diamond 4"/>
            <p:cNvSpPr/>
            <p:nvPr/>
          </p:nvSpPr>
          <p:spPr>
            <a:xfrm>
              <a:off x="5970117" y="1520189"/>
              <a:ext cx="251460" cy="251460"/>
            </a:xfrm>
            <a:prstGeom prst="diamond">
              <a:avLst/>
            </a:prstGeom>
            <a:solidFill>
              <a:schemeClr val="accent5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cxnSp>
          <p:nvCxnSpPr>
            <p:cNvPr id="6" name="Connector 5"/>
            <p:cNvCxnSpPr/>
            <p:nvPr/>
          </p:nvCxnSpPr>
          <p:spPr>
            <a:xfrm>
              <a:off x="559292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  <p:cxnSp>
          <p:nvCxnSpPr>
            <p:cNvPr id="7" name="Connector 6"/>
            <p:cNvCxnSpPr/>
            <p:nvPr/>
          </p:nvCxnSpPr>
          <p:spPr>
            <a:xfrm>
              <a:off x="6301587" y="1645919"/>
              <a:ext cx="297180" cy="0"/>
            </a:xfrm>
            <a:prstGeom prst="line">
              <a:avLst/>
            </a:prstGeom>
            <a:ln w="9525" cap="rnd">
              <a:solidFill>
                <a:schemeClr val="accent5"/>
              </a:solidFill>
            </a:ln>
          </p:spPr>
        </p:cxnSp>
      </p:grpSp>
      <p:cxnSp>
        <p:nvCxnSpPr>
          <p:cNvPr id="8" name="Connector 7"/>
          <p:cNvCxnSpPr/>
          <p:nvPr/>
        </p:nvCxnSpPr>
        <p:spPr>
          <a:xfrm>
            <a:off x="5547207" y="5349240"/>
            <a:ext cx="1097280" cy="0"/>
          </a:xfrm>
          <a:prstGeom prst="line">
            <a:avLst/>
          </a:prstGeom>
          <a:ln w="9525" cap="rnd">
            <a:solidFill>
              <a:schemeClr val="accent5"/>
            </a:solidFill>
          </a:ln>
        </p:spPr>
      </p:cxnSp>
      <p:sp>
        <p:nvSpPr>
          <p:cNvPr id="9" name="Diamond 8"/>
          <p:cNvSpPr/>
          <p:nvPr/>
        </p:nvSpPr>
        <p:spPr>
          <a:xfrm>
            <a:off x="6036411" y="5289804"/>
            <a:ext cx="118872" cy="118872"/>
          </a:xfrm>
          <a:prstGeom prst="diamond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6"/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ko-KR"/>
              <a:t>우리 가족을 소개합니다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혼자 찾아간 반딧불 마을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나 혼자 · 1인 가구 · 0000. 00. 00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MEMBERS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구성원</a:t>
            </a:r>
          </a:p>
        </p:txBody>
      </p:sp>
      <p:sp>
        <p:nvSpPr>
          <p:cNvPr id="15" name="사진 바탕 1"/>
          <p:cNvSpPr/>
          <p:nvPr/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1494358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0" name="사진 바탕 2"/>
          <p:cNvSpPr/>
          <p:nvPr/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5162016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25" name="사진 바탕 3"/>
          <p:cNvSpPr/>
          <p:nvPr/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829675" y="2057400"/>
            <a:ext cx="1867662" cy="2171700"/>
          </a:xfrm>
          <a:prstGeom prst="round2SameRect">
            <a:avLst>
              <a:gd name="adj1" fmla="val 50000"/>
              <a:gd name="adj2" fmla="val 0"/>
            </a:avLst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F504FD4-B0C6-4BDB-A6B4-939C0BD2B9D6}" type="slidenum">
              <a:rPr lang="en-US"/>
              <a:t>‹#›</a:t>
            </a:fld>
            <a:endParaRPr lang="en-US"/>
          </a:p>
        </p:txBody>
      </p:sp>
      <p:sp>
        <p:nvSpPr>
          <p:cNvPr id="13" name="나 카드"/>
          <p:cNvSpPr/>
          <p:nvPr/>
        </p:nvSpPr>
        <p:spPr>
          <a:xfrm>
            <a:off x="731520" y="1828800"/>
            <a:ext cx="339333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4" name="옆 선"/>
          <p:cNvSpPr/>
          <p:nvPr/>
        </p:nvSpPr>
        <p:spPr>
          <a:xfrm>
            <a:off x="731520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6" name="나 이름"/>
          <p:cNvSpPr txBox="1"/>
          <p:nvPr/>
        </p:nvSpPr>
        <p:spPr>
          <a:xfrm>
            <a:off x="731520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나</a:t>
            </a:r>
          </a:p>
        </p:txBody>
      </p:sp>
      <p:sp>
        <p:nvSpPr>
          <p:cNvPr id="17" name="나 소개"/>
          <p:cNvSpPr txBox="1"/>
          <p:nvPr/>
        </p:nvSpPr>
        <p:spPr>
          <a:xfrm>
            <a:off x="822960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이름 · 나이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하는 일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요즘 관심사</a:t>
            </a:r>
          </a:p>
        </p:txBody>
      </p:sp>
      <p:sp>
        <p:nvSpPr>
          <p:cNvPr id="18" name="내 공간 카드"/>
          <p:cNvSpPr/>
          <p:nvPr/>
        </p:nvSpPr>
        <p:spPr>
          <a:xfrm>
            <a:off x="4399178" y="1828800"/>
            <a:ext cx="339333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옆 선"/>
          <p:cNvSpPr/>
          <p:nvPr/>
        </p:nvSpPr>
        <p:spPr>
          <a:xfrm>
            <a:off x="4399178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내 공간 이름"/>
          <p:cNvSpPr txBox="1"/>
          <p:nvPr/>
        </p:nvSpPr>
        <p:spPr>
          <a:xfrm>
            <a:off x="4399178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공간</a:t>
            </a:r>
          </a:p>
        </p:txBody>
      </p:sp>
      <p:sp>
        <p:nvSpPr>
          <p:cNvPr id="22" name="내 공간 소개"/>
          <p:cNvSpPr txBox="1"/>
          <p:nvPr/>
        </p:nvSpPr>
        <p:spPr>
          <a:xfrm>
            <a:off x="4490618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자리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아끼는 물건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나만의 규칙</a:t>
            </a:r>
          </a:p>
        </p:txBody>
      </p:sp>
      <p:sp>
        <p:nvSpPr>
          <p:cNvPr id="23" name="내 하루 카드"/>
          <p:cNvSpPr/>
          <p:nvPr/>
        </p:nvSpPr>
        <p:spPr>
          <a:xfrm>
            <a:off x="8066836" y="1828800"/>
            <a:ext cx="3393338" cy="427482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옆 선"/>
          <p:cNvSpPr/>
          <p:nvPr/>
        </p:nvSpPr>
        <p:spPr>
          <a:xfrm>
            <a:off x="8066836" y="1828800"/>
            <a:ext cx="54864" cy="427482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6" name="내 하루 이름"/>
          <p:cNvSpPr txBox="1"/>
          <p:nvPr/>
        </p:nvSpPr>
        <p:spPr>
          <a:xfrm>
            <a:off x="8066836" y="4320540"/>
            <a:ext cx="3393338" cy="411480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600" b="1" i="0" lang="ko-KR">
                <a:solidFill>
                  <a:schemeClr val="tx2"/>
                </a:solidFill>
                <a:latin typeface="+mj-lt"/>
                <a:ea typeface="+mj-ea"/>
              </a:rPr>
              <a:t>내 하루</a:t>
            </a:r>
          </a:p>
        </p:txBody>
      </p:sp>
      <p:sp>
        <p:nvSpPr>
          <p:cNvPr id="27" name="내 하루 소개"/>
          <p:cNvSpPr txBox="1"/>
          <p:nvPr/>
        </p:nvSpPr>
        <p:spPr>
          <a:xfrm>
            <a:off x="8158276" y="4777740"/>
            <a:ext cx="3210458" cy="1234439"/>
          </a:xfrm>
          <a:prstGeom prst="rect">
            <a:avLst/>
          </a:prstGeom>
          <a:noFill/>
        </p:spPr>
        <p:txBody>
          <a:bodyPr wrap="square" lIns="45720" rIns="45720" tIns="27432" bIns="27432" anchor="t">
            <a:noAutofit/>
          </a:bodyPr>
          <a:lstStyle/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아침 습관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좋아하는 음식</a:t>
            </a:r>
          </a:p>
          <a:p>
            <a:pPr algn="ctr">
              <a:lnSpc>
                <a:spcPct val="125000"/>
              </a:lnSpc>
            </a:pPr>
            <a:r>
              <a:rPr sz="12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잠들기 전 루틴</a:t>
            </a:r>
          </a:p>
        </p:txBody>
      </p:sp>
    </p:spTree>
  </p:cSld>
  <p:clrMapOvr>
    <a:masterClrMapping/>
  </p:clrMapOvr>
  <p:transition spd="med">
    <p:cover dir="l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OUR STORY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이야기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D181A4-9781-4D89-9EBB-431FB8D83413}" type="slidenum">
              <a:rPr lang="en-US"/>
              <a:t>‹#›</a:t>
            </a:fld>
            <a:endParaRPr lang="en-US"/>
          </a:p>
        </p:txBody>
      </p:sp>
      <p:grpSp>
        <p:nvGrpSpPr>
          <p:cNvPr id="5" name="때 1"/>
          <p:cNvGrpSpPr/>
          <p:nvPr/>
        </p:nvGrpSpPr>
        <p:grpSpPr>
          <a:xfrm>
            <a:off x="777240" y="3246120"/>
            <a:ext cx="2590723" cy="2788920"/>
            <a:chOff x="777240" y="3246120"/>
            <a:chExt cx="2590723" cy="2788920"/>
          </a:xfrm>
        </p:grpSpPr>
        <p:sp>
          <p:nvSpPr>
            <p:cNvPr id="6" name="단계 화살표"/>
            <p:cNvSpPr/>
            <p:nvPr/>
          </p:nvSpPr>
          <p:spPr>
            <a:xfrm>
              <a:off x="777240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태어난 곳</a:t>
              </a:r>
            </a:p>
          </p:txBody>
        </p:sp>
        <p:sp>
          <p:nvSpPr>
            <p:cNvPr id="7" name="제목"/>
            <p:cNvSpPr txBox="1"/>
            <p:nvPr/>
          </p:nvSpPr>
          <p:spPr>
            <a:xfrm>
              <a:off x="822960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뿌리</a:t>
              </a:r>
            </a:p>
          </p:txBody>
        </p:sp>
        <p:sp>
          <p:nvSpPr>
            <p:cNvPr id="8" name="내용"/>
            <p:cNvSpPr txBox="1"/>
            <p:nvPr/>
          </p:nvSpPr>
          <p:spPr>
            <a:xfrm>
              <a:off x="822960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고향의 기억을 적어요</a:t>
              </a:r>
            </a:p>
          </p:txBody>
        </p:sp>
      </p:grpSp>
      <p:grpSp>
        <p:nvGrpSpPr>
          <p:cNvPr id="9" name="때 2"/>
          <p:cNvGrpSpPr/>
          <p:nvPr/>
        </p:nvGrpSpPr>
        <p:grpSpPr>
          <a:xfrm>
            <a:off x="3459403" y="3246120"/>
            <a:ext cx="2590723" cy="2788920"/>
            <a:chOff x="3459403" y="3246120"/>
            <a:chExt cx="2590723" cy="2788920"/>
          </a:xfrm>
        </p:grpSpPr>
        <p:sp>
          <p:nvSpPr>
            <p:cNvPr id="10" name="단계 화살표"/>
            <p:cNvSpPr/>
            <p:nvPr/>
          </p:nvSpPr>
          <p:spPr>
            <a:xfrm>
              <a:off x="3459403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학창 시절</a:t>
              </a:r>
            </a:p>
          </p:txBody>
        </p:sp>
        <p:sp>
          <p:nvSpPr>
            <p:cNvPr id="11" name="제목"/>
            <p:cNvSpPr txBox="1"/>
            <p:nvPr/>
          </p:nvSpPr>
          <p:spPr>
            <a:xfrm>
              <a:off x="3505123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자라던 시간</a:t>
              </a:r>
            </a:p>
          </p:txBody>
        </p:sp>
        <p:sp>
          <p:nvSpPr>
            <p:cNvPr id="12" name="내용"/>
            <p:cNvSpPr txBox="1"/>
            <p:nvPr/>
          </p:nvSpPr>
          <p:spPr>
            <a:xfrm>
              <a:off x="3505123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가장 좋았던 기억</a:t>
              </a:r>
            </a:p>
          </p:txBody>
        </p:sp>
      </p:grpSp>
      <p:grpSp>
        <p:nvGrpSpPr>
          <p:cNvPr id="13" name="때 3"/>
          <p:cNvGrpSpPr/>
          <p:nvPr/>
        </p:nvGrpSpPr>
        <p:grpSpPr>
          <a:xfrm>
            <a:off x="6141567" y="3246120"/>
            <a:ext cx="2590723" cy="2788920"/>
            <a:chOff x="6141567" y="3246120"/>
            <a:chExt cx="2590723" cy="2788920"/>
          </a:xfrm>
        </p:grpSpPr>
        <p:sp>
          <p:nvSpPr>
            <p:cNvPr id="14" name="단계 화살표"/>
            <p:cNvSpPr/>
            <p:nvPr/>
          </p:nvSpPr>
          <p:spPr>
            <a:xfrm>
              <a:off x="6141567" y="3246120"/>
              <a:ext cx="2590723" cy="493776"/>
            </a:xfrm>
            <a:prstGeom prst="homePlate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혼자 시작한 날</a:t>
              </a:r>
            </a:p>
          </p:txBody>
        </p:sp>
        <p:sp>
          <p:nvSpPr>
            <p:cNvPr id="15" name="제목"/>
            <p:cNvSpPr txBox="1"/>
            <p:nvPr/>
          </p:nvSpPr>
          <p:spPr>
            <a:xfrm>
              <a:off x="6187287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나의 첫 집</a:t>
              </a:r>
            </a:p>
          </p:txBody>
        </p:sp>
        <p:sp>
          <p:nvSpPr>
            <p:cNvPr id="16" name="내용"/>
            <p:cNvSpPr txBox="1"/>
            <p:nvPr/>
          </p:nvSpPr>
          <p:spPr>
            <a:xfrm>
              <a:off x="6187287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독립하던 날</a:t>
              </a:r>
            </a:p>
          </p:txBody>
        </p:sp>
      </p:grpSp>
      <p:grpSp>
        <p:nvGrpSpPr>
          <p:cNvPr id="17" name="때 4"/>
          <p:cNvGrpSpPr/>
          <p:nvPr/>
        </p:nvGrpSpPr>
        <p:grpSpPr>
          <a:xfrm>
            <a:off x="8823731" y="3246120"/>
            <a:ext cx="2590723" cy="2788920"/>
            <a:chOff x="8823731" y="3246120"/>
            <a:chExt cx="2590723" cy="2788920"/>
          </a:xfrm>
        </p:grpSpPr>
        <p:sp>
          <p:nvSpPr>
            <p:cNvPr id="18" name="단계 화살표"/>
            <p:cNvSpPr/>
            <p:nvPr/>
          </p:nvSpPr>
          <p:spPr>
            <a:xfrm>
              <a:off x="8823731" y="3246120"/>
              <a:ext cx="2590723" cy="493776"/>
            </a:xfrm>
            <a:prstGeom prst="homePlate">
              <a:avLst/>
            </a:prstGeom>
            <a:solidFill>
              <a:schemeClr val="accent2"/>
            </a:solidFill>
            <a:ln>
              <a:noFill/>
            </a:ln>
          </p:spPr>
          <p:txBody>
            <a:bodyPr rtlCol="0" anchor="ctr" wrap="square" lIns="45720" rIns="45720" tIns="27432" bIns="27432">
              <a:noAutofit/>
            </a:bodyPr>
            <a:lstStyle/>
            <a:p>
              <a:pPr algn="ctr">
                <a:lnSpc>
                  <a:spcPct val="110000"/>
                </a:lnSpc>
              </a:pPr>
              <a:r>
                <a:rPr sz="1500" b="1" i="0" lang="ko-KR">
                  <a:solidFill>
                    <a:srgbClr val="1A1613"/>
                  </a:solidFill>
                </a:rPr>
                <a:t>지금</a:t>
              </a:r>
            </a:p>
          </p:txBody>
        </p:sp>
        <p:sp>
          <p:nvSpPr>
            <p:cNvPr id="19" name="제목"/>
            <p:cNvSpPr txBox="1"/>
            <p:nvPr/>
          </p:nvSpPr>
          <p:spPr>
            <a:xfrm>
              <a:off x="8869451" y="3886200"/>
              <a:ext cx="2499283" cy="45720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</a:rPr>
                <a:t>오늘의 나</a:t>
              </a:r>
            </a:p>
          </p:txBody>
        </p:sp>
        <p:sp>
          <p:nvSpPr>
            <p:cNvPr id="20" name="내용"/>
            <p:cNvSpPr txBox="1"/>
            <p:nvPr/>
          </p:nvSpPr>
          <p:spPr>
            <a:xfrm>
              <a:off x="8869451" y="4389120"/>
              <a:ext cx="2499283" cy="1645920"/>
            </a:xfrm>
            <a:prstGeom prst="rect">
              <a:avLst/>
            </a:prstGeom>
            <a:noFill/>
          </p:spPr>
          <p:txBody>
            <a:bodyPr wrap="square" lIns="45720" rIns="45720" tIns="27432" bIns="27432" anchor="t">
              <a:noAutofit/>
            </a:bodyPr>
            <a:lstStyle/>
            <a:p>
              <a:pPr algn="ctr">
                <a:lnSpc>
                  <a:spcPct val="130000"/>
                </a:lnSpc>
              </a:pPr>
              <a:r>
                <a:rPr sz="1500" b="0" i="0" lang="ko-KR">
                  <a:solidFill>
                    <a:schemeClr val="tx1"/>
                  </a:solidFill>
                </a:rPr>
                <a:t>요즘 내 이야기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9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>
                            <p:stCondLst>
                              <p:cond delay="1350"/>
                            </p:stCondLst>
                            <p:childTnLst>
                              <p:par>
                                <p:cTn id="16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" dur="4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PROMISE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가족의 약속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5938AE-69C2-4CAE-9022-F97B4B8C14E4}" type="slidenum">
              <a:rPr lang="en-US"/>
              <a:t>‹#›</a:t>
            </a:fld>
            <a:endParaRPr lang="en-US"/>
          </a:p>
        </p:txBody>
      </p:sp>
      <p:grpSp>
        <p:nvGrpSpPr>
          <p:cNvPr id="5" name="줄 1"/>
          <p:cNvGrpSpPr/>
          <p:nvPr/>
        </p:nvGrpSpPr>
        <p:grpSpPr>
          <a:xfrm>
            <a:off x="731520" y="1828800"/>
            <a:ext cx="10728655" cy="1005840"/>
            <a:chOff x="731520" y="1828800"/>
            <a:chExt cx="10728655" cy="1005840"/>
          </a:xfrm>
        </p:grpSpPr>
        <p:sp>
          <p:nvSpPr>
            <p:cNvPr id="6" name="줄 바탕"/>
            <p:cNvSpPr/>
            <p:nvPr/>
          </p:nvSpPr>
          <p:spPr>
            <a:xfrm>
              <a:off x="731520" y="1828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7" name="옆 선"/>
            <p:cNvSpPr/>
            <p:nvPr/>
          </p:nvSpPr>
          <p:spPr>
            <a:xfrm>
              <a:off x="731520" y="1828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8" name="번호 1"/>
            <p:cNvSpPr txBox="1"/>
            <p:nvPr/>
          </p:nvSpPr>
          <p:spPr>
            <a:xfrm>
              <a:off x="960120" y="2057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01</a:t>
              </a:r>
            </a:p>
          </p:txBody>
        </p:sp>
        <p:sp>
          <p:nvSpPr>
            <p:cNvPr id="9" name="줄 제목"/>
            <p:cNvSpPr txBox="1"/>
            <p:nvPr/>
          </p:nvSpPr>
          <p:spPr>
            <a:xfrm>
              <a:off x="1737360" y="1874519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1</a:t>
              </a:r>
            </a:p>
          </p:txBody>
        </p:sp>
        <p:cxnSp>
          <p:nvCxnSpPr>
            <p:cNvPr id="10" name="구분선"/>
            <p:cNvCxnSpPr/>
            <p:nvPr/>
          </p:nvCxnSpPr>
          <p:spPr>
            <a:xfrm>
              <a:off x="4572000" y="1993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1" name="줄 내용"/>
            <p:cNvSpPr txBox="1"/>
            <p:nvPr/>
          </p:nvSpPr>
          <p:spPr>
            <a:xfrm>
              <a:off x="4754880" y="1874519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나를 위한 밥상 차리기</a:t>
              </a:r>
            </a:p>
          </p:txBody>
        </p:sp>
      </p:grpSp>
      <p:grpSp>
        <p:nvGrpSpPr>
          <p:cNvPr id="12" name="줄 2"/>
          <p:cNvGrpSpPr/>
          <p:nvPr/>
        </p:nvGrpSpPr>
        <p:grpSpPr>
          <a:xfrm>
            <a:off x="731520" y="2971800"/>
            <a:ext cx="10728655" cy="1005840"/>
            <a:chOff x="731520" y="2971800"/>
            <a:chExt cx="10728655" cy="1005840"/>
          </a:xfrm>
        </p:grpSpPr>
        <p:sp>
          <p:nvSpPr>
            <p:cNvPr id="13" name="줄 바탕"/>
            <p:cNvSpPr/>
            <p:nvPr/>
          </p:nvSpPr>
          <p:spPr>
            <a:xfrm>
              <a:off x="731520" y="2971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4" name="옆 선"/>
            <p:cNvSpPr/>
            <p:nvPr/>
          </p:nvSpPr>
          <p:spPr>
            <a:xfrm>
              <a:off x="731520" y="2971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15" name="번호 2"/>
            <p:cNvSpPr txBox="1"/>
            <p:nvPr/>
          </p:nvSpPr>
          <p:spPr>
            <a:xfrm>
              <a:off x="960120" y="3200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02</a:t>
              </a:r>
            </a:p>
          </p:txBody>
        </p:sp>
        <p:sp>
          <p:nvSpPr>
            <p:cNvPr id="16" name="줄 제목"/>
            <p:cNvSpPr txBox="1"/>
            <p:nvPr/>
          </p:nvSpPr>
          <p:spPr>
            <a:xfrm>
              <a:off x="1737360" y="3017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2</a:t>
              </a:r>
            </a:p>
          </p:txBody>
        </p:sp>
        <p:cxnSp>
          <p:nvCxnSpPr>
            <p:cNvPr id="17" name="구분선"/>
            <p:cNvCxnSpPr/>
            <p:nvPr/>
          </p:nvCxnSpPr>
          <p:spPr>
            <a:xfrm>
              <a:off x="4572000" y="3136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18" name="줄 내용"/>
            <p:cNvSpPr txBox="1"/>
            <p:nvPr/>
          </p:nvSpPr>
          <p:spPr>
            <a:xfrm>
              <a:off x="4754880" y="3017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하루 십 분 나에게 쓰는 시간</a:t>
              </a:r>
            </a:p>
          </p:txBody>
        </p:sp>
      </p:grpSp>
      <p:grpSp>
        <p:nvGrpSpPr>
          <p:cNvPr id="19" name="줄 3"/>
          <p:cNvGrpSpPr/>
          <p:nvPr/>
        </p:nvGrpSpPr>
        <p:grpSpPr>
          <a:xfrm>
            <a:off x="731520" y="4114800"/>
            <a:ext cx="10728655" cy="1005840"/>
            <a:chOff x="731520" y="4114800"/>
            <a:chExt cx="10728655" cy="1005840"/>
          </a:xfrm>
        </p:grpSpPr>
        <p:sp>
          <p:nvSpPr>
            <p:cNvPr id="20" name="줄 바탕"/>
            <p:cNvSpPr/>
            <p:nvPr/>
          </p:nvSpPr>
          <p:spPr>
            <a:xfrm>
              <a:off x="731520" y="4114800"/>
              <a:ext cx="10728655" cy="1005840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1" name="옆 선"/>
            <p:cNvSpPr/>
            <p:nvPr/>
          </p:nvSpPr>
          <p:spPr>
            <a:xfrm>
              <a:off x="731520" y="4114800"/>
              <a:ext cx="54864" cy="1005840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</p:spPr>
          <p:txBody>
            <a:bodyPr rtlCol="0" anchor="ctr"/>
            <a:lstStyle/>
            <a:p>
              <a:pPr algn="ctr"/>
            </a:p>
          </p:txBody>
        </p:sp>
        <p:sp>
          <p:nvSpPr>
            <p:cNvPr id="22" name="번호 3"/>
            <p:cNvSpPr txBox="1"/>
            <p:nvPr/>
          </p:nvSpPr>
          <p:spPr>
            <a:xfrm>
              <a:off x="960120" y="4343400"/>
              <a:ext cx="1097280" cy="54864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2400" b="0" i="0" lang="ko-KR">
                  <a:solidFill>
                    <a:schemeClr val="tx2"/>
                  </a:solidFill>
                  <a:latin typeface="+mj-lt"/>
                  <a:ea typeface="+mj-ea"/>
                </a:rPr>
                <a:t>03</a:t>
              </a:r>
            </a:p>
          </p:txBody>
        </p:sp>
        <p:sp>
          <p:nvSpPr>
            <p:cNvPr id="23" name="줄 제목"/>
            <p:cNvSpPr txBox="1"/>
            <p:nvPr/>
          </p:nvSpPr>
          <p:spPr>
            <a:xfrm>
              <a:off x="1737360" y="4160520"/>
              <a:ext cx="2926080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800" b="1" i="0" lang="ko-KR">
                  <a:solidFill>
                    <a:schemeClr val="tx2"/>
                  </a:solidFill>
                  <a:latin typeface="+mj-lt"/>
                  <a:ea typeface="+mj-ea"/>
                </a:rPr>
                <a:t>약속 3</a:t>
              </a:r>
            </a:p>
          </p:txBody>
        </p:sp>
        <p:cxnSp>
          <p:nvCxnSpPr>
            <p:cNvPr id="24" name="구분선"/>
            <p:cNvCxnSpPr/>
            <p:nvPr/>
          </p:nvCxnSpPr>
          <p:spPr>
            <a:xfrm>
              <a:off x="4572000" y="4279392"/>
              <a:ext cx="0" cy="676656"/>
            </a:xfrm>
            <a:prstGeom prst="line">
              <a:avLst/>
            </a:prstGeom>
            <a:ln w="6350" cap="rnd">
              <a:solidFill>
                <a:schemeClr val="accent5"/>
              </a:solidFill>
            </a:ln>
          </p:spPr>
        </p:cxnSp>
        <p:sp>
          <p:nvSpPr>
            <p:cNvPr id="25" name="줄 내용"/>
            <p:cNvSpPr txBox="1"/>
            <p:nvPr/>
          </p:nvSpPr>
          <p:spPr>
            <a:xfrm>
              <a:off x="4754880" y="4160520"/>
              <a:ext cx="6430975" cy="914400"/>
            </a:xfrm>
            <a:prstGeom prst="rect">
              <a:avLst/>
            </a:prstGeom>
            <a:noFill/>
          </p:spPr>
          <p:txBody>
            <a:bodyPr wrap="square" lIns="45720" rIns="45720" tIns="27432" bIns="27432" anchor="ctr">
              <a:noAutofit/>
            </a:bodyPr>
            <a:lstStyle/>
            <a:p>
              <a:pPr algn="l">
                <a:lnSpc>
                  <a:spcPct val="120000"/>
                </a:lnSpc>
              </a:pPr>
              <a:r>
                <a:rPr sz="1700" b="0" i="0" lang="ko-KR">
                  <a:solidFill>
                    <a:schemeClr val="tx1"/>
                  </a:solidFill>
                </a:rPr>
                <a:t>안부를 전할 사람 한 명 챙기기</a:t>
              </a:r>
            </a:p>
          </p:txBody>
        </p:sp>
      </p:grp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15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3" fill="hold">
                            <p:stCondLst>
                              <p:cond delay="0"/>
                            </p:stCondLst>
                            <p:childTnLst>
                              <p:par>
                                <p:cTn id="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" dur="4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>
                            <p:stCondLst>
                              <p:cond delay="450"/>
                            </p:stCondLst>
                            <p:childTnLst>
                              <p:par>
                                <p:cTn id="8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4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900"/>
                            </p:stCondLst>
                            <p:childTnLst>
                              <p:par>
                                <p:cTn id="12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4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 사진</a:t>
            </a:r>
          </a:p>
        </p:txBody>
      </p:sp>
      <p:sp>
        <p:nvSpPr>
          <p:cNvPr id="13" name="사진 바탕 1"/>
          <p:cNvSpPr/>
          <p:nvPr/>
        </p:nvSpPr>
        <p:spPr>
          <a:xfrm>
            <a:off x="731520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1</a:t>
            </a:r>
          </a:p>
        </p:txBody>
      </p:sp>
      <p:sp>
        <p:nvSpPr>
          <p:cNvPr id="4" name="Picture Placeholder 3" descr="사진 자리 — 아이콘을 누르면 사진을 넣을 수 있어요"/>
          <p:cNvSpPr>
            <a:spLocks noGrp="1"/>
          </p:cNvSpPr>
          <p:nvPr>
            <p:ph type="pic" idx="13" sz="quarter"/>
          </p:nvPr>
        </p:nvSpPr>
        <p:spPr>
          <a:xfrm>
            <a:off x="731520" y="1828800"/>
            <a:ext cx="3442106" cy="2071116"/>
          </a:xfrm>
          <a:prstGeom prst="rect">
            <a:avLst/>
          </a:prstGeom>
        </p:spPr>
      </p:sp>
      <p:sp>
        <p:nvSpPr>
          <p:cNvPr id="14" name="사진 바탕 2"/>
          <p:cNvSpPr/>
          <p:nvPr/>
        </p:nvSpPr>
        <p:spPr>
          <a:xfrm>
            <a:off x="4374794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2</a:t>
            </a:r>
          </a:p>
        </p:txBody>
      </p:sp>
      <p:sp>
        <p:nvSpPr>
          <p:cNvPr id="5" name="Picture Placeholder 4" descr="사진 자리 — 아이콘을 누르면 사진을 넣을 수 있어요"/>
          <p:cNvSpPr>
            <a:spLocks noGrp="1"/>
          </p:cNvSpPr>
          <p:nvPr>
            <p:ph type="pic" idx="14" sz="quarter"/>
          </p:nvPr>
        </p:nvSpPr>
        <p:spPr>
          <a:xfrm>
            <a:off x="4374794" y="1828800"/>
            <a:ext cx="3442106" cy="2071116"/>
          </a:xfrm>
          <a:prstGeom prst="rect">
            <a:avLst/>
          </a:prstGeom>
        </p:spPr>
      </p:sp>
      <p:sp>
        <p:nvSpPr>
          <p:cNvPr id="15" name="사진 바탕 3"/>
          <p:cNvSpPr/>
          <p:nvPr/>
        </p:nvSpPr>
        <p:spPr>
          <a:xfrm>
            <a:off x="8018068" y="1828800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3</a:t>
            </a:r>
          </a:p>
        </p:txBody>
      </p:sp>
      <p:sp>
        <p:nvSpPr>
          <p:cNvPr id="6" name="Picture Placeholder 5" descr="사진 자리 — 아이콘을 누르면 사진을 넣을 수 있어요"/>
          <p:cNvSpPr>
            <a:spLocks noGrp="1"/>
          </p:cNvSpPr>
          <p:nvPr>
            <p:ph type="pic" idx="15" sz="quarter"/>
          </p:nvPr>
        </p:nvSpPr>
        <p:spPr>
          <a:xfrm>
            <a:off x="8018068" y="1828800"/>
            <a:ext cx="3442106" cy="2071116"/>
          </a:xfrm>
          <a:prstGeom prst="rect">
            <a:avLst/>
          </a:prstGeom>
        </p:spPr>
      </p:sp>
      <p:sp>
        <p:nvSpPr>
          <p:cNvPr id="16" name="사진 바탕 4"/>
          <p:cNvSpPr/>
          <p:nvPr/>
        </p:nvSpPr>
        <p:spPr>
          <a:xfrm>
            <a:off x="731520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4</a:t>
            </a:r>
          </a:p>
        </p:txBody>
      </p:sp>
      <p:sp>
        <p:nvSpPr>
          <p:cNvPr id="7" name="Picture Placeholder 6" descr="사진 자리 — 아이콘을 누르면 사진을 넣을 수 있어요"/>
          <p:cNvSpPr>
            <a:spLocks noGrp="1"/>
          </p:cNvSpPr>
          <p:nvPr>
            <p:ph type="pic" idx="16" sz="quarter"/>
          </p:nvPr>
        </p:nvSpPr>
        <p:spPr>
          <a:xfrm>
            <a:off x="731520" y="4101084"/>
            <a:ext cx="3442106" cy="2071116"/>
          </a:xfrm>
          <a:prstGeom prst="rect">
            <a:avLst/>
          </a:prstGeom>
        </p:spPr>
      </p:sp>
      <p:sp>
        <p:nvSpPr>
          <p:cNvPr id="17" name="사진 바탕 5"/>
          <p:cNvSpPr/>
          <p:nvPr/>
        </p:nvSpPr>
        <p:spPr>
          <a:xfrm>
            <a:off x="4374794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5</a:t>
            </a:r>
          </a:p>
        </p:txBody>
      </p:sp>
      <p:sp>
        <p:nvSpPr>
          <p:cNvPr id="8" name="Picture Placeholder 7" descr="사진 자리 — 아이콘을 누르면 사진을 넣을 수 있어요"/>
          <p:cNvSpPr>
            <a:spLocks noGrp="1"/>
          </p:cNvSpPr>
          <p:nvPr>
            <p:ph type="pic" idx="17" sz="quarter"/>
          </p:nvPr>
        </p:nvSpPr>
        <p:spPr>
          <a:xfrm>
            <a:off x="4374794" y="4101084"/>
            <a:ext cx="3442106" cy="2071116"/>
          </a:xfrm>
          <a:prstGeom prst="rect">
            <a:avLst/>
          </a:prstGeom>
        </p:spPr>
      </p:sp>
      <p:sp>
        <p:nvSpPr>
          <p:cNvPr id="18" name="사진 바탕 6"/>
          <p:cNvSpPr/>
          <p:nvPr/>
        </p:nvSpPr>
        <p:spPr>
          <a:xfrm>
            <a:off x="8018068" y="4101084"/>
            <a:ext cx="3442106" cy="2071116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rtlCol="0" anchor="ctr" wrap="square" lIns="45720" rIns="45720" tIns="27432" bIns="27432">
            <a:noAutofit/>
          </a:bodyPr>
          <a:lstStyle/>
          <a:p>
            <a:pPr algn="ctr">
              <a:lnSpc>
                <a:spcPct val="110000"/>
              </a:lnSpc>
            </a:pPr>
            <a:r>
              <a:rPr sz="1100" b="0" i="0" lang="ko-KR">
                <a:solidFill>
                  <a:schemeClr val="tx1">
                    <a:lumMod val="55000"/>
                    <a:lumOff val="45000"/>
                  </a:schemeClr>
                </a:solidFill>
              </a:rPr>
              <a:t>사진 6</a:t>
            </a:r>
          </a:p>
        </p:txBody>
      </p:sp>
      <p:sp>
        <p:nvSpPr>
          <p:cNvPr id="9" name="Picture Placeholder 8" descr="사진 자리 — 아이콘을 누르면 사진을 넣을 수 있어요"/>
          <p:cNvSpPr>
            <a:spLocks noGrp="1"/>
          </p:cNvSpPr>
          <p:nvPr>
            <p:ph type="pic" idx="18" sz="quarter"/>
          </p:nvPr>
        </p:nvSpPr>
        <p:spPr>
          <a:xfrm>
            <a:off x="8018068" y="4101084"/>
            <a:ext cx="3442106" cy="2071116"/>
          </a:xfrm>
          <a:prstGeom prst="rect">
            <a:avLst/>
          </a:prstGeom>
        </p:spPr>
      </p:sp>
      <p:sp>
        <p:nvSpPr>
          <p:cNvPr id="12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7DE2D-20EE-43C6-8317-99CFAF383B5F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MESSAGE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가족에게 한마디</a:t>
            </a:r>
          </a:p>
        </p:txBody>
      </p:sp>
      <p:sp>
        <p:nvSpPr>
          <p:cNvPr id="4" name="쪽 번호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73D2A22-75D1-4341-833A-778D985A45F9}" type="slidenum">
              <a:rPr lang="en-US"/>
              <a:t>‹#›</a:t>
            </a:fld>
            <a:endParaRPr lang="en-US"/>
          </a:p>
        </p:txBody>
      </p:sp>
    </p:spTree>
  </p:cSld>
  <p:clrMapOvr>
    <a:masterClrMapping/>
  </p:clrMapOvr>
  <p:transition spd="med">
    <p:cover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 Placeholder 1"/>
          <p:cNvSpPr>
            <a:spLocks noGrp="1"/>
          </p:cNvSpPr>
          <p:nvPr>
            <p:ph type="body" idx="10" sz="quarter"/>
          </p:nvPr>
        </p:nvSpPr>
        <p:spPr/>
        <p:txBody>
          <a:bodyPr/>
          <a:lstStyle/>
          <a:p>
            <a:r>
              <a:rPr lang="ko-KR"/>
              <a:t>LEMON  ·  FAMILY ALBUM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/>
              <a:t>우리 가족 소개를 마칩니다</a:t>
            </a:r>
          </a:p>
        </p:txBody>
      </p:sp>
      <p:sp>
        <p:nvSpPr>
          <p:cNvPr id="4" name="Subtitle 3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ko-KR"/>
              <a:t>읽어 주셔서 고맙습니다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rPr lang="ko-KR"/>
              <a:t>고맙습니다 · 가족 이름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나 혼자 · 1인 가구 가족 소개">
  <a:themeElements>
    <a:clrScheme name="나 혼자 · 1인 가구 가족 소개">
      <a:dk1>
        <a:srgbClr val="484437"/>
      </a:dk1>
      <a:lt1>
        <a:srgbClr val="FFFEF9"/>
      </a:lt1>
      <a:dk2>
        <a:srgbClr val="4A3C0F"/>
      </a:dk2>
      <a:lt2>
        <a:srgbClr val="FFFBEA"/>
      </a:lt2>
      <a:accent1>
        <a:srgbClr val="E3B21E"/>
      </a:accent1>
      <a:accent2>
        <a:srgbClr val="7C9A6B"/>
      </a:accent2>
      <a:accent3>
        <a:srgbClr val="8D8772"/>
      </a:accent3>
      <a:accent4>
        <a:srgbClr val="F9ECC1"/>
      </a:accent4>
      <a:accent5>
        <a:srgbClr val="D2AE4E"/>
      </a:accent5>
      <a:accent6>
        <a:srgbClr val="B7C6A4"/>
      </a:accent6>
      <a:hlink>
        <a:srgbClr val="4A3C0F"/>
      </a:hlink>
      <a:folHlink>
        <a:srgbClr val="8D8772"/>
      </a:folHlink>
    </a:clrScheme>
    <a:fontScheme name="나 혼자 · 1인 가구 가족 소개">
      <a:majorFont>
        <a:latin typeface="Georgia"/>
        <a:ea typeface="바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나 혼자 · 1인 가구 가족 소개</dc:title>
  <dc:subject>나 혼자 · 1인 가구 가족 소개 슬라이드</dc:subject>
  <dc:creator>우체국보험 상담 안내</dc:creator>
  <cp:keywords>가족,소개,PPT</cp:keywords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템플릿</cp:category>
  <dc:language>ko-KR</dc:language>
</cp:coreProperties>
</file>