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92812D5-2523-4652-97B2-E0E543610143}">
          <p14:sldIdLst>
            <p14:sldId id="256"/>
          </p14:sldIdLst>
        </p14:section>
        <p14:section name="본문" id="{72360850-EB9B-4C34-9850-71A78D53EDF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4205935-D4AD-4585-A2C3-78D87350A2B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538496" y="731519"/>
            <a:ext cx="380390" cy="731521"/>
            <a:chOff x="10538496" y="731519"/>
            <a:chExt cx="380390" cy="731521"/>
          </a:xfrm>
        </p:grpSpPr>
        <p:sp>
          <p:nvSpPr>
            <p:cNvPr id="6" name="Rounded Rectangle 5"/>
            <p:cNvSpPr/>
            <p:nvPr/>
          </p:nvSpPr>
          <p:spPr>
            <a:xfrm>
              <a:off x="10538496" y="819302"/>
              <a:ext cx="380390" cy="555955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626278" y="731519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26278" y="1389888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7140362-AE8E-4A50-A223-2B99E5204AA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85524" y="754380"/>
            <a:ext cx="166420" cy="320038"/>
            <a:chOff x="11285524" y="754380"/>
            <a:chExt cx="166420" cy="320038"/>
          </a:xfrm>
        </p:grpSpPr>
        <p:sp>
          <p:nvSpPr>
            <p:cNvPr id="5" name="Rounded Rectangle 4"/>
            <p:cNvSpPr/>
            <p:nvPr/>
          </p:nvSpPr>
          <p:spPr>
            <a:xfrm>
              <a:off x="11285524" y="7927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323929" y="7543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323929" y="1042415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538496" y="731519"/>
            <a:ext cx="380390" cy="731521"/>
            <a:chOff x="10538496" y="731519"/>
            <a:chExt cx="380390" cy="731521"/>
          </a:xfrm>
        </p:grpSpPr>
        <p:sp>
          <p:nvSpPr>
            <p:cNvPr id="6" name="Rounded Rectangle 5"/>
            <p:cNvSpPr/>
            <p:nvPr/>
          </p:nvSpPr>
          <p:spPr>
            <a:xfrm>
              <a:off x="10538496" y="819302"/>
              <a:ext cx="380390" cy="555955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0626278" y="731519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26278" y="1389888"/>
              <a:ext cx="204825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E232DAF-C655-430B-AF14-89DCFB91820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85524" y="754380"/>
            <a:ext cx="166420" cy="320038"/>
            <a:chOff x="11285524" y="754380"/>
            <a:chExt cx="166420" cy="320038"/>
          </a:xfrm>
        </p:grpSpPr>
        <p:sp>
          <p:nvSpPr>
            <p:cNvPr id="5" name="Rounded Rectangle 4"/>
            <p:cNvSpPr/>
            <p:nvPr/>
          </p:nvSpPr>
          <p:spPr>
            <a:xfrm>
              <a:off x="11285524" y="792784"/>
              <a:ext cx="166420" cy="243230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323929" y="754380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1323929" y="1042415"/>
              <a:ext cx="89611" cy="32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F910E15-B404-4364-9AD4-53131298AE0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953201" y="5212080"/>
            <a:ext cx="285292" cy="548640"/>
            <a:chOff x="5953201" y="5212080"/>
            <a:chExt cx="285292" cy="548640"/>
          </a:xfrm>
        </p:grpSpPr>
        <p:sp>
          <p:nvSpPr>
            <p:cNvPr id="7" name="Rounded Rectangle 6"/>
            <p:cNvSpPr/>
            <p:nvPr/>
          </p:nvSpPr>
          <p:spPr>
            <a:xfrm>
              <a:off x="5953201" y="5277916"/>
              <a:ext cx="285292" cy="416966"/>
            </a:xfrm>
            <a:prstGeom prst="roundRect">
              <a:avLst>
                <a:gd name="adj" fmla="val 30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19038" y="5212080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019038" y="5705856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수국 화단 옆에 앉아 있던 모습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D1FA3-9A65-44AE-B7A8-49F57363D2D5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B1669-5C85-48E5-A245-BC1E5D49DB3D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3AD2-1463-4353-93A3-C7CBB891DBB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1DE02-3CE8-44DD-953A-15B497E73B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D550-5CA7-41AA-9124-781ECD3F81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3E3A64"/>
      </a:dk2>
      <a:lt2>
        <a:srgbClr val="E5DEF9"/>
      </a:lt2>
      <a:accent1>
        <a:srgbClr val="977EE2"/>
      </a:accent1>
      <a:accent2>
        <a:srgbClr val="8699CF"/>
      </a:accent2>
      <a:accent3>
        <a:srgbClr val="352C4E"/>
      </a:accent3>
      <a:accent4>
        <a:srgbClr val="D1C5F7"/>
      </a:accent4>
      <a:accent5>
        <a:srgbClr val="E0A3CF"/>
      </a:accent5>
      <a:accent6>
        <a:srgbClr val="BCD6E6"/>
      </a:accent6>
      <a:hlink>
        <a:srgbClr val="3E3A64"/>
      </a:hlink>
      <a:folHlink>
        <a:srgbClr val="352C4E"/>
      </a:folHlink>
    </a:clrScheme>
    <a:fontScheme name="반려동물과 함께 가족 소개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