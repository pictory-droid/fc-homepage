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E4A1894C-2E58-4EAB-B9DA-55754912FD2A}">
          <p14:sldIdLst>
            <p14:sldId id="256"/>
          </p14:sldIdLst>
        </p14:section>
        <p14:section name="본문" id="{3A7A7F88-B0AF-4861-A442-EC7975349C55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176C1DA-9DEF-4B27-B8F0-1917B8CFCC2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9F092B9-65CD-4F81-8431-BA3F03631E5D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tx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tx2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3450999-5A29-43AA-BAF3-8B829B685CC2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10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0D107756-9676-43B3-995A-C0D8DCC0E664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억새밭에서 바람 맞으며 혼자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나 혼자 · 1인 가구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1342339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342339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5009997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5009997" y="2057400"/>
            <a:ext cx="2171700" cy="2171700"/>
          </a:xfrm>
          <a:prstGeom prst="ellipse">
            <a:avLst/>
          </a:prstGeom>
        </p:spPr>
      </p:sp>
      <p:sp>
        <p:nvSpPr>
          <p:cNvPr id="22" name="사진 바탕 3"/>
          <p:cNvSpPr/>
          <p:nvPr/>
        </p:nvSpPr>
        <p:spPr>
          <a:xfrm>
            <a:off x="8677656" y="2057400"/>
            <a:ext cx="2171700" cy="21717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677656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90404E-5DAA-4A2B-8C83-F36676D2E811}" type="slidenum">
              <a:rPr lang="en-US"/>
              <a:t>‹#›</a:t>
            </a:fld>
            <a:endParaRPr lang="en-US"/>
          </a:p>
        </p:txBody>
      </p:sp>
      <p:sp>
        <p:nvSpPr>
          <p:cNvPr id="13" name="나 카드"/>
          <p:cNvSpPr/>
          <p:nvPr/>
        </p:nvSpPr>
        <p:spPr>
          <a:xfrm>
            <a:off x="731520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나 이름"/>
          <p:cNvSpPr txBox="1"/>
          <p:nvPr/>
        </p:nvSpPr>
        <p:spPr>
          <a:xfrm>
            <a:off x="731520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나</a:t>
            </a:r>
          </a:p>
        </p:txBody>
      </p:sp>
      <p:sp>
        <p:nvSpPr>
          <p:cNvPr id="16" name="나 소개"/>
          <p:cNvSpPr txBox="1"/>
          <p:nvPr/>
        </p:nvSpPr>
        <p:spPr>
          <a:xfrm>
            <a:off x="822960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하는 일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요즘 관심사</a:t>
            </a:r>
          </a:p>
        </p:txBody>
      </p:sp>
      <p:sp>
        <p:nvSpPr>
          <p:cNvPr id="17" name="내 공간 카드"/>
          <p:cNvSpPr/>
          <p:nvPr/>
        </p:nvSpPr>
        <p:spPr>
          <a:xfrm>
            <a:off x="4399178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내 공간 이름"/>
          <p:cNvSpPr txBox="1"/>
          <p:nvPr/>
        </p:nvSpPr>
        <p:spPr>
          <a:xfrm>
            <a:off x="4399178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공간</a:t>
            </a:r>
          </a:p>
        </p:txBody>
      </p:sp>
      <p:sp>
        <p:nvSpPr>
          <p:cNvPr id="20" name="내 공간 소개"/>
          <p:cNvSpPr txBox="1"/>
          <p:nvPr/>
        </p:nvSpPr>
        <p:spPr>
          <a:xfrm>
            <a:off x="4490618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자리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아끼는 물건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나만의 규칙</a:t>
            </a:r>
          </a:p>
        </p:txBody>
      </p:sp>
      <p:sp>
        <p:nvSpPr>
          <p:cNvPr id="21" name="내 하루 카드"/>
          <p:cNvSpPr/>
          <p:nvPr/>
        </p:nvSpPr>
        <p:spPr>
          <a:xfrm>
            <a:off x="8066836" y="1828800"/>
            <a:ext cx="3393338" cy="427482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5">
                <a:alpha val="60000"/>
              </a:schemeClr>
            </a:solidFill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내 하루 이름"/>
          <p:cNvSpPr txBox="1"/>
          <p:nvPr/>
        </p:nvSpPr>
        <p:spPr>
          <a:xfrm>
            <a:off x="8066836" y="4320540"/>
            <a:ext cx="3393338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내 하루</a:t>
            </a:r>
          </a:p>
        </p:txBody>
      </p:sp>
      <p:sp>
        <p:nvSpPr>
          <p:cNvPr id="24" name="내 하루 소개"/>
          <p:cNvSpPr txBox="1"/>
          <p:nvPr/>
        </p:nvSpPr>
        <p:spPr>
          <a:xfrm>
            <a:off x="8158276" y="4777740"/>
            <a:ext cx="3210458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아침 습관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좋아하는 음식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잠들기 전 루틴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6DE3D-230F-4F4E-A828-2EF0030A8830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태어난 곳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뿌리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고향의 기억을 적어요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학창 시절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자라던 시간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좋았던 기억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FFFFFF"/>
                  </a:solidFill>
                </a:rPr>
                <a:t>혼자 시작한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나의 첫 집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독립하던 날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나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내 이야기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5E9569-3874-4235-96A6-D840DE4B693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나를 위한 밥상 차리기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2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 십 분 나에게 쓰는 시간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18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안부를 전할 사람 한 명 챙기기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1C441-8FD3-4088-9F91-BAAB6DF6945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93247-CDCE-4627-90CC-5A10C6A669E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나 혼자 · 1인 가구 가족 소개">
  <a:themeElements>
    <a:clrScheme name="나 혼자 · 1인 가구 가족 소개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나 혼자 · 1인 가구 가족 소개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>나 혼자 · 1인 가구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