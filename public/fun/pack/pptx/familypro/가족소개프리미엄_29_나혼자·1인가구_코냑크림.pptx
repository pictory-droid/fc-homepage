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B5AD817-5276-4518-8856-3A871A915DB0}">
          <p14:sldIdLst>
            <p14:sldId id="256"/>
          </p14:sldIdLst>
        </p14:section>
        <p14:section name="본문" id="{2F730141-D663-4BFE-86E3-CB3A9FE3C3A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63A01FD-F7CF-4047-9F63-9C8EA3AC689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4DA5A88-4CDC-429C-8A4A-ED933A73C8FB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2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0C8C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17D4EF-B8C2-4D30-A717-37B1BF1A0E5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B209BD9-2E13-4AB9-9535-D0E4AA2B048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억새밭에서 바람 맞으며 혼자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D36D-F40E-4244-98C9-7C9688B126E8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6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7" name="내 공간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0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1" name="내 하루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4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6DE17-A8C2-4BA2-8236-82B970B7A1F1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7F5C9-625B-4CB3-A198-D1F51A0AC1D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62FD-D2EF-4F02-AE2F-EB3DCCFC125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9A536-0903-4ED7-98C7-CBB703E82C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COGNAC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483D37"/>
      </a:dk1>
      <a:lt1>
        <a:srgbClr val="FEFCF9"/>
      </a:lt1>
      <a:dk2>
        <a:srgbClr val="4A2511"/>
      </a:dk2>
      <a:lt2>
        <a:srgbClr val="FAF3EA"/>
      </a:lt2>
      <a:accent1>
        <a:srgbClr val="9C5328"/>
      </a:accent1>
      <a:accent2>
        <a:srgbClr val="D2A25E"/>
      </a:accent2>
      <a:accent3>
        <a:srgbClr val="8E7B71"/>
      </a:accent3>
      <a:accent4>
        <a:srgbClr val="E7D3C3"/>
      </a:accent4>
      <a:accent5>
        <a:srgbClr val="C48F4F"/>
      </a:accent5>
      <a:accent6>
        <a:srgbClr val="E4C69D"/>
      </a:accent6>
      <a:hlink>
        <a:srgbClr val="4A2511"/>
      </a:hlink>
      <a:folHlink>
        <a:srgbClr val="8E7B71"/>
      </a:folHlink>
    </a:clrScheme>
    <a:fontScheme name="나 혼자 · 1인 가구 가족 소개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