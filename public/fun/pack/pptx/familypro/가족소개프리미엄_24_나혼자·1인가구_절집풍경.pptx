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EAA6C7C-0C8F-40AB-82F2-D164AFFB436D}">
          <p14:sldIdLst>
            <p14:sldId id="256"/>
          </p14:sldIdLst>
        </p14:section>
        <p14:section name="본문" id="{6A3154D5-70B4-48EC-B1A3-0E94129BD12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FDD6AEB-9074-4397-AFDA-7A6BF96CCF4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0484857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2675" y="1275588"/>
            <a:ext cx="428854" cy="192024"/>
            <a:chOff x="5862675" y="1275588"/>
            <a:chExt cx="428854" cy="192024"/>
          </a:xfrm>
        </p:grpSpPr>
        <p:sp>
          <p:nvSpPr>
            <p:cNvPr id="11" name="Oval 10"/>
            <p:cNvSpPr/>
            <p:nvPr/>
          </p:nvSpPr>
          <p:spPr>
            <a:xfrm>
              <a:off x="5862675" y="1275588"/>
              <a:ext cx="192024" cy="192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6048298" y="1301191"/>
              <a:ext cx="140817" cy="1408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201918" y="1326794"/>
              <a:ext cx="89611" cy="8961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4" name="Connector 13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D259688-BC12-4117-8C34-55F78E99937B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5944" y="1423720"/>
            <a:ext cx="257311" cy="115214"/>
            <a:chOff x="5955944" y="1423720"/>
            <a:chExt cx="257311" cy="115214"/>
          </a:xfrm>
        </p:grpSpPr>
        <p:sp>
          <p:nvSpPr>
            <p:cNvPr id="4" name="Oval 3"/>
            <p:cNvSpPr/>
            <p:nvPr/>
          </p:nvSpPr>
          <p:spPr>
            <a:xfrm>
              <a:off x="5955944" y="1423720"/>
              <a:ext cx="115214" cy="1152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6067318" y="1439082"/>
              <a:ext cx="84490" cy="8449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159489" y="1454444"/>
              <a:ext cx="53766" cy="5376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0484857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2675" y="1275588"/>
            <a:ext cx="428854" cy="192024"/>
            <a:chOff x="5862675" y="1275588"/>
            <a:chExt cx="428854" cy="192024"/>
          </a:xfrm>
        </p:grpSpPr>
        <p:sp>
          <p:nvSpPr>
            <p:cNvPr id="11" name="Oval 10"/>
            <p:cNvSpPr/>
            <p:nvPr/>
          </p:nvSpPr>
          <p:spPr>
            <a:xfrm>
              <a:off x="5862675" y="1275588"/>
              <a:ext cx="192024" cy="192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6048298" y="1301191"/>
              <a:ext cx="140817" cy="1408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201918" y="1326794"/>
              <a:ext cx="89611" cy="8961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4" name="Connector 13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D6678F2-9C85-4E68-80BD-E12F1F7A6DA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5944" y="1423720"/>
            <a:ext cx="257311" cy="115214"/>
            <a:chOff x="5955944" y="1423720"/>
            <a:chExt cx="257311" cy="115214"/>
          </a:xfrm>
        </p:grpSpPr>
        <p:sp>
          <p:nvSpPr>
            <p:cNvPr id="4" name="Oval 3"/>
            <p:cNvSpPr/>
            <p:nvPr/>
          </p:nvSpPr>
          <p:spPr>
            <a:xfrm>
              <a:off x="5955944" y="1423720"/>
              <a:ext cx="115214" cy="1152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6067318" y="1439082"/>
              <a:ext cx="84490" cy="8449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159489" y="1454444"/>
              <a:ext cx="53766" cy="5376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67BE411-26DB-4108-A274-0D8D7FE0A46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16041" y="5371185"/>
            <a:ext cx="514624" cy="230428"/>
            <a:chOff x="5816041" y="5371185"/>
            <a:chExt cx="514624" cy="230428"/>
          </a:xfrm>
        </p:grpSpPr>
        <p:sp>
          <p:nvSpPr>
            <p:cNvPr id="6" name="Oval 5"/>
            <p:cNvSpPr/>
            <p:nvPr/>
          </p:nvSpPr>
          <p:spPr>
            <a:xfrm>
              <a:off x="5816041" y="5371185"/>
              <a:ext cx="230428" cy="230428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6038789" y="5401909"/>
              <a:ext cx="168981" cy="168981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223132" y="5432633"/>
              <a:ext cx="107533" cy="107533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처마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혼자 올라간 절집 마당에서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5" name="사진 바탕 3"/>
          <p:cNvSpPr/>
          <p:nvPr/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9FCDC-BF5F-4D73-9CA3-5AA8384EE3CF}" type="slidenum">
              <a:rPr lang="en-US"/>
              <a:t>‹#›</a:t>
            </a:fld>
            <a:endParaRPr lang="en-US"/>
          </a:p>
        </p:txBody>
      </p:sp>
      <p:sp>
        <p:nvSpPr>
          <p:cNvPr id="13" name="나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749808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나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7" name="나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요즘 관심사</a:t>
            </a:r>
          </a:p>
        </p:txBody>
      </p:sp>
      <p:sp>
        <p:nvSpPr>
          <p:cNvPr id="18" name="내 공간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4417466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내 공간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2" name="내 공간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나만의 규칙</a:t>
            </a:r>
          </a:p>
        </p:txBody>
      </p:sp>
      <p:sp>
        <p:nvSpPr>
          <p:cNvPr id="23" name="내 하루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위쪽 띠"/>
          <p:cNvSpPr/>
          <p:nvPr/>
        </p:nvSpPr>
        <p:spPr>
          <a:xfrm>
            <a:off x="8085124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내 하루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7" name="내 하루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AAA3A-E2EC-4101-960B-71D942E9A45C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태어난 곳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학창 시절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혼자 시작한 날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B813B-FAD0-4013-BB1E-401C7BA72AE2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749808" y="2971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749808" y="4114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0838-20EA-41DC-A403-E32829373EA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08AB-1B40-48FB-A378-5EF9FC720E8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처마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2B2724"/>
      </a:dk1>
      <a:lt1>
        <a:srgbClr val="FFFFFF"/>
      </a:lt1>
      <a:dk2>
        <a:srgbClr val="3A4564"/>
      </a:dk2>
      <a:lt2>
        <a:srgbClr val="DEF7F9"/>
      </a:lt2>
      <a:accent1>
        <a:srgbClr val="7EDAE2"/>
      </a:accent1>
      <a:accent2>
        <a:srgbClr val="CF86C9"/>
      </a:accent2>
      <a:accent3>
        <a:srgbClr val="2C4B4E"/>
      </a:accent3>
      <a:accent4>
        <a:srgbClr val="C5F3F7"/>
      </a:accent4>
      <a:accent5>
        <a:srgbClr val="AAA3E0"/>
      </a:accent5>
      <a:accent6>
        <a:srgbClr val="BCE6C5"/>
      </a:accent6>
      <a:hlink>
        <a:srgbClr val="3A4564"/>
      </a:hlink>
      <a:folHlink>
        <a:srgbClr val="2C4B4E"/>
      </a:folHlink>
    </a:clrScheme>
    <a:fontScheme name="나 혼자 · 1인 가구 가족 소개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