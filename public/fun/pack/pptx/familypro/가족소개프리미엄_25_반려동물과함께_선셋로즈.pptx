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8FFBDE9-7B73-4F4E-BFC3-E4461743C3A4}">
          <p14:sldIdLst>
            <p14:sldId id="256"/>
          </p14:sldIdLst>
        </p14:section>
        <p14:section name="본문" id="{FA59F0F7-EFE8-458B-B2B2-9562441488E6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2EECF241-6F82-4FE3-A591-E0AA2BD003D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D43A5F2-2BA9-4560-8937-DFA5A7664FCE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7DF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D1C2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8A2711C-5D1E-45BD-8C9F-F5797B9D67F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E183A80-87A7-4E44-94DF-98D8F60FDFB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연꽃 연못 앞에서 멈춰 선 모습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반려동물과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342339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5009997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ellipse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8677656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7426-DE2C-4E10-AAB1-B8FE4AAFC888}" type="slidenum">
              <a:rPr lang="en-US"/>
              <a:t>‹#›</a:t>
            </a:fld>
            <a:endParaRPr lang="en-US"/>
          </a:p>
        </p:txBody>
      </p:sp>
      <p:sp>
        <p:nvSpPr>
          <p:cNvPr id="13" name="보호자 1 카드"/>
          <p:cNvSpPr/>
          <p:nvPr/>
        </p:nvSpPr>
        <p:spPr>
          <a:xfrm>
            <a:off x="731520" y="1828800"/>
            <a:ext cx="3393338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보호자 1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1</a:t>
            </a:r>
          </a:p>
        </p:txBody>
      </p:sp>
      <p:sp>
        <p:nvSpPr>
          <p:cNvPr id="16" name="보호자 1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17" name="보호자 2 카드"/>
          <p:cNvSpPr/>
          <p:nvPr/>
        </p:nvSpPr>
        <p:spPr>
          <a:xfrm>
            <a:off x="4399178" y="1828800"/>
            <a:ext cx="3393338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보호자 2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보호자 2</a:t>
            </a:r>
          </a:p>
        </p:txBody>
      </p:sp>
      <p:sp>
        <p:nvSpPr>
          <p:cNvPr id="20" name="보호자 2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반려동물에게 한마디</a:t>
            </a:r>
          </a:p>
        </p:txBody>
      </p:sp>
      <p:sp>
        <p:nvSpPr>
          <p:cNvPr id="21" name="우리 반려동물 카드"/>
          <p:cNvSpPr/>
          <p:nvPr/>
        </p:nvSpPr>
        <p:spPr>
          <a:xfrm>
            <a:off x="8066836" y="1828800"/>
            <a:ext cx="3393338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우리 반려동물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우리 반려동물</a:t>
            </a:r>
          </a:p>
        </p:txBody>
      </p:sp>
      <p:sp>
        <p:nvSpPr>
          <p:cNvPr id="24" name="우리 반려동물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특징 · 성격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AF30E1-F95B-4480-BC53-3E07923AED6B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인연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입양하던 날의 이야기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산책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함께한 첫 걸음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가장 웃었던 날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잊지 못할 순간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사진으로 남겨 두세요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4CB87-FFD5-4494-829A-2EFF986C86BC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103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산책은 하루도 거르지 않기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246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건강 검진 날짜 챙기기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389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많이 안아 주고 많이 칭찬하기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CD6C3-F0AF-4F4C-800E-34FEF8D4D63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E4C3F8-278B-43DC-BDE3-B71BF26CA37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반려동물과 함께 가족 소개">
  <a:themeElements>
    <a:clrScheme name="반려동물과 함께 가족 소개">
      <a:dk1>
        <a:srgbClr val="48373D"/>
      </a:dk1>
      <a:lt1>
        <a:srgbClr val="FFFCFA"/>
      </a:lt1>
      <a:dk2>
        <a:srgbClr val="5B1E33"/>
      </a:dk2>
      <a:lt2>
        <a:srgbClr val="FFF4EE"/>
      </a:lt2>
      <a:accent1>
        <a:srgbClr val="D2506A"/>
      </a:accent1>
      <a:accent2>
        <a:srgbClr val="F0A15E"/>
      </a:accent2>
      <a:accent3>
        <a:srgbClr val="926D7A"/>
      </a:accent3>
      <a:accent4>
        <a:srgbClr val="F6D3D4"/>
      </a:accent4>
      <a:accent5>
        <a:srgbClr val="D4A265"/>
      </a:accent5>
      <a:accent6>
        <a:srgbClr val="F7C69F"/>
      </a:accent6>
      <a:hlink>
        <a:srgbClr val="5B1E33"/>
      </a:hlink>
      <a:folHlink>
        <a:srgbClr val="926D7A"/>
      </a:folHlink>
    </a:clrScheme>
    <a:fontScheme name="반려동물과 함께 가족 소개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>반려동물과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