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721D38E-0F32-40E7-98FF-746C4656F82C}">
          <p14:sldIdLst>
            <p14:sldId id="256"/>
          </p14:sldIdLst>
        </p14:section>
        <p14:section name="본문" id="{6DE69519-1C28-43FA-8757-A60AE33B8F6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D5B053E-6842-47CA-B391-5132C00F74D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1D7FDCF-DA25-49D7-BCFD-CBC920BC9042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7DF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D1C2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911FB9D-3091-4324-A6F6-0DDD752DFF5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255CE83-951E-421D-A004-738F9592AC9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SUNSET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연꽃 연못 앞에서 멈춰 선 모습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C2C9A-20EF-4F86-8D69-6D4F287C4116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0C74F-5D59-4983-99BD-E275E4818892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산책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가장 웃었던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2921-AE2C-4E8E-AB81-FD28B2BEA80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3139-6389-4577-B52C-B86EB0331B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342A0-680C-4F6D-9750-F30895B2F9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SUNSET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48373D"/>
      </a:dk1>
      <a:lt1>
        <a:srgbClr val="FFFCFA"/>
      </a:lt1>
      <a:dk2>
        <a:srgbClr val="5B1E33"/>
      </a:dk2>
      <a:lt2>
        <a:srgbClr val="FFF4EE"/>
      </a:lt2>
      <a:accent1>
        <a:srgbClr val="D2506A"/>
      </a:accent1>
      <a:accent2>
        <a:srgbClr val="F0A15E"/>
      </a:accent2>
      <a:accent3>
        <a:srgbClr val="926D7A"/>
      </a:accent3>
      <a:accent4>
        <a:srgbClr val="F6D3D4"/>
      </a:accent4>
      <a:accent5>
        <a:srgbClr val="D4A265"/>
      </a:accent5>
      <a:accent6>
        <a:srgbClr val="F7C69F"/>
      </a:accent6>
      <a:hlink>
        <a:srgbClr val="5B1E33"/>
      </a:hlink>
      <a:folHlink>
        <a:srgbClr val="926D7A"/>
      </a:folHlink>
    </a:clrScheme>
    <a:fontScheme name="반려동물과 함께 가족 소개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