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129AE92-DFC2-4EB8-A29A-430B9B10BDEE}">
          <p14:sldIdLst>
            <p14:sldId id="256"/>
          </p14:sldIdLst>
        </p14:section>
        <p14:section name="본문" id="{0A702757-41F0-4493-B488-C255022FBAF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0F97FC1B-2A7A-4527-BF6E-674CD2204C9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32044AA-F1D3-41B0-B821-A814A44FEA68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cxnSp>
          <p:nvCxnSpPr>
            <p:cNvPr id="4" name="Connector 3"/>
            <p:cNvCxnSpPr/>
            <p:nvPr/>
          </p:nvCxnSpPr>
          <p:spPr>
            <a:xfrm flipV="1">
              <a:off x="731520" y="6368796"/>
              <a:ext cx="0" cy="192024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5" name="Round Diagonal Corner Rectangle 4"/>
            <p:cNvSpPr/>
            <p:nvPr/>
          </p:nvSpPr>
          <p:spPr>
            <a:xfrm>
              <a:off x="571500" y="6288786"/>
              <a:ext cx="160020" cy="1600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Diagonal Corner Rectangle 5"/>
            <p:cNvSpPr/>
            <p:nvPr/>
          </p:nvSpPr>
          <p:spPr>
            <a:xfrm flipH="1">
              <a:off x="731520" y="6240780"/>
              <a:ext cx="160020" cy="1600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cxnSp>
          <p:nvCxnSpPr>
            <p:cNvPr id="8" name="Connector 7"/>
            <p:cNvCxnSpPr/>
            <p:nvPr/>
          </p:nvCxnSpPr>
          <p:spPr>
            <a:xfrm flipV="1">
              <a:off x="11460175" y="6368796"/>
              <a:ext cx="0" cy="192024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9" name="Round Diagonal Corner Rectangle 8"/>
            <p:cNvSpPr/>
            <p:nvPr/>
          </p:nvSpPr>
          <p:spPr>
            <a:xfrm>
              <a:off x="11300155" y="6288786"/>
              <a:ext cx="160020" cy="1600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 Diagonal Corner Rectangle 9"/>
            <p:cNvSpPr/>
            <p:nvPr/>
          </p:nvSpPr>
          <p:spPr>
            <a:xfrm flipH="1">
              <a:off x="11460175" y="6240780"/>
              <a:ext cx="160020" cy="1600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3F336FF-A0F2-43E1-AE8D-BA5D0D2E081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cxnSp>
          <p:nvCxnSpPr>
            <p:cNvPr id="4" name="Connector 3"/>
            <p:cNvCxnSpPr/>
            <p:nvPr/>
          </p:nvCxnSpPr>
          <p:spPr>
            <a:xfrm flipV="1">
              <a:off x="731520" y="6368796"/>
              <a:ext cx="0" cy="192024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5" name="Round Diagonal Corner Rectangle 4"/>
            <p:cNvSpPr/>
            <p:nvPr/>
          </p:nvSpPr>
          <p:spPr>
            <a:xfrm>
              <a:off x="571500" y="6288786"/>
              <a:ext cx="160020" cy="1600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Diagonal Corner Rectangle 5"/>
            <p:cNvSpPr/>
            <p:nvPr/>
          </p:nvSpPr>
          <p:spPr>
            <a:xfrm flipH="1">
              <a:off x="731520" y="6240780"/>
              <a:ext cx="160020" cy="1600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cxnSp>
          <p:nvCxnSpPr>
            <p:cNvPr id="8" name="Connector 7"/>
            <p:cNvCxnSpPr/>
            <p:nvPr/>
          </p:nvCxnSpPr>
          <p:spPr>
            <a:xfrm flipV="1">
              <a:off x="11460175" y="6368796"/>
              <a:ext cx="0" cy="192024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9" name="Round Diagonal Corner Rectangle 8"/>
            <p:cNvSpPr/>
            <p:nvPr/>
          </p:nvSpPr>
          <p:spPr>
            <a:xfrm>
              <a:off x="11300155" y="6288786"/>
              <a:ext cx="160020" cy="1600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 Diagonal Corner Rectangle 9"/>
            <p:cNvSpPr/>
            <p:nvPr/>
          </p:nvSpPr>
          <p:spPr>
            <a:xfrm flipH="1">
              <a:off x="11460175" y="6240780"/>
              <a:ext cx="160020" cy="1600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0FBD883-9D94-461D-9F99-9639487C941E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cxnSp>
          <p:nvCxnSpPr>
            <p:cNvPr id="6" name="Connector 5"/>
            <p:cNvCxnSpPr/>
            <p:nvPr/>
          </p:nvCxnSpPr>
          <p:spPr>
            <a:xfrm flipV="1">
              <a:off x="6095847" y="5431536"/>
              <a:ext cx="0" cy="329184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7" name="Round Diagonal Corner Rectangle 6"/>
            <p:cNvSpPr/>
            <p:nvPr/>
          </p:nvSpPr>
          <p:spPr>
            <a:xfrm>
              <a:off x="5821527" y="5294376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Diagonal Corner Rectangle 7"/>
            <p:cNvSpPr/>
            <p:nvPr/>
          </p:nvSpPr>
          <p:spPr>
            <a:xfrm flipH="1">
              <a:off x="6095847" y="5212080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해바라기보다 키가 큰 아이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960120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2019223" cy="2019223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3710863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710863" y="2057400"/>
            <a:ext cx="2019223" cy="2019223"/>
          </a:xfrm>
          <a:prstGeom prst="ellipse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6461607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461607" y="2057400"/>
            <a:ext cx="2019223" cy="2019223"/>
          </a:xfrm>
          <a:prstGeom prst="ellipse">
            <a:avLst/>
          </a:prstGeom>
        </p:spPr>
      </p:sp>
      <p:sp>
        <p:nvSpPr>
          <p:cNvPr id="26" name="사진 바탕 4"/>
          <p:cNvSpPr/>
          <p:nvPr/>
        </p:nvSpPr>
        <p:spPr>
          <a:xfrm>
            <a:off x="9212351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212351" y="2057400"/>
            <a:ext cx="2019223" cy="2019223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D9EA0-FC86-48E6-A9DD-5D31BEB848A7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6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엄마 카드"/>
          <p:cNvSpPr/>
          <p:nvPr/>
        </p:nvSpPr>
        <p:spPr>
          <a:xfrm>
            <a:off x="3482263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0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1" name="첫째 카드"/>
          <p:cNvSpPr/>
          <p:nvPr/>
        </p:nvSpPr>
        <p:spPr>
          <a:xfrm>
            <a:off x="6233007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4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  <p:sp>
        <p:nvSpPr>
          <p:cNvPr id="25" name="둘째 카드"/>
          <p:cNvSpPr/>
          <p:nvPr/>
        </p:nvSpPr>
        <p:spPr>
          <a:xfrm>
            <a:off x="8983751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28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F63C3-CF08-4A5F-B21D-4AAE95DEA32C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가족이 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아이가 태어난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가족 여행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06A59-0C4F-4774-BBF8-AE11A51457EE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8F00-CD4E-48BF-9073-DF58EB49E5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C7AAC-1290-4EDD-821C-D75B7DC7AE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2B2724"/>
      </a:dk1>
      <a:lt1>
        <a:srgbClr val="FFFFFF"/>
      </a:lt1>
      <a:dk2>
        <a:srgbClr val="3D643A"/>
      </a:dk2>
      <a:lt2>
        <a:srgbClr val="F9F3DE"/>
      </a:lt2>
      <a:accent1>
        <a:srgbClr val="E2CB7E"/>
      </a:accent1>
      <a:accent2>
        <a:srgbClr val="9A86CF"/>
      </a:accent2>
      <a:accent3>
        <a:srgbClr val="4E462C"/>
      </a:accent3>
      <a:accent4>
        <a:srgbClr val="F7EBC5"/>
      </a:accent4>
      <a:accent5>
        <a:srgbClr val="AFE0A3"/>
      </a:accent5>
      <a:accent6>
        <a:srgbClr val="E6BCC1"/>
      </a:accent6>
      <a:hlink>
        <a:srgbClr val="3D643A"/>
      </a:hlink>
      <a:folHlink>
        <a:srgbClr val="4E462C"/>
      </a:folHlink>
    </a:clrScheme>
    <a:fontScheme name="아이와 함께 가족 소개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