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3F9958A-AF8D-4FF4-B9E4-B8D75A856812}">
          <p14:sldIdLst>
            <p14:sldId id="256"/>
          </p14:sldIdLst>
        </p14:section>
        <p14:section name="본문" id="{29EE3695-B87D-4DAE-80E1-0BF8A85110B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61DF0D2-7647-49A7-A8A8-7C3877393ED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Sun 5"/>
            <p:cNvSpPr/>
            <p:nvPr/>
          </p:nvSpPr>
          <p:spPr>
            <a:xfrm>
              <a:off x="10362931" y="731519"/>
              <a:ext cx="731520" cy="73152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69A3A71-E69F-4A55-AD35-D8828ADC41D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Sun 5"/>
            <p:cNvSpPr/>
            <p:nvPr/>
          </p:nvSpPr>
          <p:spPr>
            <a:xfrm>
              <a:off x="10362931" y="731519"/>
              <a:ext cx="731520" cy="731520"/>
            </a:xfrm>
            <a:prstGeom prst="su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E46B9C0-F0D9-4331-A7DE-E62860D9EB3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4A0D805-FFF0-43FD-A34E-5777E8220B7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할머니가 졸업한 학교 벚나무 앞에서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037281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87111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3"/>
          <p:cNvSpPr/>
          <p:nvPr/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704940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1" name="사진 바탕 4"/>
          <p:cNvSpPr/>
          <p:nvPr/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538769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36" name="사진 바탕 5"/>
          <p:cNvSpPr/>
          <p:nvPr/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372598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41" name="사진 바탕 6"/>
          <p:cNvSpPr/>
          <p:nvPr/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206427" y="2057400"/>
            <a:ext cx="947985" cy="1102309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EBD2-BB62-42B5-AB79-4A11B9B97143}" type="slidenum">
              <a:rPr lang="en-US"/>
              <a:t>‹#›</a:t>
            </a:fld>
            <a:endParaRPr lang="en-US"/>
          </a:p>
        </p:txBody>
      </p:sp>
      <p:sp>
        <p:nvSpPr>
          <p:cNvPr id="14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8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9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3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4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8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3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4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8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9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3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FF4DF-5315-4482-B9FE-DB4EBF52FA61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할아버지 할머니의 이야기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부모가 된 날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온 가족 모임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EE08-179B-4902-98B0-BDB1C92E5E39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9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8F826-ED8B-4070-925C-DB598A13B38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38C04-AF0E-473E-AFB6-3210908C8D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64603A"/>
      </a:dk2>
      <a:lt2>
        <a:srgbClr val="F9E4E9"/>
      </a:lt2>
      <a:accent1>
        <a:srgbClr val="D8738C"/>
      </a:accent1>
      <a:accent2>
        <a:srgbClr val="7CB3C5"/>
      </a:accent2>
      <a:accent3>
        <a:srgbClr val="4E2C35"/>
      </a:accent3>
      <a:accent4>
        <a:srgbClr val="F4C7D3"/>
      </a:accent4>
      <a:accent5>
        <a:srgbClr val="E0D3A3"/>
      </a:accent5>
      <a:accent6>
        <a:srgbClr val="E1BCE6"/>
      </a:accent6>
      <a:hlink>
        <a:srgbClr val="64603A"/>
      </a:hlink>
      <a:folHlink>
        <a:srgbClr val="4E2C35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