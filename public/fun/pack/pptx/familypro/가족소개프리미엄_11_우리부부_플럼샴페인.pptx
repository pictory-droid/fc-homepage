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BD7A458A-6AC0-4C2F-81A9-8C9D4489F8FD}">
          <p14:sldIdLst>
            <p14:sldId id="256"/>
          </p14:sldIdLst>
        </p14:section>
        <p14:section name="본문" id="{A7F5566E-D842-4DC2-AE37-9BCA53AAD269}">
          <p14:sldIdLst>
            <p14:sldId id="257"/>
            <p14:sldId id="258"/>
            <p14:sldId id="259"/>
            <p14:sldId id="260"/>
            <p14:sldId id="261"/>
          </p14:sldIdLst>
        </p14:section>
        <p14:section name="마무리" id="{72C6B923-FCAC-4451-9592-F86B50EF5980}">
          <p14:sldIdLst>
            <p14:sldId id="262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자리의 아이콘을 눌러 가족 사진을 넣으세요. 이름·소개 글은 눌러서 고칩니다.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때·제목·내용을 고치세요. 단계는 복사해서 늘릴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가족끼리 정한 약속을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가족에게 전하고 싶은 한마디를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pattFill prst="dotGrid">
          <a:fgClr>
            <a:schemeClr val="bg1"/>
          </a:fgClr>
          <a:bgClr>
            <a:schemeClr val="accent3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463003" y="1874519"/>
            <a:ext cx="9265688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1463003" y="2258568"/>
            <a:ext cx="9265688" cy="13716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463003" y="3703320"/>
            <a:ext cx="9265688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BB6B0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463003" y="4389120"/>
            <a:ext cx="9265688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8B8484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리본 띠"/>
          <p:cNvSpPr/>
          <p:nvPr/>
        </p:nvSpPr>
        <p:spPr>
          <a:xfrm>
            <a:off x="0" y="2148839"/>
            <a:ext cx="12191695" cy="1527048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2212847"/>
            <a:ext cx="12191695" cy="0"/>
          </a:xfrm>
          <a:prstGeom prst="line">
            <a:avLst/>
          </a:prstGeom>
          <a:ln w="9525" cap="rnd">
            <a:solidFill>
              <a:srgbClr val="1A1613">
                <a:alpha val="45000"/>
              </a:srgbClr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0" y="3611879"/>
            <a:ext cx="12191695" cy="0"/>
          </a:xfrm>
          <a:prstGeom prst="line">
            <a:avLst/>
          </a:prstGeom>
          <a:ln w="9525" cap="rnd">
            <a:solidFill>
              <a:srgbClr val="1A1613">
                <a:alpha val="45000"/>
              </a:srgbClr>
            </a:solidFill>
          </a:ln>
        </p:spPr>
      </p:cxnSp>
      <p:sp>
        <p:nvSpPr>
          <p:cNvPr id="5" name="Diamond 4"/>
          <p:cNvSpPr/>
          <p:nvPr/>
        </p:nvSpPr>
        <p:spPr>
          <a:xfrm>
            <a:off x="457200" y="2820923"/>
            <a:ext cx="182880" cy="182880"/>
          </a:xfrm>
          <a:prstGeom prst="diamond">
            <a:avLst/>
          </a:prstGeom>
          <a:solidFill>
            <a:srgbClr val="1A161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11551615" y="2820923"/>
            <a:ext cx="182880" cy="182880"/>
          </a:xfrm>
          <a:prstGeom prst="diamond">
            <a:avLst/>
          </a:prstGeom>
          <a:solidFill>
            <a:srgbClr val="1A161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pattFill prst="dotGrid">
          <a:fgClr>
            <a:schemeClr val="bg1"/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30"/>
          </p:nvPr>
        </p:nvSpPr>
        <p:spPr>
          <a:xfrm>
            <a:off x="11505895" y="914400"/>
            <a:ext cx="594359" cy="466344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000" b="0" spc="90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11414455" y="6172200"/>
            <a:ext cx="777240" cy="457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1" spc="0">
                <a:solidFill>
                  <a:srgbClr val="1A1613"/>
                </a:solidFill>
              </a:defRPr>
            </a:lvl1pPr>
          </a:lstStyle>
          <a:p>
            <a:fld id="{6921E8CD-B155-4272-AB6E-E48D4B19A2C2}" type="slidenum">
              <a:rPr lang="en-US"/>
              <a:t>‹#›</a:t>
            </a:fld>
          </a:p>
        </p:txBody>
      </p:sp>
      <p:sp>
        <p:nvSpPr>
          <p:cNvPr id="103" name="영문 라벨"/>
          <p:cNvSpPr>
            <a:spLocks noGrp="1"/>
          </p:cNvSpPr>
          <p:nvPr>
            <p:ph type="body" sz="quarter" idx="10"/>
          </p:nvPr>
        </p:nvSpPr>
        <p:spPr>
          <a:xfrm>
            <a:off x="640080" y="365760"/>
            <a:ext cx="10134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4" name="제목"/>
          <p:cNvSpPr>
            <a:spLocks noGrp="1"/>
          </p:cNvSpPr>
          <p:nvPr>
            <p:ph type="title"/>
          </p:nvPr>
        </p:nvSpPr>
        <p:spPr>
          <a:xfrm>
            <a:off x="640080" y="658368"/>
            <a:ext cx="1013429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2" name="옆 띠"/>
          <p:cNvSpPr/>
          <p:nvPr/>
        </p:nvSpPr>
        <p:spPr>
          <a:xfrm>
            <a:off x="11414455" y="0"/>
            <a:ext cx="777240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640080" y="1572768"/>
            <a:ext cx="1280159" cy="0"/>
          </a:xfrm>
          <a:prstGeom prst="line">
            <a:avLst/>
          </a:prstGeom>
          <a:ln w="31750" cap="rnd">
            <a:solidFill>
              <a:schemeClr val="accent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1920239" y="1572768"/>
            <a:ext cx="8854136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463003" y="1874519"/>
            <a:ext cx="9265688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463003" y="2258568"/>
            <a:ext cx="9265688" cy="13716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463003" y="3703320"/>
            <a:ext cx="9265688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BB6B0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1463003" y="4389120"/>
            <a:ext cx="9265688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8B8484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리본 띠"/>
          <p:cNvSpPr/>
          <p:nvPr/>
        </p:nvSpPr>
        <p:spPr>
          <a:xfrm>
            <a:off x="0" y="2148839"/>
            <a:ext cx="12191695" cy="1527048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0" y="2212847"/>
            <a:ext cx="12191695" cy="0"/>
          </a:xfrm>
          <a:prstGeom prst="line">
            <a:avLst/>
          </a:prstGeom>
          <a:ln w="9525" cap="rnd">
            <a:solidFill>
              <a:srgbClr val="1A1613">
                <a:alpha val="45000"/>
              </a:srgbClr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0" y="3611879"/>
            <a:ext cx="12191695" cy="0"/>
          </a:xfrm>
          <a:prstGeom prst="line">
            <a:avLst/>
          </a:prstGeom>
          <a:ln w="9525" cap="rnd">
            <a:solidFill>
              <a:srgbClr val="1A1613">
                <a:alpha val="45000"/>
              </a:srgbClr>
            </a:solidFill>
          </a:ln>
        </p:spPr>
      </p:cxnSp>
      <p:sp>
        <p:nvSpPr>
          <p:cNvPr id="5" name="Diamond 4"/>
          <p:cNvSpPr/>
          <p:nvPr/>
        </p:nvSpPr>
        <p:spPr>
          <a:xfrm>
            <a:off x="457200" y="2820923"/>
            <a:ext cx="182880" cy="182880"/>
          </a:xfrm>
          <a:prstGeom prst="diamond">
            <a:avLst/>
          </a:prstGeom>
          <a:solidFill>
            <a:srgbClr val="1A161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Diamond 5"/>
          <p:cNvSpPr/>
          <p:nvPr/>
        </p:nvSpPr>
        <p:spPr>
          <a:xfrm>
            <a:off x="11551615" y="2820923"/>
            <a:ext cx="182880" cy="182880"/>
          </a:xfrm>
          <a:prstGeom prst="diamond">
            <a:avLst/>
          </a:prstGeom>
          <a:solidFill>
            <a:srgbClr val="1A161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pattFill prst="dotGrid">
          <a:fgClr>
            <a:schemeClr val="bg1"/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30"/>
          </p:nvPr>
        </p:nvSpPr>
        <p:spPr>
          <a:xfrm>
            <a:off x="11505895" y="914400"/>
            <a:ext cx="594359" cy="466344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000" b="0" spc="90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11414455" y="6172200"/>
            <a:ext cx="777240" cy="457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1" spc="0">
                <a:solidFill>
                  <a:srgbClr val="1A1613"/>
                </a:solidFill>
              </a:defRPr>
            </a:lvl1pPr>
          </a:lstStyle>
          <a:p>
            <a:fld id="{8D88F354-B019-42E6-AF82-C2C43ECC8DF4}" type="slidenum">
              <a:rPr lang="en-US"/>
              <a:t>‹#›</a:t>
            </a:fld>
          </a:p>
        </p:txBody>
      </p:sp>
      <p:sp>
        <p:nvSpPr>
          <p:cNvPr id="103" name="영문 라벨"/>
          <p:cNvSpPr>
            <a:spLocks noGrp="1"/>
          </p:cNvSpPr>
          <p:nvPr>
            <p:ph type="body" sz="quarter" idx="10"/>
          </p:nvPr>
        </p:nvSpPr>
        <p:spPr>
          <a:xfrm>
            <a:off x="640080" y="365760"/>
            <a:ext cx="10134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4" name="제목"/>
          <p:cNvSpPr>
            <a:spLocks noGrp="1"/>
          </p:cNvSpPr>
          <p:nvPr>
            <p:ph type="title"/>
          </p:nvPr>
        </p:nvSpPr>
        <p:spPr>
          <a:xfrm>
            <a:off x="640080" y="658368"/>
            <a:ext cx="1013429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5" name="사진 1"/>
          <p:cNvSpPr>
            <a:spLocks noGrp="1"/>
          </p:cNvSpPr>
          <p:nvPr>
            <p:ph type="pic" sz="quarter" idx="13"/>
          </p:nvPr>
        </p:nvSpPr>
        <p:spPr>
          <a:xfrm>
            <a:off x="64008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2"/>
          <p:cNvSpPr>
            <a:spLocks noGrp="1"/>
          </p:cNvSpPr>
          <p:nvPr>
            <p:ph type="pic" sz="quarter" idx="14"/>
          </p:nvPr>
        </p:nvSpPr>
        <p:spPr>
          <a:xfrm>
            <a:off x="201168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3"/>
          <p:cNvSpPr>
            <a:spLocks noGrp="1"/>
          </p:cNvSpPr>
          <p:nvPr>
            <p:ph type="pic" sz="quarter" idx="15"/>
          </p:nvPr>
        </p:nvSpPr>
        <p:spPr>
          <a:xfrm>
            <a:off x="338328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4"/>
          <p:cNvSpPr>
            <a:spLocks noGrp="1"/>
          </p:cNvSpPr>
          <p:nvPr>
            <p:ph type="pic" sz="quarter" idx="16"/>
          </p:nvPr>
        </p:nvSpPr>
        <p:spPr>
          <a:xfrm>
            <a:off x="475488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5"/>
          <p:cNvSpPr>
            <a:spLocks noGrp="1"/>
          </p:cNvSpPr>
          <p:nvPr>
            <p:ph type="pic" sz="quarter" idx="17"/>
          </p:nvPr>
        </p:nvSpPr>
        <p:spPr>
          <a:xfrm>
            <a:off x="64008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6"/>
          <p:cNvSpPr>
            <a:spLocks noGrp="1"/>
          </p:cNvSpPr>
          <p:nvPr>
            <p:ph type="pic" sz="quarter" idx="18"/>
          </p:nvPr>
        </p:nvSpPr>
        <p:spPr>
          <a:xfrm>
            <a:off x="201168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7"/>
          <p:cNvSpPr>
            <a:spLocks noGrp="1"/>
          </p:cNvSpPr>
          <p:nvPr>
            <p:ph type="pic" sz="quarter" idx="19"/>
          </p:nvPr>
        </p:nvSpPr>
        <p:spPr>
          <a:xfrm>
            <a:off x="338328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2" name="사진 8"/>
          <p:cNvSpPr>
            <a:spLocks noGrp="1"/>
          </p:cNvSpPr>
          <p:nvPr>
            <p:ph type="pic" sz="quarter" idx="20"/>
          </p:nvPr>
        </p:nvSpPr>
        <p:spPr>
          <a:xfrm>
            <a:off x="475488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옆 띠"/>
          <p:cNvSpPr/>
          <p:nvPr/>
        </p:nvSpPr>
        <p:spPr>
          <a:xfrm>
            <a:off x="11414455" y="0"/>
            <a:ext cx="777240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640080" y="1572768"/>
            <a:ext cx="1280159" cy="0"/>
          </a:xfrm>
          <a:prstGeom prst="line">
            <a:avLst/>
          </a:prstGeom>
          <a:ln w="31750" cap="rnd">
            <a:solidFill>
              <a:schemeClr val="accent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1920239" y="1572768"/>
            <a:ext cx="8854136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pattFill prst="dotGrid">
          <a:fgClr>
            <a:schemeClr val="bg1"/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30"/>
          </p:nvPr>
        </p:nvSpPr>
        <p:spPr>
          <a:xfrm>
            <a:off x="11505895" y="914400"/>
            <a:ext cx="594359" cy="466344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000" b="0" spc="900">
                <a:solidFill>
                  <a:srgbClr val="1A1613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11414455" y="6172200"/>
            <a:ext cx="777240" cy="457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1" spc="0">
                <a:solidFill>
                  <a:srgbClr val="1A1613"/>
                </a:solidFill>
              </a:defRPr>
            </a:lvl1pPr>
          </a:lstStyle>
          <a:p>
            <a:fld id="{0588F4F0-996C-404E-B4C9-A8A10129C6B3}" type="slidenum">
              <a:rPr lang="en-US"/>
              <a:t>‹#›</a:t>
            </a:fld>
          </a:p>
        </p:txBody>
      </p:sp>
      <p:sp>
        <p:nvSpPr>
          <p:cNvPr id="103" name="영문 라벨"/>
          <p:cNvSpPr>
            <a:spLocks noGrp="1"/>
          </p:cNvSpPr>
          <p:nvPr>
            <p:ph type="body" sz="quarter" idx="10"/>
          </p:nvPr>
        </p:nvSpPr>
        <p:spPr>
          <a:xfrm>
            <a:off x="640080" y="365760"/>
            <a:ext cx="10134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4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옆 띠"/>
          <p:cNvSpPr/>
          <p:nvPr/>
        </p:nvSpPr>
        <p:spPr>
          <a:xfrm>
            <a:off x="11414455" y="0"/>
            <a:ext cx="777240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3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4" name="Diamond 3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5" name="Connector 4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6" name="Connector 5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7" name="Connector 6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8" name="Diamond 7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PLUM  ·  FAMILY ALBUM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우리 가족을 소개합니다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라일락 골목을 걷다 멈춘 저녁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우리 부부 · 날짜 입력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PLUM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MEMBERS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 구성원</a:t>
            </a:r>
          </a:p>
        </p:txBody>
      </p:sp>
      <p:sp>
        <p:nvSpPr>
          <p:cNvPr id="15" name="사진 바탕 1"/>
          <p:cNvSpPr/>
          <p:nvPr/>
        </p:nvSpPr>
        <p:spPr>
          <a:xfrm>
            <a:off x="2019223" y="2057400"/>
            <a:ext cx="2171700" cy="2171700"/>
          </a:xfrm>
          <a:prstGeom prst="ellipse">
            <a:avLst/>
          </a:prstGeom>
          <a:solidFill>
            <a:schemeClr val="accent1">
              <a:lumMod val="25000"/>
              <a:lumOff val="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2019223" y="2057400"/>
            <a:ext cx="2171700" cy="2171700"/>
          </a:xfrm>
          <a:prstGeom prst="ellipse">
            <a:avLst/>
          </a:prstGeom>
        </p:spPr>
      </p:sp>
      <p:sp>
        <p:nvSpPr>
          <p:cNvPr id="19" name="사진 바탕 2"/>
          <p:cNvSpPr/>
          <p:nvPr/>
        </p:nvSpPr>
        <p:spPr>
          <a:xfrm>
            <a:off x="7223531" y="2057400"/>
            <a:ext cx="2171700" cy="2171700"/>
          </a:xfrm>
          <a:prstGeom prst="ellipse">
            <a:avLst/>
          </a:prstGeom>
          <a:solidFill>
            <a:schemeClr val="accent1">
              <a:lumMod val="25000"/>
              <a:lumOff val="0"/>
            </a:schemeClr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7223531" y="2057400"/>
            <a:ext cx="2171700" cy="2171700"/>
          </a:xfrm>
          <a:prstGeom prst="ellipse">
            <a:avLst/>
          </a:prstGeom>
        </p:spPr>
      </p:sp>
      <p:sp>
        <p:nvSpPr>
          <p:cNvPr id="13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2A75D1-7CE3-4094-A43C-60E15A5741B8}" type="slidenum">
              <a:rPr lang="en-US"/>
              <a:t>‹#›</a:t>
            </a:fld>
            <a:endParaRPr lang="en-US"/>
          </a:p>
        </p:txBody>
      </p:sp>
      <p:sp>
        <p:nvSpPr>
          <p:cNvPr id="14" name="남편 카드"/>
          <p:cNvSpPr/>
          <p:nvPr/>
        </p:nvSpPr>
        <p:spPr>
          <a:xfrm>
            <a:off x="640080" y="1828800"/>
            <a:ext cx="4929987" cy="4274820"/>
          </a:xfrm>
          <a:prstGeom prst="snip2DiagRect">
            <a:avLst>
              <a:gd name="adj1" fmla="val 11000"/>
              <a:gd name="adj2" fmla="val 0"/>
            </a:avLst>
          </a:prstGeom>
          <a:solidFill>
            <a:schemeClr val="bg1"/>
          </a:solidFill>
          <a:ln w="9525">
            <a:solidFill>
              <a:schemeClr val="accent5">
                <a:alpha val="85000"/>
              </a:schemeClr>
            </a:solidFill>
          </a:ln>
          <a:effectLst>
            <a:outerShdw blurRad="76200" dist="19050" dir="5400000" algn="t" rotWithShape="0">
              <a:srgbClr val="000000">
                <a:alpha val="2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16" name="남편 이름"/>
          <p:cNvSpPr txBox="1"/>
          <p:nvPr/>
        </p:nvSpPr>
        <p:spPr>
          <a:xfrm>
            <a:off x="640080" y="4320540"/>
            <a:ext cx="4929987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남편</a:t>
            </a:r>
          </a:p>
        </p:txBody>
      </p:sp>
      <p:sp>
        <p:nvSpPr>
          <p:cNvPr id="17" name="남편 소개"/>
          <p:cNvSpPr txBox="1"/>
          <p:nvPr/>
        </p:nvSpPr>
        <p:spPr>
          <a:xfrm>
            <a:off x="731519" y="4777740"/>
            <a:ext cx="4747107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나의 한마디</a:t>
            </a:r>
          </a:p>
        </p:txBody>
      </p:sp>
      <p:sp>
        <p:nvSpPr>
          <p:cNvPr id="18" name="아내 카드"/>
          <p:cNvSpPr/>
          <p:nvPr/>
        </p:nvSpPr>
        <p:spPr>
          <a:xfrm>
            <a:off x="5844387" y="1828800"/>
            <a:ext cx="4929987" cy="4274820"/>
          </a:xfrm>
          <a:prstGeom prst="snip2DiagRect">
            <a:avLst>
              <a:gd name="adj1" fmla="val 11000"/>
              <a:gd name="adj2" fmla="val 0"/>
            </a:avLst>
          </a:prstGeom>
          <a:solidFill>
            <a:schemeClr val="bg1"/>
          </a:solidFill>
          <a:ln w="9525">
            <a:solidFill>
              <a:schemeClr val="accent5">
                <a:alpha val="85000"/>
              </a:schemeClr>
            </a:solidFill>
          </a:ln>
          <a:effectLst>
            <a:outerShdw blurRad="76200" dist="19050" dir="5400000" algn="t" rotWithShape="0">
              <a:srgbClr val="000000">
                <a:alpha val="24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0" name="아내 이름"/>
          <p:cNvSpPr txBox="1"/>
          <p:nvPr/>
        </p:nvSpPr>
        <p:spPr>
          <a:xfrm>
            <a:off x="5844387" y="4320540"/>
            <a:ext cx="4929987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600" b="1" i="0" lang="ko-KR">
                <a:solidFill>
                  <a:schemeClr val="tx2"/>
                </a:solidFill>
                <a:latin typeface="+mj-lt"/>
                <a:ea typeface="+mj-ea"/>
              </a:rPr>
              <a:t>아내</a:t>
            </a:r>
          </a:p>
        </p:txBody>
      </p:sp>
      <p:sp>
        <p:nvSpPr>
          <p:cNvPr id="21" name="아내 소개"/>
          <p:cNvSpPr txBox="1"/>
          <p:nvPr/>
        </p:nvSpPr>
        <p:spPr>
          <a:xfrm>
            <a:off x="5935827" y="4777740"/>
            <a:ext cx="4747107" cy="1234439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이름 · 나이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직업 · 취미</a:t>
            </a:r>
          </a:p>
          <a:p>
            <a:pPr algn="ctr">
              <a:lnSpc>
                <a:spcPct val="125000"/>
              </a:lnSpc>
            </a:pPr>
            <a:r>
              <a:rPr sz="1200" b="0" i="0" lang="ko-KR">
                <a:solidFill>
                  <a:schemeClr val="tx1">
                    <a:lumMod val="62000"/>
                  </a:schemeClr>
                </a:solidFill>
              </a:rPr>
              <a:t>나의 한마디</a:t>
            </a:r>
          </a:p>
        </p:txBody>
      </p:sp>
    </p:spTree>
  </p:cSld>
  <p:clrMapOvr>
    <a:masterClrMapping/>
  </p:clrMapOvr>
  <p:transition spd="med">
    <p:cover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PLUM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OUR STORY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 이야기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48686D-2AFE-45E5-B3F4-099E38B0B07B}" type="slidenum">
              <a:rPr lang="en-US"/>
              <a:t>‹#›</a:t>
            </a:fld>
            <a:endParaRPr lang="en-US"/>
          </a:p>
        </p:txBody>
      </p:sp>
      <p:grpSp>
        <p:nvGrpSpPr>
          <p:cNvPr id="6" name="때 1"/>
          <p:cNvGrpSpPr/>
          <p:nvPr/>
        </p:nvGrpSpPr>
        <p:grpSpPr>
          <a:xfrm>
            <a:off x="685799" y="3246120"/>
            <a:ext cx="2442133" cy="2788920"/>
            <a:chOff x="685799" y="3246120"/>
            <a:chExt cx="2442133" cy="2788920"/>
          </a:xfrm>
        </p:grpSpPr>
        <p:sp>
          <p:nvSpPr>
            <p:cNvPr id="7" name="단계 화살표"/>
            <p:cNvSpPr/>
            <p:nvPr/>
          </p:nvSpPr>
          <p:spPr>
            <a:xfrm>
              <a:off x="685799" y="3246120"/>
              <a:ext cx="2442133" cy="493776"/>
            </a:xfrm>
            <a:prstGeom prst="homePlat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처음 만난 날</a:t>
              </a:r>
            </a:p>
          </p:txBody>
        </p:sp>
        <p:sp>
          <p:nvSpPr>
            <p:cNvPr id="8" name="제목"/>
            <p:cNvSpPr txBox="1"/>
            <p:nvPr/>
          </p:nvSpPr>
          <p:spPr>
            <a:xfrm>
              <a:off x="731519" y="3886200"/>
              <a:ext cx="235069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첫 만남</a:t>
              </a:r>
            </a:p>
          </p:txBody>
        </p:sp>
        <p:sp>
          <p:nvSpPr>
            <p:cNvPr id="9" name="내용"/>
            <p:cNvSpPr txBox="1"/>
            <p:nvPr/>
          </p:nvSpPr>
          <p:spPr>
            <a:xfrm>
              <a:off x="731519" y="4389120"/>
              <a:ext cx="235069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어디에서 어떻게 만났나요?</a:t>
              </a:r>
            </a:p>
          </p:txBody>
        </p:sp>
      </p:grpSp>
      <p:grpSp>
        <p:nvGrpSpPr>
          <p:cNvPr id="10" name="때 2"/>
          <p:cNvGrpSpPr/>
          <p:nvPr/>
        </p:nvGrpSpPr>
        <p:grpSpPr>
          <a:xfrm>
            <a:off x="3219373" y="3246120"/>
            <a:ext cx="2442133" cy="2788920"/>
            <a:chOff x="3219373" y="3246120"/>
            <a:chExt cx="2442133" cy="2788920"/>
          </a:xfrm>
        </p:grpSpPr>
        <p:sp>
          <p:nvSpPr>
            <p:cNvPr id="11" name="단계 화살표"/>
            <p:cNvSpPr/>
            <p:nvPr/>
          </p:nvSpPr>
          <p:spPr>
            <a:xfrm>
              <a:off x="3219373" y="3246120"/>
              <a:ext cx="2442133" cy="493776"/>
            </a:xfrm>
            <a:prstGeom prst="homePlate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결혼</a:t>
              </a:r>
            </a:p>
          </p:txBody>
        </p:sp>
        <p:sp>
          <p:nvSpPr>
            <p:cNvPr id="12" name="제목"/>
            <p:cNvSpPr txBox="1"/>
            <p:nvPr/>
          </p:nvSpPr>
          <p:spPr>
            <a:xfrm>
              <a:off x="3265093" y="3886200"/>
              <a:ext cx="235069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함께 시작한 날</a:t>
              </a:r>
            </a:p>
          </p:txBody>
        </p:sp>
        <p:sp>
          <p:nvSpPr>
            <p:cNvPr id="13" name="내용"/>
            <p:cNvSpPr txBox="1"/>
            <p:nvPr/>
          </p:nvSpPr>
          <p:spPr>
            <a:xfrm>
              <a:off x="3265093" y="4389120"/>
              <a:ext cx="235069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그날의 기억을 적어요</a:t>
              </a:r>
            </a:p>
          </p:txBody>
        </p:sp>
      </p:grpSp>
      <p:grpSp>
        <p:nvGrpSpPr>
          <p:cNvPr id="14" name="때 3"/>
          <p:cNvGrpSpPr/>
          <p:nvPr/>
        </p:nvGrpSpPr>
        <p:grpSpPr>
          <a:xfrm>
            <a:off x="5752947" y="3246120"/>
            <a:ext cx="2442133" cy="2788920"/>
            <a:chOff x="5752947" y="3246120"/>
            <a:chExt cx="2442133" cy="2788920"/>
          </a:xfrm>
        </p:grpSpPr>
        <p:sp>
          <p:nvSpPr>
            <p:cNvPr id="15" name="단계 화살표"/>
            <p:cNvSpPr/>
            <p:nvPr/>
          </p:nvSpPr>
          <p:spPr>
            <a:xfrm>
              <a:off x="5752947" y="3246120"/>
              <a:ext cx="2442133" cy="493776"/>
            </a:xfrm>
            <a:prstGeom prst="homePlate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첫 집</a:t>
              </a:r>
            </a:p>
          </p:txBody>
        </p:sp>
        <p:sp>
          <p:nvSpPr>
            <p:cNvPr id="16" name="제목"/>
            <p:cNvSpPr txBox="1"/>
            <p:nvPr/>
          </p:nvSpPr>
          <p:spPr>
            <a:xfrm>
              <a:off x="5798667" y="3886200"/>
              <a:ext cx="235069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우리의 보금자리</a:t>
              </a:r>
            </a:p>
          </p:txBody>
        </p:sp>
        <p:sp>
          <p:nvSpPr>
            <p:cNvPr id="17" name="내용"/>
            <p:cNvSpPr txBox="1"/>
            <p:nvPr/>
          </p:nvSpPr>
          <p:spPr>
            <a:xfrm>
              <a:off x="5798667" y="4389120"/>
              <a:ext cx="235069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처음 이사한 날</a:t>
              </a:r>
            </a:p>
          </p:txBody>
        </p:sp>
      </p:grpSp>
      <p:grpSp>
        <p:nvGrpSpPr>
          <p:cNvPr id="18" name="때 4"/>
          <p:cNvGrpSpPr/>
          <p:nvPr/>
        </p:nvGrpSpPr>
        <p:grpSpPr>
          <a:xfrm>
            <a:off x="8286521" y="3246120"/>
            <a:ext cx="2442133" cy="2788920"/>
            <a:chOff x="8286521" y="3246120"/>
            <a:chExt cx="2442133" cy="2788920"/>
          </a:xfrm>
        </p:grpSpPr>
        <p:sp>
          <p:nvSpPr>
            <p:cNvPr id="19" name="단계 화살표"/>
            <p:cNvSpPr/>
            <p:nvPr/>
          </p:nvSpPr>
          <p:spPr>
            <a:xfrm>
              <a:off x="8286521" y="3246120"/>
              <a:ext cx="2442133" cy="493776"/>
            </a:xfrm>
            <a:prstGeom prst="homePlate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rgbClr val="1A1613"/>
                  </a:solidFill>
                </a:rPr>
                <a:t>지금</a:t>
              </a:r>
            </a:p>
          </p:txBody>
        </p:sp>
        <p:sp>
          <p:nvSpPr>
            <p:cNvPr id="20" name="제목"/>
            <p:cNvSpPr txBox="1"/>
            <p:nvPr/>
          </p:nvSpPr>
          <p:spPr>
            <a:xfrm>
              <a:off x="8332241" y="3886200"/>
              <a:ext cx="2350693" cy="4572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</a:rPr>
                <a:t>오늘의 우리</a:t>
              </a:r>
            </a:p>
          </p:txBody>
        </p:sp>
        <p:sp>
          <p:nvSpPr>
            <p:cNvPr id="21" name="내용"/>
            <p:cNvSpPr txBox="1"/>
            <p:nvPr/>
          </p:nvSpPr>
          <p:spPr>
            <a:xfrm>
              <a:off x="8332241" y="4389120"/>
              <a:ext cx="2350693" cy="164592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ctr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요즘 우리 이야기</a:t>
              </a:r>
            </a:p>
          </p:txBody>
        </p:sp>
      </p:grp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PLUM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PROMISE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가족의 약속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382F6E-E881-4A30-91D3-752D5565E0FB}" type="slidenum">
              <a:rPr lang="en-US"/>
              <a:t>‹#›</a:t>
            </a:fld>
            <a:endParaRPr lang="en-US"/>
          </a:p>
        </p:txBody>
      </p:sp>
      <p:grpSp>
        <p:nvGrpSpPr>
          <p:cNvPr id="6" name="줄 1"/>
          <p:cNvGrpSpPr/>
          <p:nvPr/>
        </p:nvGrpSpPr>
        <p:grpSpPr>
          <a:xfrm>
            <a:off x="640080" y="1828800"/>
            <a:ext cx="10134295" cy="1005840"/>
            <a:chOff x="640080" y="1828800"/>
            <a:chExt cx="10134295" cy="1005840"/>
          </a:xfrm>
        </p:grpSpPr>
        <p:sp>
          <p:nvSpPr>
            <p:cNvPr id="7" name="줄 바탕"/>
            <p:cNvSpPr/>
            <p:nvPr/>
          </p:nvSpPr>
          <p:spPr>
            <a:xfrm>
              <a:off x="640080" y="1828800"/>
              <a:ext cx="10134295" cy="100584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 txBox="1"/>
            <p:nvPr/>
          </p:nvSpPr>
          <p:spPr>
            <a:xfrm>
              <a:off x="868680" y="2057400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01</a:t>
              </a:r>
            </a:p>
          </p:txBody>
        </p:sp>
        <p:sp>
          <p:nvSpPr>
            <p:cNvPr id="9" name="줄 제목"/>
            <p:cNvSpPr txBox="1"/>
            <p:nvPr/>
          </p:nvSpPr>
          <p:spPr>
            <a:xfrm>
              <a:off x="1645920" y="1874519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1</a:t>
              </a:r>
            </a:p>
          </p:txBody>
        </p:sp>
        <p:cxnSp>
          <p:nvCxnSpPr>
            <p:cNvPr id="10" name="구분선"/>
            <p:cNvCxnSpPr/>
            <p:nvPr/>
          </p:nvCxnSpPr>
          <p:spPr>
            <a:xfrm>
              <a:off x="4480560" y="1993392"/>
              <a:ext cx="0" cy="67665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1" name="줄 내용"/>
            <p:cNvSpPr txBox="1"/>
            <p:nvPr/>
          </p:nvSpPr>
          <p:spPr>
            <a:xfrm>
              <a:off x="4663440" y="1874519"/>
              <a:ext cx="583661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하루에 한 번 서로 안아 주기</a:t>
              </a:r>
            </a:p>
          </p:txBody>
        </p:sp>
      </p:grpSp>
      <p:grpSp>
        <p:nvGrpSpPr>
          <p:cNvPr id="12" name="줄 2"/>
          <p:cNvGrpSpPr/>
          <p:nvPr/>
        </p:nvGrpSpPr>
        <p:grpSpPr>
          <a:xfrm>
            <a:off x="640080" y="2971800"/>
            <a:ext cx="10134295" cy="1005840"/>
            <a:chOff x="640080" y="2971800"/>
            <a:chExt cx="10134295" cy="1005840"/>
          </a:xfrm>
        </p:grpSpPr>
        <p:sp>
          <p:nvSpPr>
            <p:cNvPr id="13" name="줄 바탕"/>
            <p:cNvSpPr/>
            <p:nvPr/>
          </p:nvSpPr>
          <p:spPr>
            <a:xfrm>
              <a:off x="640080" y="2971800"/>
              <a:ext cx="10134295" cy="100584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번호 2"/>
            <p:cNvSpPr txBox="1"/>
            <p:nvPr/>
          </p:nvSpPr>
          <p:spPr>
            <a:xfrm>
              <a:off x="868680" y="3200400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02</a:t>
              </a:r>
            </a:p>
          </p:txBody>
        </p:sp>
        <p:sp>
          <p:nvSpPr>
            <p:cNvPr id="15" name="줄 제목"/>
            <p:cNvSpPr txBox="1"/>
            <p:nvPr/>
          </p:nvSpPr>
          <p:spPr>
            <a:xfrm>
              <a:off x="1645920" y="3017520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2</a:t>
              </a:r>
            </a:p>
          </p:txBody>
        </p:sp>
        <p:cxnSp>
          <p:nvCxnSpPr>
            <p:cNvPr id="16" name="구분선"/>
            <p:cNvCxnSpPr/>
            <p:nvPr/>
          </p:nvCxnSpPr>
          <p:spPr>
            <a:xfrm>
              <a:off x="4480560" y="3136392"/>
              <a:ext cx="0" cy="67665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7" name="줄 내용"/>
            <p:cNvSpPr txBox="1"/>
            <p:nvPr/>
          </p:nvSpPr>
          <p:spPr>
            <a:xfrm>
              <a:off x="4663440" y="3017520"/>
              <a:ext cx="583661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화가 나도 잠자리 전엔 풀기</a:t>
              </a:r>
            </a:p>
          </p:txBody>
        </p:sp>
      </p:grpSp>
      <p:grpSp>
        <p:nvGrpSpPr>
          <p:cNvPr id="18" name="줄 3"/>
          <p:cNvGrpSpPr/>
          <p:nvPr/>
        </p:nvGrpSpPr>
        <p:grpSpPr>
          <a:xfrm>
            <a:off x="640080" y="4114800"/>
            <a:ext cx="10134295" cy="1005840"/>
            <a:chOff x="640080" y="4114800"/>
            <a:chExt cx="10134295" cy="1005840"/>
          </a:xfrm>
        </p:grpSpPr>
        <p:sp>
          <p:nvSpPr>
            <p:cNvPr id="19" name="줄 바탕"/>
            <p:cNvSpPr/>
            <p:nvPr/>
          </p:nvSpPr>
          <p:spPr>
            <a:xfrm>
              <a:off x="640080" y="4114800"/>
              <a:ext cx="10134295" cy="100584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번호 3"/>
            <p:cNvSpPr txBox="1"/>
            <p:nvPr/>
          </p:nvSpPr>
          <p:spPr>
            <a:xfrm>
              <a:off x="868680" y="4343400"/>
              <a:ext cx="1097280" cy="54864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2400" b="0" i="0" lang="ko-KR">
                  <a:solidFill>
                    <a:schemeClr val="accent1"/>
                  </a:solidFill>
                  <a:latin typeface="+mj-lt"/>
                  <a:ea typeface="+mj-ea"/>
                </a:rPr>
                <a:t>03</a:t>
              </a:r>
            </a:p>
          </p:txBody>
        </p:sp>
        <p:sp>
          <p:nvSpPr>
            <p:cNvPr id="21" name="줄 제목"/>
            <p:cNvSpPr txBox="1"/>
            <p:nvPr/>
          </p:nvSpPr>
          <p:spPr>
            <a:xfrm>
              <a:off x="1645920" y="4160520"/>
              <a:ext cx="2926080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약속 3</a:t>
              </a:r>
            </a:p>
          </p:txBody>
        </p:sp>
        <p:cxnSp>
          <p:nvCxnSpPr>
            <p:cNvPr id="22" name="구분선"/>
            <p:cNvCxnSpPr/>
            <p:nvPr/>
          </p:nvCxnSpPr>
          <p:spPr>
            <a:xfrm>
              <a:off x="4480560" y="4279392"/>
              <a:ext cx="0" cy="67665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3" name="줄 내용"/>
            <p:cNvSpPr txBox="1"/>
            <p:nvPr/>
          </p:nvSpPr>
          <p:spPr>
            <a:xfrm>
              <a:off x="4663440" y="4160520"/>
              <a:ext cx="5836615" cy="91440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0" i="0" lang="ko-KR">
                  <a:solidFill>
                    <a:schemeClr val="tx1"/>
                  </a:solidFill>
                </a:rPr>
                <a:t>한 달에 한 번 데이트하기</a:t>
              </a:r>
            </a:p>
          </p:txBody>
        </p:sp>
      </p:grp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PLUM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ALBUM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 사진</a:t>
            </a:r>
          </a:p>
        </p:txBody>
      </p:sp>
      <p:sp>
        <p:nvSpPr>
          <p:cNvPr id="14" name="사진 바탕 1"/>
          <p:cNvSpPr/>
          <p:nvPr/>
        </p:nvSpPr>
        <p:spPr>
          <a:xfrm>
            <a:off x="640080" y="1828800"/>
            <a:ext cx="324398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1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640080" y="1828800"/>
            <a:ext cx="324398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5" name="사진 바탕 2"/>
          <p:cNvSpPr/>
          <p:nvPr/>
        </p:nvSpPr>
        <p:spPr>
          <a:xfrm>
            <a:off x="4085234" y="1828800"/>
            <a:ext cx="324398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2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4085234" y="1828800"/>
            <a:ext cx="324398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6" name="사진 바탕 3"/>
          <p:cNvSpPr/>
          <p:nvPr/>
        </p:nvSpPr>
        <p:spPr>
          <a:xfrm>
            <a:off x="7530388" y="1828800"/>
            <a:ext cx="324398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3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7530388" y="1828800"/>
            <a:ext cx="324398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7" name="사진 바탕 4"/>
          <p:cNvSpPr/>
          <p:nvPr/>
        </p:nvSpPr>
        <p:spPr>
          <a:xfrm>
            <a:off x="640080" y="4101084"/>
            <a:ext cx="324398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4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640080" y="4101084"/>
            <a:ext cx="324398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8" name="사진 바탕 5"/>
          <p:cNvSpPr/>
          <p:nvPr/>
        </p:nvSpPr>
        <p:spPr>
          <a:xfrm>
            <a:off x="4085234" y="4101084"/>
            <a:ext cx="324398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5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4085234" y="4101084"/>
            <a:ext cx="324398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9" name="사진 바탕 6"/>
          <p:cNvSpPr/>
          <p:nvPr/>
        </p:nvSpPr>
        <p:spPr>
          <a:xfrm>
            <a:off x="7530388" y="4101084"/>
            <a:ext cx="3243986" cy="2071116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 6</a:t>
            </a:r>
          </a:p>
        </p:txBody>
      </p:sp>
      <p:sp>
        <p:nvSpPr>
          <p:cNvPr id="10" name="Picture Placeholder 9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7530388" y="4101084"/>
            <a:ext cx="3243986" cy="2071116"/>
          </a:xfrm>
          <a:prstGeom prst="roundRect">
            <a:avLst>
              <a:gd name="adj" fmla="val 6000"/>
            </a:avLst>
          </a:prstGeom>
        </p:spPr>
      </p:sp>
      <p:sp>
        <p:nvSpPr>
          <p:cNvPr id="13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E5383D-2CB4-4B5C-BE87-5C75927BEC52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cover dir="l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PLUM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MESSAGE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가족에게 한마디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4C9C47-E197-4DE1-A33D-3DE4889DD37D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cover dir="l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PLUM  ·  FAMILY ALBUM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가족 소개를 마칩니다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읽어 주셔서 고맙습니다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고맙습니다 · 가족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우리 부부 가족 소개">
  <a:themeElements>
    <a:clrScheme name="우리 부부 가족 소개">
      <a:dk1>
        <a:srgbClr val="F9F4E8"/>
      </a:dk1>
      <a:lt1>
        <a:srgbClr val="2A1E2E"/>
      </a:lt1>
      <a:dk2>
        <a:srgbClr val="EAD6AE"/>
      </a:dk2>
      <a:lt2>
        <a:srgbClr val="1D1520"/>
      </a:lt2>
      <a:accent1>
        <a:srgbClr val="D2B27E"/>
      </a:accent1>
      <a:accent2>
        <a:srgbClr val="B67C9A"/>
      </a:accent2>
      <a:accent3>
        <a:srgbClr val="120D14"/>
      </a:accent3>
      <a:accent4>
        <a:srgbClr val="39293F"/>
      </a:accent4>
      <a:accent5>
        <a:srgbClr val="DDC08C"/>
      </a:accent5>
      <a:accent6>
        <a:srgbClr val="885D75"/>
      </a:accent6>
      <a:hlink>
        <a:srgbClr val="EAD6AE"/>
      </a:hlink>
      <a:folHlink>
        <a:srgbClr val="120D14"/>
      </a:folHlink>
    </a:clrScheme>
    <a:fontScheme name="우리 부부 가족 소개">
      <a:majorFont>
        <a:latin typeface="Georgia"/>
        <a:ea typeface="바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우리 부부 가족 소개</dc:title>
  <dc:subject>우리 부부 가족 소개 슬라이드</dc:subject>
  <dc:creator>반딧불이의 곳간</dc:creator>
  <cp:keywords>가족,소개,PPT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