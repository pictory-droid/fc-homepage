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763664BC-3F06-4CFC-A361-769A57730960}">
          <p14:sldIdLst>
            <p14:sldId id="256"/>
          </p14:sldIdLst>
        </p14:section>
        <p14:section name="본문" id="{EFF46280-A8F4-40FB-988A-156840E7CF14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7D8C8BBB-5BE3-48CF-80B6-F47011A12CEC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03" y="1874519"/>
            <a:ext cx="926568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463003" y="2258568"/>
            <a:ext cx="9265688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463003" y="3703320"/>
            <a:ext cx="9265688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BB6B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463003" y="4389120"/>
            <a:ext cx="926568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B848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2148839"/>
            <a:ext cx="12191695" cy="152704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2212847"/>
            <a:ext cx="12191695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611879"/>
            <a:ext cx="12191695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2820923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551615" y="2820923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F29BDA4F-072B-40A1-BDDC-016B638D72BE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03" y="1874519"/>
            <a:ext cx="926568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03" y="2258568"/>
            <a:ext cx="9265688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463003" y="3703320"/>
            <a:ext cx="9265688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BB6B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463003" y="4389120"/>
            <a:ext cx="926568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B848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2148839"/>
            <a:ext cx="12191695" cy="152704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2212847"/>
            <a:ext cx="12191695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611879"/>
            <a:ext cx="12191695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2820923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551615" y="2820923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CF5B77E6-0417-4EDB-BE13-B3C9A5D6A21F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6400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0116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3832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47548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6400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0116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3832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47548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3F4457D4-B594-4067-B146-79037C32C9D8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4" name="Diamond 3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7" name="Connector 6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8" name="Diamond 7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PLUM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라일락 골목을 걷다 멈춘 저녁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우리 부부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PLUM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2019223" y="2057400"/>
            <a:ext cx="2171700" cy="2171700"/>
          </a:xfrm>
          <a:prstGeom prst="ellipse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19223" y="2057400"/>
            <a:ext cx="2171700" cy="2171700"/>
          </a:xfrm>
          <a:prstGeom prst="ellipse">
            <a:avLst/>
          </a:prstGeom>
        </p:spPr>
      </p:sp>
      <p:sp>
        <p:nvSpPr>
          <p:cNvPr id="19" name="사진 바탕 2"/>
          <p:cNvSpPr/>
          <p:nvPr/>
        </p:nvSpPr>
        <p:spPr>
          <a:xfrm>
            <a:off x="7223531" y="2057400"/>
            <a:ext cx="2171700" cy="2171700"/>
          </a:xfrm>
          <a:prstGeom prst="ellipse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223531" y="2057400"/>
            <a:ext cx="2171700" cy="2171700"/>
          </a:xfrm>
          <a:prstGeom prst="ellipse">
            <a:avLst/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17F39-6ECB-4266-8440-90AFEFFC2D50}" type="slidenum">
              <a:rPr lang="en-US"/>
              <a:t>‹#›</a:t>
            </a:fld>
            <a:endParaRPr lang="en-US"/>
          </a:p>
        </p:txBody>
      </p:sp>
      <p:sp>
        <p:nvSpPr>
          <p:cNvPr id="14" name="남편 카드"/>
          <p:cNvSpPr/>
          <p:nvPr/>
        </p:nvSpPr>
        <p:spPr>
          <a:xfrm>
            <a:off x="640080" y="1828800"/>
            <a:ext cx="4929987" cy="4274820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5">
                <a:alpha val="85000"/>
              </a:schemeClr>
            </a:solidFill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6" name="남편 이름"/>
          <p:cNvSpPr txBox="1"/>
          <p:nvPr/>
        </p:nvSpPr>
        <p:spPr>
          <a:xfrm>
            <a:off x="640080" y="4320540"/>
            <a:ext cx="492998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남편</a:t>
            </a:r>
          </a:p>
        </p:txBody>
      </p:sp>
      <p:sp>
        <p:nvSpPr>
          <p:cNvPr id="17" name="남편 소개"/>
          <p:cNvSpPr txBox="1"/>
          <p:nvPr/>
        </p:nvSpPr>
        <p:spPr>
          <a:xfrm>
            <a:off x="731519" y="4777740"/>
            <a:ext cx="474710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나의 한마디</a:t>
            </a:r>
          </a:p>
        </p:txBody>
      </p:sp>
      <p:sp>
        <p:nvSpPr>
          <p:cNvPr id="18" name="아내 카드"/>
          <p:cNvSpPr/>
          <p:nvPr/>
        </p:nvSpPr>
        <p:spPr>
          <a:xfrm>
            <a:off x="5844387" y="1828800"/>
            <a:ext cx="4929987" cy="4274820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5">
                <a:alpha val="85000"/>
              </a:schemeClr>
            </a:solidFill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아내 이름"/>
          <p:cNvSpPr txBox="1"/>
          <p:nvPr/>
        </p:nvSpPr>
        <p:spPr>
          <a:xfrm>
            <a:off x="5844387" y="4320540"/>
            <a:ext cx="492998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아내</a:t>
            </a:r>
          </a:p>
        </p:txBody>
      </p:sp>
      <p:sp>
        <p:nvSpPr>
          <p:cNvPr id="21" name="아내 소개"/>
          <p:cNvSpPr txBox="1"/>
          <p:nvPr/>
        </p:nvSpPr>
        <p:spPr>
          <a:xfrm>
            <a:off x="5935827" y="4777740"/>
            <a:ext cx="474710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나의 한마디</a:t>
            </a:r>
          </a:p>
        </p:txBody>
      </p:sp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PLUM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EDAC1-6216-413C-842D-0A8963488754}" type="slidenum">
              <a:rPr lang="en-US"/>
              <a:t>‹#›</a:t>
            </a:fld>
            <a:endParaRPr lang="en-US"/>
          </a:p>
        </p:txBody>
      </p:sp>
      <p:grpSp>
        <p:nvGrpSpPr>
          <p:cNvPr id="6" name="때 1"/>
          <p:cNvGrpSpPr/>
          <p:nvPr/>
        </p:nvGrpSpPr>
        <p:grpSpPr>
          <a:xfrm>
            <a:off x="685799" y="3246120"/>
            <a:ext cx="2442133" cy="2788920"/>
            <a:chOff x="685799" y="3246120"/>
            <a:chExt cx="2442133" cy="2788920"/>
          </a:xfrm>
        </p:grpSpPr>
        <p:sp>
          <p:nvSpPr>
            <p:cNvPr id="7" name="단계 화살표"/>
            <p:cNvSpPr/>
            <p:nvPr/>
          </p:nvSpPr>
          <p:spPr>
            <a:xfrm>
              <a:off x="685799" y="3246120"/>
              <a:ext cx="244213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처음 만난 날</a:t>
              </a:r>
            </a:p>
          </p:txBody>
        </p:sp>
        <p:sp>
          <p:nvSpPr>
            <p:cNvPr id="8" name="제목"/>
            <p:cNvSpPr txBox="1"/>
            <p:nvPr/>
          </p:nvSpPr>
          <p:spPr>
            <a:xfrm>
              <a:off x="731519" y="3886200"/>
              <a:ext cx="235069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첫 만남</a:t>
              </a:r>
            </a:p>
          </p:txBody>
        </p:sp>
        <p:sp>
          <p:nvSpPr>
            <p:cNvPr id="9" name="내용"/>
            <p:cNvSpPr txBox="1"/>
            <p:nvPr/>
          </p:nvSpPr>
          <p:spPr>
            <a:xfrm>
              <a:off x="731519" y="4389120"/>
              <a:ext cx="235069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어디에서 어떻게 만났나요?</a:t>
              </a:r>
            </a:p>
          </p:txBody>
        </p:sp>
      </p:grpSp>
      <p:grpSp>
        <p:nvGrpSpPr>
          <p:cNvPr id="10" name="때 2"/>
          <p:cNvGrpSpPr/>
          <p:nvPr/>
        </p:nvGrpSpPr>
        <p:grpSpPr>
          <a:xfrm>
            <a:off x="3219373" y="3246120"/>
            <a:ext cx="2442133" cy="2788920"/>
            <a:chOff x="3219373" y="3246120"/>
            <a:chExt cx="2442133" cy="2788920"/>
          </a:xfrm>
        </p:grpSpPr>
        <p:sp>
          <p:nvSpPr>
            <p:cNvPr id="11" name="단계 화살표"/>
            <p:cNvSpPr/>
            <p:nvPr/>
          </p:nvSpPr>
          <p:spPr>
            <a:xfrm>
              <a:off x="3219373" y="3246120"/>
              <a:ext cx="244213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결혼</a:t>
              </a:r>
            </a:p>
          </p:txBody>
        </p:sp>
        <p:sp>
          <p:nvSpPr>
            <p:cNvPr id="12" name="제목"/>
            <p:cNvSpPr txBox="1"/>
            <p:nvPr/>
          </p:nvSpPr>
          <p:spPr>
            <a:xfrm>
              <a:off x="3265093" y="3886200"/>
              <a:ext cx="235069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시작한 날</a:t>
              </a:r>
            </a:p>
          </p:txBody>
        </p:sp>
        <p:sp>
          <p:nvSpPr>
            <p:cNvPr id="13" name="내용"/>
            <p:cNvSpPr txBox="1"/>
            <p:nvPr/>
          </p:nvSpPr>
          <p:spPr>
            <a:xfrm>
              <a:off x="3265093" y="4389120"/>
              <a:ext cx="235069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4" name="때 3"/>
          <p:cNvGrpSpPr/>
          <p:nvPr/>
        </p:nvGrpSpPr>
        <p:grpSpPr>
          <a:xfrm>
            <a:off x="5752947" y="3246120"/>
            <a:ext cx="2442133" cy="2788920"/>
            <a:chOff x="5752947" y="3246120"/>
            <a:chExt cx="2442133" cy="2788920"/>
          </a:xfrm>
        </p:grpSpPr>
        <p:sp>
          <p:nvSpPr>
            <p:cNvPr id="15" name="단계 화살표"/>
            <p:cNvSpPr/>
            <p:nvPr/>
          </p:nvSpPr>
          <p:spPr>
            <a:xfrm>
              <a:off x="5752947" y="3246120"/>
              <a:ext cx="244213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첫 집</a:t>
              </a:r>
            </a:p>
          </p:txBody>
        </p:sp>
        <p:sp>
          <p:nvSpPr>
            <p:cNvPr id="16" name="제목"/>
            <p:cNvSpPr txBox="1"/>
            <p:nvPr/>
          </p:nvSpPr>
          <p:spPr>
            <a:xfrm>
              <a:off x="5798667" y="3886200"/>
              <a:ext cx="235069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보금자리</a:t>
              </a:r>
            </a:p>
          </p:txBody>
        </p:sp>
        <p:sp>
          <p:nvSpPr>
            <p:cNvPr id="17" name="내용"/>
            <p:cNvSpPr txBox="1"/>
            <p:nvPr/>
          </p:nvSpPr>
          <p:spPr>
            <a:xfrm>
              <a:off x="5798667" y="4389120"/>
              <a:ext cx="235069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처음 이사한 날</a:t>
              </a:r>
            </a:p>
          </p:txBody>
        </p:sp>
      </p:grpSp>
      <p:grpSp>
        <p:nvGrpSpPr>
          <p:cNvPr id="18" name="때 4"/>
          <p:cNvGrpSpPr/>
          <p:nvPr/>
        </p:nvGrpSpPr>
        <p:grpSpPr>
          <a:xfrm>
            <a:off x="8286521" y="3246120"/>
            <a:ext cx="2442133" cy="2788920"/>
            <a:chOff x="8286521" y="3246120"/>
            <a:chExt cx="2442133" cy="2788920"/>
          </a:xfrm>
        </p:grpSpPr>
        <p:sp>
          <p:nvSpPr>
            <p:cNvPr id="19" name="단계 화살표"/>
            <p:cNvSpPr/>
            <p:nvPr/>
          </p:nvSpPr>
          <p:spPr>
            <a:xfrm>
              <a:off x="8286521" y="3246120"/>
              <a:ext cx="244213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지금</a:t>
              </a:r>
            </a:p>
          </p:txBody>
        </p:sp>
        <p:sp>
          <p:nvSpPr>
            <p:cNvPr id="20" name="제목"/>
            <p:cNvSpPr txBox="1"/>
            <p:nvPr/>
          </p:nvSpPr>
          <p:spPr>
            <a:xfrm>
              <a:off x="8332241" y="3886200"/>
              <a:ext cx="235069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1" name="내용"/>
            <p:cNvSpPr txBox="1"/>
            <p:nvPr/>
          </p:nvSpPr>
          <p:spPr>
            <a:xfrm>
              <a:off x="8332241" y="4389120"/>
              <a:ext cx="235069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PLUM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C8DC0-B145-45D9-B5D8-78B49AB3AE7D}" type="slidenum">
              <a:rPr lang="en-US"/>
              <a:t>‹#›</a:t>
            </a:fld>
            <a:endParaRPr lang="en-US"/>
          </a:p>
        </p:txBody>
      </p:sp>
      <p:grpSp>
        <p:nvGrpSpPr>
          <p:cNvPr id="6" name="줄 1"/>
          <p:cNvGrpSpPr/>
          <p:nvPr/>
        </p:nvGrpSpPr>
        <p:grpSpPr>
          <a:xfrm>
            <a:off x="640080" y="1828800"/>
            <a:ext cx="10134295" cy="1005840"/>
            <a:chOff x="640080" y="1828800"/>
            <a:chExt cx="10134295" cy="1005840"/>
          </a:xfrm>
        </p:grpSpPr>
        <p:sp>
          <p:nvSpPr>
            <p:cNvPr id="7" name="줄 바탕"/>
            <p:cNvSpPr/>
            <p:nvPr/>
          </p:nvSpPr>
          <p:spPr>
            <a:xfrm>
              <a:off x="640080" y="1828800"/>
              <a:ext cx="10134295" cy="10058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868680" y="205740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64592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4480560" y="1993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줄 내용"/>
            <p:cNvSpPr txBox="1"/>
            <p:nvPr/>
          </p:nvSpPr>
          <p:spPr>
            <a:xfrm>
              <a:off x="4663440" y="1874519"/>
              <a:ext cx="583661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하루에 한 번 서로 안아 주기</a:t>
              </a:r>
            </a:p>
          </p:txBody>
        </p:sp>
      </p:grpSp>
      <p:grpSp>
        <p:nvGrpSpPr>
          <p:cNvPr id="12" name="줄 2"/>
          <p:cNvGrpSpPr/>
          <p:nvPr/>
        </p:nvGrpSpPr>
        <p:grpSpPr>
          <a:xfrm>
            <a:off x="640080" y="2971800"/>
            <a:ext cx="10134295" cy="1005840"/>
            <a:chOff x="640080" y="2971800"/>
            <a:chExt cx="10134295" cy="1005840"/>
          </a:xfrm>
        </p:grpSpPr>
        <p:sp>
          <p:nvSpPr>
            <p:cNvPr id="13" name="줄 바탕"/>
            <p:cNvSpPr/>
            <p:nvPr/>
          </p:nvSpPr>
          <p:spPr>
            <a:xfrm>
              <a:off x="640080" y="2971800"/>
              <a:ext cx="10134295" cy="10058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 txBox="1"/>
            <p:nvPr/>
          </p:nvSpPr>
          <p:spPr>
            <a:xfrm>
              <a:off x="868680" y="320040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5" name="줄 제목"/>
            <p:cNvSpPr txBox="1"/>
            <p:nvPr/>
          </p:nvSpPr>
          <p:spPr>
            <a:xfrm>
              <a:off x="164592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cxnSp>
          <p:nvCxnSpPr>
            <p:cNvPr id="16" name="구분선"/>
            <p:cNvCxnSpPr/>
            <p:nvPr/>
          </p:nvCxnSpPr>
          <p:spPr>
            <a:xfrm>
              <a:off x="4480560" y="3136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7" name="줄 내용"/>
            <p:cNvSpPr txBox="1"/>
            <p:nvPr/>
          </p:nvSpPr>
          <p:spPr>
            <a:xfrm>
              <a:off x="4663440" y="3017520"/>
              <a:ext cx="583661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화가 나도 잠자리 전엔 풀기</a:t>
              </a:r>
            </a:p>
          </p:txBody>
        </p:sp>
      </p:grpSp>
      <p:grpSp>
        <p:nvGrpSpPr>
          <p:cNvPr id="18" name="줄 3"/>
          <p:cNvGrpSpPr/>
          <p:nvPr/>
        </p:nvGrpSpPr>
        <p:grpSpPr>
          <a:xfrm>
            <a:off x="640080" y="4114800"/>
            <a:ext cx="10134295" cy="1005840"/>
            <a:chOff x="640080" y="4114800"/>
            <a:chExt cx="10134295" cy="1005840"/>
          </a:xfrm>
        </p:grpSpPr>
        <p:sp>
          <p:nvSpPr>
            <p:cNvPr id="19" name="줄 바탕"/>
            <p:cNvSpPr/>
            <p:nvPr/>
          </p:nvSpPr>
          <p:spPr>
            <a:xfrm>
              <a:off x="640080" y="4114800"/>
              <a:ext cx="10134295" cy="10058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 txBox="1"/>
            <p:nvPr/>
          </p:nvSpPr>
          <p:spPr>
            <a:xfrm>
              <a:off x="868680" y="434340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1" name="줄 제목"/>
            <p:cNvSpPr txBox="1"/>
            <p:nvPr/>
          </p:nvSpPr>
          <p:spPr>
            <a:xfrm>
              <a:off x="164592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cxnSp>
          <p:nvCxnSpPr>
            <p:cNvPr id="22" name="구분선"/>
            <p:cNvCxnSpPr/>
            <p:nvPr/>
          </p:nvCxnSpPr>
          <p:spPr>
            <a:xfrm>
              <a:off x="4480560" y="4279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3" name="줄 내용"/>
            <p:cNvSpPr txBox="1"/>
            <p:nvPr/>
          </p:nvSpPr>
          <p:spPr>
            <a:xfrm>
              <a:off x="4663440" y="4160520"/>
              <a:ext cx="583661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한 달에 한 번 데이트하기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PLUM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640080" y="1828800"/>
            <a:ext cx="324398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640080" y="1828800"/>
            <a:ext cx="324398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2"/>
          <p:cNvSpPr/>
          <p:nvPr/>
        </p:nvSpPr>
        <p:spPr>
          <a:xfrm>
            <a:off x="4085234" y="1828800"/>
            <a:ext cx="324398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085234" y="1828800"/>
            <a:ext cx="324398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3"/>
          <p:cNvSpPr/>
          <p:nvPr/>
        </p:nvSpPr>
        <p:spPr>
          <a:xfrm>
            <a:off x="7530388" y="1828800"/>
            <a:ext cx="324398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3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7530388" y="1828800"/>
            <a:ext cx="324398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4"/>
          <p:cNvSpPr/>
          <p:nvPr/>
        </p:nvSpPr>
        <p:spPr>
          <a:xfrm>
            <a:off x="640080" y="4101084"/>
            <a:ext cx="324398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4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640080" y="4101084"/>
            <a:ext cx="324398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5"/>
          <p:cNvSpPr/>
          <p:nvPr/>
        </p:nvSpPr>
        <p:spPr>
          <a:xfrm>
            <a:off x="4085234" y="4101084"/>
            <a:ext cx="324398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5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085234" y="4101084"/>
            <a:ext cx="324398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6"/>
          <p:cNvSpPr/>
          <p:nvPr/>
        </p:nvSpPr>
        <p:spPr>
          <a:xfrm>
            <a:off x="7530388" y="4101084"/>
            <a:ext cx="324398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6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7530388" y="4101084"/>
            <a:ext cx="324398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FE22E-B983-4DC7-B21B-0A4A85011CA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PLUM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7666A-1004-4CB5-8005-EFC388BF96C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PLUM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우리 부부 가족 소개">
  <a:themeElements>
    <a:clrScheme name="우리 부부 가족 소개">
      <a:dk1>
        <a:srgbClr val="F9F4E8"/>
      </a:dk1>
      <a:lt1>
        <a:srgbClr val="2A1E2E"/>
      </a:lt1>
      <a:dk2>
        <a:srgbClr val="EAD6AE"/>
      </a:dk2>
      <a:lt2>
        <a:srgbClr val="1D1520"/>
      </a:lt2>
      <a:accent1>
        <a:srgbClr val="D2B27E"/>
      </a:accent1>
      <a:accent2>
        <a:srgbClr val="B67C9A"/>
      </a:accent2>
      <a:accent3>
        <a:srgbClr val="120D14"/>
      </a:accent3>
      <a:accent4>
        <a:srgbClr val="39293F"/>
      </a:accent4>
      <a:accent5>
        <a:srgbClr val="DDC08C"/>
      </a:accent5>
      <a:accent6>
        <a:srgbClr val="885D75"/>
      </a:accent6>
      <a:hlink>
        <a:srgbClr val="EAD6AE"/>
      </a:hlink>
      <a:folHlink>
        <a:srgbClr val="120D14"/>
      </a:folHlink>
    </a:clrScheme>
    <a:fontScheme name="우리 부부 가족 소개">
      <a:majorFont>
        <a:latin typeface="Georgia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우리 부부 가족 소개</dc:title>
  <dc:subject>우리 부부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