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400B17A-3DAD-40D2-8F1D-8CB84DC51BA4}">
          <p14:sldIdLst>
            <p14:sldId id="256"/>
          </p14:sldIdLst>
        </p14:section>
        <p14:section name="본문" id="{BAC17AF8-84D4-4625-A67D-30F72E0643F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1757BC9-992F-48B1-A36F-27A42AA74C8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7941AB6-25FC-4E7D-B80F-21D85E8FD1FE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F2655F6B-4DFD-4B5C-90B1-889C4DEEF7C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683C05A-9592-471E-82C6-B7FB25404C4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 손 잡고 간 도서관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2019223" cy="20192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3710863" y="2057400"/>
            <a:ext cx="2019223" cy="20192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6461607" y="2057400"/>
            <a:ext cx="2019223" cy="20192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9212351" y="2057400"/>
            <a:ext cx="2019223" cy="20192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E6E35-6D8C-4825-B308-6B9932413D89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1223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3482263" y="1828800"/>
            <a:ext cx="54864" cy="41223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2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3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옆 선"/>
          <p:cNvSpPr/>
          <p:nvPr/>
        </p:nvSpPr>
        <p:spPr>
          <a:xfrm>
            <a:off x="6233007" y="1828800"/>
            <a:ext cx="54864" cy="41223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7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8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옆 선"/>
          <p:cNvSpPr/>
          <p:nvPr/>
        </p:nvSpPr>
        <p:spPr>
          <a:xfrm>
            <a:off x="8983751" y="1828800"/>
            <a:ext cx="54864" cy="41223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32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C995-1E7F-4AEA-B006-9D33854D123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C81A-1443-4C8D-9188-9D1D6C50472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6E52A-2AA4-4AAE-8B3F-489DCEBE03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3C71-4F19-4DB2-B76C-B66C778E7F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아이와 함께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