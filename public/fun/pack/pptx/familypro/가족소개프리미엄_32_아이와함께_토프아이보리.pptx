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E2C58DD-473F-4AEC-8F92-819A39952137}">
          <p14:sldIdLst>
            <p14:sldId id="256"/>
          </p14:sldIdLst>
        </p14:section>
        <p14:section name="본문" id="{482FA84E-7E64-4139-91DA-C5D661E69BDD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0A9CD0A1-779C-4948-8510-7A23128B2C8B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CFC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7A4A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BB39702A-7CE5-4343-AFC3-8706DF65B50E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4CF2B0C2-49D0-48DF-B306-5ED9D302471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9F82DD82-F73C-421E-8DB9-BF1245C2E79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 손 잡고 간 도서관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960120" y="2057400"/>
            <a:ext cx="2019223" cy="20192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2019223" cy="2019223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3710863" y="2057400"/>
            <a:ext cx="2019223" cy="20192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710863" y="2057400"/>
            <a:ext cx="2019223" cy="2019223"/>
          </a:xfrm>
          <a:prstGeom prst="rect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6461607" y="2057400"/>
            <a:ext cx="2019223" cy="20192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461607" y="2057400"/>
            <a:ext cx="2019223" cy="2019223"/>
          </a:xfrm>
          <a:prstGeom prst="rect">
            <a:avLst/>
          </a:prstGeom>
        </p:spPr>
      </p:sp>
      <p:sp>
        <p:nvSpPr>
          <p:cNvPr id="30" name="사진 바탕 4"/>
          <p:cNvSpPr/>
          <p:nvPr/>
        </p:nvSpPr>
        <p:spPr>
          <a:xfrm>
            <a:off x="9212351" y="2057400"/>
            <a:ext cx="2019223" cy="20192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212351" y="2057400"/>
            <a:ext cx="2019223" cy="2019223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9F451-4DF3-4417-8349-234BBAD21B84}" type="slidenum">
              <a:rPr lang="en-US"/>
              <a:t>‹#›</a:t>
            </a:fld>
            <a:endParaRPr lang="en-US"/>
          </a:p>
        </p:txBody>
      </p:sp>
      <p:sp>
        <p:nvSpPr>
          <p:cNvPr id="13" name="아빠 카드"/>
          <p:cNvSpPr/>
          <p:nvPr/>
        </p:nvSpPr>
        <p:spPr>
          <a:xfrm>
            <a:off x="731520" y="1828800"/>
            <a:ext cx="2476423" cy="41223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1223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아빠 이름"/>
          <p:cNvSpPr txBox="1"/>
          <p:nvPr/>
        </p:nvSpPr>
        <p:spPr>
          <a:xfrm>
            <a:off x="731520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7" name="아빠 소개"/>
          <p:cNvSpPr txBox="1"/>
          <p:nvPr/>
        </p:nvSpPr>
        <p:spPr>
          <a:xfrm>
            <a:off x="822960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18" name="엄마 카드"/>
          <p:cNvSpPr/>
          <p:nvPr/>
        </p:nvSpPr>
        <p:spPr>
          <a:xfrm>
            <a:off x="3482263" y="1828800"/>
            <a:ext cx="2476423" cy="41223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3482263" y="1828800"/>
            <a:ext cx="54864" cy="41223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엄마 이름"/>
          <p:cNvSpPr txBox="1"/>
          <p:nvPr/>
        </p:nvSpPr>
        <p:spPr>
          <a:xfrm>
            <a:off x="3482263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2" name="엄마 소개"/>
          <p:cNvSpPr txBox="1"/>
          <p:nvPr/>
        </p:nvSpPr>
        <p:spPr>
          <a:xfrm>
            <a:off x="3573703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나의 한마디</a:t>
            </a:r>
          </a:p>
        </p:txBody>
      </p:sp>
      <p:sp>
        <p:nvSpPr>
          <p:cNvPr id="23" name="첫째 카드"/>
          <p:cNvSpPr/>
          <p:nvPr/>
        </p:nvSpPr>
        <p:spPr>
          <a:xfrm>
            <a:off x="6233007" y="1828800"/>
            <a:ext cx="2476423" cy="41223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옆 선"/>
          <p:cNvSpPr/>
          <p:nvPr/>
        </p:nvSpPr>
        <p:spPr>
          <a:xfrm>
            <a:off x="6233007" y="1828800"/>
            <a:ext cx="54864" cy="41223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첫째 이름"/>
          <p:cNvSpPr txBox="1"/>
          <p:nvPr/>
        </p:nvSpPr>
        <p:spPr>
          <a:xfrm>
            <a:off x="6233007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7" name="첫째 소개"/>
          <p:cNvSpPr txBox="1"/>
          <p:nvPr/>
        </p:nvSpPr>
        <p:spPr>
          <a:xfrm>
            <a:off x="6324447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  <p:sp>
        <p:nvSpPr>
          <p:cNvPr id="28" name="둘째 카드"/>
          <p:cNvSpPr/>
          <p:nvPr/>
        </p:nvSpPr>
        <p:spPr>
          <a:xfrm>
            <a:off x="8983751" y="1828800"/>
            <a:ext cx="2476423" cy="41223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옆 선"/>
          <p:cNvSpPr/>
          <p:nvPr/>
        </p:nvSpPr>
        <p:spPr>
          <a:xfrm>
            <a:off x="8983751" y="1828800"/>
            <a:ext cx="54864" cy="41223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둘째 이름"/>
          <p:cNvSpPr txBox="1"/>
          <p:nvPr/>
        </p:nvSpPr>
        <p:spPr>
          <a:xfrm>
            <a:off x="8983751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32" name="둘째 소개"/>
          <p:cNvSpPr txBox="1"/>
          <p:nvPr/>
        </p:nvSpPr>
        <p:spPr>
          <a:xfrm>
            <a:off x="9075191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DE3CDD-A6F0-4E29-A5BF-111FB2E4455B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가족이 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아이가 태어난 날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가족 여행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5FD995-DEEC-4FE2-8B83-A0827A3A9F1E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731520" y="2971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731520" y="4114800"/>
              <a:ext cx="54864" cy="10058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3CB0B-8214-4D2B-BEB9-AD464F52F86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6B72C9-70B7-4702-8528-2886228405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2D2723"/>
      </a:dk1>
      <a:lt1>
        <a:srgbClr val="FCFBFA"/>
      </a:lt1>
      <a:dk2>
        <a:srgbClr val="3B322B"/>
      </a:dk2>
      <a:lt2>
        <a:srgbClr val="F6F2EC"/>
      </a:lt2>
      <a:accent1>
        <a:srgbClr val="8C7A6B"/>
      </a:accent1>
      <a:accent2>
        <a:srgbClr val="B7A692"/>
      </a:accent2>
      <a:accent3>
        <a:srgbClr val="2D2723"/>
      </a:accent3>
      <a:accent4>
        <a:srgbClr val="E1DAD2"/>
      </a:accent4>
      <a:accent5>
        <a:srgbClr val="B09C7C"/>
      </a:accent5>
      <a:accent6>
        <a:srgbClr val="D3C8BB"/>
      </a:accent6>
      <a:hlink>
        <a:srgbClr val="3B322B"/>
      </a:hlink>
      <a:folHlink>
        <a:srgbClr val="2D2723"/>
      </a:folHlink>
    </a:clrScheme>
    <a:fontScheme name="아이와 함께 가족 소개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