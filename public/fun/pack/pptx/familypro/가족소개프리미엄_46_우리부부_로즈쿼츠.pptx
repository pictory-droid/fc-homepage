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3C2F670-BB79-43F9-92AA-0296AB61C5BD}">
          <p14:sldIdLst>
            <p14:sldId id="256"/>
          </p14:sldIdLst>
        </p14:section>
        <p14:section name="본문" id="{BA57746B-1C0C-4408-8EE5-8E0AF6A0416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03E7409-E9DB-42B1-906E-B4B09B9E86B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237E8FEB-D72A-42EE-B99D-559F474B083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61B8D071-5596-4E60-BB82-6D428793CD1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5A03AA84-C12E-4CAB-B776-FFEED3154A6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새벽 시장에 장 보러 나선 아침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925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76074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DA5E8-24F6-418A-8927-2AB2E47ABF9E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23300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2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18C6-A05C-4D10-8ACC-12AAED75F68C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집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25C67-075C-4CE8-BBDD-1A839AA97D6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4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73152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2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73152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88EDA-50FD-46CB-85A6-27AC2B31C5B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EA6F7-DA1C-4220-A84C-1A177B950A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우리 부부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