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FF1DE5F-B936-4A90-AC9D-AD0445DBEE11}">
          <p14:sldIdLst>
            <p14:sldId id="256"/>
          </p14:sldIdLst>
        </p14:section>
        <p14:section name="본문" id="{9BEFA8DD-AB00-4312-801D-AA3F366BB659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7CF6CDB9-E928-4091-B2EF-E17B85A45271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82880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438339" y="221284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8620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6344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1463003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1380707" y="3346704"/>
            <a:ext cx="164592" cy="16459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1398995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1398995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tx2"/>
                </a:solidFill>
              </a:defRPr>
            </a:lvl1pPr>
          </a:lstStyle>
          <a:p>
            <a:fld id="{1FB72BE8-A8AD-4674-8FD5-D553A5687641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82880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438339" y="221284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8620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9D4D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6344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7ACB0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1463003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1380707" y="3346704"/>
            <a:ext cx="164592" cy="164592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1398995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1398995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tx2"/>
                </a:solidFill>
              </a:defRPr>
            </a:lvl1pPr>
          </a:lstStyle>
          <a:p>
            <a:fld id="{AB94310C-1C8D-4955-AC09-DE99F99AD83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tx2"/>
                </a:solidFill>
              </a:defRPr>
            </a:lvl1pPr>
          </a:lstStyle>
          <a:p>
            <a:fld id="{549FC129-0964-4B7A-A1D4-A3BFD04533FB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QUARTZ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새벽 시장에 장 보러 나선 아침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우리 부부 · 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9253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9253" y="2057400"/>
            <a:ext cx="2171700" cy="2171700"/>
          </a:xfrm>
          <a:prstGeom prst="rect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7760741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760741" y="2057400"/>
            <a:ext cx="2171700" cy="2171700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EB4D-4A71-472C-85E4-0B232B5F2C7F}" type="slidenum">
              <a:rPr lang="en-US"/>
              <a:t>‹#›</a:t>
            </a:fld>
            <a:endParaRPr lang="en-US"/>
          </a:p>
        </p:txBody>
      </p:sp>
      <p:sp>
        <p:nvSpPr>
          <p:cNvPr id="13" name="남편 카드"/>
          <p:cNvSpPr/>
          <p:nvPr/>
        </p:nvSpPr>
        <p:spPr>
          <a:xfrm>
            <a:off x="731520" y="1828800"/>
            <a:ext cx="5227167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옆 선"/>
          <p:cNvSpPr/>
          <p:nvPr/>
        </p:nvSpPr>
        <p:spPr>
          <a:xfrm>
            <a:off x="731520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남편 이름"/>
          <p:cNvSpPr txBox="1"/>
          <p:nvPr/>
        </p:nvSpPr>
        <p:spPr>
          <a:xfrm>
            <a:off x="731520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남편</a:t>
            </a:r>
          </a:p>
        </p:txBody>
      </p:sp>
      <p:sp>
        <p:nvSpPr>
          <p:cNvPr id="17" name="남편 소개"/>
          <p:cNvSpPr txBox="1"/>
          <p:nvPr/>
        </p:nvSpPr>
        <p:spPr>
          <a:xfrm>
            <a:off x="822960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8" name="아내 카드"/>
          <p:cNvSpPr/>
          <p:nvPr/>
        </p:nvSpPr>
        <p:spPr>
          <a:xfrm>
            <a:off x="6233007" y="1828800"/>
            <a:ext cx="5227167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옆 선"/>
          <p:cNvSpPr/>
          <p:nvPr/>
        </p:nvSpPr>
        <p:spPr>
          <a:xfrm>
            <a:off x="6233007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아내 이름"/>
          <p:cNvSpPr txBox="1"/>
          <p:nvPr/>
        </p:nvSpPr>
        <p:spPr>
          <a:xfrm>
            <a:off x="6233007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아내</a:t>
            </a:r>
          </a:p>
        </p:txBody>
      </p:sp>
      <p:sp>
        <p:nvSpPr>
          <p:cNvPr id="22" name="아내 소개"/>
          <p:cNvSpPr txBox="1"/>
          <p:nvPr/>
        </p:nvSpPr>
        <p:spPr>
          <a:xfrm>
            <a:off x="6324447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453EE-0AB0-43AD-B087-229A17D8AC69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 만났나요?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결혼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시작한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집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보금자리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이사한 날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471E2-7E18-4C67-9642-3D597E2C4A9E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60120" y="214883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1005840" y="24871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하루에 한 번 서로 안아 주기</a:t>
              </a:r>
            </a:p>
          </p:txBody>
        </p:sp>
      </p:grpSp>
      <p:grpSp>
        <p:nvGrpSpPr>
          <p:cNvPr id="13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4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옆 선"/>
            <p:cNvSpPr/>
            <p:nvPr/>
          </p:nvSpPr>
          <p:spPr>
            <a:xfrm>
              <a:off x="731520" y="2971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960120" y="329183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1005840" y="36301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화가 나도 잠자리 전엔 풀기</a:t>
              </a:r>
            </a:p>
          </p:txBody>
        </p:sp>
      </p:grpSp>
      <p:grpSp>
        <p:nvGrpSpPr>
          <p:cNvPr id="21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2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옆 선"/>
            <p:cNvSpPr/>
            <p:nvPr/>
          </p:nvSpPr>
          <p:spPr>
            <a:xfrm>
              <a:off x="731520" y="4114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960120" y="443484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1005840" y="47731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데이트하기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4F91E-FB01-4814-AC1B-5F29ACAB5AC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C69E-3662-4B4F-A8B8-802B60DFE27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QUARTZ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우리 부부 가족 소개">
  <a:themeElements>
    <a:clrScheme name="우리 부부 가족 소개">
      <a:dk1>
        <a:srgbClr val="48373D"/>
      </a:dk1>
      <a:lt1>
        <a:srgbClr val="FEFCFC"/>
      </a:lt1>
      <a:dk2>
        <a:srgbClr val="5A3341"/>
      </a:dk2>
      <a:lt2>
        <a:srgbClr val="FBF3F4"/>
      </a:lt2>
      <a:accent1>
        <a:srgbClr val="D59AA9"/>
      </a:accent1>
      <a:accent2>
        <a:srgbClr val="A9A3C4"/>
      </a:accent2>
      <a:accent3>
        <a:srgbClr val="533A43"/>
      </a:accent3>
      <a:accent4>
        <a:srgbClr val="F3E1E5"/>
      </a:accent4>
      <a:accent5>
        <a:srgbClr val="C9B2A8"/>
      </a:accent5>
      <a:accent6>
        <a:srgbClr val="CEC7DA"/>
      </a:accent6>
      <a:hlink>
        <a:srgbClr val="5A3341"/>
      </a:hlink>
      <a:folHlink>
        <a:srgbClr val="533A43"/>
      </a:folHlink>
    </a:clrScheme>
    <a:fontScheme name="우리 부부 가족 소개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>우리 부부 가족 소개 슬라이드</dc:subject>
  <dc:creator>반딧불이의 곳간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