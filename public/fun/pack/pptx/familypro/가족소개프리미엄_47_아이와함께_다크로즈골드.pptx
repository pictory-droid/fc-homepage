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925D861-7334-42FA-87EF-6E5CB6942C79}">
          <p14:sldIdLst>
            <p14:sldId id="256"/>
          </p14:sldIdLst>
        </p14:section>
        <p14:section name="본문" id="{2F5ED415-9545-4A34-AFE1-72E55EEC427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7082A8E-C89E-4FDC-B427-1FC28D59ED1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DB6B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58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2C58C89-A670-4CFF-8028-A7215173991C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DB6B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58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4F2F1F92-DDAA-4A56-8D00-51FA68B3DA0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4F65F31-0B0C-490D-9CB2-9311DED9DCF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ROSEGOLD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성탄 카드 부치러 간 골목 앞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960120" y="2057400"/>
            <a:ext cx="2019223" cy="2019223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2019223" cy="2019223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3710863" y="2057400"/>
            <a:ext cx="2019223" cy="2019223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710863" y="2057400"/>
            <a:ext cx="2019223" cy="2019223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6461607" y="2057400"/>
            <a:ext cx="2019223" cy="2019223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461607" y="2057400"/>
            <a:ext cx="2019223" cy="2019223"/>
          </a:xfrm>
          <a:prstGeom prst="ellipse">
            <a:avLst/>
          </a:prstGeom>
        </p:spPr>
      </p:sp>
      <p:sp>
        <p:nvSpPr>
          <p:cNvPr id="26" name="사진 바탕 4"/>
          <p:cNvSpPr/>
          <p:nvPr/>
        </p:nvSpPr>
        <p:spPr>
          <a:xfrm>
            <a:off x="9212351" y="2057400"/>
            <a:ext cx="2019223" cy="2019223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212351" y="2057400"/>
            <a:ext cx="2019223" cy="2019223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1DA47-1FD5-43E6-A6DE-D2C69D41B39F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6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  <p:sp>
        <p:nvSpPr>
          <p:cNvPr id="17" name="엄마 카드"/>
          <p:cNvSpPr/>
          <p:nvPr/>
        </p:nvSpPr>
        <p:spPr>
          <a:xfrm>
            <a:off x="3482263" y="1828800"/>
            <a:ext cx="2476423" cy="41223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0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  <p:sp>
        <p:nvSpPr>
          <p:cNvPr id="21" name="첫째 카드"/>
          <p:cNvSpPr/>
          <p:nvPr/>
        </p:nvSpPr>
        <p:spPr>
          <a:xfrm>
            <a:off x="6233007" y="1828800"/>
            <a:ext cx="2476423" cy="41223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4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자라서 되고 싶은 것</a:t>
            </a:r>
          </a:p>
        </p:txBody>
      </p:sp>
      <p:sp>
        <p:nvSpPr>
          <p:cNvPr id="25" name="둘째 카드"/>
          <p:cNvSpPr/>
          <p:nvPr/>
        </p:nvSpPr>
        <p:spPr>
          <a:xfrm>
            <a:off x="8983751" y="1828800"/>
            <a:ext cx="2476423" cy="41223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8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A30EC-7D64-41F8-B36C-41BCE9720038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가족이 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아이가 태어난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가족 여행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0B519-B246-4494-8136-84521D3A6394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057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960120" y="3200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960120" y="4343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A913-D18B-47EE-8549-CF91CCFEFFD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7419-CD8D-4CD0-ABA1-2933BAF7902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ROSEGOLD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FBF5F4"/>
      </a:dk1>
      <a:lt1>
        <a:srgbClr val="291F22"/>
      </a:lt1>
      <a:dk2>
        <a:srgbClr val="F1DDD6"/>
      </a:dk2>
      <a:lt2>
        <a:srgbClr val="1C1517"/>
      </a:lt2>
      <a:accent1>
        <a:srgbClr val="D49A8A"/>
      </a:accent1>
      <a:accent2>
        <a:srgbClr val="9E7B84"/>
      </a:accent2>
      <a:accent3>
        <a:srgbClr val="110D0E"/>
      </a:accent3>
      <a:accent4>
        <a:srgbClr val="392B2F"/>
      </a:accent4>
      <a:accent5>
        <a:srgbClr val="E0AB9B"/>
      </a:accent5>
      <a:accent6>
        <a:srgbClr val="775C63"/>
      </a:accent6>
      <a:hlink>
        <a:srgbClr val="F1DDD6"/>
      </a:hlink>
      <a:folHlink>
        <a:srgbClr val="110D0E"/>
      </a:folHlink>
    </a:clrScheme>
    <a:fontScheme name="아이와 함께 가족 소개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