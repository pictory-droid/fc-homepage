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AF6E2FB-14CF-48D3-9648-2993C69CDC0C}">
          <p14:sldIdLst>
            <p14:sldId id="256"/>
          </p14:sldIdLst>
        </p14:section>
        <p14:section name="본문" id="{2C90ADE0-DF3E-46B4-B260-9D12AFF4B591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33E44E9B-ED3E-48C0-B7C3-4F24F597AC28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DB6B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58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7132091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7433843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7735595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8037347" y="2322576"/>
            <a:ext cx="2212848" cy="2212848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8339099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8640851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23070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23EF0006-9DA8-4230-B7F7-CF7A15140AE2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DB6B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58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7132091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7433843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7735595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8037347" y="2322576"/>
            <a:ext cx="2212848" cy="2212848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8339099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8640851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23070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BF5F4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E1226064-4420-4552-A22A-C5E261324A45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8DE90BDD-03EE-4280-BCB9-3C91F0DE558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ROSEGOLD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성탄 카드 부치러 간 우체국 앞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아이와 함께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960120" y="2057400"/>
            <a:ext cx="2019223" cy="2019223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960120" y="2057400"/>
            <a:ext cx="2019223" cy="2019223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3710863" y="2057400"/>
            <a:ext cx="2019223" cy="2019223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710863" y="2057400"/>
            <a:ext cx="2019223" cy="2019223"/>
          </a:xfrm>
          <a:prstGeom prst="ellipse">
            <a:avLst/>
          </a:prstGeom>
        </p:spPr>
      </p:sp>
      <p:sp>
        <p:nvSpPr>
          <p:cNvPr id="22" name="사진 바탕 3"/>
          <p:cNvSpPr/>
          <p:nvPr/>
        </p:nvSpPr>
        <p:spPr>
          <a:xfrm>
            <a:off x="6461607" y="2057400"/>
            <a:ext cx="2019223" cy="2019223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461607" y="2057400"/>
            <a:ext cx="2019223" cy="2019223"/>
          </a:xfrm>
          <a:prstGeom prst="ellipse">
            <a:avLst/>
          </a:prstGeom>
        </p:spPr>
      </p:sp>
      <p:sp>
        <p:nvSpPr>
          <p:cNvPr id="26" name="사진 바탕 4"/>
          <p:cNvSpPr/>
          <p:nvPr/>
        </p:nvSpPr>
        <p:spPr>
          <a:xfrm>
            <a:off x="9212351" y="2057400"/>
            <a:ext cx="2019223" cy="2019223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9212351" y="2057400"/>
            <a:ext cx="2019223" cy="2019223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B4E54F-191A-4163-A210-E100FB697AC2}" type="slidenum">
              <a:rPr lang="en-US"/>
              <a:t>‹#›</a:t>
            </a:fld>
            <a:endParaRPr lang="en-US"/>
          </a:p>
        </p:txBody>
      </p:sp>
      <p:sp>
        <p:nvSpPr>
          <p:cNvPr id="13" name="아빠 카드"/>
          <p:cNvSpPr/>
          <p:nvPr/>
        </p:nvSpPr>
        <p:spPr>
          <a:xfrm>
            <a:off x="731520" y="1828800"/>
            <a:ext cx="2476423" cy="412234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아빠 이름"/>
          <p:cNvSpPr txBox="1"/>
          <p:nvPr/>
        </p:nvSpPr>
        <p:spPr>
          <a:xfrm>
            <a:off x="731520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16" name="아빠 소개"/>
          <p:cNvSpPr txBox="1"/>
          <p:nvPr/>
        </p:nvSpPr>
        <p:spPr>
          <a:xfrm>
            <a:off x="822960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나의 한마디</a:t>
            </a:r>
          </a:p>
        </p:txBody>
      </p:sp>
      <p:sp>
        <p:nvSpPr>
          <p:cNvPr id="17" name="엄마 카드"/>
          <p:cNvSpPr/>
          <p:nvPr/>
        </p:nvSpPr>
        <p:spPr>
          <a:xfrm>
            <a:off x="3482263" y="1828800"/>
            <a:ext cx="2476423" cy="412234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엄마 이름"/>
          <p:cNvSpPr txBox="1"/>
          <p:nvPr/>
        </p:nvSpPr>
        <p:spPr>
          <a:xfrm>
            <a:off x="3482263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20" name="엄마 소개"/>
          <p:cNvSpPr txBox="1"/>
          <p:nvPr/>
        </p:nvSpPr>
        <p:spPr>
          <a:xfrm>
            <a:off x="3573703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나의 한마디</a:t>
            </a:r>
          </a:p>
        </p:txBody>
      </p:sp>
      <p:sp>
        <p:nvSpPr>
          <p:cNvPr id="21" name="첫째 카드"/>
          <p:cNvSpPr/>
          <p:nvPr/>
        </p:nvSpPr>
        <p:spPr>
          <a:xfrm>
            <a:off x="6233007" y="1828800"/>
            <a:ext cx="2476423" cy="412234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첫째 이름"/>
          <p:cNvSpPr txBox="1"/>
          <p:nvPr/>
        </p:nvSpPr>
        <p:spPr>
          <a:xfrm>
            <a:off x="6233007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첫째</a:t>
            </a:r>
          </a:p>
        </p:txBody>
      </p:sp>
      <p:sp>
        <p:nvSpPr>
          <p:cNvPr id="24" name="첫째 소개"/>
          <p:cNvSpPr txBox="1"/>
          <p:nvPr/>
        </p:nvSpPr>
        <p:spPr>
          <a:xfrm>
            <a:off x="6324447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자라서 되고 싶은 것</a:t>
            </a:r>
          </a:p>
        </p:txBody>
      </p:sp>
      <p:sp>
        <p:nvSpPr>
          <p:cNvPr id="25" name="둘째 카드"/>
          <p:cNvSpPr/>
          <p:nvPr/>
        </p:nvSpPr>
        <p:spPr>
          <a:xfrm>
            <a:off x="8983751" y="1828800"/>
            <a:ext cx="2476423" cy="4122343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둘째 이름"/>
          <p:cNvSpPr txBox="1"/>
          <p:nvPr/>
        </p:nvSpPr>
        <p:spPr>
          <a:xfrm>
            <a:off x="8983751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둘째</a:t>
            </a:r>
          </a:p>
        </p:txBody>
      </p:sp>
      <p:sp>
        <p:nvSpPr>
          <p:cNvPr id="28" name="둘째 소개"/>
          <p:cNvSpPr txBox="1"/>
          <p:nvPr/>
        </p:nvSpPr>
        <p:spPr>
          <a:xfrm>
            <a:off x="9075191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자라서 되고 싶은 것</a:t>
            </a:r>
          </a:p>
        </p:txBody>
      </p:sp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695F2F-D8B6-4AA3-8275-B5B35DAC9C9D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가족이 된 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시작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만난 날의 이야기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아이가 태어난 날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 식구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가족 여행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떠난 길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웃었던 순간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FD1937-04C4-4791-9622-D4289EE71C82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60120" y="2057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밥은 꼭 함께 먹기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960120" y="3200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잠들기 전에 사랑한다고 말하기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960120" y="4343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주말에는 함께 산책하기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7A322-A122-4A00-8D56-3D4F668223A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BACB8-6F9C-47E1-88AB-49EF094F227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ROSEGOLD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아이와 함께 가족 소개">
  <a:themeElements>
    <a:clrScheme name="아이와 함께 가족 소개">
      <a:dk1>
        <a:srgbClr val="FBF5F4"/>
      </a:dk1>
      <a:lt1>
        <a:srgbClr val="291F22"/>
      </a:lt1>
      <a:dk2>
        <a:srgbClr val="F1DDD6"/>
      </a:dk2>
      <a:lt2>
        <a:srgbClr val="1C1517"/>
      </a:lt2>
      <a:accent1>
        <a:srgbClr val="D49A8A"/>
      </a:accent1>
      <a:accent2>
        <a:srgbClr val="9E7B84"/>
      </a:accent2>
      <a:accent3>
        <a:srgbClr val="110D0E"/>
      </a:accent3>
      <a:accent4>
        <a:srgbClr val="392B2F"/>
      </a:accent4>
      <a:accent5>
        <a:srgbClr val="E0AB9B"/>
      </a:accent5>
      <a:accent6>
        <a:srgbClr val="775C63"/>
      </a:accent6>
      <a:hlink>
        <a:srgbClr val="F1DDD6"/>
      </a:hlink>
      <a:folHlink>
        <a:srgbClr val="110D0E"/>
      </a:folHlink>
    </a:clrScheme>
    <a:fontScheme name="아이와 함께 가족 소개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>아이와 함께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