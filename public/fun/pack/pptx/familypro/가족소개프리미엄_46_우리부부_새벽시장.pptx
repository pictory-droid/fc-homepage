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BF3D226-80A5-48E0-B501-BCBE98EC2CCF}">
          <p14:sldIdLst>
            <p14:sldId id="256"/>
          </p14:sldIdLst>
        </p14:section>
        <p14:section name="본문" id="{3D8CA397-3C34-40E9-AAF8-32F43B2620A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B4D2485-37D7-4809-B4EE-33D11C996C9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290620" y="3099816"/>
            <a:ext cx="1024127" cy="658368"/>
            <a:chOff x="7290620" y="3099816"/>
            <a:chExt cx="1024127" cy="658368"/>
          </a:xfrm>
        </p:grpSpPr>
        <p:sp>
          <p:nvSpPr>
            <p:cNvPr id="6" name="Cloud 5"/>
            <p:cNvSpPr/>
            <p:nvPr/>
          </p:nvSpPr>
          <p:spPr>
            <a:xfrm>
              <a:off x="7290620" y="3099816"/>
              <a:ext cx="1024127" cy="65836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6CED190-799E-47B2-BFDD-A71C6059EFD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03823" y="1357884"/>
            <a:ext cx="384048" cy="246888"/>
            <a:chOff x="5903823" y="1357884"/>
            <a:chExt cx="384048" cy="246888"/>
          </a:xfrm>
        </p:grpSpPr>
        <p:sp>
          <p:nvSpPr>
            <p:cNvPr id="4" name="Cloud 3"/>
            <p:cNvSpPr/>
            <p:nvPr/>
          </p:nvSpPr>
          <p:spPr>
            <a:xfrm>
              <a:off x="5903823" y="1357884"/>
              <a:ext cx="384048" cy="24688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265670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71655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7116884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290620" y="3099816"/>
            <a:ext cx="1024127" cy="658368"/>
            <a:chOff x="7290620" y="3099816"/>
            <a:chExt cx="1024127" cy="658368"/>
          </a:xfrm>
        </p:grpSpPr>
        <p:sp>
          <p:nvSpPr>
            <p:cNvPr id="6" name="Cloud 5"/>
            <p:cNvSpPr/>
            <p:nvPr/>
          </p:nvSpPr>
          <p:spPr>
            <a:xfrm>
              <a:off x="7290620" y="3099816"/>
              <a:ext cx="1024127" cy="65836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7AB33B2-6E6C-49C6-A41C-82CF71F6C3D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03823" y="1357884"/>
            <a:ext cx="384048" cy="246888"/>
            <a:chOff x="5903823" y="1357884"/>
            <a:chExt cx="384048" cy="246888"/>
          </a:xfrm>
        </p:grpSpPr>
        <p:sp>
          <p:nvSpPr>
            <p:cNvPr id="4" name="Cloud 3"/>
            <p:cNvSpPr/>
            <p:nvPr/>
          </p:nvSpPr>
          <p:spPr>
            <a:xfrm>
              <a:off x="5903823" y="1357884"/>
              <a:ext cx="384048" cy="24688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9010EC5-1ABA-4316-8CAF-EA7B3FF0EA7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새벽 시장에 장 보러 나선 아침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E318-33DC-4518-AA47-14FFB41D3E3F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01334-D93C-4DF6-AA88-208904AFD5C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45C9-4CA8-4E89-8FF5-56717D8AB7A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6E3-6071-4E71-8697-3EE5677B13F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1AB52-4BC9-4664-A5A8-13855FE767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