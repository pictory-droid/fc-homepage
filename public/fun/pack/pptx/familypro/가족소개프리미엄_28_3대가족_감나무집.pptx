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CD2114F-18D7-450C-8232-C442149EFCB3}">
          <p14:sldIdLst>
            <p14:sldId id="256"/>
          </p14:sldIdLst>
        </p14:section>
        <p14:section name="본문" id="{A3CB945A-F257-4161-AFAF-794005E58DC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436EEFE-5902-4B44-85A6-1D20D334E8F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20877"/>
            <a:ext cx="347472" cy="312724"/>
            <a:chOff x="2596877" y="620877"/>
            <a:chExt cx="347472" cy="312724"/>
          </a:xfrm>
        </p:grpSpPr>
        <p:sp>
          <p:nvSpPr>
            <p:cNvPr id="10" name="Heart 9"/>
            <p:cNvSpPr/>
            <p:nvPr/>
          </p:nvSpPr>
          <p:spPr>
            <a:xfrm>
              <a:off x="2596877" y="620877"/>
              <a:ext cx="347472" cy="312724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399B360-A14E-4F16-B41C-98BD877DD21A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20877"/>
            <a:ext cx="347472" cy="312724"/>
            <a:chOff x="2596877" y="620877"/>
            <a:chExt cx="347472" cy="312724"/>
          </a:xfrm>
        </p:grpSpPr>
        <p:sp>
          <p:nvSpPr>
            <p:cNvPr id="10" name="Heart 9"/>
            <p:cNvSpPr/>
            <p:nvPr/>
          </p:nvSpPr>
          <p:spPr>
            <a:xfrm>
              <a:off x="2596877" y="620877"/>
              <a:ext cx="347472" cy="312724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C4348C7-4001-42C1-8D1A-CD85FEE7F69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A41E6DD-2645-4F9F-9EBC-B81A8B9BC19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감 따다 장대 들고 웃던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D907A-3E5A-445A-B0BF-9A2E6854D163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2565349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포인트 막대"/>
          <p:cNvSpPr/>
          <p:nvPr/>
        </p:nvSpPr>
        <p:spPr>
          <a:xfrm>
            <a:off x="4399178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포인트 막대"/>
          <p:cNvSpPr/>
          <p:nvPr/>
        </p:nvSpPr>
        <p:spPr>
          <a:xfrm>
            <a:off x="6233007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포인트 막대"/>
          <p:cNvSpPr/>
          <p:nvPr/>
        </p:nvSpPr>
        <p:spPr>
          <a:xfrm>
            <a:off x="8066836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포인트 막대"/>
          <p:cNvSpPr/>
          <p:nvPr/>
        </p:nvSpPr>
        <p:spPr>
          <a:xfrm>
            <a:off x="9900665" y="1938528"/>
            <a:ext cx="64008" cy="29859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26B3D-FB4A-4F77-83EE-EA185B453F30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할아버지 할머니의 이야기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부모가 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온 가족 모임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659D4-7B71-4E46-A49F-442A0FB16E1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3081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224528"/>
              <a:ext cx="64008" cy="78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9C81-EEC3-4740-9FFD-BE37FCDEC5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AA202-4580-4F8B-9BB2-B1F46D17358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B2724"/>
      </a:dk1>
      <a:lt1>
        <a:srgbClr val="FFFFFF"/>
      </a:lt1>
      <a:dk2>
        <a:srgbClr val="4A643A"/>
      </a:dk2>
      <a:lt2>
        <a:srgbClr val="F5EBE2"/>
      </a:lt2>
      <a:accent1>
        <a:srgbClr val="CFA37C"/>
      </a:accent1>
      <a:accent2>
        <a:srgbClr val="8385BE"/>
      </a:accent2>
      <a:accent3>
        <a:srgbClr val="4E3C2C"/>
      </a:accent3>
      <a:accent4>
        <a:srgbClr val="F0DDCB"/>
      </a:accent4>
      <a:accent5>
        <a:srgbClr val="C2E0A3"/>
      </a:accent5>
      <a:accent6>
        <a:srgbClr val="E6BCCD"/>
      </a:accent6>
      <a:hlink>
        <a:srgbClr val="4A643A"/>
      </a:hlink>
      <a:folHlink>
        <a:srgbClr val="4E3C2C"/>
      </a:folHlink>
    </a:clrScheme>
    <a:fontScheme name="3대 가족 가족 소개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