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C752919-E814-49C2-A040-72FBD380167F}">
          <p14:sldIdLst>
            <p14:sldId id="256"/>
          </p14:sldIdLst>
        </p14:section>
        <p14:section name="본문" id="{C45EEDA8-99C1-4D23-B7F6-64C54D2565E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DAED022-C24F-4DB0-85E9-43C66554C03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Sun 6"/>
            <p:cNvSpPr/>
            <p:nvPr/>
          </p:nvSpPr>
          <p:spPr>
            <a:xfrm>
              <a:off x="9738103" y="1554480"/>
              <a:ext cx="1005840" cy="10058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3F31A6B4-1879-46DA-AA1F-13E5B5025C09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Sun 6"/>
            <p:cNvSpPr/>
            <p:nvPr/>
          </p:nvSpPr>
          <p:spPr>
            <a:xfrm>
              <a:off x="9738103" y="1554480"/>
              <a:ext cx="1005840" cy="10058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D2B5DAE5-EBBF-467B-ADE6-422D1135871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980B914-0DC9-46C7-83F2-93A5C26E0AF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라일락 골목을 걷다 멈춘 저녁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1D4C-0315-4C04-9980-15AEA648E77C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FB2-BCB9-4F44-9B63-C3D2D3E22A4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C0E80-22BB-456D-AD4A-FF8801733AB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1CD37-9C42-4B0A-93C6-F18D8746FAB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D638B-B2D1-4B16-9125-751B60088E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