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FBFEEB1-ABB6-4150-BCDD-19504E8023F4}">
          <p14:sldIdLst>
            <p14:sldId id="256"/>
          </p14:sldIdLst>
        </p14:section>
        <p14:section name="본문" id="{A31EF5C1-6309-49A5-87DC-CFB5640D62B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074511C-3D87-410F-8EAF-66B6CDB1729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4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38AEC43-2455-48C5-8B75-CC066D0C256C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3EDC177-8081-434E-AE4D-940C34B10FB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603320C-42E3-43E6-AD29-281755A5903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BURGUNDY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코스모스 신작로를 걷던 오후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41127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41127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791276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1276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F5A37-25B6-440A-844E-C43EB7E791B7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506257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7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아내 카드"/>
          <p:cNvSpPr/>
          <p:nvPr/>
        </p:nvSpPr>
        <p:spPr>
          <a:xfrm>
            <a:off x="6233007" y="1828800"/>
            <a:ext cx="522716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6315303" y="1911095"/>
            <a:ext cx="506257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2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9BDF-A4B8-4317-AFD9-92010B9852F0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집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CA09-7DD6-4E11-9006-37A02E115ECD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148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1005840" y="2487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4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813816" y="3054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960120" y="3291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1005840" y="3630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21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2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3816" y="4197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960120" y="44348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1005840" y="4773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EC2E4-2CEA-498A-9E4E-948DA77107C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8C31-FF5E-4D76-8231-B1F289E7453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BURGUNDY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48373D"/>
      </a:dk1>
      <a:lt1>
        <a:srgbClr val="FDFBFA"/>
      </a:lt1>
      <a:dk2>
        <a:srgbClr val="3E1220"/>
      </a:dk2>
      <a:lt2>
        <a:srgbClr val="F8F2EC"/>
      </a:lt2>
      <a:accent1>
        <a:srgbClr val="6E1F33"/>
      </a:accent1>
      <a:accent2>
        <a:srgbClr val="B08D57"/>
      </a:accent2>
      <a:accent3>
        <a:srgbClr val="8C737B"/>
      </a:accent3>
      <a:accent4>
        <a:srgbClr val="DCC8C7"/>
      </a:accent4>
      <a:accent5>
        <a:srgbClr val="C0A064"/>
      </a:accent5>
      <a:accent6>
        <a:srgbClr val="D0BA9A"/>
      </a:accent6>
      <a:hlink>
        <a:srgbClr val="3E1220"/>
      </a:hlink>
      <a:folHlink>
        <a:srgbClr val="8C737B"/>
      </a:folHlink>
    </a:clrScheme>
    <a:fontScheme name="우리 부부 가족 소개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