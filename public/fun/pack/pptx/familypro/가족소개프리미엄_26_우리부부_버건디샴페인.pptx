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AC62D4F-0306-48E5-9768-5CFC30BACE85}">
          <p14:sldIdLst>
            <p14:sldId id="256"/>
          </p14:sldIdLst>
        </p14:section>
        <p14:section name="본문" id="{98CC582F-2E1D-4D68-8978-6A934179AA8E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228F741-4770-4A01-8FCB-469F2A24B72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5DBA3F0-15F9-4DDA-9F94-3D2ADDF7BCE5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F25C041-2530-4D51-9C2D-5C1C3797C9B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F25D05F-E31A-479B-9D72-17342842878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코스모스 신작로를 걷던 오후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41127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41127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791276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1276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EA5FB-5B1F-488C-905A-8D116641552F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506257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315303" y="1911095"/>
            <a:ext cx="506257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2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D781-389C-4638-9887-9C468F618C55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집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BFF36-D0CF-4C26-84EC-5EE48ABB0BEB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4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2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8DBF4-9D8F-41A9-8F5A-ED7D4436734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170FA-6FB0-459E-87F8-7656B62F7D6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우리 부부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